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5.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16.xml" ContentType="application/vnd.openxmlformats-officedocument.presentationml.notesSlide+xml"/>
  <Override PartName="/ppt/charts/chart4.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7.xml" ContentType="application/vnd.openxmlformats-officedocument.presentationml.notesSlide+xml"/>
  <Override PartName="/ppt/charts/chart5.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8.xml" ContentType="application/vnd.openxmlformats-officedocument.presentationml.notesSlide+xml"/>
  <Override PartName="/ppt/charts/chart6.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1" r:id="rId4"/>
  </p:sldMasterIdLst>
  <p:notesMasterIdLst>
    <p:notesMasterId r:id="rId28"/>
  </p:notesMasterIdLst>
  <p:handoutMasterIdLst>
    <p:handoutMasterId r:id="rId29"/>
  </p:handoutMasterIdLst>
  <p:sldIdLst>
    <p:sldId id="296" r:id="rId5"/>
    <p:sldId id="297" r:id="rId6"/>
    <p:sldId id="298" r:id="rId7"/>
    <p:sldId id="299" r:id="rId8"/>
    <p:sldId id="300" r:id="rId9"/>
    <p:sldId id="317" r:id="rId10"/>
    <p:sldId id="301" r:id="rId11"/>
    <p:sldId id="318" r:id="rId12"/>
    <p:sldId id="302" r:id="rId13"/>
    <p:sldId id="303" r:id="rId14"/>
    <p:sldId id="304" r:id="rId15"/>
    <p:sldId id="305" r:id="rId16"/>
    <p:sldId id="306" r:id="rId17"/>
    <p:sldId id="307" r:id="rId18"/>
    <p:sldId id="308" r:id="rId19"/>
    <p:sldId id="309" r:id="rId20"/>
    <p:sldId id="310" r:id="rId21"/>
    <p:sldId id="311" r:id="rId22"/>
    <p:sldId id="312" r:id="rId23"/>
    <p:sldId id="313" r:id="rId24"/>
    <p:sldId id="314" r:id="rId25"/>
    <p:sldId id="315" r:id="rId26"/>
    <p:sldId id="316" r:id="rId27"/>
  </p:sldIdLst>
  <p:sldSz cx="12192000" cy="6858000"/>
  <p:notesSz cx="6797675" cy="9874250"/>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C910755-3805-7BFA-6DD6-38D0DEB42E74}" name="LIM SHEN-YANG" initials="LS" userId="S::limshenyang@365.um.edu.my::9cfd9c3b-c36f-4671-b1b7-eaf4a1f3db1d" providerId="AD"/>
  <p188:author id="{F286F46B-D11B-7411-908D-9B4A368D0C37}" name="Chris Edge" initials="CE" userId="S::Chris.Edge@primeglobalpeople.com::9878e1fe-fc43-4c11-846c-29f97c46eb4b" providerId="AD"/>
  <p188:author id="{147F2874-1246-3F60-FA90-4223E9C36F93}" name="Bryn Farnsworth von Cederwald" initials="Bv" userId="S::bfc@lundbeckfonden.com::827f453e-d371-4a1e-8a43-bba9e40cc001" providerId="AD"/>
  <p188:author id="{5ACDF9C1-C97A-4004-6B13-08511EB5CE41}" name="Rachel Jagger" initials="RJ" userId="S::Rachel.Jagger@primeglobalpeople.com::cf4acb15-657a-45e0-bad4-d602a69c192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Christopher Edge" initials="CE" lastIdx="88" clrIdx="0"/>
  <p:cmAuthor id="2" name="Ebru Karakoc Madsen" initials="EBKA" lastIdx="5" clrIdx="1"/>
  <p:cmAuthor id="3" name="Audrey Dufour" initials="AD" lastIdx="19" clrIdx="2"/>
  <p:cmAuthor id="4" name="Shen Yang Lim" initials="SYL" lastIdx="8" clrIdx="3"/>
  <p:cmAuthor id="5" name="Ebru Karakoc Madsen" initials="EKM" lastIdx="18" clrIdx="4">
    <p:extLst>
      <p:ext uri="{19B8F6BF-5375-455C-9EA6-DF929625EA0E}">
        <p15:presenceInfo xmlns:p15="http://schemas.microsoft.com/office/powerpoint/2012/main" userId="S-1-5-21-1839211835-619659539-556599288-18037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1CC"/>
    <a:srgbClr val="B0C4D6"/>
    <a:srgbClr val="7F7F7F"/>
    <a:srgbClr val="E5E5E5"/>
    <a:srgbClr val="ECC6C4"/>
    <a:srgbClr val="C8CAD8"/>
    <a:srgbClr val="FBE6BF"/>
    <a:srgbClr val="E8E7DE"/>
    <a:srgbClr val="B51C12"/>
    <a:srgbClr val="A5A07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F4BF9A0-58FA-4648-B963-A9FC9575A433}" v="1" dt="2025-01-31T11:43:42.69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181" autoAdjust="0"/>
    <p:restoredTop sz="63559" autoAdjust="0"/>
  </p:normalViewPr>
  <p:slideViewPr>
    <p:cSldViewPr snapToGrid="0" snapToObjects="1">
      <p:cViewPr varScale="1">
        <p:scale>
          <a:sx n="47" d="100"/>
          <a:sy n="47" d="100"/>
        </p:scale>
        <p:origin x="196" y="40"/>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60" d="100"/>
        <a:sy n="160" d="100"/>
      </p:scale>
      <p:origin x="0" y="-7152"/>
    </p:cViewPr>
  </p:sorterViewPr>
  <p:notesViewPr>
    <p:cSldViewPr snapToGrid="0" snapToObjects="1">
      <p:cViewPr>
        <p:scale>
          <a:sx n="200" d="100"/>
          <a:sy n="200" d="100"/>
        </p:scale>
        <p:origin x="3084" y="-2304"/>
      </p:cViewPr>
      <p:guideLst/>
    </p:cSldViewPr>
  </p:notes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37"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commentAuthors" Target="commentAuthors.xml"/><Relationship Id="rId35" Type="http://schemas.microsoft.com/office/2016/11/relationships/changesInfo" Target="changesInfos/changesInfo1.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yn Farnsworth von Cederwald" userId="827f453e-d371-4a1e-8a43-bba9e40cc001" providerId="ADAL" clId="{DF4BF9A0-58FA-4648-B963-A9FC9575A433}"/>
    <pc:docChg chg="modSld">
      <pc:chgData name="Bryn Farnsworth von Cederwald" userId="827f453e-d371-4a1e-8a43-bba9e40cc001" providerId="ADAL" clId="{DF4BF9A0-58FA-4648-B963-A9FC9575A433}" dt="2025-01-31T11:45:04.298" v="32" actId="13926"/>
      <pc:docMkLst>
        <pc:docMk/>
      </pc:docMkLst>
      <pc:sldChg chg="modSp mod">
        <pc:chgData name="Bryn Farnsworth von Cederwald" userId="827f453e-d371-4a1e-8a43-bba9e40cc001" providerId="ADAL" clId="{DF4BF9A0-58FA-4648-B963-A9FC9575A433}" dt="2025-01-31T11:41:35.150" v="0" actId="13926"/>
        <pc:sldMkLst>
          <pc:docMk/>
          <pc:sldMk cId="2522694827" sldId="298"/>
        </pc:sldMkLst>
        <pc:spChg chg="mod">
          <ac:chgData name="Bryn Farnsworth von Cederwald" userId="827f453e-d371-4a1e-8a43-bba9e40cc001" providerId="ADAL" clId="{DF4BF9A0-58FA-4648-B963-A9FC9575A433}" dt="2025-01-31T11:41:35.150" v="0" actId="13926"/>
          <ac:spMkLst>
            <pc:docMk/>
            <pc:sldMk cId="2522694827" sldId="298"/>
            <ac:spMk id="6" creationId="{00000000-0000-0000-0000-000000000000}"/>
          </ac:spMkLst>
        </pc:spChg>
      </pc:sldChg>
      <pc:sldChg chg="modSp mod">
        <pc:chgData name="Bryn Farnsworth von Cederwald" userId="827f453e-d371-4a1e-8a43-bba9e40cc001" providerId="ADAL" clId="{DF4BF9A0-58FA-4648-B963-A9FC9575A433}" dt="2025-01-31T11:41:42.141" v="1" actId="13926"/>
        <pc:sldMkLst>
          <pc:docMk/>
          <pc:sldMk cId="1983897325" sldId="299"/>
        </pc:sldMkLst>
        <pc:spChg chg="mod">
          <ac:chgData name="Bryn Farnsworth von Cederwald" userId="827f453e-d371-4a1e-8a43-bba9e40cc001" providerId="ADAL" clId="{DF4BF9A0-58FA-4648-B963-A9FC9575A433}" dt="2025-01-31T11:41:42.141" v="1" actId="13926"/>
          <ac:spMkLst>
            <pc:docMk/>
            <pc:sldMk cId="1983897325" sldId="299"/>
            <ac:spMk id="31" creationId="{3ABDBB1F-14FA-94DE-19E4-5C9F592119C4}"/>
          </ac:spMkLst>
        </pc:spChg>
      </pc:sldChg>
      <pc:sldChg chg="modSp mod">
        <pc:chgData name="Bryn Farnsworth von Cederwald" userId="827f453e-d371-4a1e-8a43-bba9e40cc001" providerId="ADAL" clId="{DF4BF9A0-58FA-4648-B963-A9FC9575A433}" dt="2025-01-31T11:41:49.473" v="2" actId="13926"/>
        <pc:sldMkLst>
          <pc:docMk/>
          <pc:sldMk cId="1728198313" sldId="300"/>
        </pc:sldMkLst>
        <pc:spChg chg="mod">
          <ac:chgData name="Bryn Farnsworth von Cederwald" userId="827f453e-d371-4a1e-8a43-bba9e40cc001" providerId="ADAL" clId="{DF4BF9A0-58FA-4648-B963-A9FC9575A433}" dt="2025-01-31T11:41:49.473" v="2" actId="13926"/>
          <ac:spMkLst>
            <pc:docMk/>
            <pc:sldMk cId="1728198313" sldId="300"/>
            <ac:spMk id="5" creationId="{00000000-0000-0000-0000-000000000000}"/>
          </ac:spMkLst>
        </pc:spChg>
      </pc:sldChg>
      <pc:sldChg chg="modSp mod">
        <pc:chgData name="Bryn Farnsworth von Cederwald" userId="827f453e-d371-4a1e-8a43-bba9e40cc001" providerId="ADAL" clId="{DF4BF9A0-58FA-4648-B963-A9FC9575A433}" dt="2025-01-31T11:42:05.112" v="4" actId="13926"/>
        <pc:sldMkLst>
          <pc:docMk/>
          <pc:sldMk cId="2049229663" sldId="301"/>
        </pc:sldMkLst>
        <pc:spChg chg="mod">
          <ac:chgData name="Bryn Farnsworth von Cederwald" userId="827f453e-d371-4a1e-8a43-bba9e40cc001" providerId="ADAL" clId="{DF4BF9A0-58FA-4648-B963-A9FC9575A433}" dt="2025-01-31T11:42:03.166" v="3" actId="13926"/>
          <ac:spMkLst>
            <pc:docMk/>
            <pc:sldMk cId="2049229663" sldId="301"/>
            <ac:spMk id="9" creationId="{54D77940-E254-3265-E6FE-F33B0025D4BA}"/>
          </ac:spMkLst>
        </pc:spChg>
        <pc:spChg chg="mod">
          <ac:chgData name="Bryn Farnsworth von Cederwald" userId="827f453e-d371-4a1e-8a43-bba9e40cc001" providerId="ADAL" clId="{DF4BF9A0-58FA-4648-B963-A9FC9575A433}" dt="2025-01-31T11:42:05.112" v="4" actId="13926"/>
          <ac:spMkLst>
            <pc:docMk/>
            <pc:sldMk cId="2049229663" sldId="301"/>
            <ac:spMk id="10" creationId="{433C4524-3056-528A-D2A6-BC52B1F842B1}"/>
          </ac:spMkLst>
        </pc:spChg>
      </pc:sldChg>
      <pc:sldChg chg="modSp mod">
        <pc:chgData name="Bryn Farnsworth von Cederwald" userId="827f453e-d371-4a1e-8a43-bba9e40cc001" providerId="ADAL" clId="{DF4BF9A0-58FA-4648-B963-A9FC9575A433}" dt="2025-01-31T11:42:24.735" v="6" actId="13926"/>
        <pc:sldMkLst>
          <pc:docMk/>
          <pc:sldMk cId="2613870798" sldId="302"/>
        </pc:sldMkLst>
        <pc:spChg chg="mod">
          <ac:chgData name="Bryn Farnsworth von Cederwald" userId="827f453e-d371-4a1e-8a43-bba9e40cc001" providerId="ADAL" clId="{DF4BF9A0-58FA-4648-B963-A9FC9575A433}" dt="2025-01-31T11:42:24.735" v="6" actId="13926"/>
          <ac:spMkLst>
            <pc:docMk/>
            <pc:sldMk cId="2613870798" sldId="302"/>
            <ac:spMk id="3" creationId="{8E411029-2CF5-481F-9B7C-64CB26F16910}"/>
          </ac:spMkLst>
        </pc:spChg>
        <pc:spChg chg="mod">
          <ac:chgData name="Bryn Farnsworth von Cederwald" userId="827f453e-d371-4a1e-8a43-bba9e40cc001" providerId="ADAL" clId="{DF4BF9A0-58FA-4648-B963-A9FC9575A433}" dt="2025-01-31T11:42:21.355" v="5" actId="13926"/>
          <ac:spMkLst>
            <pc:docMk/>
            <pc:sldMk cId="2613870798" sldId="302"/>
            <ac:spMk id="7" creationId="{00000000-0000-0000-0000-000000000000}"/>
          </ac:spMkLst>
        </pc:spChg>
      </pc:sldChg>
      <pc:sldChg chg="modSp mod">
        <pc:chgData name="Bryn Farnsworth von Cederwald" userId="827f453e-d371-4a1e-8a43-bba9e40cc001" providerId="ADAL" clId="{DF4BF9A0-58FA-4648-B963-A9FC9575A433}" dt="2025-01-31T11:42:31.200" v="7" actId="13926"/>
        <pc:sldMkLst>
          <pc:docMk/>
          <pc:sldMk cId="1193762089" sldId="303"/>
        </pc:sldMkLst>
        <pc:spChg chg="mod">
          <ac:chgData name="Bryn Farnsworth von Cederwald" userId="827f453e-d371-4a1e-8a43-bba9e40cc001" providerId="ADAL" clId="{DF4BF9A0-58FA-4648-B963-A9FC9575A433}" dt="2025-01-31T11:42:31.200" v="7" actId="13926"/>
          <ac:spMkLst>
            <pc:docMk/>
            <pc:sldMk cId="1193762089" sldId="303"/>
            <ac:spMk id="3" creationId="{00000000-0000-0000-0000-000000000000}"/>
          </ac:spMkLst>
        </pc:spChg>
      </pc:sldChg>
      <pc:sldChg chg="modSp mod">
        <pc:chgData name="Bryn Farnsworth von Cederwald" userId="827f453e-d371-4a1e-8a43-bba9e40cc001" providerId="ADAL" clId="{DF4BF9A0-58FA-4648-B963-A9FC9575A433}" dt="2025-01-31T11:42:37.213" v="8" actId="13926"/>
        <pc:sldMkLst>
          <pc:docMk/>
          <pc:sldMk cId="1787213302" sldId="304"/>
        </pc:sldMkLst>
        <pc:spChg chg="mod">
          <ac:chgData name="Bryn Farnsworth von Cederwald" userId="827f453e-d371-4a1e-8a43-bba9e40cc001" providerId="ADAL" clId="{DF4BF9A0-58FA-4648-B963-A9FC9575A433}" dt="2025-01-31T11:42:37.213" v="8" actId="13926"/>
          <ac:spMkLst>
            <pc:docMk/>
            <pc:sldMk cId="1787213302" sldId="304"/>
            <ac:spMk id="8" creationId="{00000000-0000-0000-0000-000000000000}"/>
          </ac:spMkLst>
        </pc:spChg>
      </pc:sldChg>
      <pc:sldChg chg="modSp mod">
        <pc:chgData name="Bryn Farnsworth von Cederwald" userId="827f453e-d371-4a1e-8a43-bba9e40cc001" providerId="ADAL" clId="{DF4BF9A0-58FA-4648-B963-A9FC9575A433}" dt="2025-01-31T11:42:48.518" v="10" actId="13926"/>
        <pc:sldMkLst>
          <pc:docMk/>
          <pc:sldMk cId="365417452" sldId="305"/>
        </pc:sldMkLst>
        <pc:spChg chg="mod">
          <ac:chgData name="Bryn Farnsworth von Cederwald" userId="827f453e-d371-4a1e-8a43-bba9e40cc001" providerId="ADAL" clId="{DF4BF9A0-58FA-4648-B963-A9FC9575A433}" dt="2025-01-31T11:42:48.518" v="10" actId="13926"/>
          <ac:spMkLst>
            <pc:docMk/>
            <pc:sldMk cId="365417452" sldId="305"/>
            <ac:spMk id="12" creationId="{E4DEE2A8-108B-1448-9D26-F1333B22F80B}"/>
          </ac:spMkLst>
        </pc:spChg>
        <pc:spChg chg="mod">
          <ac:chgData name="Bryn Farnsworth von Cederwald" userId="827f453e-d371-4a1e-8a43-bba9e40cc001" providerId="ADAL" clId="{DF4BF9A0-58FA-4648-B963-A9FC9575A433}" dt="2025-01-31T11:42:45.459" v="9" actId="13926"/>
          <ac:spMkLst>
            <pc:docMk/>
            <pc:sldMk cId="365417452" sldId="305"/>
            <ac:spMk id="21" creationId="{00000000-0000-0000-0000-000000000000}"/>
          </ac:spMkLst>
        </pc:spChg>
      </pc:sldChg>
      <pc:sldChg chg="modSp mod">
        <pc:chgData name="Bryn Farnsworth von Cederwald" userId="827f453e-d371-4a1e-8a43-bba9e40cc001" providerId="ADAL" clId="{DF4BF9A0-58FA-4648-B963-A9FC9575A433}" dt="2025-01-31T11:43:10.962" v="12" actId="13926"/>
        <pc:sldMkLst>
          <pc:docMk/>
          <pc:sldMk cId="740996986" sldId="307"/>
        </pc:sldMkLst>
        <pc:spChg chg="mod">
          <ac:chgData name="Bryn Farnsworth von Cederwald" userId="827f453e-d371-4a1e-8a43-bba9e40cc001" providerId="ADAL" clId="{DF4BF9A0-58FA-4648-B963-A9FC9575A433}" dt="2025-01-31T11:43:08.480" v="11" actId="13926"/>
          <ac:spMkLst>
            <pc:docMk/>
            <pc:sldMk cId="740996986" sldId="307"/>
            <ac:spMk id="9" creationId="{00000000-0000-0000-0000-000000000000}"/>
          </ac:spMkLst>
        </pc:spChg>
        <pc:spChg chg="mod">
          <ac:chgData name="Bryn Farnsworth von Cederwald" userId="827f453e-d371-4a1e-8a43-bba9e40cc001" providerId="ADAL" clId="{DF4BF9A0-58FA-4648-B963-A9FC9575A433}" dt="2025-01-31T11:43:10.962" v="12" actId="13926"/>
          <ac:spMkLst>
            <pc:docMk/>
            <pc:sldMk cId="740996986" sldId="307"/>
            <ac:spMk id="13" creationId="{61BDA13A-660E-FC1B-22E2-F7212AC66D74}"/>
          </ac:spMkLst>
        </pc:spChg>
      </pc:sldChg>
      <pc:sldChg chg="modSp mod">
        <pc:chgData name="Bryn Farnsworth von Cederwald" userId="827f453e-d371-4a1e-8a43-bba9e40cc001" providerId="ADAL" clId="{DF4BF9A0-58FA-4648-B963-A9FC9575A433}" dt="2025-01-31T11:43:25.343" v="16" actId="13926"/>
        <pc:sldMkLst>
          <pc:docMk/>
          <pc:sldMk cId="549322861" sldId="308"/>
        </pc:sldMkLst>
        <pc:spChg chg="mod">
          <ac:chgData name="Bryn Farnsworth von Cederwald" userId="827f453e-d371-4a1e-8a43-bba9e40cc001" providerId="ADAL" clId="{DF4BF9A0-58FA-4648-B963-A9FC9575A433}" dt="2025-01-31T11:43:25.343" v="16" actId="13926"/>
          <ac:spMkLst>
            <pc:docMk/>
            <pc:sldMk cId="549322861" sldId="308"/>
            <ac:spMk id="2" creationId="{C6E39656-70CE-4AC5-8632-4142CAB0D732}"/>
          </ac:spMkLst>
        </pc:spChg>
        <pc:spChg chg="mod">
          <ac:chgData name="Bryn Farnsworth von Cederwald" userId="827f453e-d371-4a1e-8a43-bba9e40cc001" providerId="ADAL" clId="{DF4BF9A0-58FA-4648-B963-A9FC9575A433}" dt="2025-01-31T11:43:22.391" v="15" actId="13926"/>
          <ac:spMkLst>
            <pc:docMk/>
            <pc:sldMk cId="549322861" sldId="308"/>
            <ac:spMk id="7" creationId="{00000000-0000-0000-0000-000000000000}"/>
          </ac:spMkLst>
        </pc:spChg>
        <pc:spChg chg="mod">
          <ac:chgData name="Bryn Farnsworth von Cederwald" userId="827f453e-d371-4a1e-8a43-bba9e40cc001" providerId="ADAL" clId="{DF4BF9A0-58FA-4648-B963-A9FC9575A433}" dt="2025-01-31T11:43:17.518" v="13" actId="13926"/>
          <ac:spMkLst>
            <pc:docMk/>
            <pc:sldMk cId="549322861" sldId="308"/>
            <ac:spMk id="8" creationId="{00000000-0000-0000-0000-000000000000}"/>
          </ac:spMkLst>
        </pc:spChg>
        <pc:spChg chg="mod">
          <ac:chgData name="Bryn Farnsworth von Cederwald" userId="827f453e-d371-4a1e-8a43-bba9e40cc001" providerId="ADAL" clId="{DF4BF9A0-58FA-4648-B963-A9FC9575A433}" dt="2025-01-31T11:43:20.210" v="14" actId="13926"/>
          <ac:spMkLst>
            <pc:docMk/>
            <pc:sldMk cId="549322861" sldId="308"/>
            <ac:spMk id="12" creationId="{DD62E3DC-3D0F-E4CB-5D23-141F2ED9EE54}"/>
          </ac:spMkLst>
        </pc:spChg>
      </pc:sldChg>
      <pc:sldChg chg="modSp mod">
        <pc:chgData name="Bryn Farnsworth von Cederwald" userId="827f453e-d371-4a1e-8a43-bba9e40cc001" providerId="ADAL" clId="{DF4BF9A0-58FA-4648-B963-A9FC9575A433}" dt="2025-01-31T11:43:36.112" v="17" actId="13926"/>
        <pc:sldMkLst>
          <pc:docMk/>
          <pc:sldMk cId="2171697687" sldId="309"/>
        </pc:sldMkLst>
        <pc:spChg chg="mod">
          <ac:chgData name="Bryn Farnsworth von Cederwald" userId="827f453e-d371-4a1e-8a43-bba9e40cc001" providerId="ADAL" clId="{DF4BF9A0-58FA-4648-B963-A9FC9575A433}" dt="2025-01-31T11:43:36.112" v="17" actId="13926"/>
          <ac:spMkLst>
            <pc:docMk/>
            <pc:sldMk cId="2171697687" sldId="309"/>
            <ac:spMk id="12" creationId="{8EB65192-EC9A-C71A-ED7C-5360617782D1}"/>
          </ac:spMkLst>
        </pc:spChg>
      </pc:sldChg>
      <pc:sldChg chg="modSp">
        <pc:chgData name="Bryn Farnsworth von Cederwald" userId="827f453e-d371-4a1e-8a43-bba9e40cc001" providerId="ADAL" clId="{DF4BF9A0-58FA-4648-B963-A9FC9575A433}" dt="2025-01-31T11:43:42.695" v="18" actId="13926"/>
        <pc:sldMkLst>
          <pc:docMk/>
          <pc:sldMk cId="3951329701" sldId="310"/>
        </pc:sldMkLst>
        <pc:graphicFrameChg chg="mod">
          <ac:chgData name="Bryn Farnsworth von Cederwald" userId="827f453e-d371-4a1e-8a43-bba9e40cc001" providerId="ADAL" clId="{DF4BF9A0-58FA-4648-B963-A9FC9575A433}" dt="2025-01-31T11:43:42.695" v="18" actId="13926"/>
          <ac:graphicFrameMkLst>
            <pc:docMk/>
            <pc:sldMk cId="3951329701" sldId="310"/>
            <ac:graphicFrameMk id="16" creationId="{00000000-0000-0000-0000-000000000000}"/>
          </ac:graphicFrameMkLst>
        </pc:graphicFrameChg>
      </pc:sldChg>
      <pc:sldChg chg="modSp mod">
        <pc:chgData name="Bryn Farnsworth von Cederwald" userId="827f453e-d371-4a1e-8a43-bba9e40cc001" providerId="ADAL" clId="{DF4BF9A0-58FA-4648-B963-A9FC9575A433}" dt="2025-01-31T11:43:56.329" v="21" actId="13926"/>
        <pc:sldMkLst>
          <pc:docMk/>
          <pc:sldMk cId="1995414312" sldId="311"/>
        </pc:sldMkLst>
        <pc:spChg chg="mod">
          <ac:chgData name="Bryn Farnsworth von Cederwald" userId="827f453e-d371-4a1e-8a43-bba9e40cc001" providerId="ADAL" clId="{DF4BF9A0-58FA-4648-B963-A9FC9575A433}" dt="2025-01-31T11:43:56.329" v="21" actId="13926"/>
          <ac:spMkLst>
            <pc:docMk/>
            <pc:sldMk cId="1995414312" sldId="311"/>
            <ac:spMk id="4" creationId="{312A9472-41D1-41EC-B0BD-C6D0E023B29B}"/>
          </ac:spMkLst>
        </pc:spChg>
        <pc:spChg chg="mod">
          <ac:chgData name="Bryn Farnsworth von Cederwald" userId="827f453e-d371-4a1e-8a43-bba9e40cc001" providerId="ADAL" clId="{DF4BF9A0-58FA-4648-B963-A9FC9575A433}" dt="2025-01-31T11:43:54.184" v="20" actId="13926"/>
          <ac:spMkLst>
            <pc:docMk/>
            <pc:sldMk cId="1995414312" sldId="311"/>
            <ac:spMk id="8" creationId="{2CF5E453-33AC-015C-03D3-73A3D81B9BE7}"/>
          </ac:spMkLst>
        </pc:spChg>
        <pc:spChg chg="mod">
          <ac:chgData name="Bryn Farnsworth von Cederwald" userId="827f453e-d371-4a1e-8a43-bba9e40cc001" providerId="ADAL" clId="{DF4BF9A0-58FA-4648-B963-A9FC9575A433}" dt="2025-01-31T11:43:51.303" v="19" actId="13926"/>
          <ac:spMkLst>
            <pc:docMk/>
            <pc:sldMk cId="1995414312" sldId="311"/>
            <ac:spMk id="14" creationId="{6CABF930-E21C-250A-EC2E-7C116D981ADD}"/>
          </ac:spMkLst>
        </pc:spChg>
      </pc:sldChg>
      <pc:sldChg chg="modSp mod">
        <pc:chgData name="Bryn Farnsworth von Cederwald" userId="827f453e-d371-4a1e-8a43-bba9e40cc001" providerId="ADAL" clId="{DF4BF9A0-58FA-4648-B963-A9FC9575A433}" dt="2025-01-31T11:44:21.669" v="24" actId="13926"/>
        <pc:sldMkLst>
          <pc:docMk/>
          <pc:sldMk cId="1218218206" sldId="312"/>
        </pc:sldMkLst>
        <pc:spChg chg="mod">
          <ac:chgData name="Bryn Farnsworth von Cederwald" userId="827f453e-d371-4a1e-8a43-bba9e40cc001" providerId="ADAL" clId="{DF4BF9A0-58FA-4648-B963-A9FC9575A433}" dt="2025-01-31T11:44:17" v="22" actId="13926"/>
          <ac:spMkLst>
            <pc:docMk/>
            <pc:sldMk cId="1218218206" sldId="312"/>
            <ac:spMk id="3" creationId="{00000000-0000-0000-0000-000000000000}"/>
          </ac:spMkLst>
        </pc:spChg>
        <pc:spChg chg="mod">
          <ac:chgData name="Bryn Farnsworth von Cederwald" userId="827f453e-d371-4a1e-8a43-bba9e40cc001" providerId="ADAL" clId="{DF4BF9A0-58FA-4648-B963-A9FC9575A433}" dt="2025-01-31T11:44:21.669" v="24" actId="13926"/>
          <ac:spMkLst>
            <pc:docMk/>
            <pc:sldMk cId="1218218206" sldId="312"/>
            <ac:spMk id="6" creationId="{02269602-5EC9-4EC2-BB1A-F087E7C70197}"/>
          </ac:spMkLst>
        </pc:spChg>
        <pc:spChg chg="mod">
          <ac:chgData name="Bryn Farnsworth von Cederwald" userId="827f453e-d371-4a1e-8a43-bba9e40cc001" providerId="ADAL" clId="{DF4BF9A0-58FA-4648-B963-A9FC9575A433}" dt="2025-01-31T11:44:18.987" v="23" actId="13926"/>
          <ac:spMkLst>
            <pc:docMk/>
            <pc:sldMk cId="1218218206" sldId="312"/>
            <ac:spMk id="23" creationId="{B03EB673-B5C1-7A9C-3B97-08E3FAE7AF3F}"/>
          </ac:spMkLst>
        </pc:spChg>
      </pc:sldChg>
      <pc:sldChg chg="modSp mod">
        <pc:chgData name="Bryn Farnsworth von Cederwald" userId="827f453e-d371-4a1e-8a43-bba9e40cc001" providerId="ADAL" clId="{DF4BF9A0-58FA-4648-B963-A9FC9575A433}" dt="2025-01-31T11:44:31.254" v="27" actId="13926"/>
        <pc:sldMkLst>
          <pc:docMk/>
          <pc:sldMk cId="231920835" sldId="313"/>
        </pc:sldMkLst>
        <pc:spChg chg="mod">
          <ac:chgData name="Bryn Farnsworth von Cederwald" userId="827f453e-d371-4a1e-8a43-bba9e40cc001" providerId="ADAL" clId="{DF4BF9A0-58FA-4648-B963-A9FC9575A433}" dt="2025-01-31T11:44:31.254" v="27" actId="13926"/>
          <ac:spMkLst>
            <pc:docMk/>
            <pc:sldMk cId="231920835" sldId="313"/>
            <ac:spMk id="3" creationId="{B78D92D4-4759-47FB-BA90-F2B42C78E8CA}"/>
          </ac:spMkLst>
        </pc:spChg>
        <pc:spChg chg="mod">
          <ac:chgData name="Bryn Farnsworth von Cederwald" userId="827f453e-d371-4a1e-8a43-bba9e40cc001" providerId="ADAL" clId="{DF4BF9A0-58FA-4648-B963-A9FC9575A433}" dt="2025-01-31T11:44:26.467" v="25" actId="13926"/>
          <ac:spMkLst>
            <pc:docMk/>
            <pc:sldMk cId="231920835" sldId="313"/>
            <ac:spMk id="8" creationId="{00000000-0000-0000-0000-000000000000}"/>
          </ac:spMkLst>
        </pc:spChg>
        <pc:spChg chg="mod">
          <ac:chgData name="Bryn Farnsworth von Cederwald" userId="827f453e-d371-4a1e-8a43-bba9e40cc001" providerId="ADAL" clId="{DF4BF9A0-58FA-4648-B963-A9FC9575A433}" dt="2025-01-31T11:44:28.708" v="26" actId="13926"/>
          <ac:spMkLst>
            <pc:docMk/>
            <pc:sldMk cId="231920835" sldId="313"/>
            <ac:spMk id="19" creationId="{7318AC2B-D440-0388-86B3-9FE794B19AE3}"/>
          </ac:spMkLst>
        </pc:spChg>
      </pc:sldChg>
      <pc:sldChg chg="modSp mod">
        <pc:chgData name="Bryn Farnsworth von Cederwald" userId="827f453e-d371-4a1e-8a43-bba9e40cc001" providerId="ADAL" clId="{DF4BF9A0-58FA-4648-B963-A9FC9575A433}" dt="2025-01-31T11:44:38.651" v="28" actId="13926"/>
        <pc:sldMkLst>
          <pc:docMk/>
          <pc:sldMk cId="521631738" sldId="314"/>
        </pc:sldMkLst>
        <pc:spChg chg="mod">
          <ac:chgData name="Bryn Farnsworth von Cederwald" userId="827f453e-d371-4a1e-8a43-bba9e40cc001" providerId="ADAL" clId="{DF4BF9A0-58FA-4648-B963-A9FC9575A433}" dt="2025-01-31T11:44:38.651" v="28" actId="13926"/>
          <ac:spMkLst>
            <pc:docMk/>
            <pc:sldMk cId="521631738" sldId="314"/>
            <ac:spMk id="7" creationId="{00000000-0000-0000-0000-000000000000}"/>
          </ac:spMkLst>
        </pc:spChg>
      </pc:sldChg>
      <pc:sldChg chg="modSp mod">
        <pc:chgData name="Bryn Farnsworth von Cederwald" userId="827f453e-d371-4a1e-8a43-bba9e40cc001" providerId="ADAL" clId="{DF4BF9A0-58FA-4648-B963-A9FC9575A433}" dt="2025-01-31T11:44:52.858" v="31" actId="13926"/>
        <pc:sldMkLst>
          <pc:docMk/>
          <pc:sldMk cId="4126156987" sldId="315"/>
        </pc:sldMkLst>
        <pc:spChg chg="mod">
          <ac:chgData name="Bryn Farnsworth von Cederwald" userId="827f453e-d371-4a1e-8a43-bba9e40cc001" providerId="ADAL" clId="{DF4BF9A0-58FA-4648-B963-A9FC9575A433}" dt="2025-01-31T11:44:48.011" v="29" actId="13926"/>
          <ac:spMkLst>
            <pc:docMk/>
            <pc:sldMk cId="4126156987" sldId="315"/>
            <ac:spMk id="3" creationId="{00000000-0000-0000-0000-000000000000}"/>
          </ac:spMkLst>
        </pc:spChg>
        <pc:spChg chg="mod">
          <ac:chgData name="Bryn Farnsworth von Cederwald" userId="827f453e-d371-4a1e-8a43-bba9e40cc001" providerId="ADAL" clId="{DF4BF9A0-58FA-4648-B963-A9FC9575A433}" dt="2025-01-31T11:44:50.530" v="30" actId="13926"/>
          <ac:spMkLst>
            <pc:docMk/>
            <pc:sldMk cId="4126156987" sldId="315"/>
            <ac:spMk id="17" creationId="{112C3F68-EE56-7AE9-B09B-DA5AF0F282C7}"/>
          </ac:spMkLst>
        </pc:spChg>
        <pc:spChg chg="mod">
          <ac:chgData name="Bryn Farnsworth von Cederwald" userId="827f453e-d371-4a1e-8a43-bba9e40cc001" providerId="ADAL" clId="{DF4BF9A0-58FA-4648-B963-A9FC9575A433}" dt="2025-01-31T11:44:52.858" v="31" actId="13926"/>
          <ac:spMkLst>
            <pc:docMk/>
            <pc:sldMk cId="4126156987" sldId="315"/>
            <ac:spMk id="19" creationId="{B5D5FE95-63C6-304A-EEDE-32D1DE715D31}"/>
          </ac:spMkLst>
        </pc:spChg>
      </pc:sldChg>
      <pc:sldChg chg="modSp mod">
        <pc:chgData name="Bryn Farnsworth von Cederwald" userId="827f453e-d371-4a1e-8a43-bba9e40cc001" providerId="ADAL" clId="{DF4BF9A0-58FA-4648-B963-A9FC9575A433}" dt="2025-01-31T11:45:04.298" v="32" actId="13926"/>
        <pc:sldMkLst>
          <pc:docMk/>
          <pc:sldMk cId="2353657500" sldId="316"/>
        </pc:sldMkLst>
        <pc:spChg chg="mod">
          <ac:chgData name="Bryn Farnsworth von Cederwald" userId="827f453e-d371-4a1e-8a43-bba9e40cc001" providerId="ADAL" clId="{DF4BF9A0-58FA-4648-B963-A9FC9575A433}" dt="2025-01-31T11:45:04.298" v="32" actId="13926"/>
          <ac:spMkLst>
            <pc:docMk/>
            <pc:sldMk cId="2353657500" sldId="316"/>
            <ac:spMk id="7" creationId="{00000000-0000-0000-0000-000000000000}"/>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2.xml"/><Relationship Id="rId1" Type="http://schemas.microsoft.com/office/2011/relationships/chartStyle" Target="style2.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3.xml"/><Relationship Id="rId1" Type="http://schemas.microsoft.com/office/2011/relationships/chartStyle" Target="style3.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percentStacked"/>
        <c:varyColors val="0"/>
        <c:ser>
          <c:idx val="0"/>
          <c:order val="0"/>
          <c:tx>
            <c:strRef>
              <c:f>Sheet1!$B$1</c:f>
              <c:strCache>
                <c:ptCount val="1"/>
                <c:pt idx="0">
                  <c:v>Hospitalization</c:v>
                </c:pt>
              </c:strCache>
            </c:strRef>
          </c:tx>
          <c:spPr>
            <a:solidFill>
              <a:schemeClr val="tx1"/>
            </a:solidFill>
            <a:ln w="3175">
              <a:solidFill>
                <a:schemeClr val="tx2"/>
              </a:solidFill>
            </a:ln>
            <a:effectLst/>
          </c:spPr>
          <c:invertIfNegative val="0"/>
          <c:cat>
            <c:strRef>
              <c:f>Sheet1!$A$2:$A$10</c:f>
              <c:strCache>
                <c:ptCount val="9"/>
                <c:pt idx="0">
                  <c:v>Early</c:v>
                </c:pt>
                <c:pt idx="1">
                  <c:v>Mid</c:v>
                </c:pt>
                <c:pt idx="2">
                  <c:v>Late</c:v>
                </c:pt>
                <c:pt idx="3">
                  <c:v>Early</c:v>
                </c:pt>
                <c:pt idx="4">
                  <c:v>Mid</c:v>
                </c:pt>
                <c:pt idx="5">
                  <c:v>Late</c:v>
                </c:pt>
                <c:pt idx="6">
                  <c:v>Early</c:v>
                </c:pt>
                <c:pt idx="7">
                  <c:v>Mid</c:v>
                </c:pt>
                <c:pt idx="8">
                  <c:v>Late</c:v>
                </c:pt>
              </c:strCache>
            </c:strRef>
          </c:cat>
          <c:val>
            <c:numRef>
              <c:f>Sheet1!$B$2:$B$10</c:f>
              <c:numCache>
                <c:formatCode>General</c:formatCode>
                <c:ptCount val="9"/>
                <c:pt idx="0">
                  <c:v>1</c:v>
                </c:pt>
                <c:pt idx="1">
                  <c:v>2</c:v>
                </c:pt>
                <c:pt idx="2">
                  <c:v>5</c:v>
                </c:pt>
                <c:pt idx="3">
                  <c:v>6</c:v>
                </c:pt>
                <c:pt idx="4">
                  <c:v>9</c:v>
                </c:pt>
                <c:pt idx="5">
                  <c:v>10</c:v>
                </c:pt>
                <c:pt idx="6">
                  <c:v>30</c:v>
                </c:pt>
                <c:pt idx="7">
                  <c:v>14</c:v>
                </c:pt>
                <c:pt idx="8">
                  <c:v>15</c:v>
                </c:pt>
              </c:numCache>
            </c:numRef>
          </c:val>
          <c:extLst>
            <c:ext xmlns:c16="http://schemas.microsoft.com/office/drawing/2014/chart" uri="{C3380CC4-5D6E-409C-BE32-E72D297353CC}">
              <c16:uniqueId val="{00000000-E514-4534-A0F4-529CF615E6FD}"/>
            </c:ext>
          </c:extLst>
        </c:ser>
        <c:ser>
          <c:idx val="1"/>
          <c:order val="1"/>
          <c:tx>
            <c:strRef>
              <c:f>Sheet1!$C$1</c:f>
              <c:strCache>
                <c:ptCount val="1"/>
                <c:pt idx="0">
                  <c:v>ER visits</c:v>
                </c:pt>
              </c:strCache>
            </c:strRef>
          </c:tx>
          <c:spPr>
            <a:solidFill>
              <a:schemeClr val="accent2">
                <a:lumMod val="75000"/>
              </a:schemeClr>
            </a:solidFill>
            <a:ln w="3175">
              <a:solidFill>
                <a:schemeClr val="tx2"/>
              </a:solidFill>
            </a:ln>
            <a:effectLst/>
          </c:spPr>
          <c:invertIfNegative val="0"/>
          <c:cat>
            <c:strRef>
              <c:f>Sheet1!$A$2:$A$10</c:f>
              <c:strCache>
                <c:ptCount val="9"/>
                <c:pt idx="0">
                  <c:v>Early</c:v>
                </c:pt>
                <c:pt idx="1">
                  <c:v>Mid</c:v>
                </c:pt>
                <c:pt idx="2">
                  <c:v>Late</c:v>
                </c:pt>
                <c:pt idx="3">
                  <c:v>Early</c:v>
                </c:pt>
                <c:pt idx="4">
                  <c:v>Mid</c:v>
                </c:pt>
                <c:pt idx="5">
                  <c:v>Late</c:v>
                </c:pt>
                <c:pt idx="6">
                  <c:v>Early</c:v>
                </c:pt>
                <c:pt idx="7">
                  <c:v>Mid</c:v>
                </c:pt>
                <c:pt idx="8">
                  <c:v>Late</c:v>
                </c:pt>
              </c:strCache>
            </c:strRef>
          </c:cat>
          <c:val>
            <c:numRef>
              <c:f>Sheet1!$C$2:$C$10</c:f>
              <c:numCache>
                <c:formatCode>General</c:formatCode>
                <c:ptCount val="9"/>
                <c:pt idx="0">
                  <c:v>16</c:v>
                </c:pt>
                <c:pt idx="1">
                  <c:v>20</c:v>
                </c:pt>
                <c:pt idx="2">
                  <c:v>23</c:v>
                </c:pt>
                <c:pt idx="3">
                  <c:v>0</c:v>
                </c:pt>
                <c:pt idx="4">
                  <c:v>1</c:v>
                </c:pt>
                <c:pt idx="5">
                  <c:v>0</c:v>
                </c:pt>
                <c:pt idx="6">
                  <c:v>0</c:v>
                </c:pt>
                <c:pt idx="7">
                  <c:v>0</c:v>
                </c:pt>
                <c:pt idx="8">
                  <c:v>0</c:v>
                </c:pt>
              </c:numCache>
            </c:numRef>
          </c:val>
          <c:extLst>
            <c:ext xmlns:c16="http://schemas.microsoft.com/office/drawing/2014/chart" uri="{C3380CC4-5D6E-409C-BE32-E72D297353CC}">
              <c16:uniqueId val="{00000001-E514-4534-A0F4-529CF615E6FD}"/>
            </c:ext>
          </c:extLst>
        </c:ser>
        <c:ser>
          <c:idx val="2"/>
          <c:order val="2"/>
          <c:tx>
            <c:strRef>
              <c:f>Sheet1!$D$1</c:f>
              <c:strCache>
                <c:ptCount val="1"/>
                <c:pt idx="0">
                  <c:v>Consultations</c:v>
                </c:pt>
              </c:strCache>
            </c:strRef>
          </c:tx>
          <c:spPr>
            <a:solidFill>
              <a:schemeClr val="accent3"/>
            </a:solidFill>
            <a:ln w="3175">
              <a:solidFill>
                <a:schemeClr val="tx2"/>
              </a:solidFill>
            </a:ln>
            <a:effectLst/>
          </c:spPr>
          <c:invertIfNegative val="0"/>
          <c:cat>
            <c:strRef>
              <c:f>Sheet1!$A$2:$A$10</c:f>
              <c:strCache>
                <c:ptCount val="9"/>
                <c:pt idx="0">
                  <c:v>Early</c:v>
                </c:pt>
                <c:pt idx="1">
                  <c:v>Mid</c:v>
                </c:pt>
                <c:pt idx="2">
                  <c:v>Late</c:v>
                </c:pt>
                <c:pt idx="3">
                  <c:v>Early</c:v>
                </c:pt>
                <c:pt idx="4">
                  <c:v>Mid</c:v>
                </c:pt>
                <c:pt idx="5">
                  <c:v>Late</c:v>
                </c:pt>
                <c:pt idx="6">
                  <c:v>Early</c:v>
                </c:pt>
                <c:pt idx="7">
                  <c:v>Mid</c:v>
                </c:pt>
                <c:pt idx="8">
                  <c:v>Late</c:v>
                </c:pt>
              </c:strCache>
            </c:strRef>
          </c:cat>
          <c:val>
            <c:numRef>
              <c:f>Sheet1!$D$2:$D$10</c:f>
              <c:numCache>
                <c:formatCode>General</c:formatCode>
                <c:ptCount val="9"/>
                <c:pt idx="0">
                  <c:v>5</c:v>
                </c:pt>
                <c:pt idx="1">
                  <c:v>4</c:v>
                </c:pt>
                <c:pt idx="2">
                  <c:v>2</c:v>
                </c:pt>
                <c:pt idx="3">
                  <c:v>13</c:v>
                </c:pt>
                <c:pt idx="4">
                  <c:v>5</c:v>
                </c:pt>
                <c:pt idx="5">
                  <c:v>2</c:v>
                </c:pt>
                <c:pt idx="6">
                  <c:v>7</c:v>
                </c:pt>
                <c:pt idx="7">
                  <c:v>5</c:v>
                </c:pt>
                <c:pt idx="8">
                  <c:v>5</c:v>
                </c:pt>
              </c:numCache>
            </c:numRef>
          </c:val>
          <c:extLst>
            <c:ext xmlns:c16="http://schemas.microsoft.com/office/drawing/2014/chart" uri="{C3380CC4-5D6E-409C-BE32-E72D297353CC}">
              <c16:uniqueId val="{00000002-E514-4534-A0F4-529CF615E6FD}"/>
            </c:ext>
          </c:extLst>
        </c:ser>
        <c:ser>
          <c:idx val="3"/>
          <c:order val="3"/>
          <c:tx>
            <c:strRef>
              <c:f>Sheet1!$E$1</c:f>
              <c:strCache>
                <c:ptCount val="1"/>
                <c:pt idx="0">
                  <c:v>Scans</c:v>
                </c:pt>
              </c:strCache>
            </c:strRef>
          </c:tx>
          <c:spPr>
            <a:solidFill>
              <a:schemeClr val="accent4"/>
            </a:solidFill>
            <a:ln w="3175">
              <a:solidFill>
                <a:schemeClr val="tx2"/>
              </a:solidFill>
            </a:ln>
            <a:effectLst/>
          </c:spPr>
          <c:invertIfNegative val="0"/>
          <c:cat>
            <c:strRef>
              <c:f>Sheet1!$A$2:$A$10</c:f>
              <c:strCache>
                <c:ptCount val="9"/>
                <c:pt idx="0">
                  <c:v>Early</c:v>
                </c:pt>
                <c:pt idx="1">
                  <c:v>Mid</c:v>
                </c:pt>
                <c:pt idx="2">
                  <c:v>Late</c:v>
                </c:pt>
                <c:pt idx="3">
                  <c:v>Early</c:v>
                </c:pt>
                <c:pt idx="4">
                  <c:v>Mid</c:v>
                </c:pt>
                <c:pt idx="5">
                  <c:v>Late</c:v>
                </c:pt>
                <c:pt idx="6">
                  <c:v>Early</c:v>
                </c:pt>
                <c:pt idx="7">
                  <c:v>Mid</c:v>
                </c:pt>
                <c:pt idx="8">
                  <c:v>Late</c:v>
                </c:pt>
              </c:strCache>
            </c:strRef>
          </c:cat>
          <c:val>
            <c:numRef>
              <c:f>Sheet1!$E$2:$E$10</c:f>
              <c:numCache>
                <c:formatCode>General</c:formatCode>
                <c:ptCount val="9"/>
                <c:pt idx="0">
                  <c:v>5</c:v>
                </c:pt>
                <c:pt idx="1">
                  <c:v>2</c:v>
                </c:pt>
                <c:pt idx="2">
                  <c:v>1</c:v>
                </c:pt>
                <c:pt idx="3">
                  <c:v>13</c:v>
                </c:pt>
                <c:pt idx="4">
                  <c:v>2</c:v>
                </c:pt>
                <c:pt idx="5">
                  <c:v>1</c:v>
                </c:pt>
                <c:pt idx="6">
                  <c:v>5</c:v>
                </c:pt>
                <c:pt idx="7">
                  <c:v>2</c:v>
                </c:pt>
                <c:pt idx="8">
                  <c:v>2</c:v>
                </c:pt>
              </c:numCache>
            </c:numRef>
          </c:val>
          <c:extLst>
            <c:ext xmlns:c16="http://schemas.microsoft.com/office/drawing/2014/chart" uri="{C3380CC4-5D6E-409C-BE32-E72D297353CC}">
              <c16:uniqueId val="{00000003-E514-4534-A0F4-529CF615E6FD}"/>
            </c:ext>
          </c:extLst>
        </c:ser>
        <c:ser>
          <c:idx val="4"/>
          <c:order val="4"/>
          <c:tx>
            <c:strRef>
              <c:f>Sheet1!$F$1</c:f>
              <c:strCache>
                <c:ptCount val="1"/>
                <c:pt idx="0">
                  <c:v>Professional care</c:v>
                </c:pt>
              </c:strCache>
            </c:strRef>
          </c:tx>
          <c:spPr>
            <a:solidFill>
              <a:schemeClr val="accent5">
                <a:lumMod val="75000"/>
              </a:schemeClr>
            </a:solidFill>
            <a:ln w="3175">
              <a:solidFill>
                <a:schemeClr val="tx2"/>
              </a:solidFill>
            </a:ln>
            <a:effectLst/>
          </c:spPr>
          <c:invertIfNegative val="0"/>
          <c:cat>
            <c:strRef>
              <c:f>Sheet1!$A$2:$A$10</c:f>
              <c:strCache>
                <c:ptCount val="9"/>
                <c:pt idx="0">
                  <c:v>Early</c:v>
                </c:pt>
                <c:pt idx="1">
                  <c:v>Mid</c:v>
                </c:pt>
                <c:pt idx="2">
                  <c:v>Late</c:v>
                </c:pt>
                <c:pt idx="3">
                  <c:v>Early</c:v>
                </c:pt>
                <c:pt idx="4">
                  <c:v>Mid</c:v>
                </c:pt>
                <c:pt idx="5">
                  <c:v>Late</c:v>
                </c:pt>
                <c:pt idx="6">
                  <c:v>Early</c:v>
                </c:pt>
                <c:pt idx="7">
                  <c:v>Mid</c:v>
                </c:pt>
                <c:pt idx="8">
                  <c:v>Late</c:v>
                </c:pt>
              </c:strCache>
            </c:strRef>
          </c:cat>
          <c:val>
            <c:numRef>
              <c:f>Sheet1!$F$2:$F$10</c:f>
              <c:numCache>
                <c:formatCode>General</c:formatCode>
                <c:ptCount val="9"/>
                <c:pt idx="0">
                  <c:v>2</c:v>
                </c:pt>
                <c:pt idx="1">
                  <c:v>7</c:v>
                </c:pt>
                <c:pt idx="2">
                  <c:v>12</c:v>
                </c:pt>
                <c:pt idx="3">
                  <c:v>15</c:v>
                </c:pt>
                <c:pt idx="4">
                  <c:v>36</c:v>
                </c:pt>
                <c:pt idx="5">
                  <c:v>51</c:v>
                </c:pt>
                <c:pt idx="6">
                  <c:v>15</c:v>
                </c:pt>
                <c:pt idx="7">
                  <c:v>19</c:v>
                </c:pt>
                <c:pt idx="8">
                  <c:v>4</c:v>
                </c:pt>
              </c:numCache>
            </c:numRef>
          </c:val>
          <c:extLst>
            <c:ext xmlns:c16="http://schemas.microsoft.com/office/drawing/2014/chart" uri="{C3380CC4-5D6E-409C-BE32-E72D297353CC}">
              <c16:uniqueId val="{00000004-E514-4534-A0F4-529CF615E6FD}"/>
            </c:ext>
          </c:extLst>
        </c:ser>
        <c:ser>
          <c:idx val="5"/>
          <c:order val="5"/>
          <c:tx>
            <c:strRef>
              <c:f>Sheet1!$G$1</c:f>
              <c:strCache>
                <c:ptCount val="1"/>
                <c:pt idx="0">
                  <c:v>Respite care</c:v>
                </c:pt>
              </c:strCache>
            </c:strRef>
          </c:tx>
          <c:spPr>
            <a:solidFill>
              <a:schemeClr val="bg1"/>
            </a:solidFill>
            <a:ln w="3175">
              <a:solidFill>
                <a:schemeClr val="tx1"/>
              </a:solidFill>
            </a:ln>
            <a:effectLst/>
          </c:spPr>
          <c:invertIfNegative val="0"/>
          <c:cat>
            <c:strRef>
              <c:f>Sheet1!$A$2:$A$10</c:f>
              <c:strCache>
                <c:ptCount val="9"/>
                <c:pt idx="0">
                  <c:v>Early</c:v>
                </c:pt>
                <c:pt idx="1">
                  <c:v>Mid</c:v>
                </c:pt>
                <c:pt idx="2">
                  <c:v>Late</c:v>
                </c:pt>
                <c:pt idx="3">
                  <c:v>Early</c:v>
                </c:pt>
                <c:pt idx="4">
                  <c:v>Mid</c:v>
                </c:pt>
                <c:pt idx="5">
                  <c:v>Late</c:v>
                </c:pt>
                <c:pt idx="6">
                  <c:v>Early</c:v>
                </c:pt>
                <c:pt idx="7">
                  <c:v>Mid</c:v>
                </c:pt>
                <c:pt idx="8">
                  <c:v>Late</c:v>
                </c:pt>
              </c:strCache>
            </c:strRef>
          </c:cat>
          <c:val>
            <c:numRef>
              <c:f>Sheet1!$G$2:$G$10</c:f>
              <c:numCache>
                <c:formatCode>General</c:formatCode>
                <c:ptCount val="9"/>
                <c:pt idx="0">
                  <c:v>1</c:v>
                </c:pt>
                <c:pt idx="1">
                  <c:v>3</c:v>
                </c:pt>
                <c:pt idx="2">
                  <c:v>4</c:v>
                </c:pt>
                <c:pt idx="3">
                  <c:v>12</c:v>
                </c:pt>
                <c:pt idx="4">
                  <c:v>18</c:v>
                </c:pt>
                <c:pt idx="5">
                  <c:v>14</c:v>
                </c:pt>
                <c:pt idx="6">
                  <c:v>1</c:v>
                </c:pt>
                <c:pt idx="7">
                  <c:v>1</c:v>
                </c:pt>
                <c:pt idx="8">
                  <c:v>0</c:v>
                </c:pt>
              </c:numCache>
            </c:numRef>
          </c:val>
          <c:extLst>
            <c:ext xmlns:c16="http://schemas.microsoft.com/office/drawing/2014/chart" uri="{C3380CC4-5D6E-409C-BE32-E72D297353CC}">
              <c16:uniqueId val="{00000005-E514-4534-A0F4-529CF615E6FD}"/>
            </c:ext>
          </c:extLst>
        </c:ser>
        <c:ser>
          <c:idx val="6"/>
          <c:order val="6"/>
          <c:tx>
            <c:strRef>
              <c:f>Sheet1!$H$1</c:f>
              <c:strCache>
                <c:ptCount val="1"/>
                <c:pt idx="0">
                  <c:v>Total indirect costs</c:v>
                </c:pt>
              </c:strCache>
            </c:strRef>
          </c:tx>
          <c:spPr>
            <a:solidFill>
              <a:schemeClr val="accent5">
                <a:lumMod val="40000"/>
                <a:lumOff val="60000"/>
              </a:schemeClr>
            </a:solidFill>
            <a:ln w="3175">
              <a:solidFill>
                <a:schemeClr val="tx2"/>
              </a:solidFill>
            </a:ln>
            <a:effectLst/>
          </c:spPr>
          <c:invertIfNegative val="0"/>
          <c:cat>
            <c:strRef>
              <c:f>Sheet1!$A$2:$A$10</c:f>
              <c:strCache>
                <c:ptCount val="9"/>
                <c:pt idx="0">
                  <c:v>Early</c:v>
                </c:pt>
                <c:pt idx="1">
                  <c:v>Mid</c:v>
                </c:pt>
                <c:pt idx="2">
                  <c:v>Late</c:v>
                </c:pt>
                <c:pt idx="3">
                  <c:v>Early</c:v>
                </c:pt>
                <c:pt idx="4">
                  <c:v>Mid</c:v>
                </c:pt>
                <c:pt idx="5">
                  <c:v>Late</c:v>
                </c:pt>
                <c:pt idx="6">
                  <c:v>Early</c:v>
                </c:pt>
                <c:pt idx="7">
                  <c:v>Mid</c:v>
                </c:pt>
                <c:pt idx="8">
                  <c:v>Late</c:v>
                </c:pt>
              </c:strCache>
            </c:strRef>
          </c:cat>
          <c:val>
            <c:numRef>
              <c:f>Sheet1!$H$2:$H$10</c:f>
              <c:numCache>
                <c:formatCode>General</c:formatCode>
                <c:ptCount val="9"/>
                <c:pt idx="0">
                  <c:v>2</c:v>
                </c:pt>
                <c:pt idx="1">
                  <c:v>4</c:v>
                </c:pt>
                <c:pt idx="2">
                  <c:v>5</c:v>
                </c:pt>
                <c:pt idx="3">
                  <c:v>9</c:v>
                </c:pt>
                <c:pt idx="4">
                  <c:v>12</c:v>
                </c:pt>
                <c:pt idx="5">
                  <c:v>13</c:v>
                </c:pt>
                <c:pt idx="6">
                  <c:v>20</c:v>
                </c:pt>
                <c:pt idx="7">
                  <c:v>12</c:v>
                </c:pt>
                <c:pt idx="8">
                  <c:v>12</c:v>
                </c:pt>
              </c:numCache>
            </c:numRef>
          </c:val>
          <c:extLst>
            <c:ext xmlns:c16="http://schemas.microsoft.com/office/drawing/2014/chart" uri="{C3380CC4-5D6E-409C-BE32-E72D297353CC}">
              <c16:uniqueId val="{00000006-E514-4534-A0F4-529CF615E6FD}"/>
            </c:ext>
          </c:extLst>
        </c:ser>
        <c:ser>
          <c:idx val="7"/>
          <c:order val="7"/>
          <c:tx>
            <c:strRef>
              <c:f>Sheet1!$I$1</c:f>
              <c:strCache>
                <c:ptCount val="1"/>
                <c:pt idx="0">
                  <c:v>Prescriptions</c:v>
                </c:pt>
              </c:strCache>
            </c:strRef>
          </c:tx>
          <c:spPr>
            <a:solidFill>
              <a:schemeClr val="accent3">
                <a:lumMod val="75000"/>
              </a:schemeClr>
            </a:solidFill>
            <a:ln w="3175">
              <a:solidFill>
                <a:schemeClr val="tx2"/>
              </a:solidFill>
            </a:ln>
            <a:effectLst/>
          </c:spPr>
          <c:invertIfNegative val="0"/>
          <c:cat>
            <c:strRef>
              <c:f>Sheet1!$A$2:$A$10</c:f>
              <c:strCache>
                <c:ptCount val="9"/>
                <c:pt idx="0">
                  <c:v>Early</c:v>
                </c:pt>
                <c:pt idx="1">
                  <c:v>Mid</c:v>
                </c:pt>
                <c:pt idx="2">
                  <c:v>Late</c:v>
                </c:pt>
                <c:pt idx="3">
                  <c:v>Early</c:v>
                </c:pt>
                <c:pt idx="4">
                  <c:v>Mid</c:v>
                </c:pt>
                <c:pt idx="5">
                  <c:v>Late</c:v>
                </c:pt>
                <c:pt idx="6">
                  <c:v>Early</c:v>
                </c:pt>
                <c:pt idx="7">
                  <c:v>Mid</c:v>
                </c:pt>
                <c:pt idx="8">
                  <c:v>Late</c:v>
                </c:pt>
              </c:strCache>
            </c:strRef>
          </c:cat>
          <c:val>
            <c:numRef>
              <c:f>Sheet1!$I$2:$I$10</c:f>
              <c:numCache>
                <c:formatCode>General</c:formatCode>
                <c:ptCount val="9"/>
                <c:pt idx="0">
                  <c:v>68</c:v>
                </c:pt>
                <c:pt idx="1">
                  <c:v>58</c:v>
                </c:pt>
                <c:pt idx="2">
                  <c:v>48</c:v>
                </c:pt>
                <c:pt idx="3">
                  <c:v>32</c:v>
                </c:pt>
                <c:pt idx="4">
                  <c:v>17</c:v>
                </c:pt>
                <c:pt idx="5">
                  <c:v>9</c:v>
                </c:pt>
                <c:pt idx="6">
                  <c:v>22</c:v>
                </c:pt>
                <c:pt idx="7">
                  <c:v>47</c:v>
                </c:pt>
                <c:pt idx="8">
                  <c:v>62</c:v>
                </c:pt>
              </c:numCache>
            </c:numRef>
          </c:val>
          <c:extLst>
            <c:ext xmlns:c16="http://schemas.microsoft.com/office/drawing/2014/chart" uri="{C3380CC4-5D6E-409C-BE32-E72D297353CC}">
              <c16:uniqueId val="{00000007-E514-4534-A0F4-529CF615E6FD}"/>
            </c:ext>
          </c:extLst>
        </c:ser>
        <c:dLbls>
          <c:showLegendKey val="0"/>
          <c:showVal val="0"/>
          <c:showCatName val="0"/>
          <c:showSerName val="0"/>
          <c:showPercent val="0"/>
          <c:showBubbleSize val="0"/>
        </c:dLbls>
        <c:gapWidth val="150"/>
        <c:overlap val="100"/>
        <c:axId val="1522913615"/>
        <c:axId val="1522916015"/>
      </c:barChart>
      <c:catAx>
        <c:axId val="1522913615"/>
        <c:scaling>
          <c:orientation val="minMax"/>
        </c:scaling>
        <c:delete val="0"/>
        <c:axPos val="b"/>
        <c:numFmt formatCode="General" sourceLinked="1"/>
        <c:majorTickMark val="out"/>
        <c:minorTickMark val="none"/>
        <c:tickLblPos val="nextTo"/>
        <c:spPr>
          <a:noFill/>
          <a:ln w="19050" cap="flat" cmpd="sng" algn="ctr">
            <a:solidFill>
              <a:schemeClr val="tx2"/>
            </a:solidFill>
            <a:round/>
          </a:ln>
          <a:effectLst/>
        </c:spPr>
        <c:txPr>
          <a:bodyPr rot="-60000000" spcFirstLastPara="1" vertOverflow="ellipsis" vert="horz" wrap="square" anchor="ctr" anchorCtr="1"/>
          <a:lstStyle/>
          <a:p>
            <a:pPr>
              <a:defRPr sz="1100" b="0" i="0" u="none" strike="noStrike" kern="1200" baseline="0">
                <a:solidFill>
                  <a:schemeClr val="tx2"/>
                </a:solidFill>
                <a:latin typeface="+mn-lt"/>
                <a:ea typeface="+mn-ea"/>
                <a:cs typeface="+mn-cs"/>
              </a:defRPr>
            </a:pPr>
            <a:endParaRPr lang="en-US"/>
          </a:p>
        </c:txPr>
        <c:crossAx val="1522916015"/>
        <c:crosses val="autoZero"/>
        <c:auto val="1"/>
        <c:lblAlgn val="ctr"/>
        <c:lblOffset val="100"/>
        <c:noMultiLvlLbl val="0"/>
      </c:catAx>
      <c:valAx>
        <c:axId val="1522916015"/>
        <c:scaling>
          <c:orientation val="minMax"/>
        </c:scaling>
        <c:delete val="0"/>
        <c:axPos val="l"/>
        <c:majorGridlines>
          <c:spPr>
            <a:ln w="9525" cap="flat" cmpd="sng" algn="ctr">
              <a:solidFill>
                <a:schemeClr val="bg1">
                  <a:lumMod val="85000"/>
                </a:schemeClr>
              </a:solidFill>
              <a:round/>
            </a:ln>
            <a:effectLst/>
          </c:spPr>
        </c:majorGridlines>
        <c:numFmt formatCode="0%" sourceLinked="1"/>
        <c:majorTickMark val="out"/>
        <c:minorTickMark val="none"/>
        <c:tickLblPos val="nextTo"/>
        <c:spPr>
          <a:noFill/>
          <a:ln w="19050">
            <a:solidFill>
              <a:schemeClr val="tx2"/>
            </a:solidFill>
          </a:ln>
          <a:effectLst/>
        </c:spPr>
        <c:txPr>
          <a:bodyPr rot="-60000000" spcFirstLastPara="1" vertOverflow="ellipsis" vert="horz" wrap="square" anchor="ctr" anchorCtr="1"/>
          <a:lstStyle/>
          <a:p>
            <a:pPr>
              <a:defRPr sz="1100" b="0" i="0" u="none" strike="noStrike" kern="1200" baseline="0">
                <a:solidFill>
                  <a:schemeClr val="tx2"/>
                </a:solidFill>
                <a:latin typeface="+mn-lt"/>
                <a:ea typeface="+mn-ea"/>
                <a:cs typeface="+mn-cs"/>
              </a:defRPr>
            </a:pPr>
            <a:endParaRPr lang="en-US"/>
          </a:p>
        </c:txPr>
        <c:crossAx val="1522913615"/>
        <c:crosses val="autoZero"/>
        <c:crossBetween val="between"/>
      </c:valAx>
      <c:spPr>
        <a:noFill/>
        <a:ln>
          <a:noFill/>
        </a:ln>
        <a:effectLst/>
      </c:spPr>
    </c:plotArea>
    <c:legend>
      <c:legendPos val="b"/>
      <c:layout>
        <c:manualLayout>
          <c:xMode val="edge"/>
          <c:yMode val="edge"/>
          <c:x val="4.6644405837189318E-2"/>
          <c:y val="0.84605605641848824"/>
          <c:w val="0.9405931454573393"/>
          <c:h val="0.11562491199697472"/>
        </c:manualLayout>
      </c:layout>
      <c:overlay val="0"/>
      <c:spPr>
        <a:noFill/>
        <a:ln>
          <a:noFill/>
        </a:ln>
        <a:effectLst/>
      </c:spPr>
      <c:txPr>
        <a:bodyPr rot="0" spcFirstLastPara="1" vertOverflow="ellipsis" vert="horz" wrap="square" anchor="ctr" anchorCtr="1"/>
        <a:lstStyle/>
        <a:p>
          <a:pPr>
            <a:defRPr sz="1100" b="0" i="0" u="none" strike="noStrike" kern="1200" baseline="0">
              <a:solidFill>
                <a:schemeClr val="tx2"/>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100">
          <a:solidFill>
            <a:schemeClr val="tx2"/>
          </a:solidFill>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3692368524644791"/>
          <c:y val="5.1631158387725603E-3"/>
          <c:w val="0.71034648844657178"/>
          <c:h val="0.9845106524836823"/>
        </c:manualLayout>
      </c:layout>
      <c:pieChart>
        <c:varyColors val="1"/>
        <c:ser>
          <c:idx val="0"/>
          <c:order val="0"/>
          <c:tx>
            <c:strRef>
              <c:f>Sheet1!$A$2</c:f>
              <c:strCache>
                <c:ptCount val="1"/>
                <c:pt idx="0">
                  <c:v>Data</c:v>
                </c:pt>
              </c:strCache>
            </c:strRef>
          </c:tx>
          <c:spPr>
            <a:solidFill>
              <a:schemeClr val="accent1"/>
            </a:solidFill>
            <a:ln w="9525">
              <a:solidFill>
                <a:schemeClr val="tx2"/>
              </a:solidFill>
              <a:prstDash val="solid"/>
            </a:ln>
            <a:scene3d>
              <a:camera prst="orthographicFront"/>
              <a:lightRig rig="threePt" dir="t"/>
            </a:scene3d>
            <a:sp3d/>
          </c:spPr>
          <c:dPt>
            <c:idx val="0"/>
            <c:bubble3D val="0"/>
            <c:spPr>
              <a:solidFill>
                <a:schemeClr val="bg1"/>
              </a:solidFill>
              <a:ln w="9525">
                <a:noFill/>
                <a:prstDash val="solid"/>
              </a:ln>
              <a:scene3d>
                <a:camera prst="orthographicFront"/>
                <a:lightRig rig="threePt" dir="t"/>
              </a:scene3d>
              <a:sp3d/>
            </c:spPr>
            <c:extLst>
              <c:ext xmlns:c16="http://schemas.microsoft.com/office/drawing/2014/chart" uri="{C3380CC4-5D6E-409C-BE32-E72D297353CC}">
                <c16:uniqueId val="{00000001-360D-4B65-8987-37A16745F5AF}"/>
              </c:ext>
            </c:extLst>
          </c:dPt>
          <c:dPt>
            <c:idx val="1"/>
            <c:bubble3D val="0"/>
            <c:spPr>
              <a:solidFill>
                <a:schemeClr val="accent5">
                  <a:lumMod val="60000"/>
                  <a:lumOff val="40000"/>
                </a:schemeClr>
              </a:solidFill>
              <a:ln w="9525">
                <a:solidFill>
                  <a:schemeClr val="tx2"/>
                </a:solidFill>
                <a:prstDash val="solid"/>
              </a:ln>
              <a:scene3d>
                <a:camera prst="orthographicFront"/>
                <a:lightRig rig="threePt" dir="t"/>
              </a:scene3d>
              <a:sp3d/>
            </c:spPr>
            <c:extLst>
              <c:ext xmlns:c16="http://schemas.microsoft.com/office/drawing/2014/chart" uri="{C3380CC4-5D6E-409C-BE32-E72D297353CC}">
                <c16:uniqueId val="{00000003-360D-4B65-8987-37A16745F5AF}"/>
              </c:ext>
            </c:extLst>
          </c:dPt>
          <c:dPt>
            <c:idx val="2"/>
            <c:bubble3D val="0"/>
            <c:spPr>
              <a:solidFill>
                <a:schemeClr val="accent5">
                  <a:lumMod val="20000"/>
                  <a:lumOff val="80000"/>
                </a:schemeClr>
              </a:solidFill>
              <a:ln w="9525">
                <a:solidFill>
                  <a:schemeClr val="tx2"/>
                </a:solidFill>
                <a:prstDash val="solid"/>
              </a:ln>
              <a:scene3d>
                <a:camera prst="orthographicFront"/>
                <a:lightRig rig="threePt" dir="t"/>
              </a:scene3d>
              <a:sp3d/>
            </c:spPr>
            <c:extLst>
              <c:ext xmlns:c16="http://schemas.microsoft.com/office/drawing/2014/chart" uri="{C3380CC4-5D6E-409C-BE32-E72D297353CC}">
                <c16:uniqueId val="{00000004-360D-4B65-8987-37A16745F5AF}"/>
              </c:ext>
            </c:extLst>
          </c:dPt>
          <c:dPt>
            <c:idx val="3"/>
            <c:bubble3D val="0"/>
            <c:spPr>
              <a:solidFill>
                <a:schemeClr val="accent5">
                  <a:lumMod val="60000"/>
                  <a:lumOff val="40000"/>
                </a:schemeClr>
              </a:solidFill>
              <a:ln w="9525">
                <a:solidFill>
                  <a:schemeClr val="tx2"/>
                </a:solidFill>
                <a:prstDash val="solid"/>
              </a:ln>
              <a:scene3d>
                <a:camera prst="orthographicFront"/>
                <a:lightRig rig="threePt" dir="t"/>
              </a:scene3d>
              <a:sp3d/>
            </c:spPr>
            <c:extLst>
              <c:ext xmlns:c16="http://schemas.microsoft.com/office/drawing/2014/chart" uri="{C3380CC4-5D6E-409C-BE32-E72D297353CC}">
                <c16:uniqueId val="{00000006-360D-4B65-8987-37A16745F5AF}"/>
              </c:ext>
            </c:extLst>
          </c:dPt>
          <c:dPt>
            <c:idx val="4"/>
            <c:bubble3D val="0"/>
            <c:spPr>
              <a:solidFill>
                <a:schemeClr val="accent5">
                  <a:lumMod val="20000"/>
                  <a:lumOff val="80000"/>
                </a:schemeClr>
              </a:solidFill>
              <a:ln w="9525">
                <a:solidFill>
                  <a:schemeClr val="tx2"/>
                </a:solidFill>
                <a:prstDash val="solid"/>
              </a:ln>
              <a:scene3d>
                <a:camera prst="orthographicFront"/>
                <a:lightRig rig="threePt" dir="t"/>
              </a:scene3d>
              <a:sp3d/>
            </c:spPr>
            <c:extLst>
              <c:ext xmlns:c16="http://schemas.microsoft.com/office/drawing/2014/chart" uri="{C3380CC4-5D6E-409C-BE32-E72D297353CC}">
                <c16:uniqueId val="{00000008-360D-4B65-8987-37A16745F5AF}"/>
              </c:ext>
            </c:extLst>
          </c:dPt>
          <c:dPt>
            <c:idx val="5"/>
            <c:bubble3D val="0"/>
            <c:spPr>
              <a:solidFill>
                <a:schemeClr val="accent5">
                  <a:lumMod val="60000"/>
                  <a:lumOff val="40000"/>
                </a:schemeClr>
              </a:solidFill>
              <a:ln w="9525">
                <a:solidFill>
                  <a:schemeClr val="tx2"/>
                </a:solidFill>
                <a:prstDash val="solid"/>
              </a:ln>
              <a:scene3d>
                <a:camera prst="orthographicFront"/>
                <a:lightRig rig="threePt" dir="t"/>
              </a:scene3d>
              <a:sp3d/>
            </c:spPr>
            <c:extLst>
              <c:ext xmlns:c16="http://schemas.microsoft.com/office/drawing/2014/chart" uri="{C3380CC4-5D6E-409C-BE32-E72D297353CC}">
                <c16:uniqueId val="{00000027-360D-4B65-8987-37A16745F5AF}"/>
              </c:ext>
            </c:extLst>
          </c:dPt>
          <c:dPt>
            <c:idx val="6"/>
            <c:bubble3D val="0"/>
            <c:spPr>
              <a:solidFill>
                <a:schemeClr val="accent5">
                  <a:lumMod val="20000"/>
                  <a:lumOff val="80000"/>
                </a:schemeClr>
              </a:solidFill>
              <a:ln w="9525">
                <a:solidFill>
                  <a:schemeClr val="tx2"/>
                </a:solidFill>
                <a:prstDash val="solid"/>
              </a:ln>
              <a:scene3d>
                <a:camera prst="orthographicFront"/>
                <a:lightRig rig="threePt" dir="t"/>
              </a:scene3d>
              <a:sp3d/>
            </c:spPr>
            <c:extLst>
              <c:ext xmlns:c16="http://schemas.microsoft.com/office/drawing/2014/chart" uri="{C3380CC4-5D6E-409C-BE32-E72D297353CC}">
                <c16:uniqueId val="{00000026-360D-4B65-8987-37A16745F5AF}"/>
              </c:ext>
            </c:extLst>
          </c:dPt>
          <c:dPt>
            <c:idx val="7"/>
            <c:bubble3D val="0"/>
            <c:spPr>
              <a:solidFill>
                <a:schemeClr val="accent5">
                  <a:lumMod val="60000"/>
                  <a:lumOff val="40000"/>
                </a:schemeClr>
              </a:solidFill>
              <a:ln w="9525">
                <a:solidFill>
                  <a:schemeClr val="tx2"/>
                </a:solidFill>
                <a:prstDash val="solid"/>
              </a:ln>
              <a:scene3d>
                <a:camera prst="orthographicFront"/>
                <a:lightRig rig="threePt" dir="t"/>
              </a:scene3d>
              <a:sp3d/>
            </c:spPr>
            <c:extLst>
              <c:ext xmlns:c16="http://schemas.microsoft.com/office/drawing/2014/chart" uri="{C3380CC4-5D6E-409C-BE32-E72D297353CC}">
                <c16:uniqueId val="{00000025-360D-4B65-8987-37A16745F5AF}"/>
              </c:ext>
            </c:extLst>
          </c:dPt>
          <c:cat>
            <c:strRef>
              <c:f>Sheet1!$B$1:$I$1</c:f>
              <c:strCache>
                <c:ptCount val="8"/>
                <c:pt idx="0">
                  <c:v>Direct medical</c:v>
                </c:pt>
                <c:pt idx="1">
                  <c:v>Premature death</c:v>
                </c:pt>
                <c:pt idx="2">
                  <c:v>Reduced employment</c:v>
                </c:pt>
                <c:pt idx="3">
                  <c:v>Absenteeism</c:v>
                </c:pt>
                <c:pt idx="4">
                  <c:v>Presenteeism</c:v>
                </c:pt>
                <c:pt idx="5">
                  <c:v>Loss of volueeneer work</c:v>
                </c:pt>
                <c:pt idx="6">
                  <c:v>Disability income</c:v>
                </c:pt>
                <c:pt idx="7">
                  <c:v>Non-medical costs</c:v>
                </c:pt>
              </c:strCache>
            </c:strRef>
          </c:cat>
          <c:val>
            <c:numRef>
              <c:f>Sheet1!$B$2:$I$2</c:f>
              <c:numCache>
                <c:formatCode>General</c:formatCode>
                <c:ptCount val="8"/>
                <c:pt idx="0">
                  <c:v>25.4</c:v>
                </c:pt>
                <c:pt idx="1">
                  <c:v>2.5</c:v>
                </c:pt>
                <c:pt idx="2">
                  <c:v>2.7</c:v>
                </c:pt>
                <c:pt idx="3">
                  <c:v>5.0999999999999996</c:v>
                </c:pt>
                <c:pt idx="4">
                  <c:v>2.9</c:v>
                </c:pt>
                <c:pt idx="5">
                  <c:v>1</c:v>
                </c:pt>
                <c:pt idx="6">
                  <c:v>4.8</c:v>
                </c:pt>
                <c:pt idx="7">
                  <c:v>7.5</c:v>
                </c:pt>
              </c:numCache>
            </c:numRef>
          </c:val>
          <c:extLst>
            <c:ext xmlns:c16="http://schemas.microsoft.com/office/drawing/2014/chart" uri="{C3380CC4-5D6E-409C-BE32-E72D297353CC}">
              <c16:uniqueId val="{00000009-360D-4B65-8987-37A16745F5AF}"/>
            </c:ext>
          </c:extLst>
        </c:ser>
        <c:dLbls>
          <c:showLegendKey val="0"/>
          <c:showVal val="0"/>
          <c:showCatName val="0"/>
          <c:showSerName val="0"/>
          <c:showPercent val="0"/>
          <c:showBubbleSize val="0"/>
          <c:showLeaderLines val="1"/>
        </c:dLbls>
        <c:firstSliceAng val="47"/>
      </c:pieChart>
      <c:spPr>
        <a:noFill/>
        <a:ln w="17280">
          <a:noFill/>
        </a:ln>
      </c:spPr>
    </c:plotArea>
    <c:plotVisOnly val="1"/>
    <c:dispBlanksAs val="zero"/>
    <c:showDLblsOverMax val="0"/>
  </c:chart>
  <c:spPr>
    <a:noFill/>
    <a:ln>
      <a:noFill/>
    </a:ln>
  </c:spPr>
  <c:txPr>
    <a:bodyPr/>
    <a:lstStyle/>
    <a:p>
      <a:pPr>
        <a:defRPr sz="1200" b="1" i="0" u="none" strike="noStrike" baseline="0">
          <a:solidFill>
            <a:schemeClr val="bg1"/>
          </a:solidFill>
          <a:latin typeface="Arial"/>
          <a:ea typeface="Arial"/>
          <a:cs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3692361470938974"/>
          <c:y val="5.1879084967320259E-3"/>
          <c:w val="0.71034648844657178"/>
          <c:h val="0.9845106524836823"/>
        </c:manualLayout>
      </c:layout>
      <c:pieChart>
        <c:varyColors val="1"/>
        <c:ser>
          <c:idx val="0"/>
          <c:order val="0"/>
          <c:tx>
            <c:strRef>
              <c:f>Sheet1!$A$2</c:f>
              <c:strCache>
                <c:ptCount val="1"/>
                <c:pt idx="0">
                  <c:v>Data</c:v>
                </c:pt>
              </c:strCache>
            </c:strRef>
          </c:tx>
          <c:spPr>
            <a:noFill/>
            <a:ln w="9525">
              <a:noFill/>
              <a:prstDash val="solid"/>
            </a:ln>
            <a:scene3d>
              <a:camera prst="orthographicFront"/>
              <a:lightRig rig="threePt" dir="t"/>
            </a:scene3d>
            <a:sp3d/>
          </c:spPr>
          <c:dPt>
            <c:idx val="0"/>
            <c:bubble3D val="0"/>
            <c:spPr>
              <a:solidFill>
                <a:schemeClr val="bg1"/>
              </a:solidFill>
              <a:ln w="9525">
                <a:solidFill>
                  <a:schemeClr val="tx1"/>
                </a:solidFill>
                <a:prstDash val="dash"/>
              </a:ln>
              <a:scene3d>
                <a:camera prst="orthographicFront"/>
                <a:lightRig rig="threePt" dir="t"/>
              </a:scene3d>
              <a:sp3d/>
            </c:spPr>
            <c:extLst>
              <c:ext xmlns:c16="http://schemas.microsoft.com/office/drawing/2014/chart" uri="{C3380CC4-5D6E-409C-BE32-E72D297353CC}">
                <c16:uniqueId val="{00000001-6DD5-45A0-87DE-C9C00B41274F}"/>
              </c:ext>
            </c:extLst>
          </c:dPt>
          <c:dPt>
            <c:idx val="1"/>
            <c:bubble3D val="0"/>
            <c:extLst>
              <c:ext xmlns:c16="http://schemas.microsoft.com/office/drawing/2014/chart" uri="{C3380CC4-5D6E-409C-BE32-E72D297353CC}">
                <c16:uniqueId val="{00000003-6DD5-45A0-87DE-C9C00B41274F}"/>
              </c:ext>
            </c:extLst>
          </c:dPt>
          <c:dPt>
            <c:idx val="2"/>
            <c:bubble3D val="0"/>
            <c:extLst>
              <c:ext xmlns:c16="http://schemas.microsoft.com/office/drawing/2014/chart" uri="{C3380CC4-5D6E-409C-BE32-E72D297353CC}">
                <c16:uniqueId val="{00000004-6DD5-45A0-87DE-C9C00B41274F}"/>
              </c:ext>
            </c:extLst>
          </c:dPt>
          <c:dPt>
            <c:idx val="3"/>
            <c:bubble3D val="0"/>
            <c:extLst>
              <c:ext xmlns:c16="http://schemas.microsoft.com/office/drawing/2014/chart" uri="{C3380CC4-5D6E-409C-BE32-E72D297353CC}">
                <c16:uniqueId val="{00000006-6DD5-45A0-87DE-C9C00B41274F}"/>
              </c:ext>
            </c:extLst>
          </c:dPt>
          <c:dPt>
            <c:idx val="4"/>
            <c:bubble3D val="0"/>
            <c:extLst>
              <c:ext xmlns:c16="http://schemas.microsoft.com/office/drawing/2014/chart" uri="{C3380CC4-5D6E-409C-BE32-E72D297353CC}">
                <c16:uniqueId val="{00000008-6DD5-45A0-87DE-C9C00B41274F}"/>
              </c:ext>
            </c:extLst>
          </c:dPt>
          <c:cat>
            <c:strRef>
              <c:f>Sheet1!$B$1:$I$1</c:f>
              <c:strCache>
                <c:ptCount val="8"/>
                <c:pt idx="0">
                  <c:v>Direct medical</c:v>
                </c:pt>
                <c:pt idx="1">
                  <c:v>Premature death</c:v>
                </c:pt>
                <c:pt idx="2">
                  <c:v>Reduced employment</c:v>
                </c:pt>
                <c:pt idx="3">
                  <c:v>Absenteeism</c:v>
                </c:pt>
                <c:pt idx="4">
                  <c:v>Presenteeism</c:v>
                </c:pt>
                <c:pt idx="5">
                  <c:v>Loss of volueeneer work</c:v>
                </c:pt>
                <c:pt idx="6">
                  <c:v>Disability income</c:v>
                </c:pt>
                <c:pt idx="7">
                  <c:v>Non-medical costs</c:v>
                </c:pt>
              </c:strCache>
            </c:strRef>
          </c:cat>
          <c:val>
            <c:numRef>
              <c:f>Sheet1!$B$2:$I$2</c:f>
              <c:numCache>
                <c:formatCode>General</c:formatCode>
                <c:ptCount val="8"/>
                <c:pt idx="0">
                  <c:v>25.4</c:v>
                </c:pt>
                <c:pt idx="1">
                  <c:v>2.5</c:v>
                </c:pt>
                <c:pt idx="2">
                  <c:v>2.7</c:v>
                </c:pt>
                <c:pt idx="3">
                  <c:v>5.0999999999999996</c:v>
                </c:pt>
                <c:pt idx="4">
                  <c:v>2.9</c:v>
                </c:pt>
                <c:pt idx="5">
                  <c:v>1</c:v>
                </c:pt>
                <c:pt idx="6">
                  <c:v>4.8</c:v>
                </c:pt>
                <c:pt idx="7">
                  <c:v>7.5</c:v>
                </c:pt>
              </c:numCache>
            </c:numRef>
          </c:val>
          <c:extLst>
            <c:ext xmlns:c16="http://schemas.microsoft.com/office/drawing/2014/chart" uri="{C3380CC4-5D6E-409C-BE32-E72D297353CC}">
              <c16:uniqueId val="{00000009-6DD5-45A0-87DE-C9C00B41274F}"/>
            </c:ext>
          </c:extLst>
        </c:ser>
        <c:dLbls>
          <c:showLegendKey val="0"/>
          <c:showVal val="0"/>
          <c:showCatName val="0"/>
          <c:showSerName val="0"/>
          <c:showPercent val="0"/>
          <c:showBubbleSize val="0"/>
          <c:showLeaderLines val="1"/>
        </c:dLbls>
        <c:firstSliceAng val="47"/>
      </c:pieChart>
      <c:spPr>
        <a:noFill/>
        <a:ln w="17280">
          <a:noFill/>
        </a:ln>
      </c:spPr>
    </c:plotArea>
    <c:plotVisOnly val="1"/>
    <c:dispBlanksAs val="zero"/>
    <c:showDLblsOverMax val="0"/>
  </c:chart>
  <c:spPr>
    <a:noFill/>
    <a:ln>
      <a:noFill/>
    </a:ln>
  </c:spPr>
  <c:txPr>
    <a:bodyPr/>
    <a:lstStyle/>
    <a:p>
      <a:pPr>
        <a:defRPr sz="1200" b="1" i="0" u="none" strike="noStrike" baseline="0">
          <a:solidFill>
            <a:schemeClr val="bg1"/>
          </a:solidFill>
          <a:latin typeface="Arial"/>
          <a:ea typeface="Arial"/>
          <a:cs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2613596842393199"/>
          <c:y val="4.39402776801067E-2"/>
          <c:w val="0.74711238265061897"/>
          <c:h val="0.76000462386511902"/>
        </c:manualLayout>
      </c:layout>
      <c:lineChart>
        <c:grouping val="standard"/>
        <c:varyColors val="0"/>
        <c:ser>
          <c:idx val="1"/>
          <c:order val="0"/>
          <c:tx>
            <c:strRef>
              <c:f>Sheet1!$B$1</c:f>
              <c:strCache>
                <c:ptCount val="1"/>
                <c:pt idx="0">
                  <c:v>National Health System</c:v>
                </c:pt>
              </c:strCache>
            </c:strRef>
          </c:tx>
          <c:spPr>
            <a:ln w="19050" cap="rnd">
              <a:solidFill>
                <a:schemeClr val="accent2"/>
              </a:solidFill>
              <a:round/>
            </a:ln>
            <a:effectLst/>
          </c:spPr>
          <c:marker>
            <c:symbol val="diamond"/>
            <c:size val="15"/>
            <c:spPr>
              <a:solidFill>
                <a:schemeClr val="accent2"/>
              </a:solidFill>
              <a:ln w="9525">
                <a:solidFill>
                  <a:schemeClr val="accent2"/>
                </a:solidFill>
              </a:ln>
              <a:effectLst/>
            </c:spPr>
          </c:marker>
          <c:cat>
            <c:strRef>
              <c:f>Sheet1!$A$2:$A$5</c:f>
              <c:strCache>
                <c:ptCount val="4"/>
                <c:pt idx="0">
                  <c:v>&lt;65</c:v>
                </c:pt>
                <c:pt idx="1">
                  <c:v>65–74 </c:v>
                </c:pt>
                <c:pt idx="2">
                  <c:v>75–84</c:v>
                </c:pt>
                <c:pt idx="3">
                  <c:v>&gt;85</c:v>
                </c:pt>
              </c:strCache>
            </c:strRef>
          </c:cat>
          <c:val>
            <c:numRef>
              <c:f>Sheet1!$B$2:$B$5</c:f>
              <c:numCache>
                <c:formatCode>General</c:formatCode>
                <c:ptCount val="4"/>
                <c:pt idx="0">
                  <c:v>2584</c:v>
                </c:pt>
                <c:pt idx="1">
                  <c:v>2148</c:v>
                </c:pt>
                <c:pt idx="2">
                  <c:v>2318</c:v>
                </c:pt>
                <c:pt idx="3">
                  <c:v>2008</c:v>
                </c:pt>
              </c:numCache>
            </c:numRef>
          </c:val>
          <c:smooth val="0"/>
          <c:extLst>
            <c:ext xmlns:c16="http://schemas.microsoft.com/office/drawing/2014/chart" uri="{C3380CC4-5D6E-409C-BE32-E72D297353CC}">
              <c16:uniqueId val="{00000000-44B6-4F26-ACBE-A21451D34956}"/>
            </c:ext>
          </c:extLst>
        </c:ser>
        <c:ser>
          <c:idx val="0"/>
          <c:order val="1"/>
          <c:tx>
            <c:strRef>
              <c:f>Sheet1!$C$1</c:f>
              <c:strCache>
                <c:ptCount val="1"/>
                <c:pt idx="0">
                  <c:v>Social services</c:v>
                </c:pt>
              </c:strCache>
            </c:strRef>
          </c:tx>
          <c:spPr>
            <a:ln w="19050" cap="rnd">
              <a:solidFill>
                <a:schemeClr val="accent1"/>
              </a:solidFill>
              <a:round/>
            </a:ln>
            <a:effectLst/>
          </c:spPr>
          <c:marker>
            <c:symbol val="diamond"/>
            <c:size val="15"/>
            <c:spPr>
              <a:solidFill>
                <a:schemeClr val="accent1"/>
              </a:solidFill>
              <a:ln w="9525">
                <a:solidFill>
                  <a:schemeClr val="accent1"/>
                </a:solidFill>
              </a:ln>
              <a:effectLst/>
            </c:spPr>
          </c:marker>
          <c:cat>
            <c:strRef>
              <c:f>Sheet1!$A$2:$A$5</c:f>
              <c:strCache>
                <c:ptCount val="4"/>
                <c:pt idx="0">
                  <c:v>&lt;65</c:v>
                </c:pt>
                <c:pt idx="1">
                  <c:v>65–74 </c:v>
                </c:pt>
                <c:pt idx="2">
                  <c:v>75–84</c:v>
                </c:pt>
                <c:pt idx="3">
                  <c:v>&gt;85</c:v>
                </c:pt>
              </c:strCache>
            </c:strRef>
          </c:cat>
          <c:val>
            <c:numRef>
              <c:f>Sheet1!$C$2:$C$5</c:f>
              <c:numCache>
                <c:formatCode>General</c:formatCode>
                <c:ptCount val="4"/>
                <c:pt idx="0">
                  <c:v>620</c:v>
                </c:pt>
                <c:pt idx="1">
                  <c:v>1607</c:v>
                </c:pt>
                <c:pt idx="2">
                  <c:v>2747</c:v>
                </c:pt>
                <c:pt idx="3">
                  <c:v>2980</c:v>
                </c:pt>
              </c:numCache>
            </c:numRef>
          </c:val>
          <c:smooth val="0"/>
          <c:extLst>
            <c:ext xmlns:c16="http://schemas.microsoft.com/office/drawing/2014/chart" uri="{C3380CC4-5D6E-409C-BE32-E72D297353CC}">
              <c16:uniqueId val="{00000001-44B6-4F26-ACBE-A21451D34956}"/>
            </c:ext>
          </c:extLst>
        </c:ser>
        <c:ser>
          <c:idx val="2"/>
          <c:order val="2"/>
          <c:tx>
            <c:strRef>
              <c:f>Sheet1!$D$1</c:f>
              <c:strCache>
                <c:ptCount val="1"/>
                <c:pt idx="0">
                  <c:v>Private expenditure</c:v>
                </c:pt>
              </c:strCache>
            </c:strRef>
          </c:tx>
          <c:spPr>
            <a:ln w="19050" cap="rnd">
              <a:solidFill>
                <a:schemeClr val="accent5"/>
              </a:solidFill>
              <a:round/>
            </a:ln>
            <a:effectLst/>
          </c:spPr>
          <c:marker>
            <c:symbol val="diamond"/>
            <c:size val="15"/>
            <c:spPr>
              <a:solidFill>
                <a:schemeClr val="accent5"/>
              </a:solidFill>
              <a:ln w="9525">
                <a:solidFill>
                  <a:schemeClr val="accent5"/>
                </a:solidFill>
              </a:ln>
              <a:effectLst/>
            </c:spPr>
          </c:marker>
          <c:cat>
            <c:strRef>
              <c:f>Sheet1!$A$2:$A$5</c:f>
              <c:strCache>
                <c:ptCount val="4"/>
                <c:pt idx="0">
                  <c:v>&lt;65</c:v>
                </c:pt>
                <c:pt idx="1">
                  <c:v>65–74 </c:v>
                </c:pt>
                <c:pt idx="2">
                  <c:v>75–84</c:v>
                </c:pt>
                <c:pt idx="3">
                  <c:v>&gt;85</c:v>
                </c:pt>
              </c:strCache>
            </c:strRef>
          </c:cat>
          <c:val>
            <c:numRef>
              <c:f>Sheet1!$D$2:$D$5</c:f>
              <c:numCache>
                <c:formatCode>General</c:formatCode>
                <c:ptCount val="4"/>
                <c:pt idx="0">
                  <c:v>784</c:v>
                </c:pt>
                <c:pt idx="1">
                  <c:v>1112</c:v>
                </c:pt>
                <c:pt idx="2">
                  <c:v>1449</c:v>
                </c:pt>
                <c:pt idx="3">
                  <c:v>4404</c:v>
                </c:pt>
              </c:numCache>
            </c:numRef>
          </c:val>
          <c:smooth val="0"/>
          <c:extLst>
            <c:ext xmlns:c16="http://schemas.microsoft.com/office/drawing/2014/chart" uri="{C3380CC4-5D6E-409C-BE32-E72D297353CC}">
              <c16:uniqueId val="{00000002-44B6-4F26-ACBE-A21451D34956}"/>
            </c:ext>
          </c:extLst>
        </c:ser>
        <c:dLbls>
          <c:showLegendKey val="0"/>
          <c:showVal val="0"/>
          <c:showCatName val="0"/>
          <c:showSerName val="0"/>
          <c:showPercent val="0"/>
          <c:showBubbleSize val="0"/>
        </c:dLbls>
        <c:marker val="1"/>
        <c:smooth val="0"/>
        <c:axId val="262777856"/>
        <c:axId val="265787264"/>
      </c:lineChart>
      <c:catAx>
        <c:axId val="262777856"/>
        <c:scaling>
          <c:orientation val="minMax"/>
        </c:scaling>
        <c:delete val="0"/>
        <c:axPos val="b"/>
        <c:title>
          <c:tx>
            <c:rich>
              <a:bodyPr rot="0" spcFirstLastPara="1" vertOverflow="ellipsis" vert="horz" wrap="square" anchor="ctr" anchorCtr="1"/>
              <a:lstStyle/>
              <a:p>
                <a:pPr>
                  <a:defRPr sz="1600" b="1" i="0" u="none" strike="noStrike" kern="1200" baseline="0">
                    <a:solidFill>
                      <a:schemeClr val="tx2"/>
                    </a:solidFill>
                    <a:latin typeface="Arial" panose="020B0604020202020204" pitchFamily="34" charset="0"/>
                    <a:ea typeface="+mn-ea"/>
                    <a:cs typeface="Arial" panose="020B0604020202020204" pitchFamily="34" charset="0"/>
                  </a:defRPr>
                </a:pPr>
                <a:r>
                  <a:rPr lang="en-GB" b="1">
                    <a:solidFill>
                      <a:schemeClr val="tx2"/>
                    </a:solidFill>
                  </a:rPr>
                  <a:t>Age (years)</a:t>
                </a:r>
              </a:p>
            </c:rich>
          </c:tx>
          <c:layout>
            <c:manualLayout>
              <c:xMode val="edge"/>
              <c:yMode val="edge"/>
              <c:x val="0.46951179480072902"/>
              <c:y val="0.91277676701707"/>
            </c:manualLayout>
          </c:layout>
          <c:overlay val="0"/>
          <c:spPr>
            <a:noFill/>
            <a:ln>
              <a:noFill/>
            </a:ln>
            <a:effectLst/>
          </c:spPr>
          <c:txPr>
            <a:bodyPr rot="0" spcFirstLastPara="1" vertOverflow="ellipsis" vert="horz" wrap="square" anchor="ctr" anchorCtr="1"/>
            <a:lstStyle/>
            <a:p>
              <a:pPr>
                <a:defRPr sz="1600" b="1" i="0" u="none" strike="noStrike" kern="1200" baseline="0">
                  <a:solidFill>
                    <a:schemeClr val="tx2"/>
                  </a:solidFill>
                  <a:latin typeface="Arial" panose="020B0604020202020204" pitchFamily="34" charset="0"/>
                  <a:ea typeface="+mn-ea"/>
                  <a:cs typeface="Arial" panose="020B0604020202020204" pitchFamily="34" charset="0"/>
                </a:defRPr>
              </a:pPr>
              <a:endParaRPr lang="en-US"/>
            </a:p>
          </c:txPr>
        </c:title>
        <c:numFmt formatCode="General" sourceLinked="1"/>
        <c:majorTickMark val="out"/>
        <c:minorTickMark val="none"/>
        <c:tickLblPos val="nextTo"/>
        <c:spPr>
          <a:noFill/>
          <a:ln w="19050" cap="flat" cmpd="sng" algn="ctr">
            <a:solidFill>
              <a:schemeClr val="tx2"/>
            </a:solidFill>
            <a:round/>
          </a:ln>
          <a:effectLst/>
        </c:spPr>
        <c:txPr>
          <a:bodyPr rot="-60000000" spcFirstLastPara="1" vertOverflow="ellipsis" vert="horz" wrap="square" anchor="ctr" anchorCtr="1"/>
          <a:lstStyle/>
          <a:p>
            <a:pPr>
              <a:defRPr sz="1600" b="0" i="0" u="none" strike="noStrike" kern="1200" baseline="0">
                <a:solidFill>
                  <a:schemeClr val="tx2"/>
                </a:solidFill>
                <a:latin typeface="Arial" panose="020B0604020202020204" pitchFamily="34" charset="0"/>
                <a:ea typeface="+mn-ea"/>
                <a:cs typeface="Arial" panose="020B0604020202020204" pitchFamily="34" charset="0"/>
              </a:defRPr>
            </a:pPr>
            <a:endParaRPr lang="en-US"/>
          </a:p>
        </c:txPr>
        <c:crossAx val="265787264"/>
        <c:crosses val="autoZero"/>
        <c:auto val="1"/>
        <c:lblAlgn val="ctr"/>
        <c:lblOffset val="100"/>
        <c:tickMarkSkip val="1"/>
        <c:noMultiLvlLbl val="0"/>
      </c:catAx>
      <c:valAx>
        <c:axId val="265787264"/>
        <c:scaling>
          <c:orientation val="minMax"/>
          <c:max val="5000"/>
          <c:min val="0"/>
        </c:scaling>
        <c:delete val="0"/>
        <c:axPos val="l"/>
        <c:numFmt formatCode="#,##0" sourceLinked="0"/>
        <c:majorTickMark val="out"/>
        <c:minorTickMark val="none"/>
        <c:tickLblPos val="nextTo"/>
        <c:spPr>
          <a:noFill/>
          <a:ln w="19050" cap="flat" cmpd="sng" algn="ctr">
            <a:solidFill>
              <a:schemeClr val="tx2"/>
            </a:solidFill>
            <a:round/>
          </a:ln>
          <a:effectLst/>
        </c:spPr>
        <c:txPr>
          <a:bodyPr rot="-60000000" spcFirstLastPara="1" vertOverflow="ellipsis" vert="horz" wrap="square" anchor="ctr" anchorCtr="1"/>
          <a:lstStyle/>
          <a:p>
            <a:pPr>
              <a:defRPr sz="1600" b="0" i="0" u="none" strike="noStrike" kern="1200" baseline="0">
                <a:solidFill>
                  <a:schemeClr val="tx2"/>
                </a:solidFill>
                <a:latin typeface="Arial" panose="020B0604020202020204" pitchFamily="34" charset="0"/>
                <a:ea typeface="+mn-ea"/>
                <a:cs typeface="Arial" panose="020B0604020202020204" pitchFamily="34" charset="0"/>
              </a:defRPr>
            </a:pPr>
            <a:endParaRPr lang="en-US"/>
          </a:p>
        </c:txPr>
        <c:crossAx val="262777856"/>
        <c:crosses val="autoZero"/>
        <c:crossBetween val="midCat"/>
        <c:majorUnit val="1000"/>
      </c:valAx>
      <c:spPr>
        <a:noFill/>
        <a:ln>
          <a:noFill/>
        </a:ln>
        <a:effectLst/>
      </c:spPr>
    </c:plotArea>
    <c:legend>
      <c:legendPos val="l"/>
      <c:layout>
        <c:manualLayout>
          <c:xMode val="edge"/>
          <c:yMode val="edge"/>
          <c:x val="0.24460868035623901"/>
          <c:y val="5.8024838390466502E-2"/>
          <c:w val="0.49354565244313148"/>
          <c:h val="0.27781746548396047"/>
        </c:manualLayout>
      </c:layout>
      <c:overlay val="1"/>
      <c:spPr>
        <a:solidFill>
          <a:schemeClr val="bg1"/>
        </a:solidFill>
        <a:ln>
          <a:noFill/>
        </a:ln>
        <a:effectLst/>
      </c:spPr>
      <c:txPr>
        <a:bodyPr rot="0" spcFirstLastPara="1" vertOverflow="ellipsis" vert="horz" wrap="square" anchor="ctr" anchorCtr="1"/>
        <a:lstStyle/>
        <a:p>
          <a:pPr>
            <a:defRPr sz="16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chart>
  <c:spPr>
    <a:noFill/>
    <a:ln>
      <a:noFill/>
    </a:ln>
    <a:effectLst/>
  </c:spPr>
  <c:txPr>
    <a:bodyPr/>
    <a:lstStyle/>
    <a:p>
      <a:pPr>
        <a:defRPr sz="1600">
          <a:solidFill>
            <a:schemeClr val="tx1"/>
          </a:solidFill>
          <a:latin typeface="Arial" panose="020B0604020202020204" pitchFamily="34" charset="0"/>
          <a:cs typeface="Arial" panose="020B0604020202020204" pitchFamily="34" charset="0"/>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9567321220172609"/>
          <c:y val="4.39402776801067E-2"/>
          <c:w val="0.77757524597650252"/>
          <c:h val="0.7404726669150461"/>
        </c:manualLayout>
      </c:layout>
      <c:lineChart>
        <c:grouping val="standard"/>
        <c:varyColors val="0"/>
        <c:ser>
          <c:idx val="1"/>
          <c:order val="0"/>
          <c:tx>
            <c:strRef>
              <c:f>Sheet1!$B$1</c:f>
              <c:strCache>
                <c:ptCount val="1"/>
                <c:pt idx="0">
                  <c:v>Indirect costs</c:v>
                </c:pt>
              </c:strCache>
            </c:strRef>
          </c:tx>
          <c:spPr>
            <a:ln w="19050" cap="rnd">
              <a:solidFill>
                <a:schemeClr val="accent2">
                  <a:lumMod val="50000"/>
                </a:schemeClr>
              </a:solidFill>
              <a:round/>
            </a:ln>
            <a:effectLst/>
          </c:spPr>
          <c:marker>
            <c:symbol val="diamond"/>
            <c:size val="15"/>
            <c:spPr>
              <a:solidFill>
                <a:schemeClr val="accent2">
                  <a:lumMod val="50000"/>
                </a:schemeClr>
              </a:solidFill>
              <a:ln w="9525">
                <a:solidFill>
                  <a:schemeClr val="accent2">
                    <a:lumMod val="50000"/>
                  </a:schemeClr>
                </a:solidFill>
              </a:ln>
              <a:effectLst/>
            </c:spPr>
          </c:marker>
          <c:cat>
            <c:numRef>
              <c:f>Sheet1!$A$2:$A$6</c:f>
              <c:numCache>
                <c:formatCode>General</c:formatCode>
                <c:ptCount val="5"/>
                <c:pt idx="0">
                  <c:v>0</c:v>
                </c:pt>
                <c:pt idx="1">
                  <c:v>1</c:v>
                </c:pt>
                <c:pt idx="2">
                  <c:v>2</c:v>
                </c:pt>
                <c:pt idx="3">
                  <c:v>3</c:v>
                </c:pt>
                <c:pt idx="4">
                  <c:v>4</c:v>
                </c:pt>
              </c:numCache>
            </c:numRef>
          </c:cat>
          <c:val>
            <c:numRef>
              <c:f>Sheet1!$B$2:$B$6</c:f>
              <c:numCache>
                <c:formatCode>#,##0.00</c:formatCode>
                <c:ptCount val="5"/>
                <c:pt idx="0" formatCode="General">
                  <c:v>0</c:v>
                </c:pt>
                <c:pt idx="1">
                  <c:v>1720.9</c:v>
                </c:pt>
                <c:pt idx="2">
                  <c:v>1865.3</c:v>
                </c:pt>
                <c:pt idx="3">
                  <c:v>2062.48</c:v>
                </c:pt>
                <c:pt idx="4">
                  <c:v>3931.4</c:v>
                </c:pt>
              </c:numCache>
            </c:numRef>
          </c:val>
          <c:smooth val="0"/>
          <c:extLst>
            <c:ext xmlns:c16="http://schemas.microsoft.com/office/drawing/2014/chart" uri="{C3380CC4-5D6E-409C-BE32-E72D297353CC}">
              <c16:uniqueId val="{00000000-974D-464D-B6D3-76D49D808444}"/>
            </c:ext>
          </c:extLst>
        </c:ser>
        <c:ser>
          <c:idx val="0"/>
          <c:order val="1"/>
          <c:tx>
            <c:strRef>
              <c:f>Sheet1!$C$1</c:f>
              <c:strCache>
                <c:ptCount val="1"/>
                <c:pt idx="0">
                  <c:v>Direct costs</c:v>
                </c:pt>
              </c:strCache>
            </c:strRef>
          </c:tx>
          <c:spPr>
            <a:ln w="19050" cap="rnd">
              <a:solidFill>
                <a:schemeClr val="accent5">
                  <a:lumMod val="75000"/>
                </a:schemeClr>
              </a:solidFill>
              <a:round/>
            </a:ln>
            <a:effectLst/>
          </c:spPr>
          <c:marker>
            <c:symbol val="diamond"/>
            <c:size val="15"/>
            <c:spPr>
              <a:solidFill>
                <a:schemeClr val="accent5">
                  <a:lumMod val="75000"/>
                </a:schemeClr>
              </a:solidFill>
              <a:ln w="9525">
                <a:solidFill>
                  <a:schemeClr val="accent5">
                    <a:lumMod val="75000"/>
                  </a:schemeClr>
                </a:solidFill>
              </a:ln>
              <a:effectLst/>
            </c:spPr>
          </c:marker>
          <c:cat>
            <c:numRef>
              <c:f>Sheet1!$A$2:$A$6</c:f>
              <c:numCache>
                <c:formatCode>General</c:formatCode>
                <c:ptCount val="5"/>
                <c:pt idx="0">
                  <c:v>0</c:v>
                </c:pt>
                <c:pt idx="1">
                  <c:v>1</c:v>
                </c:pt>
                <c:pt idx="2">
                  <c:v>2</c:v>
                </c:pt>
                <c:pt idx="3">
                  <c:v>3</c:v>
                </c:pt>
                <c:pt idx="4">
                  <c:v>4</c:v>
                </c:pt>
              </c:numCache>
            </c:numRef>
          </c:cat>
          <c:val>
            <c:numRef>
              <c:f>Sheet1!$C$2:$C$6</c:f>
              <c:numCache>
                <c:formatCode>#,##0.00</c:formatCode>
                <c:ptCount val="5"/>
                <c:pt idx="0" formatCode="General">
                  <c:v>0</c:v>
                </c:pt>
                <c:pt idx="1">
                  <c:v>1330.51</c:v>
                </c:pt>
                <c:pt idx="2">
                  <c:v>1088.2</c:v>
                </c:pt>
                <c:pt idx="3">
                  <c:v>1819.49</c:v>
                </c:pt>
                <c:pt idx="4">
                  <c:v>2022.9</c:v>
                </c:pt>
              </c:numCache>
            </c:numRef>
          </c:val>
          <c:smooth val="0"/>
          <c:extLst>
            <c:ext xmlns:c16="http://schemas.microsoft.com/office/drawing/2014/chart" uri="{C3380CC4-5D6E-409C-BE32-E72D297353CC}">
              <c16:uniqueId val="{00000001-974D-464D-B6D3-76D49D808444}"/>
            </c:ext>
          </c:extLst>
        </c:ser>
        <c:dLbls>
          <c:showLegendKey val="0"/>
          <c:showVal val="0"/>
          <c:showCatName val="0"/>
          <c:showSerName val="0"/>
          <c:showPercent val="0"/>
          <c:showBubbleSize val="0"/>
        </c:dLbls>
        <c:marker val="1"/>
        <c:smooth val="0"/>
        <c:axId val="398645888"/>
        <c:axId val="399088640"/>
      </c:lineChart>
      <c:catAx>
        <c:axId val="398645888"/>
        <c:scaling>
          <c:orientation val="minMax"/>
        </c:scaling>
        <c:delete val="0"/>
        <c:axPos val="b"/>
        <c:title>
          <c:tx>
            <c:rich>
              <a:bodyPr rot="0" spcFirstLastPara="1" vertOverflow="ellipsis" vert="horz" wrap="square" anchor="ctr" anchorCtr="1"/>
              <a:lstStyle/>
              <a:p>
                <a:pPr>
                  <a:defRPr sz="1600" b="1" i="0" u="none" strike="noStrike" kern="1200" baseline="0">
                    <a:solidFill>
                      <a:schemeClr val="tx1"/>
                    </a:solidFill>
                    <a:latin typeface="Arial" panose="020B0604020202020204" pitchFamily="34" charset="0"/>
                    <a:ea typeface="+mn-ea"/>
                    <a:cs typeface="Arial" panose="020B0604020202020204" pitchFamily="34" charset="0"/>
                  </a:defRPr>
                </a:pPr>
                <a:r>
                  <a:rPr lang="en-GB" b="1" dirty="0"/>
                  <a:t>Years since</a:t>
                </a:r>
                <a:r>
                  <a:rPr lang="en-GB" b="1" baseline="0" dirty="0"/>
                  <a:t> diagnosis</a:t>
                </a:r>
                <a:endParaRPr lang="en-GB" b="1" dirty="0"/>
              </a:p>
            </c:rich>
          </c:tx>
          <c:layout>
            <c:manualLayout>
              <c:xMode val="edge"/>
              <c:yMode val="edge"/>
              <c:x val="0.3876054596866077"/>
              <c:y val="0.90998743425780915"/>
            </c:manualLayout>
          </c:layout>
          <c:overlay val="0"/>
          <c:spPr>
            <a:solidFill>
              <a:schemeClr val="bg1"/>
            </a:solidFill>
            <a:ln>
              <a:noFill/>
            </a:ln>
            <a:effectLst/>
          </c:spPr>
          <c:txPr>
            <a:bodyPr rot="0" spcFirstLastPara="1" vertOverflow="ellipsis" vert="horz" wrap="square" anchor="ctr" anchorCtr="1"/>
            <a:lstStyle/>
            <a:p>
              <a:pPr>
                <a:defRPr sz="1600" b="1" i="0" u="none" strike="noStrike" kern="1200" baseline="0">
                  <a:solidFill>
                    <a:schemeClr val="tx1"/>
                  </a:solidFill>
                  <a:latin typeface="Arial" panose="020B0604020202020204" pitchFamily="34" charset="0"/>
                  <a:ea typeface="+mn-ea"/>
                  <a:cs typeface="Arial" panose="020B0604020202020204" pitchFamily="34" charset="0"/>
                </a:defRPr>
              </a:pPr>
              <a:endParaRPr lang="en-GB"/>
            </a:p>
          </c:txPr>
        </c:title>
        <c:numFmt formatCode="General" sourceLinked="1"/>
        <c:majorTickMark val="out"/>
        <c:minorTickMark val="none"/>
        <c:tickLblPos val="nextTo"/>
        <c:spPr>
          <a:noFill/>
          <a:ln w="19050" cap="flat" cmpd="sng" algn="ctr">
            <a:solidFill>
              <a:schemeClr val="tx2"/>
            </a:solidFill>
            <a:round/>
          </a:ln>
          <a:effectLst/>
        </c:spPr>
        <c:txPr>
          <a:bodyPr rot="-60000000" spcFirstLastPara="1" vertOverflow="ellipsis" vert="horz" wrap="square" anchor="ctr" anchorCtr="1"/>
          <a:lstStyle/>
          <a:p>
            <a:pPr>
              <a:defRPr sz="16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399088640"/>
        <c:crosses val="autoZero"/>
        <c:auto val="1"/>
        <c:lblAlgn val="ctr"/>
        <c:lblOffset val="100"/>
        <c:tickMarkSkip val="1"/>
        <c:noMultiLvlLbl val="0"/>
      </c:catAx>
      <c:valAx>
        <c:axId val="399088640"/>
        <c:scaling>
          <c:orientation val="minMax"/>
          <c:max val="4000"/>
        </c:scaling>
        <c:delete val="0"/>
        <c:axPos val="l"/>
        <c:title>
          <c:tx>
            <c:rich>
              <a:bodyPr rot="-5400000" spcFirstLastPara="1" vertOverflow="ellipsis" vert="horz" wrap="square" anchor="ctr" anchorCtr="1"/>
              <a:lstStyle/>
              <a:p>
                <a:pPr>
                  <a:defRPr sz="1600" b="1" i="0" u="none" strike="noStrike" kern="1200" baseline="0">
                    <a:solidFill>
                      <a:schemeClr val="tx1"/>
                    </a:solidFill>
                    <a:latin typeface="Arial" panose="020B0604020202020204" pitchFamily="34" charset="0"/>
                    <a:ea typeface="+mn-ea"/>
                    <a:cs typeface="Arial" panose="020B0604020202020204" pitchFamily="34" charset="0"/>
                  </a:defRPr>
                </a:pPr>
                <a:r>
                  <a:rPr lang="en-GB" b="1"/>
                  <a:t>Costs (€)</a:t>
                </a:r>
              </a:p>
            </c:rich>
          </c:tx>
          <c:layout>
            <c:manualLayout>
              <c:xMode val="edge"/>
              <c:yMode val="edge"/>
              <c:x val="7.2415113312944849E-3"/>
              <c:y val="0.29433803946759773"/>
            </c:manualLayout>
          </c:layout>
          <c:overlay val="0"/>
          <c:spPr>
            <a:noFill/>
            <a:ln>
              <a:noFill/>
            </a:ln>
            <a:effectLst/>
          </c:spPr>
          <c:txPr>
            <a:bodyPr rot="-5400000" spcFirstLastPara="1" vertOverflow="ellipsis" vert="horz" wrap="square" anchor="ctr" anchorCtr="1"/>
            <a:lstStyle/>
            <a:p>
              <a:pPr>
                <a:defRPr sz="1600" b="1"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title>
        <c:numFmt formatCode="#,##0" sourceLinked="0"/>
        <c:majorTickMark val="out"/>
        <c:minorTickMark val="none"/>
        <c:tickLblPos val="nextTo"/>
        <c:spPr>
          <a:noFill/>
          <a:ln w="19050" cap="flat" cmpd="sng" algn="ctr">
            <a:solidFill>
              <a:schemeClr val="tx2"/>
            </a:solidFill>
            <a:round/>
          </a:ln>
          <a:effectLst/>
        </c:spPr>
        <c:txPr>
          <a:bodyPr rot="-60000000" spcFirstLastPara="1" vertOverflow="ellipsis" vert="horz" wrap="square" anchor="ctr" anchorCtr="1"/>
          <a:lstStyle/>
          <a:p>
            <a:pPr>
              <a:defRPr sz="16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398645888"/>
        <c:crosses val="autoZero"/>
        <c:crossBetween val="midCat"/>
        <c:majorUnit val="1000"/>
      </c:valAx>
      <c:spPr>
        <a:noFill/>
        <a:ln>
          <a:noFill/>
        </a:ln>
        <a:effectLst/>
      </c:spPr>
    </c:plotArea>
    <c:legend>
      <c:legendPos val="l"/>
      <c:layout>
        <c:manualLayout>
          <c:xMode val="edge"/>
          <c:yMode val="edge"/>
          <c:x val="0.20398451950975371"/>
          <c:y val="5.3093718512007122E-2"/>
          <c:w val="0.38415641952101098"/>
          <c:h val="0.17583433096003193"/>
        </c:manualLayout>
      </c:layout>
      <c:overlay val="1"/>
      <c:spPr>
        <a:noFill/>
        <a:ln>
          <a:noFill/>
        </a:ln>
        <a:effectLst/>
      </c:spPr>
      <c:txPr>
        <a:bodyPr rot="0" spcFirstLastPara="1" vertOverflow="ellipsis" vert="horz" wrap="square" anchor="ctr" anchorCtr="1"/>
        <a:lstStyle/>
        <a:p>
          <a:pPr>
            <a:defRPr sz="16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chart>
  <c:spPr>
    <a:noFill/>
    <a:ln>
      <a:noFill/>
    </a:ln>
    <a:effectLst/>
  </c:spPr>
  <c:txPr>
    <a:bodyPr/>
    <a:lstStyle/>
    <a:p>
      <a:pPr>
        <a:defRPr sz="1600">
          <a:solidFill>
            <a:schemeClr val="tx1"/>
          </a:solidFill>
          <a:latin typeface="Arial" panose="020B0604020202020204" pitchFamily="34" charset="0"/>
          <a:cs typeface="Arial" panose="020B0604020202020204" pitchFamily="34" charset="0"/>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7151205708661416E-2"/>
          <c:y val="8.2567666580223159E-2"/>
          <c:w val="0.7159512189198084"/>
          <c:h val="0.82112671749846833"/>
        </c:manualLayout>
      </c:layout>
      <c:barChart>
        <c:barDir val="col"/>
        <c:grouping val="stacked"/>
        <c:varyColors val="0"/>
        <c:ser>
          <c:idx val="0"/>
          <c:order val="0"/>
          <c:tx>
            <c:strRef>
              <c:f>Sheet1!$B$1</c:f>
              <c:strCache>
                <c:ptCount val="1"/>
                <c:pt idx="0">
                  <c:v>Direct medical</c:v>
                </c:pt>
              </c:strCache>
            </c:strRef>
          </c:tx>
          <c:spPr>
            <a:solidFill>
              <a:schemeClr val="accent2">
                <a:lumMod val="75000"/>
              </a:schemeClr>
            </a:solidFill>
            <a:ln>
              <a:noFill/>
            </a:ln>
            <a:effectLst/>
          </c:spPr>
          <c:invertIfNegative val="0"/>
          <c:cat>
            <c:numRef>
              <c:f>Sheet1!$A$2:$A$6</c:f>
              <c:numCache>
                <c:formatCode>General</c:formatCode>
                <c:ptCount val="5"/>
                <c:pt idx="0">
                  <c:v>2017</c:v>
                </c:pt>
                <c:pt idx="1">
                  <c:v>2022</c:v>
                </c:pt>
                <c:pt idx="2">
                  <c:v>2027</c:v>
                </c:pt>
                <c:pt idx="3">
                  <c:v>2032</c:v>
                </c:pt>
                <c:pt idx="4">
                  <c:v>2037</c:v>
                </c:pt>
              </c:numCache>
            </c:numRef>
          </c:cat>
          <c:val>
            <c:numRef>
              <c:f>Sheet1!$B$2:$B$6</c:f>
              <c:numCache>
                <c:formatCode>General</c:formatCode>
                <c:ptCount val="5"/>
                <c:pt idx="0">
                  <c:v>25.3</c:v>
                </c:pt>
                <c:pt idx="1">
                  <c:v>29.6</c:v>
                </c:pt>
                <c:pt idx="2">
                  <c:v>33.6</c:v>
                </c:pt>
                <c:pt idx="3">
                  <c:v>37.299999999999997</c:v>
                </c:pt>
                <c:pt idx="4">
                  <c:v>40.4</c:v>
                </c:pt>
              </c:numCache>
            </c:numRef>
          </c:val>
          <c:extLst>
            <c:ext xmlns:c16="http://schemas.microsoft.com/office/drawing/2014/chart" uri="{C3380CC4-5D6E-409C-BE32-E72D297353CC}">
              <c16:uniqueId val="{00000000-DC0D-4326-92D9-397426445F60}"/>
            </c:ext>
          </c:extLst>
        </c:ser>
        <c:ser>
          <c:idx val="1"/>
          <c:order val="1"/>
          <c:tx>
            <c:strRef>
              <c:f>Sheet1!$C$1</c:f>
              <c:strCache>
                <c:ptCount val="1"/>
                <c:pt idx="0">
                  <c:v>Premature death</c:v>
                </c:pt>
              </c:strCache>
            </c:strRef>
          </c:tx>
          <c:spPr>
            <a:solidFill>
              <a:schemeClr val="accent5">
                <a:lumMod val="60000"/>
                <a:lumOff val="40000"/>
              </a:schemeClr>
            </a:solidFill>
            <a:ln>
              <a:noFill/>
            </a:ln>
            <a:effectLst/>
          </c:spPr>
          <c:invertIfNegative val="0"/>
          <c:cat>
            <c:numRef>
              <c:f>Sheet1!$A$2:$A$6</c:f>
              <c:numCache>
                <c:formatCode>General</c:formatCode>
                <c:ptCount val="5"/>
                <c:pt idx="0">
                  <c:v>2017</c:v>
                </c:pt>
                <c:pt idx="1">
                  <c:v>2022</c:v>
                </c:pt>
                <c:pt idx="2">
                  <c:v>2027</c:v>
                </c:pt>
                <c:pt idx="3">
                  <c:v>2032</c:v>
                </c:pt>
                <c:pt idx="4">
                  <c:v>2037</c:v>
                </c:pt>
              </c:numCache>
            </c:numRef>
          </c:cat>
          <c:val>
            <c:numRef>
              <c:f>Sheet1!$C$2:$C$6</c:f>
              <c:numCache>
                <c:formatCode>General</c:formatCode>
                <c:ptCount val="5"/>
                <c:pt idx="0">
                  <c:v>2.5</c:v>
                </c:pt>
                <c:pt idx="1">
                  <c:v>2.7</c:v>
                </c:pt>
                <c:pt idx="2">
                  <c:v>2.8</c:v>
                </c:pt>
                <c:pt idx="3">
                  <c:v>2.8</c:v>
                </c:pt>
                <c:pt idx="4">
                  <c:v>2.8</c:v>
                </c:pt>
              </c:numCache>
            </c:numRef>
          </c:val>
          <c:extLst>
            <c:ext xmlns:c16="http://schemas.microsoft.com/office/drawing/2014/chart" uri="{C3380CC4-5D6E-409C-BE32-E72D297353CC}">
              <c16:uniqueId val="{00000001-DC0D-4326-92D9-397426445F60}"/>
            </c:ext>
          </c:extLst>
        </c:ser>
        <c:ser>
          <c:idx val="2"/>
          <c:order val="2"/>
          <c:tx>
            <c:strRef>
              <c:f>Sheet1!$D$1</c:f>
              <c:strCache>
                <c:ptCount val="1"/>
                <c:pt idx="0">
                  <c:v>Reduced employment</c:v>
                </c:pt>
              </c:strCache>
            </c:strRef>
          </c:tx>
          <c:spPr>
            <a:solidFill>
              <a:schemeClr val="accent5">
                <a:lumMod val="75000"/>
              </a:schemeClr>
            </a:solidFill>
            <a:ln>
              <a:noFill/>
            </a:ln>
            <a:effectLst/>
          </c:spPr>
          <c:invertIfNegative val="0"/>
          <c:cat>
            <c:numRef>
              <c:f>Sheet1!$A$2:$A$6</c:f>
              <c:numCache>
                <c:formatCode>General</c:formatCode>
                <c:ptCount val="5"/>
                <c:pt idx="0">
                  <c:v>2017</c:v>
                </c:pt>
                <c:pt idx="1">
                  <c:v>2022</c:v>
                </c:pt>
                <c:pt idx="2">
                  <c:v>2027</c:v>
                </c:pt>
                <c:pt idx="3">
                  <c:v>2032</c:v>
                </c:pt>
                <c:pt idx="4">
                  <c:v>2037</c:v>
                </c:pt>
              </c:numCache>
            </c:numRef>
          </c:cat>
          <c:val>
            <c:numRef>
              <c:f>Sheet1!$D$2:$D$6</c:f>
              <c:numCache>
                <c:formatCode>General</c:formatCode>
                <c:ptCount val="5"/>
                <c:pt idx="0">
                  <c:v>1.9</c:v>
                </c:pt>
                <c:pt idx="1">
                  <c:v>2</c:v>
                </c:pt>
                <c:pt idx="2">
                  <c:v>2.1</c:v>
                </c:pt>
                <c:pt idx="3">
                  <c:v>2.1</c:v>
                </c:pt>
                <c:pt idx="4">
                  <c:v>2.1</c:v>
                </c:pt>
              </c:numCache>
            </c:numRef>
          </c:val>
          <c:extLst>
            <c:ext xmlns:c16="http://schemas.microsoft.com/office/drawing/2014/chart" uri="{C3380CC4-5D6E-409C-BE32-E72D297353CC}">
              <c16:uniqueId val="{00000002-DC0D-4326-92D9-397426445F60}"/>
            </c:ext>
          </c:extLst>
        </c:ser>
        <c:ser>
          <c:idx val="3"/>
          <c:order val="3"/>
          <c:tx>
            <c:strRef>
              <c:f>Sheet1!$E$1</c:f>
              <c:strCache>
                <c:ptCount val="1"/>
                <c:pt idx="0">
                  <c:v>Absenteeism</c:v>
                </c:pt>
              </c:strCache>
            </c:strRef>
          </c:tx>
          <c:spPr>
            <a:solidFill>
              <a:schemeClr val="accent5">
                <a:lumMod val="60000"/>
                <a:lumOff val="40000"/>
              </a:schemeClr>
            </a:solidFill>
            <a:ln>
              <a:noFill/>
            </a:ln>
            <a:effectLst/>
          </c:spPr>
          <c:invertIfNegative val="0"/>
          <c:cat>
            <c:numRef>
              <c:f>Sheet1!$A$2:$A$6</c:f>
              <c:numCache>
                <c:formatCode>General</c:formatCode>
                <c:ptCount val="5"/>
                <c:pt idx="0">
                  <c:v>2017</c:v>
                </c:pt>
                <c:pt idx="1">
                  <c:v>2022</c:v>
                </c:pt>
                <c:pt idx="2">
                  <c:v>2027</c:v>
                </c:pt>
                <c:pt idx="3">
                  <c:v>2032</c:v>
                </c:pt>
                <c:pt idx="4">
                  <c:v>2037</c:v>
                </c:pt>
              </c:numCache>
            </c:numRef>
          </c:cat>
          <c:val>
            <c:numRef>
              <c:f>Sheet1!$E$2:$E$6</c:f>
              <c:numCache>
                <c:formatCode>General</c:formatCode>
                <c:ptCount val="5"/>
                <c:pt idx="0">
                  <c:v>1.4</c:v>
                </c:pt>
                <c:pt idx="1">
                  <c:v>1.5</c:v>
                </c:pt>
                <c:pt idx="2">
                  <c:v>1.5</c:v>
                </c:pt>
                <c:pt idx="3">
                  <c:v>1.6</c:v>
                </c:pt>
                <c:pt idx="4">
                  <c:v>1.6</c:v>
                </c:pt>
              </c:numCache>
            </c:numRef>
          </c:val>
          <c:extLst>
            <c:ext xmlns:c16="http://schemas.microsoft.com/office/drawing/2014/chart" uri="{C3380CC4-5D6E-409C-BE32-E72D297353CC}">
              <c16:uniqueId val="{00000003-DC0D-4326-92D9-397426445F60}"/>
            </c:ext>
          </c:extLst>
        </c:ser>
        <c:ser>
          <c:idx val="4"/>
          <c:order val="4"/>
          <c:tx>
            <c:strRef>
              <c:f>Sheet1!$F$1</c:f>
              <c:strCache>
                <c:ptCount val="1"/>
                <c:pt idx="0">
                  <c:v>Presenteeism</c:v>
                </c:pt>
              </c:strCache>
            </c:strRef>
          </c:tx>
          <c:spPr>
            <a:solidFill>
              <a:schemeClr val="accent5">
                <a:lumMod val="75000"/>
              </a:schemeClr>
            </a:solidFill>
            <a:ln>
              <a:noFill/>
            </a:ln>
            <a:effectLst/>
          </c:spPr>
          <c:invertIfNegative val="0"/>
          <c:cat>
            <c:numRef>
              <c:f>Sheet1!$A$2:$A$6</c:f>
              <c:numCache>
                <c:formatCode>General</c:formatCode>
                <c:ptCount val="5"/>
                <c:pt idx="0">
                  <c:v>2017</c:v>
                </c:pt>
                <c:pt idx="1">
                  <c:v>2022</c:v>
                </c:pt>
                <c:pt idx="2">
                  <c:v>2027</c:v>
                </c:pt>
                <c:pt idx="3">
                  <c:v>2032</c:v>
                </c:pt>
                <c:pt idx="4">
                  <c:v>2037</c:v>
                </c:pt>
              </c:numCache>
            </c:numRef>
          </c:cat>
          <c:val>
            <c:numRef>
              <c:f>Sheet1!$F$2:$F$6</c:f>
              <c:numCache>
                <c:formatCode>General</c:formatCode>
                <c:ptCount val="5"/>
                <c:pt idx="0">
                  <c:v>1.3</c:v>
                </c:pt>
                <c:pt idx="1">
                  <c:v>1.3</c:v>
                </c:pt>
                <c:pt idx="2">
                  <c:v>1.4</c:v>
                </c:pt>
                <c:pt idx="3">
                  <c:v>1.4</c:v>
                </c:pt>
                <c:pt idx="4">
                  <c:v>1.4</c:v>
                </c:pt>
              </c:numCache>
            </c:numRef>
          </c:val>
          <c:extLst>
            <c:ext xmlns:c16="http://schemas.microsoft.com/office/drawing/2014/chart" uri="{C3380CC4-5D6E-409C-BE32-E72D297353CC}">
              <c16:uniqueId val="{00000004-DC0D-4326-92D9-397426445F60}"/>
            </c:ext>
          </c:extLst>
        </c:ser>
        <c:ser>
          <c:idx val="5"/>
          <c:order val="5"/>
          <c:tx>
            <c:strRef>
              <c:f>Sheet1!$G$1</c:f>
              <c:strCache>
                <c:ptCount val="1"/>
                <c:pt idx="0">
                  <c:v>Social productivity</c:v>
                </c:pt>
              </c:strCache>
            </c:strRef>
          </c:tx>
          <c:spPr>
            <a:solidFill>
              <a:schemeClr val="accent5">
                <a:lumMod val="60000"/>
                <a:lumOff val="40000"/>
              </a:schemeClr>
            </a:solidFill>
            <a:ln>
              <a:noFill/>
            </a:ln>
            <a:effectLst/>
          </c:spPr>
          <c:invertIfNegative val="0"/>
          <c:cat>
            <c:numRef>
              <c:f>Sheet1!$A$2:$A$6</c:f>
              <c:numCache>
                <c:formatCode>General</c:formatCode>
                <c:ptCount val="5"/>
                <c:pt idx="0">
                  <c:v>2017</c:v>
                </c:pt>
                <c:pt idx="1">
                  <c:v>2022</c:v>
                </c:pt>
                <c:pt idx="2">
                  <c:v>2027</c:v>
                </c:pt>
                <c:pt idx="3">
                  <c:v>2032</c:v>
                </c:pt>
                <c:pt idx="4">
                  <c:v>2037</c:v>
                </c:pt>
              </c:numCache>
            </c:numRef>
          </c:cat>
          <c:val>
            <c:numRef>
              <c:f>Sheet1!$G$2:$G$6</c:f>
              <c:numCache>
                <c:formatCode>General</c:formatCode>
                <c:ptCount val="5"/>
                <c:pt idx="0">
                  <c:v>0.6</c:v>
                </c:pt>
                <c:pt idx="1">
                  <c:v>0.7</c:v>
                </c:pt>
                <c:pt idx="2">
                  <c:v>0.8</c:v>
                </c:pt>
                <c:pt idx="3">
                  <c:v>0.9</c:v>
                </c:pt>
                <c:pt idx="4">
                  <c:v>1</c:v>
                </c:pt>
              </c:numCache>
            </c:numRef>
          </c:val>
          <c:extLst>
            <c:ext xmlns:c16="http://schemas.microsoft.com/office/drawing/2014/chart" uri="{C3380CC4-5D6E-409C-BE32-E72D297353CC}">
              <c16:uniqueId val="{00000005-DC0D-4326-92D9-397426445F60}"/>
            </c:ext>
          </c:extLst>
        </c:ser>
        <c:ser>
          <c:idx val="6"/>
          <c:order val="6"/>
          <c:tx>
            <c:strRef>
              <c:f>Sheet1!$H$1</c:f>
              <c:strCache>
                <c:ptCount val="1"/>
                <c:pt idx="0">
                  <c:v>Disability income</c:v>
                </c:pt>
              </c:strCache>
            </c:strRef>
          </c:tx>
          <c:spPr>
            <a:solidFill>
              <a:schemeClr val="accent5">
                <a:lumMod val="75000"/>
              </a:schemeClr>
            </a:solidFill>
            <a:ln>
              <a:noFill/>
            </a:ln>
            <a:effectLst/>
          </c:spPr>
          <c:invertIfNegative val="0"/>
          <c:cat>
            <c:numRef>
              <c:f>Sheet1!$A$2:$A$6</c:f>
              <c:numCache>
                <c:formatCode>General</c:formatCode>
                <c:ptCount val="5"/>
                <c:pt idx="0">
                  <c:v>2017</c:v>
                </c:pt>
                <c:pt idx="1">
                  <c:v>2022</c:v>
                </c:pt>
                <c:pt idx="2">
                  <c:v>2027</c:v>
                </c:pt>
                <c:pt idx="3">
                  <c:v>2032</c:v>
                </c:pt>
                <c:pt idx="4">
                  <c:v>2037</c:v>
                </c:pt>
              </c:numCache>
            </c:numRef>
          </c:cat>
          <c:val>
            <c:numRef>
              <c:f>Sheet1!$H$2:$H$6</c:f>
              <c:numCache>
                <c:formatCode>General</c:formatCode>
                <c:ptCount val="5"/>
                <c:pt idx="0">
                  <c:v>4.8</c:v>
                </c:pt>
                <c:pt idx="1">
                  <c:v>5.6</c:v>
                </c:pt>
                <c:pt idx="2">
                  <c:v>6.3</c:v>
                </c:pt>
                <c:pt idx="3">
                  <c:v>7</c:v>
                </c:pt>
                <c:pt idx="4">
                  <c:v>7.5</c:v>
                </c:pt>
              </c:numCache>
            </c:numRef>
          </c:val>
          <c:extLst>
            <c:ext xmlns:c16="http://schemas.microsoft.com/office/drawing/2014/chart" uri="{C3380CC4-5D6E-409C-BE32-E72D297353CC}">
              <c16:uniqueId val="{00000006-DC0D-4326-92D9-397426445F60}"/>
            </c:ext>
          </c:extLst>
        </c:ser>
        <c:ser>
          <c:idx val="7"/>
          <c:order val="7"/>
          <c:tx>
            <c:strRef>
              <c:f>Sheet1!$I$1</c:f>
              <c:strCache>
                <c:ptCount val="1"/>
                <c:pt idx="0">
                  <c:v>Paid care</c:v>
                </c:pt>
              </c:strCache>
            </c:strRef>
          </c:tx>
          <c:spPr>
            <a:solidFill>
              <a:schemeClr val="accent5">
                <a:lumMod val="60000"/>
                <a:lumOff val="40000"/>
              </a:schemeClr>
            </a:solidFill>
            <a:ln>
              <a:noFill/>
            </a:ln>
            <a:effectLst/>
          </c:spPr>
          <c:invertIfNegative val="0"/>
          <c:cat>
            <c:numRef>
              <c:f>Sheet1!$A$2:$A$6</c:f>
              <c:numCache>
                <c:formatCode>General</c:formatCode>
                <c:ptCount val="5"/>
                <c:pt idx="0">
                  <c:v>2017</c:v>
                </c:pt>
                <c:pt idx="1">
                  <c:v>2022</c:v>
                </c:pt>
                <c:pt idx="2">
                  <c:v>2027</c:v>
                </c:pt>
                <c:pt idx="3">
                  <c:v>2032</c:v>
                </c:pt>
                <c:pt idx="4">
                  <c:v>2037</c:v>
                </c:pt>
              </c:numCache>
            </c:numRef>
          </c:cat>
          <c:val>
            <c:numRef>
              <c:f>Sheet1!$I$2:$I$6</c:f>
              <c:numCache>
                <c:formatCode>General</c:formatCode>
                <c:ptCount val="5"/>
                <c:pt idx="0">
                  <c:v>3.8</c:v>
                </c:pt>
                <c:pt idx="1">
                  <c:v>4.5</c:v>
                </c:pt>
                <c:pt idx="2">
                  <c:v>5.0999999999999996</c:v>
                </c:pt>
                <c:pt idx="3">
                  <c:v>5.6</c:v>
                </c:pt>
                <c:pt idx="4">
                  <c:v>6.1</c:v>
                </c:pt>
              </c:numCache>
            </c:numRef>
          </c:val>
          <c:extLst>
            <c:ext xmlns:c16="http://schemas.microsoft.com/office/drawing/2014/chart" uri="{C3380CC4-5D6E-409C-BE32-E72D297353CC}">
              <c16:uniqueId val="{00000007-DC0D-4326-92D9-397426445F60}"/>
            </c:ext>
          </c:extLst>
        </c:ser>
        <c:ser>
          <c:idx val="8"/>
          <c:order val="8"/>
          <c:tx>
            <c:strRef>
              <c:f>Sheet1!$J$1</c:f>
              <c:strCache>
                <c:ptCount val="1"/>
                <c:pt idx="0">
                  <c:v>Other non-medical</c:v>
                </c:pt>
              </c:strCache>
            </c:strRef>
          </c:tx>
          <c:spPr>
            <a:solidFill>
              <a:schemeClr val="accent5">
                <a:lumMod val="75000"/>
              </a:schemeClr>
            </a:solidFill>
            <a:ln>
              <a:noFill/>
            </a:ln>
            <a:effectLst/>
          </c:spPr>
          <c:invertIfNegative val="0"/>
          <c:cat>
            <c:numRef>
              <c:f>Sheet1!$A$2:$A$6</c:f>
              <c:numCache>
                <c:formatCode>General</c:formatCode>
                <c:ptCount val="5"/>
                <c:pt idx="0">
                  <c:v>2017</c:v>
                </c:pt>
                <c:pt idx="1">
                  <c:v>2022</c:v>
                </c:pt>
                <c:pt idx="2">
                  <c:v>2027</c:v>
                </c:pt>
                <c:pt idx="3">
                  <c:v>2032</c:v>
                </c:pt>
                <c:pt idx="4">
                  <c:v>2037</c:v>
                </c:pt>
              </c:numCache>
            </c:numRef>
          </c:cat>
          <c:val>
            <c:numRef>
              <c:f>Sheet1!$J$2:$J$6</c:f>
              <c:numCache>
                <c:formatCode>General</c:formatCode>
                <c:ptCount val="5"/>
                <c:pt idx="0">
                  <c:v>3.7</c:v>
                </c:pt>
                <c:pt idx="1">
                  <c:v>4.3</c:v>
                </c:pt>
                <c:pt idx="2">
                  <c:v>4.9000000000000004</c:v>
                </c:pt>
                <c:pt idx="3">
                  <c:v>5.4</c:v>
                </c:pt>
                <c:pt idx="4">
                  <c:v>5.8</c:v>
                </c:pt>
              </c:numCache>
            </c:numRef>
          </c:val>
          <c:extLst>
            <c:ext xmlns:c16="http://schemas.microsoft.com/office/drawing/2014/chart" uri="{C3380CC4-5D6E-409C-BE32-E72D297353CC}">
              <c16:uniqueId val="{00000008-DC0D-4326-92D9-397426445F60}"/>
            </c:ext>
          </c:extLst>
        </c:ser>
        <c:ser>
          <c:idx val="9"/>
          <c:order val="9"/>
          <c:tx>
            <c:strRef>
              <c:f>Sheet1!$K$1</c:f>
              <c:strCache>
                <c:ptCount val="1"/>
                <c:pt idx="0">
                  <c:v>Care partner productivity</c:v>
                </c:pt>
              </c:strCache>
            </c:strRef>
          </c:tx>
          <c:spPr>
            <a:solidFill>
              <a:schemeClr val="accent5">
                <a:lumMod val="60000"/>
                <a:lumOff val="40000"/>
              </a:schemeClr>
            </a:solidFill>
            <a:ln>
              <a:noFill/>
            </a:ln>
            <a:effectLst/>
          </c:spPr>
          <c:invertIfNegative val="0"/>
          <c:cat>
            <c:numRef>
              <c:f>Sheet1!$A$2:$A$6</c:f>
              <c:numCache>
                <c:formatCode>General</c:formatCode>
                <c:ptCount val="5"/>
                <c:pt idx="0">
                  <c:v>2017</c:v>
                </c:pt>
                <c:pt idx="1">
                  <c:v>2022</c:v>
                </c:pt>
                <c:pt idx="2">
                  <c:v>2027</c:v>
                </c:pt>
                <c:pt idx="3">
                  <c:v>2032</c:v>
                </c:pt>
                <c:pt idx="4">
                  <c:v>2037</c:v>
                </c:pt>
              </c:numCache>
            </c:numRef>
          </c:cat>
          <c:val>
            <c:numRef>
              <c:f>Sheet1!$K$2:$K$6</c:f>
              <c:numCache>
                <c:formatCode>General</c:formatCode>
                <c:ptCount val="5"/>
                <c:pt idx="0">
                  <c:v>6.6</c:v>
                </c:pt>
                <c:pt idx="1">
                  <c:v>7.6</c:v>
                </c:pt>
                <c:pt idx="2">
                  <c:v>8.6999999999999993</c:v>
                </c:pt>
                <c:pt idx="3">
                  <c:v>9.6</c:v>
                </c:pt>
                <c:pt idx="4">
                  <c:v>10.3</c:v>
                </c:pt>
              </c:numCache>
            </c:numRef>
          </c:val>
          <c:extLst>
            <c:ext xmlns:c16="http://schemas.microsoft.com/office/drawing/2014/chart" uri="{C3380CC4-5D6E-409C-BE32-E72D297353CC}">
              <c16:uniqueId val="{00000009-DC0D-4326-92D9-397426445F60}"/>
            </c:ext>
          </c:extLst>
        </c:ser>
        <c:dLbls>
          <c:showLegendKey val="0"/>
          <c:showVal val="0"/>
          <c:showCatName val="0"/>
          <c:showSerName val="0"/>
          <c:showPercent val="0"/>
          <c:showBubbleSize val="0"/>
        </c:dLbls>
        <c:gapWidth val="150"/>
        <c:overlap val="100"/>
        <c:axId val="1726821903"/>
        <c:axId val="1726819983"/>
      </c:barChart>
      <c:catAx>
        <c:axId val="1726821903"/>
        <c:scaling>
          <c:orientation val="minMax"/>
        </c:scaling>
        <c:delete val="0"/>
        <c:axPos val="b"/>
        <c:numFmt formatCode="General" sourceLinked="1"/>
        <c:majorTickMark val="out"/>
        <c:minorTickMark val="none"/>
        <c:tickLblPos val="nextTo"/>
        <c:spPr>
          <a:noFill/>
          <a:ln w="19050" cap="flat" cmpd="sng" algn="ctr">
            <a:solidFill>
              <a:schemeClr val="tx2"/>
            </a:solidFill>
            <a:round/>
          </a:ln>
          <a:effectLst/>
        </c:spPr>
        <c:txPr>
          <a:bodyPr rot="-60000000" spcFirstLastPara="1" vertOverflow="ellipsis" vert="horz" wrap="square" anchor="ctr" anchorCtr="1"/>
          <a:lstStyle/>
          <a:p>
            <a:pPr>
              <a:defRPr sz="1200" b="0" i="0" u="none" strike="noStrike" kern="1200" baseline="0">
                <a:solidFill>
                  <a:schemeClr val="tx2"/>
                </a:solidFill>
                <a:latin typeface="+mn-lt"/>
                <a:ea typeface="+mn-ea"/>
                <a:cs typeface="+mn-cs"/>
              </a:defRPr>
            </a:pPr>
            <a:endParaRPr lang="en-US"/>
          </a:p>
        </c:txPr>
        <c:crossAx val="1726819983"/>
        <c:crosses val="autoZero"/>
        <c:auto val="1"/>
        <c:lblAlgn val="ctr"/>
        <c:lblOffset val="100"/>
        <c:noMultiLvlLbl val="0"/>
      </c:catAx>
      <c:valAx>
        <c:axId val="1726819983"/>
        <c:scaling>
          <c:orientation val="minMax"/>
        </c:scaling>
        <c:delete val="0"/>
        <c:axPos val="l"/>
        <c:majorGridlines>
          <c:spPr>
            <a:ln w="9525" cap="flat" cmpd="sng" algn="ctr">
              <a:solidFill>
                <a:schemeClr val="bg1">
                  <a:lumMod val="85000"/>
                </a:schemeClr>
              </a:solidFill>
              <a:round/>
            </a:ln>
            <a:effectLst/>
          </c:spPr>
        </c:majorGridlines>
        <c:numFmt formatCode="General" sourceLinked="1"/>
        <c:majorTickMark val="out"/>
        <c:minorTickMark val="none"/>
        <c:tickLblPos val="nextTo"/>
        <c:spPr>
          <a:noFill/>
          <a:ln w="19050">
            <a:solidFill>
              <a:schemeClr val="tx2"/>
            </a:solidFill>
          </a:ln>
          <a:effectLst/>
        </c:spPr>
        <c:txPr>
          <a:bodyPr rot="-60000000" spcFirstLastPara="1" vertOverflow="ellipsis" vert="horz" wrap="square" anchor="ctr" anchorCtr="1"/>
          <a:lstStyle/>
          <a:p>
            <a:pPr>
              <a:defRPr sz="1200" b="0" i="0" u="none" strike="noStrike" kern="1200" baseline="0">
                <a:solidFill>
                  <a:schemeClr val="tx2"/>
                </a:solidFill>
                <a:latin typeface="+mn-lt"/>
                <a:ea typeface="+mn-ea"/>
                <a:cs typeface="+mn-cs"/>
              </a:defRPr>
            </a:pPr>
            <a:endParaRPr lang="en-US"/>
          </a:p>
        </c:txPr>
        <c:crossAx val="172682190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200">
          <a:solidFill>
            <a:schemeClr val="tx2"/>
          </a:solidFill>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45659" cy="495427"/>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50444" y="0"/>
            <a:ext cx="2945659" cy="495427"/>
          </a:xfrm>
          <a:prstGeom prst="rect">
            <a:avLst/>
          </a:prstGeom>
        </p:spPr>
        <p:txBody>
          <a:bodyPr vert="horz" lIns="91440" tIns="45720" rIns="91440" bIns="45720" rtlCol="0"/>
          <a:lstStyle>
            <a:lvl1pPr algn="r">
              <a:defRPr sz="1200"/>
            </a:lvl1pPr>
          </a:lstStyle>
          <a:p>
            <a:fld id="{3B6579D3-62B4-4809-8D0C-4876020E209D}" type="datetimeFigureOut">
              <a:rPr lang="en-GB" smtClean="0"/>
              <a:t>31/01/2025</a:t>
            </a:fld>
            <a:endParaRPr lang="en-GB"/>
          </a:p>
        </p:txBody>
      </p:sp>
      <p:sp>
        <p:nvSpPr>
          <p:cNvPr id="4" name="Footer Placeholder 3"/>
          <p:cNvSpPr>
            <a:spLocks noGrp="1"/>
          </p:cNvSpPr>
          <p:nvPr>
            <p:ph type="ftr" sz="quarter" idx="2"/>
          </p:nvPr>
        </p:nvSpPr>
        <p:spPr>
          <a:xfrm>
            <a:off x="1" y="9378824"/>
            <a:ext cx="2945659" cy="495426"/>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50444" y="9378824"/>
            <a:ext cx="2945659" cy="495426"/>
          </a:xfrm>
          <a:prstGeom prst="rect">
            <a:avLst/>
          </a:prstGeom>
        </p:spPr>
        <p:txBody>
          <a:bodyPr vert="horz" lIns="91440" tIns="45720" rIns="91440" bIns="45720" rtlCol="0" anchor="b"/>
          <a:lstStyle>
            <a:lvl1pPr algn="r">
              <a:defRPr sz="1200"/>
            </a:lvl1pPr>
          </a:lstStyle>
          <a:p>
            <a:fld id="{0BF24BB8-5B68-4097-BC86-B79371C4510A}" type="slidenum">
              <a:rPr lang="en-GB" smtClean="0"/>
              <a:t>‹#›</a:t>
            </a:fld>
            <a:endParaRPr lang="en-GB"/>
          </a:p>
        </p:txBody>
      </p:sp>
    </p:spTree>
    <p:extLst>
      <p:ext uri="{BB962C8B-B14F-4D97-AF65-F5344CB8AC3E}">
        <p14:creationId xmlns:p14="http://schemas.microsoft.com/office/powerpoint/2010/main" val="20582021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45659" cy="49542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4" y="0"/>
            <a:ext cx="2945659" cy="495427"/>
          </a:xfrm>
          <a:prstGeom prst="rect">
            <a:avLst/>
          </a:prstGeom>
        </p:spPr>
        <p:txBody>
          <a:bodyPr vert="horz" lIns="91440" tIns="45720" rIns="91440" bIns="45720" rtlCol="0"/>
          <a:lstStyle>
            <a:lvl1pPr algn="r">
              <a:defRPr sz="1200"/>
            </a:lvl1pPr>
          </a:lstStyle>
          <a:p>
            <a:fld id="{799FA8D8-D74F-5A4A-BB10-7F88E22CEF6D}" type="datetimeFigureOut">
              <a:rPr lang="da-DK"/>
              <a:t>31-01-2025</a:t>
            </a:fld>
            <a:endParaRPr lang="en-US"/>
          </a:p>
        </p:txBody>
      </p:sp>
      <p:sp>
        <p:nvSpPr>
          <p:cNvPr id="4" name="Slide Image Placeholder 3"/>
          <p:cNvSpPr>
            <a:spLocks noGrp="1" noRot="1" noChangeAspect="1"/>
          </p:cNvSpPr>
          <p:nvPr>
            <p:ph type="sldImg" idx="2"/>
          </p:nvPr>
        </p:nvSpPr>
        <p:spPr>
          <a:xfrm>
            <a:off x="438150" y="1235075"/>
            <a:ext cx="5921375" cy="3330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751983"/>
            <a:ext cx="5438140" cy="3887986"/>
          </a:xfrm>
          <a:prstGeom prst="rect">
            <a:avLst/>
          </a:prstGeom>
        </p:spPr>
        <p:txBody>
          <a:bodyPr vert="horz" lIns="91440" tIns="45720" rIns="91440" bIns="45720" rtlCol="0"/>
          <a:lstStyle/>
          <a:p>
            <a:pPr lvl="0"/>
            <a:r>
              <a:rPr lang="da-DK"/>
              <a:t>Click to edit Master text styles</a:t>
            </a:r>
          </a:p>
          <a:p>
            <a:pPr lvl="1"/>
            <a:r>
              <a:rPr lang="da-DK"/>
              <a:t>Second level</a:t>
            </a:r>
          </a:p>
          <a:p>
            <a:pPr lvl="2"/>
            <a:r>
              <a:rPr lang="da-DK"/>
              <a:t>Third level</a:t>
            </a:r>
          </a:p>
          <a:p>
            <a:pPr lvl="3"/>
            <a:r>
              <a:rPr lang="da-DK"/>
              <a:t>Fourth level</a:t>
            </a:r>
          </a:p>
          <a:p>
            <a:pPr lvl="4"/>
            <a:r>
              <a:rPr lang="da-DK"/>
              <a:t>Fifth level</a:t>
            </a:r>
            <a:endParaRPr lang="en-US"/>
          </a:p>
        </p:txBody>
      </p:sp>
      <p:sp>
        <p:nvSpPr>
          <p:cNvPr id="6" name="Footer Placeholder 5"/>
          <p:cNvSpPr>
            <a:spLocks noGrp="1"/>
          </p:cNvSpPr>
          <p:nvPr>
            <p:ph type="ftr" sz="quarter" idx="4"/>
          </p:nvPr>
        </p:nvSpPr>
        <p:spPr>
          <a:xfrm>
            <a:off x="1" y="9378824"/>
            <a:ext cx="2945659" cy="495426"/>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4" y="9378824"/>
            <a:ext cx="2945659" cy="495426"/>
          </a:xfrm>
          <a:prstGeom prst="rect">
            <a:avLst/>
          </a:prstGeom>
        </p:spPr>
        <p:txBody>
          <a:bodyPr vert="horz" lIns="91440" tIns="45720" rIns="91440" bIns="45720" rtlCol="0" anchor="b"/>
          <a:lstStyle>
            <a:lvl1pPr algn="r">
              <a:defRPr sz="1200"/>
            </a:lvl1pPr>
          </a:lstStyle>
          <a:p>
            <a:fld id="{037C2873-EBE5-CF42-9E30-7832FC02D1D9}" type="slidenum">
              <a:rPr/>
              <a:t>‹#›</a:t>
            </a:fld>
            <a:endParaRPr lang="en-US"/>
          </a:p>
        </p:txBody>
      </p:sp>
    </p:spTree>
    <p:extLst>
      <p:ext uri="{BB962C8B-B14F-4D97-AF65-F5344CB8AC3E}">
        <p14:creationId xmlns:p14="http://schemas.microsoft.com/office/powerpoint/2010/main" val="47269356"/>
      </p:ext>
    </p:extLst>
  </p:cSld>
  <p:clrMap bg1="lt1" tx1="dk1" bg2="lt2" tx2="dk2" accent1="accent1" accent2="accent2" accent3="accent3" accent4="accent4" accent5="accent5" accent6="accent6" hlink="hlink" folHlink="folHlink"/>
  <p:notesStyle>
    <a:lvl1pPr marL="0" algn="l" defTabSz="914400" rtl="0" eaLnBrk="1" latinLnBrk="0" hangingPunct="1">
      <a:spcBef>
        <a:spcPts val="360"/>
      </a:spcBef>
      <a:defRPr sz="1000" kern="1200">
        <a:solidFill>
          <a:schemeClr val="tx1"/>
        </a:solidFill>
        <a:latin typeface="+mn-lt"/>
        <a:ea typeface="+mn-ea"/>
        <a:cs typeface="+mn-cs"/>
      </a:defRPr>
    </a:lvl1pPr>
    <a:lvl2pPr marL="457200" algn="l" defTabSz="914400" rtl="0" eaLnBrk="1" latinLnBrk="0" hangingPunct="1">
      <a:spcBef>
        <a:spcPts val="360"/>
      </a:spcBef>
      <a:defRPr sz="1000" kern="1200">
        <a:solidFill>
          <a:schemeClr val="tx1"/>
        </a:solidFill>
        <a:latin typeface="+mn-lt"/>
        <a:ea typeface="+mn-ea"/>
        <a:cs typeface="+mn-cs"/>
      </a:defRPr>
    </a:lvl2pPr>
    <a:lvl3pPr marL="914400" algn="l" defTabSz="914400" rtl="0" eaLnBrk="1" latinLnBrk="0" hangingPunct="1">
      <a:spcBef>
        <a:spcPts val="360"/>
      </a:spcBef>
      <a:defRPr sz="1000" kern="1200">
        <a:solidFill>
          <a:schemeClr val="tx1"/>
        </a:solidFill>
        <a:latin typeface="+mn-lt"/>
        <a:ea typeface="+mn-ea"/>
        <a:cs typeface="+mn-cs"/>
      </a:defRPr>
    </a:lvl3pPr>
    <a:lvl4pPr marL="1371600" algn="l" defTabSz="914400" rtl="0" eaLnBrk="1" latinLnBrk="0" hangingPunct="1">
      <a:spcBef>
        <a:spcPts val="360"/>
      </a:spcBef>
      <a:defRPr sz="1000" kern="1200">
        <a:solidFill>
          <a:schemeClr val="tx1"/>
        </a:solidFill>
        <a:latin typeface="+mn-lt"/>
        <a:ea typeface="+mn-ea"/>
        <a:cs typeface="+mn-cs"/>
      </a:defRPr>
    </a:lvl4pPr>
    <a:lvl5pPr marL="1828800" algn="l" defTabSz="914400" rtl="0" eaLnBrk="1" latinLnBrk="0" hangingPunct="1">
      <a:spcBef>
        <a:spcPts val="360"/>
      </a:spcBef>
      <a:defRPr sz="10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10"/>
          </p:nvPr>
        </p:nvSpPr>
        <p:spPr/>
        <p:txBody>
          <a:bodyPr/>
          <a:lstStyle/>
          <a:p>
            <a:fld id="{037C2873-EBE5-CF42-9E30-7832FC02D1D9}" type="slidenum">
              <a:rPr lang="en-GB" smtClean="0"/>
              <a:t>1</a:t>
            </a:fld>
            <a:endParaRPr lang="en-GB" dirty="0"/>
          </a:p>
        </p:txBody>
      </p:sp>
    </p:spTree>
    <p:extLst>
      <p:ext uri="{BB962C8B-B14F-4D97-AF65-F5344CB8AC3E}">
        <p14:creationId xmlns:p14="http://schemas.microsoft.com/office/powerpoint/2010/main" val="16797445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037C2873-EBE5-CF42-9E30-7832FC02D1D9}" type="slidenum">
              <a:rPr lang="en-GB" smtClean="0"/>
              <a:t>2</a:t>
            </a:fld>
            <a:endParaRPr lang="en-GB" dirty="0"/>
          </a:p>
        </p:txBody>
      </p:sp>
    </p:spTree>
    <p:extLst>
      <p:ext uri="{BB962C8B-B14F-4D97-AF65-F5344CB8AC3E}">
        <p14:creationId xmlns:p14="http://schemas.microsoft.com/office/powerpoint/2010/main" val="22274355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768" y="4751983"/>
            <a:ext cx="5438140" cy="4738175"/>
          </a:xfrm>
        </p:spPr>
        <p:txBody>
          <a:bodyPr/>
          <a:lstStyle/>
          <a:p>
            <a:r>
              <a:rPr lang="en-GB" dirty="0"/>
              <a:t>Although PD is the fastest growing neurodegenerative disorder worldwide,</a:t>
            </a:r>
            <a:r>
              <a:rPr lang="en-GB" baseline="30000" dirty="0"/>
              <a:t>1,6</a:t>
            </a:r>
            <a:r>
              <a:rPr lang="en-GB" dirty="0"/>
              <a:t> it is difficult to estimate the total number of people in the world who are affected by PD, as the methods used to collect these data differ between countries.</a:t>
            </a:r>
            <a:r>
              <a:rPr lang="en-GB" baseline="30000" dirty="0"/>
              <a:t>10</a:t>
            </a:r>
            <a:r>
              <a:rPr lang="en-GB" dirty="0"/>
              <a:t> </a:t>
            </a:r>
            <a:r>
              <a:rPr lang="en-GB" dirty="0">
                <a:highlight>
                  <a:srgbClr val="00FFFF"/>
                </a:highlight>
              </a:rPr>
              <a:t>In a study published in 2007, the </a:t>
            </a:r>
            <a:r>
              <a:rPr lang="en-GB" dirty="0"/>
              <a:t>prevalence of PD was predicted to increase substantially over the following few decades, estimating that, by 2030, the global prevalence of PD would more than double, to between 8.7 million and 9.3 million individuals.</a:t>
            </a:r>
            <a:r>
              <a:rPr lang="en-GB" baseline="30000" dirty="0"/>
              <a:t>11</a:t>
            </a:r>
            <a:r>
              <a:rPr lang="en-GB" dirty="0"/>
              <a:t> </a:t>
            </a:r>
            <a:r>
              <a:rPr lang="en-GB" dirty="0">
                <a:highlight>
                  <a:srgbClr val="00FFFF"/>
                </a:highlight>
              </a:rPr>
              <a:t>However, as stated on the slide, estimates already place the number of people worldwide with Parkinson’s disease at over 10 million.</a:t>
            </a:r>
            <a:r>
              <a:rPr lang="en-GB" baseline="30000" dirty="0">
                <a:highlight>
                  <a:srgbClr val="00FFFF"/>
                </a:highlight>
              </a:rPr>
              <a:t>5,6 </a:t>
            </a:r>
            <a:endParaRPr lang="en-GB" dirty="0">
              <a:highlight>
                <a:srgbClr val="00FFFF"/>
              </a:highlight>
            </a:endParaRPr>
          </a:p>
          <a:p>
            <a:r>
              <a:rPr lang="en-GB" dirty="0"/>
              <a:t>The fact that PD is a prevalent disease that is costly to manage means that it has become an important public health issue.</a:t>
            </a:r>
            <a:r>
              <a:rPr lang="en-GB" baseline="30000" dirty="0"/>
              <a:t>4</a:t>
            </a:r>
            <a:endParaRPr lang="en-GB" dirty="0"/>
          </a:p>
          <a:p>
            <a:r>
              <a:rPr lang="en-GB" dirty="0"/>
              <a:t> </a:t>
            </a:r>
          </a:p>
          <a:p>
            <a:r>
              <a:rPr lang="en-GB" dirty="0"/>
              <a:t>References:</a:t>
            </a:r>
          </a:p>
          <a:p>
            <a:pPr marL="228600" indent="-228600">
              <a:buFont typeface="+mj-lt"/>
              <a:buAutoNum type="arabicPeriod"/>
            </a:pPr>
            <a:r>
              <a:rPr lang="en-GB" sz="1000" dirty="0">
                <a:highlight>
                  <a:srgbClr val="00FFFF"/>
                </a:highlight>
              </a:rPr>
              <a:t>GBD 2016 Parkinson’s Disease Collaborators. Global, regional, and national burden of Parkinson’s disease, 1990–2016: a systematic analysis for the Global Burden of Disease Study 2016. Lancet Neurol 2018; 17 (11): 939–953.</a:t>
            </a:r>
          </a:p>
          <a:p>
            <a:pPr marL="228600" indent="-228600">
              <a:buFont typeface="+mj-lt"/>
              <a:buAutoNum type="arabicPeriod"/>
            </a:pPr>
            <a:r>
              <a:rPr lang="en-GB" sz="1000" dirty="0">
                <a:highlight>
                  <a:srgbClr val="00FFFF"/>
                </a:highlight>
              </a:rPr>
              <a:t>Ben-Shlomo Y, Darweesh S, </a:t>
            </a:r>
            <a:r>
              <a:rPr lang="en-GB" sz="1000" dirty="0" err="1">
                <a:highlight>
                  <a:srgbClr val="00FFFF"/>
                </a:highlight>
              </a:rPr>
              <a:t>Llibre</a:t>
            </a:r>
            <a:r>
              <a:rPr lang="en-GB" sz="1000" dirty="0">
                <a:highlight>
                  <a:srgbClr val="00FFFF"/>
                </a:highlight>
              </a:rPr>
              <a:t>-Guerra J, et al. </a:t>
            </a:r>
            <a:r>
              <a:rPr lang="en-US" sz="1000" dirty="0">
                <a:highlight>
                  <a:srgbClr val="00FFFF"/>
                </a:highlight>
              </a:rPr>
              <a:t>Parkinson’s disease 1: the epidemiology of Parkinson’s disease. Lancet 2024; 403: 283–292.</a:t>
            </a:r>
            <a:endParaRPr lang="en-GB" sz="1000" dirty="0">
              <a:highlight>
                <a:srgbClr val="00FFFF"/>
              </a:highlight>
            </a:endParaRPr>
          </a:p>
          <a:p>
            <a:pPr marL="228600" indent="-228600">
              <a:buFont typeface="+mj-lt"/>
              <a:buAutoNum type="arabicPeriod"/>
            </a:pPr>
            <a:r>
              <a:rPr lang="en-US" sz="1000" dirty="0">
                <a:highlight>
                  <a:srgbClr val="00FFFF"/>
                </a:highlight>
              </a:rPr>
              <a:t>Oxford Concise Medical Dictionary. Tenth Edition. © Oxford University Press, 2020. </a:t>
            </a:r>
            <a:endParaRPr lang="en-GB" sz="1000" dirty="0">
              <a:highlight>
                <a:srgbClr val="00FFFF"/>
              </a:highlight>
            </a:endParaRPr>
          </a:p>
          <a:p>
            <a:pPr marL="228600" indent="-228600">
              <a:buFont typeface="+mj-lt"/>
              <a:buAutoNum type="arabicPeriod"/>
            </a:pPr>
            <a:r>
              <a:rPr lang="en-GB" sz="1000" dirty="0">
                <a:highlight>
                  <a:srgbClr val="00FFFF"/>
                </a:highlight>
              </a:rPr>
              <a:t>World Health Organization. Parkinson disease fact sheet. Available at: https://</a:t>
            </a:r>
            <a:r>
              <a:rPr lang="en-GB" sz="1000" dirty="0" err="1">
                <a:highlight>
                  <a:srgbClr val="00FFFF"/>
                </a:highlight>
              </a:rPr>
              <a:t>www.who.int</a:t>
            </a:r>
            <a:r>
              <a:rPr lang="en-GB" sz="1000" dirty="0">
                <a:highlight>
                  <a:srgbClr val="00FFFF"/>
                </a:highlight>
              </a:rPr>
              <a:t>/news-room/fact-sheets/detail/parkinson-disease. Accessed November 2024.</a:t>
            </a:r>
          </a:p>
          <a:p>
            <a:pPr marL="228600" indent="-228600">
              <a:buFont typeface="+mj-lt"/>
              <a:buAutoNum type="arabicPeriod"/>
            </a:pPr>
            <a:r>
              <a:rPr lang="en-GB" sz="1000" dirty="0">
                <a:highlight>
                  <a:srgbClr val="00FFFF"/>
                </a:highlight>
              </a:rPr>
              <a:t>Parkinson’s Foundation website. Available at: https://</a:t>
            </a:r>
            <a:r>
              <a:rPr lang="en-GB" sz="1000" dirty="0" err="1">
                <a:highlight>
                  <a:srgbClr val="00FFFF"/>
                </a:highlight>
              </a:rPr>
              <a:t>www.parkinson.org</a:t>
            </a:r>
            <a:r>
              <a:rPr lang="en-GB" sz="1000" dirty="0">
                <a:highlight>
                  <a:srgbClr val="00FFFF"/>
                </a:highlight>
              </a:rPr>
              <a:t>/understanding-</a:t>
            </a:r>
            <a:r>
              <a:rPr lang="en-GB" sz="1000" dirty="0" err="1">
                <a:highlight>
                  <a:srgbClr val="00FFFF"/>
                </a:highlight>
              </a:rPr>
              <a:t>parkinsons</a:t>
            </a:r>
            <a:r>
              <a:rPr lang="en-GB" sz="1000" dirty="0">
                <a:highlight>
                  <a:srgbClr val="00FFFF"/>
                </a:highlight>
              </a:rPr>
              <a:t>/statistics. Accessed November 2024.</a:t>
            </a:r>
          </a:p>
          <a:p>
            <a:pPr marL="228600" indent="-228600">
              <a:buFont typeface="+mj-lt"/>
              <a:buAutoNum type="arabicPeriod"/>
            </a:pPr>
            <a:r>
              <a:rPr lang="en-US" sz="1000" dirty="0">
                <a:highlight>
                  <a:srgbClr val="00FFFF"/>
                </a:highlight>
              </a:rPr>
              <a:t>Parkinson’s Europe website. Available at: https://</a:t>
            </a:r>
            <a:r>
              <a:rPr lang="en-US" sz="1000" dirty="0" err="1">
                <a:highlight>
                  <a:srgbClr val="00FFFF"/>
                </a:highlight>
              </a:rPr>
              <a:t>parkinsonseurope.org</a:t>
            </a:r>
            <a:r>
              <a:rPr lang="en-US" sz="1000" dirty="0">
                <a:highlight>
                  <a:srgbClr val="00FFFF"/>
                </a:highlight>
              </a:rPr>
              <a:t>/facts-and-figures/statistics/. Accessed November 2024.</a:t>
            </a:r>
          </a:p>
          <a:p>
            <a:pPr marL="228600" indent="-228600">
              <a:buFont typeface="+mj-lt"/>
              <a:buAutoNum type="arabicPeriod"/>
            </a:pPr>
            <a:r>
              <a:rPr lang="en-US" sz="1000" dirty="0"/>
              <a:t>Tysnes OB, </a:t>
            </a:r>
            <a:r>
              <a:rPr lang="en-US" sz="1000" dirty="0" err="1"/>
              <a:t>Storstein</a:t>
            </a:r>
            <a:r>
              <a:rPr lang="en-US" sz="1000" dirty="0"/>
              <a:t> A. Epidemiology of Parkinson’s disease. J Neural Transm 2017; 124 (8): 901–905.</a:t>
            </a:r>
          </a:p>
          <a:p>
            <a:pPr marL="228600" indent="-228600">
              <a:buFont typeface="+mj-lt"/>
              <a:buAutoNum type="arabicPeriod"/>
            </a:pPr>
            <a:r>
              <a:rPr lang="en-US" sz="1000" dirty="0"/>
              <a:t>de Lau LML, Breteler MMB. Epidemiology of Parkinson’s disease. Lancet Neurol 2006; 5 (6): 525–535.</a:t>
            </a:r>
          </a:p>
          <a:p>
            <a:pPr marL="228600" indent="-228600">
              <a:buFont typeface="+mj-lt"/>
              <a:buAutoNum type="arabicPeriod"/>
            </a:pPr>
            <a:r>
              <a:rPr lang="en-GB" sz="1000" dirty="0">
                <a:highlight>
                  <a:srgbClr val="00FFFF"/>
                </a:highlight>
              </a:rPr>
              <a:t>GBD 2021 Nervous System Disorders Collaborators. Global, regional, and national burden of disorders affecting the nervous system, 1990–2021: a systematic analysis for the Global Burden of Disease Study 2021. Lancet Neurol 2024; 23 (4): 344–381.</a:t>
            </a:r>
          </a:p>
          <a:p>
            <a:pPr marL="228600" indent="-228600">
              <a:buFont typeface="+mj-lt"/>
              <a:buAutoNum type="arabicPeriod"/>
            </a:pPr>
            <a:r>
              <a:rPr lang="en-GB" dirty="0" err="1"/>
              <a:t>Hirtz</a:t>
            </a:r>
            <a:r>
              <a:rPr lang="en-GB" dirty="0"/>
              <a:t> D, Thurman DJ, Gwinn-Hardy K, et al. How common are the “common” neurologic disorders? Neurology 2007; 68 (5): 326–337.</a:t>
            </a:r>
          </a:p>
          <a:p>
            <a:pPr marL="228600" lvl="0" indent="-228600">
              <a:buFont typeface="+mj-lt"/>
              <a:buAutoNum type="arabicPeriod"/>
            </a:pPr>
            <a:r>
              <a:rPr lang="en-GB" dirty="0"/>
              <a:t>Dorsey ER, Constantinescu R, Thompson JP, et al. Projected number of people with Parkinson disease in the most populous nations, 2005 through 2030. Neurology 2007; 68 (5): 384–386.</a:t>
            </a:r>
          </a:p>
        </p:txBody>
      </p:sp>
      <p:sp>
        <p:nvSpPr>
          <p:cNvPr id="4" name="Slide Number Placeholder 3"/>
          <p:cNvSpPr>
            <a:spLocks noGrp="1"/>
          </p:cNvSpPr>
          <p:nvPr>
            <p:ph type="sldNum" sz="quarter" idx="10"/>
          </p:nvPr>
        </p:nvSpPr>
        <p:spPr/>
        <p:txBody>
          <a:bodyPr/>
          <a:lstStyle/>
          <a:p>
            <a:fld id="{037C2873-EBE5-CF42-9E30-7832FC02D1D9}" type="slidenum">
              <a:rPr lang="en-GB" smtClean="0"/>
              <a:t>3</a:t>
            </a:fld>
            <a:endParaRPr lang="en-GB"/>
          </a:p>
        </p:txBody>
      </p:sp>
    </p:spTree>
    <p:extLst>
      <p:ext uri="{BB962C8B-B14F-4D97-AF65-F5344CB8AC3E}">
        <p14:creationId xmlns:p14="http://schemas.microsoft.com/office/powerpoint/2010/main" val="29198815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highlight>
                  <a:srgbClr val="00FFFF"/>
                </a:highlight>
              </a:rPr>
              <a:t>Approximately 1 million individuals in the USA are living with PD.</a:t>
            </a:r>
            <a:r>
              <a:rPr lang="en-GB" baseline="30000" dirty="0">
                <a:highlight>
                  <a:srgbClr val="00FFFF"/>
                </a:highlight>
              </a:rPr>
              <a:t>1,2</a:t>
            </a:r>
            <a:r>
              <a:rPr lang="en-GB" dirty="0">
                <a:highlight>
                  <a:srgbClr val="00FFFF"/>
                </a:highlight>
              </a:rPr>
              <a:t> According to data from the </a:t>
            </a:r>
            <a:r>
              <a:rPr lang="en-US" dirty="0">
                <a:highlight>
                  <a:srgbClr val="00FFFF"/>
                </a:highlight>
              </a:rPr>
              <a:t>Parkinson’s Foundation Parkinson’s prevalence project (</a:t>
            </a:r>
            <a:r>
              <a:rPr lang="en-GB" dirty="0">
                <a:highlight>
                  <a:srgbClr val="00FFFF"/>
                </a:highlight>
              </a:rPr>
              <a:t>PPPP), 1.2 million people will be living with PD in the USA by 2030.</a:t>
            </a:r>
            <a:r>
              <a:rPr lang="en-GB" baseline="30000" dirty="0">
                <a:highlight>
                  <a:srgbClr val="00FFFF"/>
                </a:highlight>
              </a:rPr>
              <a:t>1</a:t>
            </a:r>
          </a:p>
          <a:p>
            <a:r>
              <a:rPr lang="en-GB" dirty="0">
                <a:highlight>
                  <a:srgbClr val="00FFFF"/>
                </a:highlight>
              </a:rPr>
              <a:t>Interestingly, there are geographic variations seen in PD prevalence.</a:t>
            </a:r>
            <a:r>
              <a:rPr lang="en-GB" baseline="30000" dirty="0">
                <a:highlight>
                  <a:srgbClr val="00FFFF"/>
                </a:highlight>
              </a:rPr>
              <a:t>2,4</a:t>
            </a:r>
            <a:r>
              <a:rPr lang="en-GB" dirty="0">
                <a:highlight>
                  <a:srgbClr val="00FFFF"/>
                </a:highlight>
              </a:rPr>
              <a:t> An analysis of US Medicare data suggested that </a:t>
            </a:r>
            <a:r>
              <a:rPr lang="en-GB" dirty="0"/>
              <a:t>urban populations in the USA tend to have a higher prevalence of PD than rural populations, and data suggest that there may be a concentration of the disease in the Midwest and Northeast regions, compared to other regions.</a:t>
            </a:r>
            <a:r>
              <a:rPr lang="en-GB" baseline="30000" dirty="0"/>
              <a:t>4</a:t>
            </a:r>
            <a:r>
              <a:rPr lang="en-GB" dirty="0"/>
              <a:t> </a:t>
            </a:r>
            <a:r>
              <a:rPr lang="en-GB" dirty="0">
                <a:highlight>
                  <a:srgbClr val="00FFFF"/>
                </a:highlight>
              </a:rPr>
              <a:t>The PPPP studies have found a greater incidence of PD in </a:t>
            </a:r>
            <a:r>
              <a:rPr lang="en-US" b="0" i="0" dirty="0">
                <a:solidFill>
                  <a:srgbClr val="000000"/>
                </a:solidFill>
                <a:effectLst/>
                <a:highlight>
                  <a:srgbClr val="00FFFF"/>
                </a:highlight>
                <a:latin typeface="MarkOT"/>
              </a:rPr>
              <a:t>the ‘Rust Belt’ (parts of the northwestern and midwestern U.S. </a:t>
            </a:r>
            <a:r>
              <a:rPr lang="en-GB" b="0" i="0" dirty="0">
                <a:solidFill>
                  <a:srgbClr val="000000"/>
                </a:solidFill>
                <a:effectLst/>
                <a:highlight>
                  <a:srgbClr val="00FFFF"/>
                </a:highlight>
                <a:latin typeface="MarkOT"/>
              </a:rPr>
              <a:t>where industrial manufacturing has been a major economic activity</a:t>
            </a:r>
            <a:r>
              <a:rPr lang="en-US" b="0" i="0" dirty="0">
                <a:solidFill>
                  <a:srgbClr val="000000"/>
                </a:solidFill>
                <a:effectLst/>
                <a:highlight>
                  <a:srgbClr val="00FFFF"/>
                </a:highlight>
                <a:latin typeface="MarkOT"/>
              </a:rPr>
              <a:t>), Southern California, Southeastern Texas, Central Pennsylvania and Florida.</a:t>
            </a:r>
            <a:r>
              <a:rPr lang="en-US" b="0" i="0" baseline="30000" dirty="0">
                <a:solidFill>
                  <a:srgbClr val="000000"/>
                </a:solidFill>
                <a:effectLst/>
                <a:highlight>
                  <a:srgbClr val="00FFFF"/>
                </a:highlight>
                <a:latin typeface="MarkOT"/>
              </a:rPr>
              <a:t>2</a:t>
            </a:r>
            <a:endParaRPr lang="en-GB" dirty="0"/>
          </a:p>
          <a:p>
            <a:endParaRPr lang="en-GB" dirty="0"/>
          </a:p>
          <a:p>
            <a:r>
              <a:rPr lang="en-GB" dirty="0"/>
              <a:t>References:</a:t>
            </a:r>
          </a:p>
          <a:p>
            <a:pPr marL="228600" indent="-228600">
              <a:buFont typeface="+mj-lt"/>
              <a:buAutoNum type="arabicPeriod"/>
            </a:pPr>
            <a:r>
              <a:rPr lang="en-GB" dirty="0" err="1">
                <a:highlight>
                  <a:srgbClr val="00FFFF"/>
                </a:highlight>
              </a:rPr>
              <a:t>Marras</a:t>
            </a:r>
            <a:r>
              <a:rPr lang="en-GB" dirty="0">
                <a:highlight>
                  <a:srgbClr val="00FFFF"/>
                </a:highlight>
              </a:rPr>
              <a:t> C, Beck JC, Bower JH, et al.; Parkinson’s Foundation P4 Group. Prevalence of Parkinson’s disease across North America. NPJ </a:t>
            </a:r>
            <a:r>
              <a:rPr lang="en-GB" dirty="0" err="1">
                <a:highlight>
                  <a:srgbClr val="00FFFF"/>
                </a:highlight>
              </a:rPr>
              <a:t>Parkinsons</a:t>
            </a:r>
            <a:r>
              <a:rPr lang="en-GB" dirty="0">
                <a:highlight>
                  <a:srgbClr val="00FFFF"/>
                </a:highlight>
              </a:rPr>
              <a:t> Dis 2018; 4: 21.</a:t>
            </a:r>
          </a:p>
          <a:p>
            <a:pPr marL="228600" indent="-228600">
              <a:buFont typeface="+mj-lt"/>
              <a:buAutoNum type="arabicPeriod"/>
            </a:pPr>
            <a:r>
              <a:rPr lang="en-GB" dirty="0">
                <a:highlight>
                  <a:srgbClr val="00FFFF"/>
                </a:highlight>
              </a:rPr>
              <a:t>Willis AW, Roberts E, Beck JC, et al.; Parkinson’s Foundation P4 Group. Incidence of Parkinson disease in North America. NPJ </a:t>
            </a:r>
            <a:r>
              <a:rPr lang="en-GB" dirty="0" err="1">
                <a:highlight>
                  <a:srgbClr val="00FFFF"/>
                </a:highlight>
              </a:rPr>
              <a:t>Parkinsons</a:t>
            </a:r>
            <a:r>
              <a:rPr lang="en-GB" dirty="0">
                <a:highlight>
                  <a:srgbClr val="00FFFF"/>
                </a:highlight>
              </a:rPr>
              <a:t> Dis 2022; 8 (1): 170.</a:t>
            </a:r>
          </a:p>
          <a:p>
            <a:pPr marL="228600" indent="-228600">
              <a:buFont typeface="+mj-lt"/>
              <a:buAutoNum type="arabicPeriod"/>
            </a:pPr>
            <a:r>
              <a:rPr lang="en-GB" dirty="0">
                <a:highlight>
                  <a:srgbClr val="00FFFF"/>
                </a:highlight>
              </a:rPr>
              <a:t>Kim DJ, Isidro-Pérez AL, Doering M, et al. Prevalence and incidence of Parkinson’s disease in Latin America: a meta-analysis. Mov </a:t>
            </a:r>
            <a:r>
              <a:rPr lang="en-GB" dirty="0" err="1">
                <a:highlight>
                  <a:srgbClr val="00FFFF"/>
                </a:highlight>
              </a:rPr>
              <a:t>Disord</a:t>
            </a:r>
            <a:r>
              <a:rPr lang="en-GB" dirty="0">
                <a:highlight>
                  <a:srgbClr val="00FFFF"/>
                </a:highlight>
              </a:rPr>
              <a:t> 2024; 39 (1): 105–118.</a:t>
            </a:r>
          </a:p>
          <a:p>
            <a:pPr marL="228600" indent="-228600">
              <a:buFont typeface="+mj-lt"/>
              <a:buAutoNum type="arabicPeriod"/>
            </a:pPr>
            <a:r>
              <a:rPr lang="en-GB" dirty="0">
                <a:highlight>
                  <a:srgbClr val="00FFFF"/>
                </a:highlight>
              </a:rPr>
              <a:t>Wright Willis A, </a:t>
            </a:r>
            <a:r>
              <a:rPr lang="en-GB" dirty="0" err="1">
                <a:highlight>
                  <a:srgbClr val="00FFFF"/>
                </a:highlight>
              </a:rPr>
              <a:t>Evanoff</a:t>
            </a:r>
            <a:r>
              <a:rPr lang="en-GB" dirty="0">
                <a:highlight>
                  <a:srgbClr val="00FFFF"/>
                </a:highlight>
              </a:rPr>
              <a:t> BA, Lian M, et al. Geographic and ethnic variation in Parkinson disease: a population-based study of US Medicare beneficiaries. Neuroepidemiology 2010; 34 (3): 143–151.</a:t>
            </a:r>
          </a:p>
          <a:p>
            <a:endParaRPr lang="en-GB" dirty="0"/>
          </a:p>
        </p:txBody>
      </p:sp>
      <p:sp>
        <p:nvSpPr>
          <p:cNvPr id="4" name="Slide Number Placeholder 3"/>
          <p:cNvSpPr>
            <a:spLocks noGrp="1"/>
          </p:cNvSpPr>
          <p:nvPr>
            <p:ph type="sldNum" sz="quarter" idx="10"/>
          </p:nvPr>
        </p:nvSpPr>
        <p:spPr/>
        <p:txBody>
          <a:bodyPr/>
          <a:lstStyle/>
          <a:p>
            <a:fld id="{037C2873-EBE5-CF42-9E30-7832FC02D1D9}" type="slidenum">
              <a:rPr lang="en-GB" smtClean="0"/>
              <a:pPr/>
              <a:t>4</a:t>
            </a:fld>
            <a:endParaRPr lang="en-GB"/>
          </a:p>
        </p:txBody>
      </p:sp>
      <p:sp>
        <p:nvSpPr>
          <p:cNvPr id="7" name="Slide Image Placeholder 6">
            <a:extLst>
              <a:ext uri="{FF2B5EF4-FFF2-40B4-BE49-F238E27FC236}">
                <a16:creationId xmlns:a16="http://schemas.microsoft.com/office/drawing/2014/main" id="{48F7D06A-E0AA-6B76-FF60-C5C358734489}"/>
              </a:ext>
            </a:extLst>
          </p:cNvPr>
          <p:cNvSpPr>
            <a:spLocks noGrp="1" noRot="1" noChangeAspect="1"/>
          </p:cNvSpPr>
          <p:nvPr>
            <p:ph type="sldImg"/>
          </p:nvPr>
        </p:nvSpPr>
        <p:spPr/>
      </p:sp>
    </p:spTree>
    <p:extLst>
      <p:ext uri="{BB962C8B-B14F-4D97-AF65-F5344CB8AC3E}">
        <p14:creationId xmlns:p14="http://schemas.microsoft.com/office/powerpoint/2010/main" val="16123349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768" y="4751982"/>
            <a:ext cx="5438140" cy="4112617"/>
          </a:xfrm>
        </p:spPr>
        <p:txBody>
          <a:bodyPr/>
          <a:lstStyle/>
          <a:p>
            <a:r>
              <a:rPr lang="en-GB" dirty="0">
                <a:highlight>
                  <a:srgbClr val="00FFFF"/>
                </a:highlight>
              </a:rPr>
              <a:t>As outlined on the slide, by some estimates the prevalence of PD appears to be higher in Europe than the rest of the world.</a:t>
            </a:r>
            <a:r>
              <a:rPr lang="en-GB" baseline="30000" dirty="0">
                <a:highlight>
                  <a:srgbClr val="00FFFF"/>
                </a:highlight>
              </a:rPr>
              <a:t>2</a:t>
            </a:r>
            <a:r>
              <a:rPr lang="en-GB" dirty="0">
                <a:highlight>
                  <a:srgbClr val="00FFFF"/>
                </a:highlight>
              </a:rPr>
              <a:t> The population in Europe is broadly older than that of the whole world, meaning that the European population may be more vulnerable to diseases where age is a risk factor, such as PD.</a:t>
            </a:r>
            <a:r>
              <a:rPr lang="en-GB" baseline="30000" dirty="0">
                <a:highlight>
                  <a:srgbClr val="00FFFF"/>
                </a:highlight>
              </a:rPr>
              <a:t>3</a:t>
            </a:r>
            <a:r>
              <a:rPr lang="en-GB" dirty="0">
                <a:highlight>
                  <a:srgbClr val="00FFFF"/>
                </a:highlight>
              </a:rPr>
              <a:t> Indeed, neurological diseases are the third-most common cause of death in the European Union area, partly explained by the long life expectancy enjoyed by many across Europe.</a:t>
            </a:r>
            <a:r>
              <a:rPr lang="en-GB" baseline="30000" dirty="0">
                <a:highlight>
                  <a:srgbClr val="00FFFF"/>
                </a:highlight>
              </a:rPr>
              <a:t>3</a:t>
            </a:r>
            <a:r>
              <a:rPr lang="en-GB" dirty="0">
                <a:highlight>
                  <a:srgbClr val="00FFFF"/>
                </a:highlight>
              </a:rPr>
              <a:t> The progressive aging of the population of Europe will increase the already great burden of neurological disorders on healthcare systems, reinforcing the importance of good prevention and care for patients.</a:t>
            </a:r>
            <a:r>
              <a:rPr lang="en-GB" baseline="30000" dirty="0">
                <a:highlight>
                  <a:srgbClr val="00FFFF"/>
                </a:highlight>
              </a:rPr>
              <a:t>3</a:t>
            </a:r>
            <a:endParaRPr lang="en-GB" dirty="0">
              <a:highlight>
                <a:srgbClr val="00FFFF"/>
              </a:highlight>
            </a:endParaRPr>
          </a:p>
          <a:p>
            <a:r>
              <a:rPr lang="en-GB" dirty="0">
                <a:highlight>
                  <a:srgbClr val="00FFFF"/>
                </a:highlight>
              </a:rPr>
              <a:t> </a:t>
            </a:r>
          </a:p>
          <a:p>
            <a:r>
              <a:rPr lang="en-GB" dirty="0">
                <a:highlight>
                  <a:srgbClr val="00FFFF"/>
                </a:highlight>
              </a:rPr>
              <a:t>References:</a:t>
            </a:r>
          </a:p>
          <a:p>
            <a:pPr marL="228600" indent="-228600">
              <a:buFont typeface="+mj-lt"/>
              <a:buAutoNum type="arabicPeriod"/>
            </a:pPr>
            <a:r>
              <a:rPr lang="en-US" dirty="0">
                <a:highlight>
                  <a:srgbClr val="00FFFF"/>
                </a:highlight>
              </a:rPr>
              <a:t>GBD 2016 Parkinson’s Disease Collaborators. Global, regional, and national burden of Parkinson’s disease, 1990–2016: a systematic analysis for the Global Burden of Disease Study 2016. Lancet Neurol 2018; 17 (11): 939–953.</a:t>
            </a:r>
            <a:r>
              <a:rPr lang="en-GB" dirty="0">
                <a:highlight>
                  <a:srgbClr val="00FFFF"/>
                </a:highlight>
              </a:rPr>
              <a:t> </a:t>
            </a:r>
          </a:p>
          <a:p>
            <a:pPr marL="228600" indent="-228600">
              <a:buFont typeface="+mj-lt"/>
              <a:buAutoNum type="arabicPeriod"/>
            </a:pPr>
            <a:r>
              <a:rPr lang="en-US" dirty="0">
                <a:highlight>
                  <a:srgbClr val="00FFFF"/>
                </a:highlight>
              </a:rPr>
              <a:t>Zhu J, Cui Y, Zhang J, et al. Temporal trends in the prevalence of Parkinson’s disease from 1980 to 2023: a systematic review and meta-analysis. Lancet Healthy </a:t>
            </a:r>
            <a:r>
              <a:rPr lang="en-US" dirty="0" err="1">
                <a:highlight>
                  <a:srgbClr val="00FFFF"/>
                </a:highlight>
              </a:rPr>
              <a:t>Longev</a:t>
            </a:r>
            <a:r>
              <a:rPr lang="en-US" dirty="0">
                <a:highlight>
                  <a:srgbClr val="00FFFF"/>
                </a:highlight>
              </a:rPr>
              <a:t> 2024; 5 (7): e464-e479.</a:t>
            </a:r>
          </a:p>
          <a:p>
            <a:pPr marL="228600" lvl="0" indent="-228600">
              <a:buFont typeface="+mj-lt"/>
              <a:buAutoNum type="arabicPeriod"/>
            </a:pPr>
            <a:r>
              <a:rPr lang="en-US" dirty="0" err="1">
                <a:highlight>
                  <a:srgbClr val="00FFFF"/>
                </a:highlight>
              </a:rPr>
              <a:t>Deuschl</a:t>
            </a:r>
            <a:r>
              <a:rPr lang="en-US" dirty="0">
                <a:highlight>
                  <a:srgbClr val="00FFFF"/>
                </a:highlight>
              </a:rPr>
              <a:t> G, </a:t>
            </a:r>
            <a:r>
              <a:rPr lang="en-US" dirty="0" err="1">
                <a:highlight>
                  <a:srgbClr val="00FFFF"/>
                </a:highlight>
              </a:rPr>
              <a:t>Beghi</a:t>
            </a:r>
            <a:r>
              <a:rPr lang="en-US" dirty="0">
                <a:highlight>
                  <a:srgbClr val="00FFFF"/>
                </a:highlight>
              </a:rPr>
              <a:t> E, Fazekas F, et al. The burden of neurological diseases in Europe: an analysis for the Global Burden of Disease Study 2017. Lancet Public Health 2020; 5 (10): e551–e567.</a:t>
            </a:r>
          </a:p>
        </p:txBody>
      </p:sp>
      <p:sp>
        <p:nvSpPr>
          <p:cNvPr id="4" name="Slide Number Placeholder 3"/>
          <p:cNvSpPr>
            <a:spLocks noGrp="1"/>
          </p:cNvSpPr>
          <p:nvPr>
            <p:ph type="sldNum" sz="quarter" idx="10"/>
          </p:nvPr>
        </p:nvSpPr>
        <p:spPr/>
        <p:txBody>
          <a:bodyPr/>
          <a:lstStyle/>
          <a:p>
            <a:fld id="{037C2873-EBE5-CF42-9E30-7832FC02D1D9}" type="slidenum">
              <a:rPr lang="en-GB" smtClean="0"/>
              <a:t>5</a:t>
            </a:fld>
            <a:endParaRPr lang="en-GB"/>
          </a:p>
        </p:txBody>
      </p:sp>
    </p:spTree>
    <p:extLst>
      <p:ext uri="{BB962C8B-B14F-4D97-AF65-F5344CB8AC3E}">
        <p14:creationId xmlns:p14="http://schemas.microsoft.com/office/powerpoint/2010/main" val="22687252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There appears to be an upward trend in the prevalence of PD in the Middle East and North Africa.</a:t>
            </a:r>
            <a:r>
              <a:rPr lang="en-GB" baseline="30000" dirty="0"/>
              <a:t>1</a:t>
            </a:r>
            <a:r>
              <a:rPr lang="en-GB" dirty="0"/>
              <a:t> However, data are scarce; an analysis of the Global Burden of Disease (GBD) surveys 1990–2016 found no data were available for central sub-Saharan Africa, and southern sub-Saharan Africa</a:t>
            </a:r>
            <a:r>
              <a:rPr lang="en-GB" baseline="30000" dirty="0"/>
              <a:t>2</a:t>
            </a:r>
            <a:r>
              <a:rPr lang="en-GB" dirty="0"/>
              <a:t> – therefore </a:t>
            </a:r>
            <a:r>
              <a:rPr lang="en-US" dirty="0"/>
              <a:t>more efforts, expenditure, and research </a:t>
            </a:r>
            <a:r>
              <a:rPr lang="en-SE" dirty="0"/>
              <a:t>are</a:t>
            </a:r>
            <a:r>
              <a:rPr lang="en-US" dirty="0"/>
              <a:t> needed to determine robust numbers for the prevalence and incidence of PD in Africa, as well as in many other parts of the world. </a:t>
            </a:r>
            <a:endParaRPr lang="en-GB" dirty="0"/>
          </a:p>
          <a:p>
            <a:endParaRPr lang="en-GB" dirty="0"/>
          </a:p>
          <a:p>
            <a:r>
              <a:rPr lang="en-GB" dirty="0"/>
              <a:t>References:</a:t>
            </a:r>
          </a:p>
          <a:p>
            <a:pPr marL="228600" indent="-228600">
              <a:buFont typeface="+mj-lt"/>
              <a:buAutoNum type="arabicPeriod"/>
            </a:pPr>
            <a:r>
              <a:rPr lang="en-GB" dirty="0" err="1"/>
              <a:t>Safiri</a:t>
            </a:r>
            <a:r>
              <a:rPr lang="en-GB" dirty="0"/>
              <a:t> S, Noori M, </a:t>
            </a:r>
            <a:r>
              <a:rPr lang="en-GB" dirty="0" err="1"/>
              <a:t>Nejadghaderi</a:t>
            </a:r>
            <a:r>
              <a:rPr lang="en-GB" dirty="0"/>
              <a:t> SA, et al. The burden of Parkinson’s disease in the Middle East and North Africa region, 1990–2019: results from the global burden of disease study 2019. BMC Public Health 2023; 23 (1): 107.</a:t>
            </a:r>
          </a:p>
          <a:p>
            <a:pPr marL="228600" indent="-228600">
              <a:buFont typeface="+mj-lt"/>
              <a:buAutoNum type="arabicPeriod"/>
            </a:pPr>
            <a:r>
              <a:rPr lang="en-GB" sz="1000" dirty="0"/>
              <a:t>GBD 2016 Parkinson’s Disease Collaborators. Global, regional, and national burden of Parkinson’s disease, 1990–2016: a systematic analysis for the Global Burden of Disease Study 2016. Lancet </a:t>
            </a:r>
            <a:r>
              <a:rPr lang="en-GB" sz="1000" dirty="0" err="1"/>
              <a:t>Neurol</a:t>
            </a:r>
            <a:r>
              <a:rPr lang="en-GB" sz="1000" dirty="0"/>
              <a:t> 2018; 17 (11): 939–953.</a:t>
            </a:r>
          </a:p>
          <a:p>
            <a:endParaRPr lang="en-GB" dirty="0"/>
          </a:p>
        </p:txBody>
      </p:sp>
      <p:sp>
        <p:nvSpPr>
          <p:cNvPr id="4" name="Slide Number Placeholder 3"/>
          <p:cNvSpPr>
            <a:spLocks noGrp="1"/>
          </p:cNvSpPr>
          <p:nvPr>
            <p:ph type="sldNum" sz="quarter" idx="5"/>
          </p:nvPr>
        </p:nvSpPr>
        <p:spPr/>
        <p:txBody>
          <a:bodyPr/>
          <a:lstStyle/>
          <a:p>
            <a:fld id="{037C2873-EBE5-CF42-9E30-7832FC02D1D9}" type="slidenum">
              <a:rPr lang="en-GB" smtClean="0"/>
              <a:t>6</a:t>
            </a:fld>
            <a:endParaRPr lang="en-GB"/>
          </a:p>
        </p:txBody>
      </p:sp>
    </p:spTree>
    <p:extLst>
      <p:ext uri="{BB962C8B-B14F-4D97-AF65-F5344CB8AC3E}">
        <p14:creationId xmlns:p14="http://schemas.microsoft.com/office/powerpoint/2010/main" val="23313566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noFill/>
        </p:spPr>
        <p:txBody>
          <a:bodyPr/>
          <a:lstStyle/>
          <a:p>
            <a:pPr lvl="0"/>
            <a:r>
              <a:rPr lang="en-GB" dirty="0">
                <a:highlight>
                  <a:srgbClr val="00FFFF"/>
                </a:highlight>
              </a:rPr>
              <a:t>As detailed on the slide, the range of different reported prevalence values for PD in the Western Pacific Region and Southeast Asia are lower than those reported in Europe.</a:t>
            </a:r>
            <a:r>
              <a:rPr lang="en-GB" baseline="30000" dirty="0">
                <a:highlight>
                  <a:srgbClr val="00FFFF"/>
                </a:highlight>
              </a:rPr>
              <a:t>1,7</a:t>
            </a:r>
            <a:r>
              <a:rPr lang="en-GB" dirty="0">
                <a:highlight>
                  <a:srgbClr val="00FFFF"/>
                </a:highlight>
              </a:rPr>
              <a:t> </a:t>
            </a:r>
            <a:r>
              <a:rPr lang="en-US" dirty="0">
                <a:highlight>
                  <a:srgbClr val="00FFFF"/>
                </a:highlight>
              </a:rPr>
              <a:t>Besides variability in methodology between studies, there are other factors that could contribute to the prevalence differences between East and West</a:t>
            </a:r>
            <a:r>
              <a:rPr lang="en-GB" dirty="0">
                <a:highlight>
                  <a:srgbClr val="00FFFF"/>
                </a:highlight>
              </a:rPr>
              <a:t>.</a:t>
            </a:r>
            <a:r>
              <a:rPr lang="en-GB" baseline="30000" dirty="0">
                <a:highlight>
                  <a:srgbClr val="00FFFF"/>
                </a:highlight>
              </a:rPr>
              <a:t>3</a:t>
            </a:r>
            <a:r>
              <a:rPr lang="en-GB" dirty="0">
                <a:highlight>
                  <a:srgbClr val="00FFFF"/>
                </a:highlight>
              </a:rPr>
              <a:t> Smoking, for example, and the availability of different tobacco products varies across the world, and this could impact prevalence statistics because nicotine is thought to be neuroprotective.</a:t>
            </a:r>
            <a:r>
              <a:rPr lang="en-GB" baseline="30000" dirty="0">
                <a:highlight>
                  <a:srgbClr val="00FFFF"/>
                </a:highlight>
              </a:rPr>
              <a:t>3</a:t>
            </a:r>
            <a:r>
              <a:rPr lang="en-GB" dirty="0">
                <a:highlight>
                  <a:srgbClr val="00FFFF"/>
                </a:highlight>
              </a:rPr>
              <a:t> Tea and coffee consumption varies across the world, as do many other elements of diet linked to PD risk such as dairy products, and level and type of alcohol consumption.</a:t>
            </a:r>
            <a:r>
              <a:rPr lang="en-GB" baseline="30000" dirty="0">
                <a:highlight>
                  <a:srgbClr val="00FFFF"/>
                </a:highlight>
              </a:rPr>
              <a:t>3</a:t>
            </a:r>
            <a:r>
              <a:rPr lang="en-GB" dirty="0">
                <a:highlight>
                  <a:srgbClr val="00FFFF"/>
                </a:highlight>
              </a:rPr>
              <a:t> Whilst the lower prevalence of PD in Asian countries could be explained by these methodological and cultural differences, environmental and </a:t>
            </a:r>
            <a:r>
              <a:rPr lang="en-US" dirty="0">
                <a:highlight>
                  <a:srgbClr val="00FFFF"/>
                </a:highlight>
              </a:rPr>
              <a:t>genetic differences could presumably also underlie the lower prevalence of PD in these regions</a:t>
            </a:r>
            <a:r>
              <a:rPr lang="en-GB" dirty="0">
                <a:highlight>
                  <a:srgbClr val="00FFFF"/>
                </a:highlight>
              </a:rPr>
              <a:t>.</a:t>
            </a:r>
            <a:r>
              <a:rPr lang="en-GB" baseline="30000" dirty="0">
                <a:highlight>
                  <a:srgbClr val="00FFFF"/>
                </a:highlight>
              </a:rPr>
              <a:t>3</a:t>
            </a:r>
            <a:endParaRPr lang="en-GB" dirty="0">
              <a:highlight>
                <a:srgbClr val="00FFFF"/>
              </a:highlight>
            </a:endParaRPr>
          </a:p>
          <a:p>
            <a:pPr lvl="0"/>
            <a:endParaRPr lang="en-GB" dirty="0">
              <a:highlight>
                <a:srgbClr val="00FFFF"/>
              </a:highlight>
            </a:endParaRPr>
          </a:p>
          <a:p>
            <a:pPr lvl="0"/>
            <a:r>
              <a:rPr lang="en-GB" dirty="0">
                <a:highlight>
                  <a:srgbClr val="00FFFF"/>
                </a:highlight>
              </a:rPr>
              <a:t>References:</a:t>
            </a:r>
          </a:p>
          <a:p>
            <a:pPr marL="228600" lvl="0" indent="-228600">
              <a:buFont typeface="+mj-lt"/>
              <a:buAutoNum type="arabicPeriod"/>
            </a:pPr>
            <a:r>
              <a:rPr lang="en-GB" dirty="0">
                <a:highlight>
                  <a:srgbClr val="00FFFF"/>
                </a:highlight>
              </a:rPr>
              <a:t>Lim SY, Tan AH, Ahmad-Annuar A, et al. Parkinson’s disease in the Western Pacific Region. Lancet </a:t>
            </a:r>
            <a:r>
              <a:rPr lang="en-GB" dirty="0" err="1">
                <a:highlight>
                  <a:srgbClr val="00FFFF"/>
                </a:highlight>
              </a:rPr>
              <a:t>Neurol</a:t>
            </a:r>
            <a:r>
              <a:rPr lang="en-GB" dirty="0">
                <a:highlight>
                  <a:srgbClr val="00FFFF"/>
                </a:highlight>
              </a:rPr>
              <a:t> 2019; 18 (9): 865–879.</a:t>
            </a:r>
          </a:p>
          <a:p>
            <a:pPr marL="228600" lvl="0" indent="-228600">
              <a:buFont typeface="+mj-lt"/>
              <a:buAutoNum type="arabicPeriod"/>
            </a:pPr>
            <a:r>
              <a:rPr lang="en-GB" b="0" i="0" dirty="0">
                <a:solidFill>
                  <a:srgbClr val="212121"/>
                </a:solidFill>
                <a:effectLst/>
                <a:highlight>
                  <a:srgbClr val="00FFFF"/>
                </a:highlight>
              </a:rPr>
              <a:t>Kimura H, </a:t>
            </a:r>
            <a:r>
              <a:rPr lang="en-GB" b="0" i="0" dirty="0" err="1">
                <a:solidFill>
                  <a:srgbClr val="212121"/>
                </a:solidFill>
                <a:effectLst/>
                <a:highlight>
                  <a:srgbClr val="00FFFF"/>
                </a:highlight>
              </a:rPr>
              <a:t>Kurimura</a:t>
            </a:r>
            <a:r>
              <a:rPr lang="en-GB" b="0" i="0" dirty="0">
                <a:solidFill>
                  <a:srgbClr val="212121"/>
                </a:solidFill>
                <a:effectLst/>
                <a:highlight>
                  <a:srgbClr val="00FFFF"/>
                </a:highlight>
              </a:rPr>
              <a:t> M, Wada M, et al. Female preponderance of Parkinson’s disease in Japan. Neuroepidemiology 2002; 21 (6): 292–296.</a:t>
            </a:r>
            <a:endParaRPr lang="en-GB" dirty="0">
              <a:highlight>
                <a:srgbClr val="00FFFF"/>
              </a:highlight>
            </a:endParaRPr>
          </a:p>
          <a:p>
            <a:pPr marL="228600" lvl="0" indent="-228600">
              <a:buFont typeface="+mj-lt"/>
              <a:buAutoNum type="arabicPeriod"/>
            </a:pPr>
            <a:r>
              <a:rPr lang="en-GB" b="0" i="0" dirty="0">
                <a:solidFill>
                  <a:srgbClr val="212121"/>
                </a:solidFill>
                <a:effectLst/>
                <a:highlight>
                  <a:srgbClr val="00FFFF"/>
                </a:highlight>
              </a:rPr>
              <a:t>Abbas MM, Xu Z, Tan LCS. Epidemiology of Parkinson’s disease – East versus West. Mov </a:t>
            </a:r>
            <a:r>
              <a:rPr lang="en-GB" b="0" i="0" dirty="0" err="1">
                <a:solidFill>
                  <a:srgbClr val="212121"/>
                </a:solidFill>
                <a:effectLst/>
                <a:highlight>
                  <a:srgbClr val="00FFFF"/>
                </a:highlight>
              </a:rPr>
              <a:t>Disord</a:t>
            </a:r>
            <a:r>
              <a:rPr lang="en-GB" b="0" i="0" dirty="0">
                <a:solidFill>
                  <a:srgbClr val="212121"/>
                </a:solidFill>
                <a:effectLst/>
                <a:highlight>
                  <a:srgbClr val="00FFFF"/>
                </a:highlight>
              </a:rPr>
              <a:t> Clin </a:t>
            </a:r>
            <a:r>
              <a:rPr lang="en-GB" b="0" i="0" dirty="0" err="1">
                <a:solidFill>
                  <a:srgbClr val="212121"/>
                </a:solidFill>
                <a:effectLst/>
                <a:highlight>
                  <a:srgbClr val="00FFFF"/>
                </a:highlight>
              </a:rPr>
              <a:t>Pract</a:t>
            </a:r>
            <a:r>
              <a:rPr lang="en-GB" b="0" i="0" dirty="0">
                <a:solidFill>
                  <a:srgbClr val="212121"/>
                </a:solidFill>
                <a:effectLst/>
                <a:highlight>
                  <a:srgbClr val="00FFFF"/>
                </a:highlight>
              </a:rPr>
              <a:t> 2017; 5 (1): 14–28. </a:t>
            </a:r>
          </a:p>
          <a:p>
            <a:pPr marL="228600" lvl="0" indent="-228600">
              <a:buFont typeface="+mj-lt"/>
              <a:buAutoNum type="arabicPeriod"/>
            </a:pPr>
            <a:r>
              <a:rPr lang="en-GB" b="0" i="0" dirty="0">
                <a:solidFill>
                  <a:srgbClr val="212121"/>
                </a:solidFill>
                <a:effectLst/>
                <a:highlight>
                  <a:srgbClr val="00FFFF"/>
                </a:highlight>
              </a:rPr>
              <a:t>Eun Lee J, Choi JK, Sun Lim H, et al. </a:t>
            </a:r>
            <a:r>
              <a:rPr lang="en-US" b="0" i="0" dirty="0">
                <a:solidFill>
                  <a:srgbClr val="212121"/>
                </a:solidFill>
                <a:effectLst/>
                <a:highlight>
                  <a:srgbClr val="00FFFF"/>
                </a:highlight>
              </a:rPr>
              <a:t>The prevalence and incidence of Parkinson′s disease in South Korea: a 10-year nationwide population-based study. J Korean Neurol Assoc 2017; 35 (4): 191–198.</a:t>
            </a:r>
            <a:endParaRPr lang="en-GB" b="0" i="0" dirty="0">
              <a:solidFill>
                <a:srgbClr val="212121"/>
              </a:solidFill>
              <a:effectLst/>
              <a:highlight>
                <a:srgbClr val="00FFFF"/>
              </a:highlight>
            </a:endParaRPr>
          </a:p>
          <a:p>
            <a:pPr marL="228600" lvl="0" indent="-228600">
              <a:buFont typeface="+mj-lt"/>
              <a:buAutoNum type="arabicPeriod"/>
            </a:pPr>
            <a:r>
              <a:rPr lang="en-GB" b="0" i="0" dirty="0">
                <a:solidFill>
                  <a:srgbClr val="212121"/>
                </a:solidFill>
                <a:effectLst/>
                <a:highlight>
                  <a:srgbClr val="00FFFF"/>
                </a:highlight>
              </a:rPr>
              <a:t>India State-Level Disease Burden Initiative Neurological Disorders Collaborators. The burden of neurological disorders across the states of India: the Global Burden of Disease Study 1990–2019. Lancet Glob Health 2021; 9 (8): e1129–e1144.</a:t>
            </a:r>
          </a:p>
          <a:p>
            <a:pPr marL="228600" lvl="0" indent="-228600">
              <a:buFont typeface="+mj-lt"/>
              <a:buAutoNum type="arabicPeriod"/>
            </a:pPr>
            <a:r>
              <a:rPr lang="en-GB" b="0" i="0" dirty="0">
                <a:solidFill>
                  <a:srgbClr val="212121"/>
                </a:solidFill>
                <a:effectLst/>
                <a:highlight>
                  <a:srgbClr val="00FFFF"/>
                </a:highlight>
              </a:rPr>
              <a:t>Prasad S, Rakesh K, </a:t>
            </a:r>
            <a:r>
              <a:rPr lang="en-GB" b="0" i="0" dirty="0" err="1">
                <a:solidFill>
                  <a:srgbClr val="212121"/>
                </a:solidFill>
                <a:effectLst/>
                <a:highlight>
                  <a:srgbClr val="00FFFF"/>
                </a:highlight>
              </a:rPr>
              <a:t>Kamble</a:t>
            </a:r>
            <a:r>
              <a:rPr lang="en-GB" b="0" i="0" dirty="0">
                <a:solidFill>
                  <a:srgbClr val="212121"/>
                </a:solidFill>
                <a:effectLst/>
                <a:highlight>
                  <a:srgbClr val="00FFFF"/>
                </a:highlight>
              </a:rPr>
              <a:t> N, et al. Early onset of Parkinson’s disease in India: complicating the conundrum. Parkinsonism </a:t>
            </a:r>
            <a:r>
              <a:rPr lang="en-GB" b="0" i="0" dirty="0" err="1">
                <a:solidFill>
                  <a:srgbClr val="212121"/>
                </a:solidFill>
                <a:effectLst/>
                <a:highlight>
                  <a:srgbClr val="00FFFF"/>
                </a:highlight>
              </a:rPr>
              <a:t>Relat</a:t>
            </a:r>
            <a:r>
              <a:rPr lang="en-GB" b="0" i="0" dirty="0">
                <a:solidFill>
                  <a:srgbClr val="212121"/>
                </a:solidFill>
                <a:effectLst/>
                <a:highlight>
                  <a:srgbClr val="00FFFF"/>
                </a:highlight>
              </a:rPr>
              <a:t> </a:t>
            </a:r>
            <a:r>
              <a:rPr lang="en-GB" b="0" i="0" dirty="0" err="1">
                <a:solidFill>
                  <a:srgbClr val="212121"/>
                </a:solidFill>
                <a:effectLst/>
                <a:highlight>
                  <a:srgbClr val="00FFFF"/>
                </a:highlight>
              </a:rPr>
              <a:t>Disord</a:t>
            </a:r>
            <a:r>
              <a:rPr lang="en-GB" b="0" i="0" dirty="0">
                <a:solidFill>
                  <a:srgbClr val="212121"/>
                </a:solidFill>
                <a:effectLst/>
                <a:highlight>
                  <a:srgbClr val="00FFFF"/>
                </a:highlight>
              </a:rPr>
              <a:t> 2022; 105: 111–113. </a:t>
            </a:r>
          </a:p>
          <a:p>
            <a:pPr marL="228600" indent="-228600">
              <a:buFont typeface="+mj-lt"/>
              <a:buAutoNum type="arabicPeriod"/>
            </a:pPr>
            <a:r>
              <a:rPr lang="en-US" dirty="0">
                <a:highlight>
                  <a:srgbClr val="00FFFF"/>
                </a:highlight>
              </a:rPr>
              <a:t>Zhu J, Cui Y, Zhang J, et al. Temporal trends in the prevalence of Parkinson’s disease from 1980 to 2023: a systematic review and meta-analysis. Lancet Healthy </a:t>
            </a:r>
            <a:r>
              <a:rPr lang="en-US" dirty="0" err="1">
                <a:highlight>
                  <a:srgbClr val="00FFFF"/>
                </a:highlight>
              </a:rPr>
              <a:t>Longev</a:t>
            </a:r>
            <a:r>
              <a:rPr lang="en-US" dirty="0">
                <a:highlight>
                  <a:srgbClr val="00FFFF"/>
                </a:highlight>
              </a:rPr>
              <a:t> 2024; 5 (7): e464–e479.</a:t>
            </a:r>
            <a:endParaRPr lang="en-GB" dirty="0">
              <a:highlight>
                <a:srgbClr val="00FFFF"/>
              </a:highlight>
            </a:endParaRPr>
          </a:p>
        </p:txBody>
      </p:sp>
      <p:sp>
        <p:nvSpPr>
          <p:cNvPr id="4" name="Slide Number Placeholder 3"/>
          <p:cNvSpPr>
            <a:spLocks noGrp="1"/>
          </p:cNvSpPr>
          <p:nvPr>
            <p:ph type="sldNum" sz="quarter" idx="10"/>
          </p:nvPr>
        </p:nvSpPr>
        <p:spPr/>
        <p:txBody>
          <a:bodyPr/>
          <a:lstStyle/>
          <a:p>
            <a:fld id="{037C2873-EBE5-CF42-9E30-7832FC02D1D9}" type="slidenum">
              <a:rPr lang="en-GB" smtClean="0"/>
              <a:t>7</a:t>
            </a:fld>
            <a:endParaRPr lang="en-GB"/>
          </a:p>
        </p:txBody>
      </p:sp>
    </p:spTree>
    <p:extLst>
      <p:ext uri="{BB962C8B-B14F-4D97-AF65-F5344CB8AC3E}">
        <p14:creationId xmlns:p14="http://schemas.microsoft.com/office/powerpoint/2010/main" val="3049338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ethnic variations in PD are thought to be driven by:</a:t>
            </a:r>
            <a:r>
              <a:rPr lang="en-US" baseline="30000" dirty="0"/>
              <a:t>1</a:t>
            </a:r>
          </a:p>
          <a:p>
            <a:pPr marL="171450" indent="-171450">
              <a:buFont typeface="Arial" panose="020B0604020202020204" pitchFamily="34" charset="0"/>
              <a:buChar char="•"/>
            </a:pPr>
            <a:r>
              <a:rPr lang="en-US" dirty="0"/>
              <a:t>biological factors (e.g., genetics, vascular disease, dementia-associated pathology, and other comorbidities)</a:t>
            </a:r>
          </a:p>
          <a:p>
            <a:pPr marL="171450" indent="-171450">
              <a:buFont typeface="Arial" panose="020B0604020202020204" pitchFamily="34" charset="0"/>
              <a:buChar char="•"/>
            </a:pPr>
            <a:r>
              <a:rPr lang="en-US" dirty="0"/>
              <a:t>non-biological factors (e.g., healthcare system inequalities, under-reporting of symptoms).</a:t>
            </a:r>
          </a:p>
          <a:p>
            <a:endParaRPr lang="en-GB" dirty="0"/>
          </a:p>
          <a:p>
            <a:r>
              <a:rPr lang="en-GB" dirty="0"/>
              <a:t>References: </a:t>
            </a:r>
          </a:p>
          <a:p>
            <a:pPr marL="228600" indent="-228600">
              <a:buFont typeface="+mj-lt"/>
              <a:buAutoNum type="arabicPeriod"/>
            </a:pPr>
            <a:r>
              <a:rPr lang="en-GB" dirty="0"/>
              <a:t>Ben-Joseph A, Marshall CR, Lees AJ, Noyce AJ. Ethnic Variation in the manifestation of Parkinson’s disease: a narrative review. J </a:t>
            </a:r>
            <a:r>
              <a:rPr lang="en-GB" dirty="0" err="1"/>
              <a:t>Parkinsons</a:t>
            </a:r>
            <a:r>
              <a:rPr lang="en-GB" dirty="0"/>
              <a:t> Dis 2020; 10 (1): 31–45.</a:t>
            </a:r>
          </a:p>
          <a:p>
            <a:pPr marL="228600" indent="-228600">
              <a:buFont typeface="+mj-lt"/>
              <a:buAutoNum type="arabicPeriod"/>
            </a:pPr>
            <a:r>
              <a:rPr lang="en-US" dirty="0"/>
              <a:t>Schumacher-Schuh AF, </a:t>
            </a:r>
            <a:r>
              <a:rPr lang="en-US" dirty="0" err="1"/>
              <a:t>Bieger</a:t>
            </a:r>
            <a:r>
              <a:rPr lang="en-US" dirty="0"/>
              <a:t> A, </a:t>
            </a:r>
            <a:r>
              <a:rPr lang="en-US" dirty="0" err="1"/>
              <a:t>Okunoye</a:t>
            </a:r>
            <a:r>
              <a:rPr lang="en-US" dirty="0"/>
              <a:t> O, et al.; Global Parkinson's Genetics Program (GP2). Underrepresented populations in Parkinson’s genetics research: current landscape and future directions. Mov </a:t>
            </a:r>
            <a:r>
              <a:rPr lang="en-US" dirty="0" err="1"/>
              <a:t>Disord</a:t>
            </a:r>
            <a:r>
              <a:rPr lang="en-US" dirty="0"/>
              <a:t> 2022; 37 (8): 1593–1604.</a:t>
            </a:r>
          </a:p>
          <a:p>
            <a:pPr marL="228600" indent="-228600">
              <a:buFont typeface="+mj-lt"/>
              <a:buAutoNum type="arabicPeriod"/>
            </a:pPr>
            <a:r>
              <a:rPr lang="en-US" dirty="0"/>
              <a:t>Siddiqi B, </a:t>
            </a:r>
            <a:r>
              <a:rPr lang="en-US" dirty="0" err="1"/>
              <a:t>Koemeter</a:t>
            </a:r>
            <a:r>
              <a:rPr lang="en-US" dirty="0"/>
              <a:t>-Cox A. A call to action: promoting diversity, equity, and inclusion in Parkinson’s research and care. J </a:t>
            </a:r>
            <a:r>
              <a:rPr lang="en-US" dirty="0" err="1"/>
              <a:t>Parkinsons</a:t>
            </a:r>
            <a:r>
              <a:rPr lang="en-US" dirty="0"/>
              <a:t> Dis 2021; 11 (3): 905–908.</a:t>
            </a:r>
            <a:endParaRPr lang="en-GB" dirty="0"/>
          </a:p>
        </p:txBody>
      </p:sp>
      <p:sp>
        <p:nvSpPr>
          <p:cNvPr id="4" name="Slide Number Placeholder 3"/>
          <p:cNvSpPr>
            <a:spLocks noGrp="1"/>
          </p:cNvSpPr>
          <p:nvPr>
            <p:ph type="sldNum" sz="quarter" idx="5"/>
          </p:nvPr>
        </p:nvSpPr>
        <p:spPr/>
        <p:txBody>
          <a:bodyPr/>
          <a:lstStyle/>
          <a:p>
            <a:fld id="{037C2873-EBE5-CF42-9E30-7832FC02D1D9}" type="slidenum">
              <a:rPr lang="en-GB" smtClean="0"/>
              <a:t>8</a:t>
            </a:fld>
            <a:endParaRPr lang="en-GB"/>
          </a:p>
        </p:txBody>
      </p:sp>
    </p:spTree>
    <p:extLst>
      <p:ext uri="{BB962C8B-B14F-4D97-AF65-F5344CB8AC3E}">
        <p14:creationId xmlns:p14="http://schemas.microsoft.com/office/powerpoint/2010/main" val="6807068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The prevalence of PD increases with advancing age.</a:t>
            </a:r>
            <a:r>
              <a:rPr lang="en-GB" baseline="30000"/>
              <a:t>1</a:t>
            </a:r>
            <a:r>
              <a:rPr lang="en-GB"/>
              <a:t> In a meta-analysis of worldwide prevalence data, PD was found to be &gt;40 times more prevalent in populations aged ≥80 years than in those aged 40–49 years.</a:t>
            </a:r>
            <a:r>
              <a:rPr lang="en-GB" baseline="30000"/>
              <a:t>1</a:t>
            </a:r>
            <a:r>
              <a:rPr lang="en-GB"/>
              <a:t> Generally, PD is rare in individuals &lt;40 years old.</a:t>
            </a:r>
            <a:r>
              <a:rPr lang="en-GB" baseline="30000"/>
              <a:t>3</a:t>
            </a:r>
            <a:endParaRPr lang="en-GB"/>
          </a:p>
          <a:p>
            <a:r>
              <a:rPr lang="en-GB"/>
              <a:t>Normally, the slow and progressive nature of PD means that patients tend to live with the disease for many years.</a:t>
            </a:r>
            <a:r>
              <a:rPr lang="en-GB" baseline="30000"/>
              <a:t>4</a:t>
            </a:r>
            <a:r>
              <a:rPr lang="en-GB"/>
              <a:t> Therefore, the prevalence of PD tends to be highest in the most elderly (i.e., ≥80 years of age).</a:t>
            </a:r>
            <a:r>
              <a:rPr lang="en-GB" baseline="30000"/>
              <a:t>1</a:t>
            </a:r>
            <a:endParaRPr lang="en-GB"/>
          </a:p>
          <a:p>
            <a:r>
              <a:rPr lang="en-GB"/>
              <a:t>In one analysis, for Asia as a whole – including South Asia, South-East Asia and the Middle East – the overall prevalence of PD was lower in those aged 70–79 years, than in Europe, North America, and Australia (646 per 100,000 versus 1,602 per 100,000, respectively).</a:t>
            </a:r>
            <a:r>
              <a:rPr lang="en-GB" baseline="30000"/>
              <a:t>1</a:t>
            </a:r>
            <a:endParaRPr lang="en-GB"/>
          </a:p>
          <a:p>
            <a:r>
              <a:rPr lang="en-GB"/>
              <a:t> </a:t>
            </a:r>
          </a:p>
          <a:p>
            <a:r>
              <a:rPr lang="en-GB"/>
              <a:t>References:</a:t>
            </a:r>
          </a:p>
          <a:p>
            <a:pPr marL="228600" indent="-228600">
              <a:buFont typeface="+mj-lt"/>
              <a:buAutoNum type="arabicPeriod"/>
            </a:pPr>
            <a:r>
              <a:rPr lang="en-GB"/>
              <a:t>Pringsheim T, </a:t>
            </a:r>
            <a:r>
              <a:rPr lang="en-GB" err="1"/>
              <a:t>Jette</a:t>
            </a:r>
            <a:r>
              <a:rPr lang="en-GB"/>
              <a:t> N, </a:t>
            </a:r>
            <a:r>
              <a:rPr lang="en-GB" err="1"/>
              <a:t>Frolkis</a:t>
            </a:r>
            <a:r>
              <a:rPr lang="en-GB"/>
              <a:t> A, Steeves TDL. The prevalence of Parkinson’s disease: a systematic review and meta-analysis. </a:t>
            </a:r>
            <a:r>
              <a:rPr lang="en-GB" err="1"/>
              <a:t>Mov</a:t>
            </a:r>
            <a:r>
              <a:rPr lang="en-GB"/>
              <a:t> </a:t>
            </a:r>
            <a:r>
              <a:rPr lang="en-GB" err="1"/>
              <a:t>Disord</a:t>
            </a:r>
            <a:r>
              <a:rPr lang="en-GB"/>
              <a:t> 2014; 29 (13): 1583–1590.</a:t>
            </a:r>
          </a:p>
          <a:p>
            <a:pPr marL="228600" indent="-228600">
              <a:buFont typeface="+mj-lt"/>
              <a:buAutoNum type="arabicPeriod"/>
            </a:pPr>
            <a:r>
              <a:rPr lang="en-GB">
                <a:solidFill>
                  <a:srgbClr val="212121"/>
                </a:solidFill>
                <a:highlight>
                  <a:srgbClr val="00FFFF"/>
                </a:highlight>
              </a:rPr>
              <a:t>Prasad S, Rakesh K, </a:t>
            </a:r>
            <a:r>
              <a:rPr lang="en-GB" err="1">
                <a:solidFill>
                  <a:srgbClr val="212121"/>
                </a:solidFill>
                <a:highlight>
                  <a:srgbClr val="00FFFF"/>
                </a:highlight>
              </a:rPr>
              <a:t>Kamble</a:t>
            </a:r>
            <a:r>
              <a:rPr lang="en-GB">
                <a:solidFill>
                  <a:srgbClr val="212121"/>
                </a:solidFill>
                <a:highlight>
                  <a:srgbClr val="00FFFF"/>
                </a:highlight>
              </a:rPr>
              <a:t> N, et al. Early onset of Parkinson’s disease in India: complicating the conundrum. Parkinsonism </a:t>
            </a:r>
            <a:r>
              <a:rPr lang="en-GB" err="1">
                <a:solidFill>
                  <a:srgbClr val="212121"/>
                </a:solidFill>
                <a:highlight>
                  <a:srgbClr val="00FFFF"/>
                </a:highlight>
              </a:rPr>
              <a:t>Relat</a:t>
            </a:r>
            <a:r>
              <a:rPr lang="en-GB">
                <a:solidFill>
                  <a:srgbClr val="212121"/>
                </a:solidFill>
                <a:highlight>
                  <a:srgbClr val="00FFFF"/>
                </a:highlight>
              </a:rPr>
              <a:t> </a:t>
            </a:r>
            <a:r>
              <a:rPr lang="en-GB" err="1">
                <a:solidFill>
                  <a:srgbClr val="212121"/>
                </a:solidFill>
                <a:highlight>
                  <a:srgbClr val="00FFFF"/>
                </a:highlight>
              </a:rPr>
              <a:t>Disord</a:t>
            </a:r>
            <a:r>
              <a:rPr lang="en-GB">
                <a:solidFill>
                  <a:srgbClr val="212121"/>
                </a:solidFill>
                <a:highlight>
                  <a:srgbClr val="00FFFF"/>
                </a:highlight>
              </a:rPr>
              <a:t> 2022; 105: 111–113. </a:t>
            </a:r>
          </a:p>
          <a:p>
            <a:pPr marL="228600" indent="-228600">
              <a:buFont typeface="+mj-lt"/>
              <a:buAutoNum type="arabicPeriod"/>
            </a:pPr>
            <a:r>
              <a:rPr lang="en-GB" err="1">
                <a:highlight>
                  <a:srgbClr val="00FFFF"/>
                </a:highlight>
              </a:rPr>
              <a:t>Camerucci</a:t>
            </a:r>
            <a:r>
              <a:rPr lang="en-GB">
                <a:highlight>
                  <a:srgbClr val="00FFFF"/>
                </a:highlight>
              </a:rPr>
              <a:t> E, </a:t>
            </a:r>
            <a:r>
              <a:rPr lang="en-GB" err="1">
                <a:highlight>
                  <a:srgbClr val="00FFFF"/>
                </a:highlight>
              </a:rPr>
              <a:t>Stang</a:t>
            </a:r>
            <a:r>
              <a:rPr lang="en-GB">
                <a:highlight>
                  <a:srgbClr val="00FFFF"/>
                </a:highlight>
              </a:rPr>
              <a:t> CD, </a:t>
            </a:r>
            <a:r>
              <a:rPr lang="en-GB" err="1">
                <a:highlight>
                  <a:srgbClr val="00FFFF"/>
                </a:highlight>
              </a:rPr>
              <a:t>Hajeb</a:t>
            </a:r>
            <a:r>
              <a:rPr lang="en-GB">
                <a:highlight>
                  <a:srgbClr val="00FFFF"/>
                </a:highlight>
              </a:rPr>
              <a:t> M, et al. Early-onset Parkinsonism and early-onset Parkinson’s disease: a population-based study (2010–2015). J </a:t>
            </a:r>
            <a:r>
              <a:rPr lang="en-GB" err="1">
                <a:highlight>
                  <a:srgbClr val="00FFFF"/>
                </a:highlight>
              </a:rPr>
              <a:t>Parkinsons</a:t>
            </a:r>
            <a:r>
              <a:rPr lang="en-GB">
                <a:highlight>
                  <a:srgbClr val="00FFFF"/>
                </a:highlight>
              </a:rPr>
              <a:t> Dis 2021; 11 (3): 1197–1207.</a:t>
            </a:r>
          </a:p>
          <a:p>
            <a:pPr marL="228600" lvl="0" indent="-228600">
              <a:buFont typeface="+mj-lt"/>
              <a:buAutoNum type="arabicPeriod"/>
            </a:pPr>
            <a:r>
              <a:rPr lang="en-GB" err="1"/>
              <a:t>Kulisevsky</a:t>
            </a:r>
            <a:r>
              <a:rPr lang="en-GB"/>
              <a:t> J, </a:t>
            </a:r>
            <a:r>
              <a:rPr lang="en-GB" err="1"/>
              <a:t>Luquin</a:t>
            </a:r>
            <a:r>
              <a:rPr lang="en-GB"/>
              <a:t> MR, </a:t>
            </a:r>
            <a:r>
              <a:rPr lang="en-GB" err="1"/>
              <a:t>Arbelo</a:t>
            </a:r>
            <a:r>
              <a:rPr lang="en-GB"/>
              <a:t> JM, et al. Advanced Parkinson’s disease: clinical characteristics and treatment (part I). </a:t>
            </a:r>
            <a:r>
              <a:rPr lang="en-GB" err="1"/>
              <a:t>Neurologia</a:t>
            </a:r>
            <a:r>
              <a:rPr lang="en-GB"/>
              <a:t> 2013; 28 (8): 503–521.</a:t>
            </a:r>
          </a:p>
        </p:txBody>
      </p:sp>
      <p:sp>
        <p:nvSpPr>
          <p:cNvPr id="4" name="Slide Number Placeholder 3"/>
          <p:cNvSpPr>
            <a:spLocks noGrp="1"/>
          </p:cNvSpPr>
          <p:nvPr>
            <p:ph type="sldNum" sz="quarter" idx="10"/>
          </p:nvPr>
        </p:nvSpPr>
        <p:spPr/>
        <p:txBody>
          <a:bodyPr/>
          <a:lstStyle/>
          <a:p>
            <a:fld id="{037C2873-EBE5-CF42-9E30-7832FC02D1D9}" type="slidenum">
              <a:rPr lang="en-GB" smtClean="0"/>
              <a:t>9</a:t>
            </a:fld>
            <a:endParaRPr lang="en-GB"/>
          </a:p>
        </p:txBody>
      </p:sp>
    </p:spTree>
    <p:extLst>
      <p:ext uri="{BB962C8B-B14F-4D97-AF65-F5344CB8AC3E}">
        <p14:creationId xmlns:p14="http://schemas.microsoft.com/office/powerpoint/2010/main" val="5034031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Although there is strong evidence to indicate that a person is more likely to develop PD as they become older, the effect of </a:t>
            </a:r>
            <a:r>
              <a:rPr lang="en-GB">
                <a:highlight>
                  <a:srgbClr val="00FFFF"/>
                </a:highlight>
              </a:rPr>
              <a:t>sex</a:t>
            </a:r>
            <a:r>
              <a:rPr lang="en-GB"/>
              <a:t> is less clear-cut.</a:t>
            </a:r>
            <a:r>
              <a:rPr lang="en-GB" baseline="30000"/>
              <a:t>1</a:t>
            </a:r>
            <a:endParaRPr lang="en-GB"/>
          </a:p>
          <a:p>
            <a:r>
              <a:rPr lang="en-GB"/>
              <a:t>Analysis of worldwide data found generally higher levels of PD in male populations.</a:t>
            </a:r>
            <a:r>
              <a:rPr lang="en-GB" baseline="30000"/>
              <a:t>1</a:t>
            </a:r>
            <a:r>
              <a:rPr lang="en-GB" baseline="30000">
                <a:highlight>
                  <a:srgbClr val="00FFFF"/>
                </a:highlight>
              </a:rPr>
              <a:t>,2</a:t>
            </a:r>
            <a:r>
              <a:rPr lang="en-GB"/>
              <a:t> However, the differences were only statistically significant in one age group (50–59 years), and not in any of the other age groups, geographical regions, or overall.</a:t>
            </a:r>
            <a:r>
              <a:rPr lang="en-GB" baseline="30000"/>
              <a:t>1</a:t>
            </a:r>
            <a:r>
              <a:rPr lang="en-GB"/>
              <a:t> Consequently, the observed differences may be a result of variations in the study designs.</a:t>
            </a:r>
            <a:r>
              <a:rPr lang="en-GB" baseline="30000"/>
              <a:t>6</a:t>
            </a:r>
            <a:r>
              <a:rPr lang="en-GB"/>
              <a:t> </a:t>
            </a:r>
            <a:r>
              <a:rPr lang="en-GB">
                <a:highlight>
                  <a:srgbClr val="00FFFF"/>
                </a:highlight>
              </a:rPr>
              <a:t>Some evidence is more supportive of a greater risk of PD in men than others; a</a:t>
            </a:r>
            <a:r>
              <a:rPr lang="en-GB"/>
              <a:t> review of incidence data (i.e., showing the rates at which new cases of PD occur) found that men were more likely than women to develop PD.</a:t>
            </a:r>
            <a:r>
              <a:rPr lang="en-GB" baseline="30000"/>
              <a:t>7</a:t>
            </a:r>
            <a:r>
              <a:rPr lang="en-GB"/>
              <a:t> </a:t>
            </a:r>
            <a:r>
              <a:rPr lang="en-GB">
                <a:highlight>
                  <a:srgbClr val="00FFFF"/>
                </a:highlight>
              </a:rPr>
              <a:t>However, a systematic review and meta-analysis found an overall </a:t>
            </a:r>
            <a:r>
              <a:rPr lang="en-GB" err="1">
                <a:highlight>
                  <a:srgbClr val="00FFFF"/>
                </a:highlight>
              </a:rPr>
              <a:t>male:female</a:t>
            </a:r>
            <a:r>
              <a:rPr lang="en-GB">
                <a:highlight>
                  <a:srgbClr val="00FFFF"/>
                </a:highlight>
              </a:rPr>
              <a:t> ratio of PD prevalence of 1.18 (95% confidence interval 1.03–1.36), which is much less stark a difference than previously believed.</a:t>
            </a:r>
            <a:r>
              <a:rPr lang="en-GB" baseline="30000">
                <a:highlight>
                  <a:srgbClr val="00FFFF"/>
                </a:highlight>
              </a:rPr>
              <a:t>8</a:t>
            </a:r>
            <a:r>
              <a:rPr lang="en-GB">
                <a:highlight>
                  <a:srgbClr val="00FFFF"/>
                </a:highlight>
              </a:rPr>
              <a:t> Understanding the reasons behind geographical differences in the </a:t>
            </a:r>
            <a:r>
              <a:rPr lang="en-GB" err="1">
                <a:highlight>
                  <a:srgbClr val="00FFFF"/>
                </a:highlight>
              </a:rPr>
              <a:t>male:female</a:t>
            </a:r>
            <a:r>
              <a:rPr lang="en-GB">
                <a:highlight>
                  <a:srgbClr val="00FFFF"/>
                </a:highlight>
              </a:rPr>
              <a:t> ratio of PD prevalence, or whether that ratio has decreased over time, requires high-quality studies in diverse populations.</a:t>
            </a:r>
            <a:r>
              <a:rPr lang="en-GB" baseline="30000">
                <a:highlight>
                  <a:srgbClr val="00FFFF"/>
                </a:highlight>
              </a:rPr>
              <a:t>8</a:t>
            </a:r>
            <a:endParaRPr lang="en-GB">
              <a:highlight>
                <a:srgbClr val="00FFFF"/>
              </a:highlight>
            </a:endParaRPr>
          </a:p>
          <a:p>
            <a:r>
              <a:rPr lang="en-GB"/>
              <a:t> </a:t>
            </a:r>
          </a:p>
          <a:p>
            <a:r>
              <a:rPr lang="en-GB"/>
              <a:t>References:</a:t>
            </a:r>
          </a:p>
          <a:p>
            <a:pPr marL="228600" indent="-228600">
              <a:buFont typeface="+mj-lt"/>
              <a:buAutoNum type="arabicPeriod"/>
            </a:pPr>
            <a:r>
              <a:rPr lang="en-GB"/>
              <a:t>Pringsheim T, </a:t>
            </a:r>
            <a:r>
              <a:rPr lang="en-GB" err="1"/>
              <a:t>Jette</a:t>
            </a:r>
            <a:r>
              <a:rPr lang="en-GB"/>
              <a:t> N, </a:t>
            </a:r>
            <a:r>
              <a:rPr lang="en-GB" err="1"/>
              <a:t>Frolkis</a:t>
            </a:r>
            <a:r>
              <a:rPr lang="en-GB"/>
              <a:t> A, Steeves TDL. The prevalence of Parkinson’s disease: a systematic review and meta-analysis. Mov </a:t>
            </a:r>
            <a:r>
              <a:rPr lang="en-GB" err="1"/>
              <a:t>Disord</a:t>
            </a:r>
            <a:r>
              <a:rPr lang="en-GB"/>
              <a:t> 2014; 29 (13): 1583–1590.</a:t>
            </a:r>
          </a:p>
          <a:p>
            <a:pPr marL="228600" indent="-228600">
              <a:buFont typeface="+mj-lt"/>
              <a:buAutoNum type="arabicPeriod"/>
            </a:pPr>
            <a:r>
              <a:rPr lang="en-GB" sz="1000">
                <a:highlight>
                  <a:srgbClr val="00FFFF"/>
                </a:highlight>
              </a:rPr>
              <a:t>GBD 2016 Parkinson’s Disease Collaborators. Global, regional, and national burden of Parkinson’s disease, 1990–2016: a systematic analysis for the Global Burden of Disease Study 2016. Lancet </a:t>
            </a:r>
            <a:r>
              <a:rPr lang="en-GB" sz="1000" err="1">
                <a:highlight>
                  <a:srgbClr val="00FFFF"/>
                </a:highlight>
              </a:rPr>
              <a:t>Neurol</a:t>
            </a:r>
            <a:r>
              <a:rPr lang="en-GB" sz="1000">
                <a:highlight>
                  <a:srgbClr val="00FFFF"/>
                </a:highlight>
              </a:rPr>
              <a:t> 2018; 17 (11): 939–953.</a:t>
            </a:r>
          </a:p>
          <a:p>
            <a:pPr marL="228600" indent="-228600">
              <a:buFont typeface="+mj-lt"/>
              <a:buAutoNum type="arabicPeriod"/>
            </a:pPr>
            <a:r>
              <a:rPr lang="en-GB">
                <a:highlight>
                  <a:srgbClr val="00FFFF"/>
                </a:highlight>
              </a:rPr>
              <a:t>Kimura H, </a:t>
            </a:r>
            <a:r>
              <a:rPr lang="en-GB" err="1">
                <a:highlight>
                  <a:srgbClr val="00FFFF"/>
                </a:highlight>
              </a:rPr>
              <a:t>Kurimura</a:t>
            </a:r>
            <a:r>
              <a:rPr lang="en-GB">
                <a:highlight>
                  <a:srgbClr val="00FFFF"/>
                </a:highlight>
              </a:rPr>
              <a:t> M, Wada M, et al. Female preponderance of Parkinson’s disease in Japan. Neuroepidemiology 2002; 21 (6): 292–296.</a:t>
            </a:r>
          </a:p>
          <a:p>
            <a:pPr marL="228600" indent="-228600">
              <a:buFont typeface="+mj-lt"/>
              <a:buAutoNum type="arabicPeriod"/>
            </a:pPr>
            <a:r>
              <a:rPr lang="en-GB">
                <a:highlight>
                  <a:srgbClr val="00FFFF"/>
                </a:highlight>
              </a:rPr>
              <a:t>Abbas MM, Xu Z, Tan LCS. Epidemiology of Parkinson’s disease – East versus West. Mov </a:t>
            </a:r>
            <a:r>
              <a:rPr lang="en-GB" err="1">
                <a:highlight>
                  <a:srgbClr val="00FFFF"/>
                </a:highlight>
              </a:rPr>
              <a:t>Disord</a:t>
            </a:r>
            <a:r>
              <a:rPr lang="en-GB">
                <a:highlight>
                  <a:srgbClr val="00FFFF"/>
                </a:highlight>
              </a:rPr>
              <a:t> Clin </a:t>
            </a:r>
            <a:r>
              <a:rPr lang="en-GB" err="1">
                <a:highlight>
                  <a:srgbClr val="00FFFF"/>
                </a:highlight>
              </a:rPr>
              <a:t>Pract</a:t>
            </a:r>
            <a:r>
              <a:rPr lang="en-GB">
                <a:highlight>
                  <a:srgbClr val="00FFFF"/>
                </a:highlight>
              </a:rPr>
              <a:t> 2017; 5 (1): 14–28. </a:t>
            </a:r>
          </a:p>
          <a:p>
            <a:pPr marL="228600" indent="-228600">
              <a:buFont typeface="+mj-lt"/>
              <a:buAutoNum type="arabicPeriod"/>
            </a:pPr>
            <a:r>
              <a:rPr lang="en-GB" b="0" i="0">
                <a:solidFill>
                  <a:srgbClr val="212121"/>
                </a:solidFill>
                <a:effectLst/>
                <a:highlight>
                  <a:srgbClr val="00FFFF"/>
                </a:highlight>
              </a:rPr>
              <a:t>Eun Lee J, Choi JK, Sun Lim H, et al. </a:t>
            </a:r>
            <a:r>
              <a:rPr lang="en-US" b="0" i="0">
                <a:solidFill>
                  <a:srgbClr val="212121"/>
                </a:solidFill>
                <a:effectLst/>
                <a:highlight>
                  <a:srgbClr val="00FFFF"/>
                </a:highlight>
              </a:rPr>
              <a:t>The prevalence and incidence of Parkinson′s disease in South Korea: a 10-year nationwide population-based study. J Korean Neurol Assoc 2017; 35 (4): 191–198.</a:t>
            </a:r>
            <a:endParaRPr lang="en-GB" b="0" i="0">
              <a:solidFill>
                <a:srgbClr val="212121"/>
              </a:solidFill>
              <a:effectLst/>
              <a:highlight>
                <a:srgbClr val="00FFFF"/>
              </a:highlight>
            </a:endParaRPr>
          </a:p>
          <a:p>
            <a:pPr marL="228600" lvl="0" indent="-228600">
              <a:buFont typeface="+mj-lt"/>
              <a:buAutoNum type="arabicPeriod"/>
            </a:pPr>
            <a:r>
              <a:rPr lang="en-GB"/>
              <a:t>Burn DJ. Sex and Parkinson’s disease: a world of difference? J </a:t>
            </a:r>
            <a:r>
              <a:rPr lang="en-GB" err="1"/>
              <a:t>Neurol</a:t>
            </a:r>
            <a:r>
              <a:rPr lang="en-GB"/>
              <a:t> </a:t>
            </a:r>
            <a:r>
              <a:rPr lang="en-GB" err="1"/>
              <a:t>Neurosurg</a:t>
            </a:r>
            <a:r>
              <a:rPr lang="en-GB"/>
              <a:t> Psychiatry 2007; 78 (8): 787.</a:t>
            </a:r>
          </a:p>
          <a:p>
            <a:pPr marL="228600" indent="-228600">
              <a:buFont typeface="+mj-lt"/>
              <a:buAutoNum type="arabicPeriod"/>
            </a:pPr>
            <a:r>
              <a:rPr lang="en-GB"/>
              <a:t>Wright Willis A, </a:t>
            </a:r>
            <a:r>
              <a:rPr lang="en-GB" err="1"/>
              <a:t>Evanoff</a:t>
            </a:r>
            <a:r>
              <a:rPr lang="en-GB"/>
              <a:t> BA, Lian M, et al. Geographic and ethnic variation in Parkinson disease: a population-based study of US Medicare beneficiaries. Neuroepidemiology 2010; 34 (3): 143–151.</a:t>
            </a:r>
          </a:p>
          <a:p>
            <a:pPr marL="228600" lvl="0" indent="-228600">
              <a:buFont typeface="+mj-lt"/>
              <a:buAutoNum type="arabicPeriod"/>
            </a:pPr>
            <a:r>
              <a:rPr lang="en-GB" err="1">
                <a:highlight>
                  <a:srgbClr val="00FFFF"/>
                </a:highlight>
              </a:rPr>
              <a:t>Zirra</a:t>
            </a:r>
            <a:r>
              <a:rPr lang="en-GB">
                <a:highlight>
                  <a:srgbClr val="00FFFF"/>
                </a:highlight>
              </a:rPr>
              <a:t> A, Rao SC, </a:t>
            </a:r>
            <a:r>
              <a:rPr lang="en-GB" err="1">
                <a:highlight>
                  <a:srgbClr val="00FFFF"/>
                </a:highlight>
              </a:rPr>
              <a:t>Bestwick</a:t>
            </a:r>
            <a:r>
              <a:rPr lang="en-GB">
                <a:highlight>
                  <a:srgbClr val="00FFFF"/>
                </a:highlight>
              </a:rPr>
              <a:t> J, et al. Gender differences in the prevalence of Parkinson’s disease. Mov </a:t>
            </a:r>
            <a:r>
              <a:rPr lang="en-GB" err="1">
                <a:highlight>
                  <a:srgbClr val="00FFFF"/>
                </a:highlight>
              </a:rPr>
              <a:t>Disord</a:t>
            </a:r>
            <a:r>
              <a:rPr lang="en-GB">
                <a:highlight>
                  <a:srgbClr val="00FFFF"/>
                </a:highlight>
              </a:rPr>
              <a:t> Clin </a:t>
            </a:r>
            <a:r>
              <a:rPr lang="en-GB" err="1">
                <a:highlight>
                  <a:srgbClr val="00FFFF"/>
                </a:highlight>
              </a:rPr>
              <a:t>Pract</a:t>
            </a:r>
            <a:r>
              <a:rPr lang="en-GB">
                <a:highlight>
                  <a:srgbClr val="00FFFF"/>
                </a:highlight>
              </a:rPr>
              <a:t> 2022; 10 (1): 86–93.</a:t>
            </a:r>
            <a:endParaRPr lang="en-GB"/>
          </a:p>
        </p:txBody>
      </p:sp>
      <p:sp>
        <p:nvSpPr>
          <p:cNvPr id="4" name="Slide Number Placeholder 3"/>
          <p:cNvSpPr>
            <a:spLocks noGrp="1"/>
          </p:cNvSpPr>
          <p:nvPr>
            <p:ph type="sldNum" sz="quarter" idx="10"/>
          </p:nvPr>
        </p:nvSpPr>
        <p:spPr/>
        <p:txBody>
          <a:bodyPr/>
          <a:lstStyle/>
          <a:p>
            <a:fld id="{037C2873-EBE5-CF42-9E30-7832FC02D1D9}" type="slidenum">
              <a:rPr lang="en-GB" smtClean="0"/>
              <a:t>10</a:t>
            </a:fld>
            <a:endParaRPr lang="en-GB"/>
          </a:p>
        </p:txBody>
      </p:sp>
    </p:spTree>
    <p:extLst>
      <p:ext uri="{BB962C8B-B14F-4D97-AF65-F5344CB8AC3E}">
        <p14:creationId xmlns:p14="http://schemas.microsoft.com/office/powerpoint/2010/main" val="25742041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768" y="4751982"/>
            <a:ext cx="5438140" cy="4277717"/>
          </a:xfrm>
        </p:spPr>
        <p:txBody>
          <a:bodyPr/>
          <a:lstStyle/>
          <a:p>
            <a:r>
              <a:rPr lang="en-GB" dirty="0"/>
              <a:t>Life expectancy continues to grow in the world’s rapidly developing low- and middle-income (LMIC) countries.</a:t>
            </a:r>
            <a:r>
              <a:rPr lang="en-GB" baseline="30000" dirty="0"/>
              <a:t>5</a:t>
            </a:r>
            <a:r>
              <a:rPr lang="en-GB" dirty="0"/>
              <a:t> As survival rates improve, due to better economic conditions and healthcare, the prevalence of age-related chronic diseases (including PD) is expected to rise accordingly.</a:t>
            </a:r>
            <a:r>
              <a:rPr lang="en-GB" baseline="30000" dirty="0"/>
              <a:t>6</a:t>
            </a:r>
            <a:endParaRPr lang="en-GB" dirty="0"/>
          </a:p>
          <a:p>
            <a:r>
              <a:rPr lang="en-GB" dirty="0"/>
              <a:t>A study that combined prevalence data for some of the world’s largest populations predicted that there will be approximately 8.7 million people living with PD by 2030, with nearly 5 million residing in China.</a:t>
            </a:r>
            <a:r>
              <a:rPr lang="en-GB" baseline="30000" dirty="0"/>
              <a:t>1</a:t>
            </a:r>
            <a:r>
              <a:rPr lang="en-GB" dirty="0"/>
              <a:t> </a:t>
            </a:r>
            <a:r>
              <a:rPr lang="en-GB" dirty="0">
                <a:highlight>
                  <a:srgbClr val="00FFFF"/>
                </a:highlight>
              </a:rPr>
              <a:t>However, as noted on the slide, this figure is thought to have been surpassed already.</a:t>
            </a:r>
            <a:r>
              <a:rPr lang="en-GB" baseline="30000" dirty="0">
                <a:highlight>
                  <a:srgbClr val="00FFFF"/>
                </a:highlight>
              </a:rPr>
              <a:t>2,3</a:t>
            </a:r>
            <a:r>
              <a:rPr lang="en-GB" dirty="0">
                <a:highlight>
                  <a:srgbClr val="00FFFF"/>
                </a:highlight>
              </a:rPr>
              <a:t> And unlike some other diseases, the burden of PD increases with improving socioeconomic conditions.</a:t>
            </a:r>
            <a:r>
              <a:rPr lang="en-GB" baseline="30000" dirty="0">
                <a:highlight>
                  <a:srgbClr val="00FFFF"/>
                </a:highlight>
              </a:rPr>
              <a:t>4</a:t>
            </a:r>
            <a:r>
              <a:rPr lang="en-GB" dirty="0">
                <a:highlight>
                  <a:srgbClr val="00FFFF"/>
                </a:highlight>
              </a:rPr>
              <a:t> Some have argued that to turn the tide of this PD pandemic, a </a:t>
            </a:r>
            <a:r>
              <a:rPr lang="en-US" dirty="0">
                <a:highlight>
                  <a:srgbClr val="00FFFF"/>
                </a:highlight>
              </a:rPr>
              <a:t>‘PACT’ approach is needed – to </a:t>
            </a:r>
            <a:r>
              <a:rPr lang="en-US" b="1" u="sng" dirty="0">
                <a:highlight>
                  <a:srgbClr val="00FFFF"/>
                </a:highlight>
              </a:rPr>
              <a:t>p</a:t>
            </a:r>
            <a:r>
              <a:rPr lang="en-US" dirty="0">
                <a:highlight>
                  <a:srgbClr val="00FFFF"/>
                </a:highlight>
              </a:rPr>
              <a:t>revent, </a:t>
            </a:r>
            <a:r>
              <a:rPr lang="en-US" b="1" u="sng" dirty="0">
                <a:highlight>
                  <a:srgbClr val="00FFFF"/>
                </a:highlight>
              </a:rPr>
              <a:t>a</a:t>
            </a:r>
            <a:r>
              <a:rPr lang="en-US" dirty="0">
                <a:highlight>
                  <a:srgbClr val="00FFFF"/>
                </a:highlight>
              </a:rPr>
              <a:t>dvocate for, </a:t>
            </a:r>
            <a:r>
              <a:rPr lang="en-US" b="1" u="sng" dirty="0">
                <a:highlight>
                  <a:srgbClr val="00FFFF"/>
                </a:highlight>
              </a:rPr>
              <a:t>c</a:t>
            </a:r>
            <a:r>
              <a:rPr lang="en-US" dirty="0">
                <a:highlight>
                  <a:srgbClr val="00FFFF"/>
                </a:highlight>
              </a:rPr>
              <a:t>are for, and </a:t>
            </a:r>
            <a:r>
              <a:rPr lang="en-US" b="1" u="sng" dirty="0">
                <a:highlight>
                  <a:srgbClr val="00FFFF"/>
                </a:highlight>
              </a:rPr>
              <a:t>t</a:t>
            </a:r>
            <a:r>
              <a:rPr lang="en-US" dirty="0">
                <a:highlight>
                  <a:srgbClr val="00FFFF"/>
                </a:highlight>
              </a:rPr>
              <a:t>reat PD.</a:t>
            </a:r>
            <a:r>
              <a:rPr lang="en-US" baseline="30000" dirty="0">
                <a:highlight>
                  <a:srgbClr val="00FFFF"/>
                </a:highlight>
              </a:rPr>
              <a:t>4</a:t>
            </a:r>
            <a:endParaRPr lang="en-GB" dirty="0">
              <a:highlight>
                <a:srgbClr val="00FFFF"/>
              </a:highlight>
            </a:endParaRPr>
          </a:p>
          <a:p>
            <a:r>
              <a:rPr lang="en-GB" dirty="0"/>
              <a:t> </a:t>
            </a:r>
          </a:p>
          <a:p>
            <a:pPr lvl="0"/>
            <a:r>
              <a:rPr lang="en-GB" dirty="0"/>
              <a:t>References:</a:t>
            </a:r>
          </a:p>
          <a:p>
            <a:pPr marL="228600" indent="-228600">
              <a:buFont typeface="+mj-lt"/>
              <a:buAutoNum type="arabicPeriod"/>
            </a:pPr>
            <a:r>
              <a:rPr lang="en-GB" dirty="0"/>
              <a:t>Dorsey ER, Constantinescu R, Thompson JP, et al. Projected number of people with Parkinson disease in the most populous nations, 2005 through 2030. Neurology 2007; 68 (5): 384–386.</a:t>
            </a:r>
          </a:p>
          <a:p>
            <a:pPr marL="228600" indent="-228600">
              <a:buFont typeface="+mj-lt"/>
              <a:buAutoNum type="arabicPeriod"/>
            </a:pPr>
            <a:r>
              <a:rPr lang="en-GB" sz="1000" dirty="0">
                <a:highlight>
                  <a:srgbClr val="00FFFF"/>
                </a:highlight>
              </a:rPr>
              <a:t>Parkinson’s Foundation website. Available at: https://www.parkinson.org/understanding-parkinsons/statistics. Accessed November 2024.</a:t>
            </a:r>
          </a:p>
          <a:p>
            <a:pPr marL="228600" indent="-228600">
              <a:buFont typeface="+mj-lt"/>
              <a:buAutoNum type="arabicPeriod"/>
            </a:pPr>
            <a:r>
              <a:rPr lang="en-US" sz="1000" dirty="0">
                <a:highlight>
                  <a:srgbClr val="00FFFF"/>
                </a:highlight>
              </a:rPr>
              <a:t>Parkinson’s Europe website. Available at: https://parkinsonseurope.org/facts-and-figures/statistics/. Accessed November 2024.</a:t>
            </a:r>
            <a:r>
              <a:rPr lang="en-GB" dirty="0"/>
              <a:t> </a:t>
            </a:r>
          </a:p>
          <a:p>
            <a:pPr marL="228600" indent="-228600">
              <a:buFont typeface="+mj-lt"/>
              <a:buAutoNum type="arabicPeriod"/>
            </a:pPr>
            <a:r>
              <a:rPr lang="en-GB" dirty="0">
                <a:highlight>
                  <a:srgbClr val="00FFFF"/>
                </a:highlight>
              </a:rPr>
              <a:t>Dorsey ER, Sherer T, Okun MS, Bloem BR. The emerging evidence of the Parkinson pandemic. J </a:t>
            </a:r>
            <a:r>
              <a:rPr lang="en-GB" dirty="0" err="1">
                <a:highlight>
                  <a:srgbClr val="00FFFF"/>
                </a:highlight>
              </a:rPr>
              <a:t>Parkinsons</a:t>
            </a:r>
            <a:r>
              <a:rPr lang="en-GB" dirty="0">
                <a:highlight>
                  <a:srgbClr val="00FFFF"/>
                </a:highlight>
              </a:rPr>
              <a:t> Dis 2018 ;8 (s1): S3–S8.</a:t>
            </a:r>
          </a:p>
          <a:p>
            <a:pPr marL="228600" indent="-228600">
              <a:buFont typeface="+mj-lt"/>
              <a:buAutoNum type="arabicPeriod"/>
            </a:pPr>
            <a:r>
              <a:rPr lang="en-GB" dirty="0"/>
              <a:t>United Nations. World population prospects: the 2015 revision. https://esa.un.org/unpd/wpp/. Accessed March 2015.</a:t>
            </a:r>
          </a:p>
          <a:p>
            <a:pPr marL="228600" indent="-228600">
              <a:buFont typeface="+mj-lt"/>
              <a:buAutoNum type="arabicPeriod"/>
            </a:pPr>
            <a:r>
              <a:rPr lang="en-GB" dirty="0" err="1"/>
              <a:t>Yach</a:t>
            </a:r>
            <a:r>
              <a:rPr lang="en-GB" dirty="0"/>
              <a:t> D, Hawkes C, Gould CL, Hofman KJ. The global burden of chronic diseases: overcoming impediments to prevention and control. JAMA 2004; 291 (21): 2616–2622.</a:t>
            </a:r>
          </a:p>
          <a:p>
            <a:pPr marL="228600" indent="-228600">
              <a:buFont typeface="+mj-lt"/>
              <a:buAutoNum type="arabicPeriod"/>
            </a:pPr>
            <a:endParaRPr lang="en-US" sz="1000" dirty="0">
              <a:highlight>
                <a:srgbClr val="00FFFF"/>
              </a:highlight>
            </a:endParaRPr>
          </a:p>
        </p:txBody>
      </p:sp>
      <p:sp>
        <p:nvSpPr>
          <p:cNvPr id="4" name="Slide Number Placeholder 3"/>
          <p:cNvSpPr>
            <a:spLocks noGrp="1"/>
          </p:cNvSpPr>
          <p:nvPr>
            <p:ph type="sldNum" sz="quarter" idx="10"/>
          </p:nvPr>
        </p:nvSpPr>
        <p:spPr/>
        <p:txBody>
          <a:bodyPr/>
          <a:lstStyle/>
          <a:p>
            <a:fld id="{037C2873-EBE5-CF42-9E30-7832FC02D1D9}" type="slidenum">
              <a:rPr lang="en-GB" smtClean="0"/>
              <a:t>11</a:t>
            </a:fld>
            <a:endParaRPr lang="en-GB"/>
          </a:p>
        </p:txBody>
      </p:sp>
    </p:spTree>
    <p:extLst>
      <p:ext uri="{BB962C8B-B14F-4D97-AF65-F5344CB8AC3E}">
        <p14:creationId xmlns:p14="http://schemas.microsoft.com/office/powerpoint/2010/main" val="33999630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768" y="4751984"/>
            <a:ext cx="5438140" cy="3730030"/>
          </a:xfrm>
        </p:spPr>
        <p:txBody>
          <a:bodyPr/>
          <a:lstStyle/>
          <a:p>
            <a:r>
              <a:rPr lang="en-GB" dirty="0"/>
              <a:t>Approximately </a:t>
            </a:r>
            <a:r>
              <a:rPr lang="en-GB" dirty="0">
                <a:highlight>
                  <a:srgbClr val="00FFFF"/>
                </a:highlight>
              </a:rPr>
              <a:t>85–95</a:t>
            </a:r>
            <a:r>
              <a:rPr lang="en-GB" dirty="0"/>
              <a:t>% of PD cases are ‘sporadic’ or ‘idiopathic’, meaning that the cause is unknown.</a:t>
            </a:r>
            <a:r>
              <a:rPr lang="en-GB" baseline="30000" dirty="0"/>
              <a:t>5,6</a:t>
            </a:r>
            <a:r>
              <a:rPr lang="en-GB" dirty="0"/>
              <a:t> However, the disease is known to cluster in families, with </a:t>
            </a:r>
            <a:r>
              <a:rPr lang="en-GB" dirty="0">
                <a:highlight>
                  <a:srgbClr val="00FFFF"/>
                </a:highlight>
              </a:rPr>
              <a:t>approximately 5–15%</a:t>
            </a:r>
            <a:r>
              <a:rPr lang="en-GB" dirty="0"/>
              <a:t> of patients reporting a family history of PD.</a:t>
            </a:r>
            <a:r>
              <a:rPr lang="en-GB" baseline="30000" dirty="0"/>
              <a:t>5,6</a:t>
            </a:r>
            <a:r>
              <a:rPr lang="en-GB" dirty="0"/>
              <a:t> </a:t>
            </a:r>
            <a:r>
              <a:rPr lang="en-GB" dirty="0">
                <a:highlight>
                  <a:srgbClr val="00FFFF"/>
                </a:highlight>
              </a:rPr>
              <a:t>There are now several well-established PD genes that cause monogenic PD – in these patients the cause of PD is attributable to rare pathogenic variants of a single gene.</a:t>
            </a:r>
            <a:r>
              <a:rPr lang="en-GB" baseline="30000" dirty="0">
                <a:highlight>
                  <a:srgbClr val="00FFFF"/>
                </a:highlight>
              </a:rPr>
              <a:t>5-7 </a:t>
            </a:r>
            <a:r>
              <a:rPr lang="en-GB" dirty="0">
                <a:highlight>
                  <a:srgbClr val="00FFFF"/>
                </a:highlight>
              </a:rPr>
              <a:t>These genes include </a:t>
            </a:r>
            <a:r>
              <a:rPr lang="en-GB" i="1" dirty="0">
                <a:highlight>
                  <a:srgbClr val="00FFFF"/>
                </a:highlight>
              </a:rPr>
              <a:t>SNCA</a:t>
            </a:r>
            <a:r>
              <a:rPr lang="en-GB" dirty="0">
                <a:highlight>
                  <a:srgbClr val="00FFFF"/>
                </a:highlight>
              </a:rPr>
              <a:t>, </a:t>
            </a:r>
            <a:r>
              <a:rPr lang="en-GB" i="1" dirty="0">
                <a:highlight>
                  <a:srgbClr val="00FFFF"/>
                </a:highlight>
              </a:rPr>
              <a:t>LRRK2</a:t>
            </a:r>
            <a:r>
              <a:rPr lang="en-GB" dirty="0">
                <a:highlight>
                  <a:srgbClr val="00FFFF"/>
                </a:highlight>
              </a:rPr>
              <a:t>, </a:t>
            </a:r>
            <a:r>
              <a:rPr lang="en-GB" i="1" dirty="0">
                <a:highlight>
                  <a:srgbClr val="00FFFF"/>
                </a:highlight>
              </a:rPr>
              <a:t>VPS35</a:t>
            </a:r>
            <a:r>
              <a:rPr lang="en-GB" dirty="0">
                <a:highlight>
                  <a:srgbClr val="00FFFF"/>
                </a:highlight>
              </a:rPr>
              <a:t>, and </a:t>
            </a:r>
            <a:r>
              <a:rPr lang="en-GB" i="1" dirty="0">
                <a:highlight>
                  <a:srgbClr val="00FFFF"/>
                </a:highlight>
              </a:rPr>
              <a:t>RAB32</a:t>
            </a:r>
            <a:r>
              <a:rPr lang="en-GB" dirty="0">
                <a:highlight>
                  <a:srgbClr val="00FFFF"/>
                </a:highlight>
              </a:rPr>
              <a:t> linked to autosomal dominant PD, and </a:t>
            </a:r>
            <a:r>
              <a:rPr lang="en-GB" i="1" dirty="0">
                <a:highlight>
                  <a:srgbClr val="00FFFF"/>
                </a:highlight>
              </a:rPr>
              <a:t>PRKN</a:t>
            </a:r>
            <a:r>
              <a:rPr lang="en-GB" dirty="0">
                <a:highlight>
                  <a:srgbClr val="00FFFF"/>
                </a:highlight>
              </a:rPr>
              <a:t>, </a:t>
            </a:r>
            <a:r>
              <a:rPr lang="en-GB" i="1" dirty="0">
                <a:highlight>
                  <a:srgbClr val="00FFFF"/>
                </a:highlight>
              </a:rPr>
              <a:t>PINK1</a:t>
            </a:r>
            <a:r>
              <a:rPr lang="en-GB" dirty="0">
                <a:highlight>
                  <a:srgbClr val="00FFFF"/>
                </a:highlight>
              </a:rPr>
              <a:t>, and </a:t>
            </a:r>
            <a:r>
              <a:rPr lang="en-GB" i="1" dirty="0">
                <a:highlight>
                  <a:srgbClr val="00FFFF"/>
                </a:highlight>
              </a:rPr>
              <a:t>PARK7</a:t>
            </a:r>
            <a:r>
              <a:rPr lang="en-GB" dirty="0">
                <a:highlight>
                  <a:srgbClr val="00FFFF"/>
                </a:highlight>
              </a:rPr>
              <a:t>/</a:t>
            </a:r>
            <a:r>
              <a:rPr lang="en-GB" i="1" dirty="0">
                <a:highlight>
                  <a:srgbClr val="00FFFF"/>
                </a:highlight>
              </a:rPr>
              <a:t>DJ-1</a:t>
            </a:r>
            <a:r>
              <a:rPr lang="en-GB" dirty="0">
                <a:highlight>
                  <a:srgbClr val="00FFFF"/>
                </a:highlight>
              </a:rPr>
              <a:t> linked to autosomal recessive PD.</a:t>
            </a:r>
            <a:r>
              <a:rPr lang="en-GB" baseline="30000" dirty="0">
                <a:highlight>
                  <a:srgbClr val="00FFFF"/>
                </a:highlight>
              </a:rPr>
              <a:t>5,7</a:t>
            </a:r>
            <a:r>
              <a:rPr lang="en-GB" dirty="0">
                <a:highlight>
                  <a:srgbClr val="00FFFF"/>
                </a:highlight>
              </a:rPr>
              <a:t> </a:t>
            </a:r>
            <a:r>
              <a:rPr lang="en-US" dirty="0">
                <a:highlight>
                  <a:srgbClr val="00FFFF"/>
                </a:highlight>
              </a:rPr>
              <a:t>Other PD-related genes tend to have relatively small effects by themselves, but may contribute to a substantial increase in overall risk when found together.</a:t>
            </a:r>
            <a:r>
              <a:rPr lang="en-US" baseline="30000" dirty="0">
                <a:highlight>
                  <a:srgbClr val="00FFFF"/>
                </a:highlight>
              </a:rPr>
              <a:t>8</a:t>
            </a:r>
            <a:endParaRPr lang="en-GB" dirty="0"/>
          </a:p>
          <a:p>
            <a:r>
              <a:rPr lang="en-GB" dirty="0"/>
              <a:t>Smokers tend to have a markedly lower risk of PD than non-smokers.</a:t>
            </a:r>
            <a:r>
              <a:rPr lang="en-GB" baseline="30000" dirty="0"/>
              <a:t>2</a:t>
            </a:r>
            <a:r>
              <a:rPr lang="en-GB" dirty="0"/>
              <a:t> While this finding has led to nicotine being tested in clinical trials as a potential therapy for PD,</a:t>
            </a:r>
            <a:r>
              <a:rPr lang="en-GB" baseline="30000" dirty="0"/>
              <a:t>2</a:t>
            </a:r>
            <a:r>
              <a:rPr lang="en-GB" dirty="0"/>
              <a:t> smoking itself should never be considered as a useful preventive measure, since it remains the world’s leading cause of avoidable premature death.</a:t>
            </a:r>
            <a:r>
              <a:rPr lang="en-GB" baseline="30000" dirty="0"/>
              <a:t>9</a:t>
            </a:r>
            <a:r>
              <a:rPr lang="en-GB" dirty="0"/>
              <a:t> </a:t>
            </a:r>
            <a:r>
              <a:rPr lang="en-GB" dirty="0">
                <a:highlight>
                  <a:srgbClr val="00FFFF"/>
                </a:highlight>
              </a:rPr>
              <a:t>Furthermore, the effect is far from clear; a study investigating treatment of PD using transdermal nicotine patches compared with placebo found that the patches did not have a clear effect on slowing the progression of PD.</a:t>
            </a:r>
            <a:r>
              <a:rPr lang="en-GB" baseline="30000" dirty="0">
                <a:highlight>
                  <a:srgbClr val="00FFFF"/>
                </a:highlight>
              </a:rPr>
              <a:t>10</a:t>
            </a:r>
            <a:endParaRPr lang="en-GB" dirty="0">
              <a:highlight>
                <a:srgbClr val="00FFFF"/>
              </a:highlight>
            </a:endParaRPr>
          </a:p>
          <a:p>
            <a:r>
              <a:rPr lang="en-GB" dirty="0"/>
              <a:t>Urate is a biochemical end product of the metabolism of purines, that is normally present in the blood.</a:t>
            </a:r>
            <a:r>
              <a:rPr lang="en-GB" baseline="30000" dirty="0"/>
              <a:t>2</a:t>
            </a:r>
            <a:r>
              <a:rPr lang="en-GB" dirty="0"/>
              <a:t> There is convincing evidence to indicate that naturally higher levels of urate may protect against PD.</a:t>
            </a:r>
            <a:r>
              <a:rPr lang="en-GB" baseline="30000" dirty="0"/>
              <a:t>2</a:t>
            </a:r>
            <a:r>
              <a:rPr lang="en-GB" dirty="0"/>
              <a:t> While substances known to raise plasma urate levels (e.g., dietary fructose) have been associated with a reduced PD risk, those known to lower urate levels (e.g., dairy intake) have been associated with an increased risk of PD.</a:t>
            </a:r>
            <a:r>
              <a:rPr lang="en-GB" baseline="30000" dirty="0"/>
              <a:t>2</a:t>
            </a:r>
            <a:endParaRPr lang="en-GB" dirty="0"/>
          </a:p>
          <a:p>
            <a:endParaRPr lang="en-GB" dirty="0"/>
          </a:p>
          <a:p>
            <a:r>
              <a:rPr lang="en-GB" dirty="0"/>
              <a:t>References:</a:t>
            </a:r>
          </a:p>
          <a:p>
            <a:pPr marL="228600" lvl="0" indent="-228600">
              <a:buFont typeface="+mj-lt"/>
              <a:buAutoNum type="arabicPeriod"/>
            </a:pPr>
            <a:r>
              <a:rPr lang="en-GB" dirty="0"/>
              <a:t>Lee A, Gilbert RM. Epidemiology of Parkinson disease. </a:t>
            </a:r>
            <a:r>
              <a:rPr lang="en-GB" dirty="0" err="1"/>
              <a:t>Neurol</a:t>
            </a:r>
            <a:r>
              <a:rPr lang="en-GB" dirty="0"/>
              <a:t> Clin 2016; 34 (4): 955–965.</a:t>
            </a:r>
          </a:p>
          <a:p>
            <a:pPr marL="228600" indent="-228600">
              <a:buFont typeface="+mj-lt"/>
              <a:buAutoNum type="arabicPeriod"/>
            </a:pPr>
            <a:r>
              <a:rPr lang="en-GB" dirty="0" err="1"/>
              <a:t>Ascherio</a:t>
            </a:r>
            <a:r>
              <a:rPr lang="en-GB" dirty="0"/>
              <a:t> A, Schwarzschild MA. The epidemiology of Parkinson’s disease: risk factors and prevention. </a:t>
            </a:r>
            <a:r>
              <a:rPr lang="fr-FR" dirty="0"/>
              <a:t>Lancet </a:t>
            </a:r>
            <a:r>
              <a:rPr lang="fr-FR" dirty="0" err="1"/>
              <a:t>Neurol</a:t>
            </a:r>
            <a:r>
              <a:rPr lang="fr-FR" dirty="0"/>
              <a:t> 2016; 15 (12): 1257–1272.</a:t>
            </a:r>
            <a:endParaRPr lang="en-GB" dirty="0"/>
          </a:p>
          <a:p>
            <a:pPr marL="228600" lvl="0" indent="-228600">
              <a:buFont typeface="+mj-lt"/>
              <a:buAutoNum type="arabicPeriod"/>
            </a:pPr>
            <a:r>
              <a:rPr lang="en-GB" dirty="0">
                <a:highlight>
                  <a:srgbClr val="00FFFF"/>
                </a:highlight>
              </a:rPr>
              <a:t>Dorsey ER, Bloem BR. Parkinson’s disease is predominantly an environmental disease. J </a:t>
            </a:r>
            <a:r>
              <a:rPr lang="en-GB" dirty="0" err="1">
                <a:highlight>
                  <a:srgbClr val="00FFFF"/>
                </a:highlight>
              </a:rPr>
              <a:t>Parkinsons</a:t>
            </a:r>
            <a:r>
              <a:rPr lang="en-GB" dirty="0">
                <a:highlight>
                  <a:srgbClr val="00FFFF"/>
                </a:highlight>
              </a:rPr>
              <a:t> Dis 2024; 14 (3): 451–465.</a:t>
            </a:r>
          </a:p>
          <a:p>
            <a:pPr marL="228600" lvl="0" indent="-228600">
              <a:buFont typeface="+mj-lt"/>
              <a:buAutoNum type="arabicPeriod"/>
            </a:pPr>
            <a:r>
              <a:rPr lang="en-GB" dirty="0">
                <a:highlight>
                  <a:srgbClr val="00FFFF"/>
                </a:highlight>
              </a:rPr>
              <a:t>Veronese N, Nova A, Fazia T, et al. Contribution of nutritional, lifestyle, and metabolic risk factors to Parkinson’s disease. Mov </a:t>
            </a:r>
            <a:r>
              <a:rPr lang="en-GB" dirty="0" err="1">
                <a:highlight>
                  <a:srgbClr val="00FFFF"/>
                </a:highlight>
              </a:rPr>
              <a:t>Disord</a:t>
            </a:r>
            <a:r>
              <a:rPr lang="en-GB" dirty="0">
                <a:highlight>
                  <a:srgbClr val="00FFFF"/>
                </a:highlight>
              </a:rPr>
              <a:t> 2024; 39 (7): 1203–1212.</a:t>
            </a:r>
          </a:p>
          <a:p>
            <a:pPr marL="228600" indent="-228600">
              <a:buFont typeface="+mj-lt"/>
              <a:buAutoNum type="arabicPeriod"/>
            </a:pPr>
            <a:r>
              <a:rPr lang="en-GB" dirty="0" err="1">
                <a:highlight>
                  <a:srgbClr val="00FFFF"/>
                </a:highlight>
              </a:rPr>
              <a:t>Lunati</a:t>
            </a:r>
            <a:r>
              <a:rPr lang="en-GB" dirty="0">
                <a:highlight>
                  <a:srgbClr val="00FFFF"/>
                </a:highlight>
              </a:rPr>
              <a:t> A, Lesage S, Brice A. The genetic landscape of Parkinson’s disease. Rev </a:t>
            </a:r>
            <a:r>
              <a:rPr lang="en-GB" dirty="0" err="1">
                <a:highlight>
                  <a:srgbClr val="00FFFF"/>
                </a:highlight>
              </a:rPr>
              <a:t>Neurol</a:t>
            </a:r>
            <a:r>
              <a:rPr lang="en-GB" dirty="0">
                <a:highlight>
                  <a:srgbClr val="00FFFF"/>
                </a:highlight>
              </a:rPr>
              <a:t> (Paris) 2018; 174 (9): 628–643. </a:t>
            </a:r>
          </a:p>
          <a:p>
            <a:pPr marL="228600" indent="-228600">
              <a:buFont typeface="+mj-lt"/>
              <a:buAutoNum type="arabicPeriod"/>
            </a:pPr>
            <a:r>
              <a:rPr lang="en-GB" dirty="0">
                <a:highlight>
                  <a:srgbClr val="00FFFF"/>
                </a:highlight>
              </a:rPr>
              <a:t>Tran J, </a:t>
            </a:r>
            <a:r>
              <a:rPr lang="en-GB" dirty="0" err="1">
                <a:highlight>
                  <a:srgbClr val="00FFFF"/>
                </a:highlight>
              </a:rPr>
              <a:t>Anastacio</a:t>
            </a:r>
            <a:r>
              <a:rPr lang="en-GB" dirty="0">
                <a:highlight>
                  <a:srgbClr val="00FFFF"/>
                </a:highlight>
              </a:rPr>
              <a:t> H, Bardy C. Genetic predispositions of Parkinson’s disease revealed in patient-derived brain cells. NPJ </a:t>
            </a:r>
            <a:r>
              <a:rPr lang="en-GB" dirty="0" err="1">
                <a:highlight>
                  <a:srgbClr val="00FFFF"/>
                </a:highlight>
              </a:rPr>
              <a:t>Parkinsons</a:t>
            </a:r>
            <a:r>
              <a:rPr lang="en-GB" dirty="0">
                <a:highlight>
                  <a:srgbClr val="00FFFF"/>
                </a:highlight>
              </a:rPr>
              <a:t> Dis 2020; 6: 8. </a:t>
            </a:r>
            <a:endParaRPr lang="en-GB" dirty="0"/>
          </a:p>
          <a:p>
            <a:pPr marL="228600" indent="-228600">
              <a:buFont typeface="+mj-lt"/>
              <a:buAutoNum type="arabicPeriod"/>
            </a:pPr>
            <a:r>
              <a:rPr lang="en-GB" dirty="0">
                <a:highlight>
                  <a:srgbClr val="00FFFF"/>
                </a:highlight>
              </a:rPr>
              <a:t>Lim SY, Tan AH, Ahmad-Annuar A, et al. Uncovering the genetic basis of Parkinson’s disease globally: from discoveries to the clinic. Lancet </a:t>
            </a:r>
            <a:r>
              <a:rPr lang="en-GB" dirty="0" err="1">
                <a:highlight>
                  <a:srgbClr val="00FFFF"/>
                </a:highlight>
              </a:rPr>
              <a:t>Neurol</a:t>
            </a:r>
            <a:r>
              <a:rPr lang="en-GB" dirty="0">
                <a:highlight>
                  <a:srgbClr val="00FFFF"/>
                </a:highlight>
              </a:rPr>
              <a:t> 2024; S1474–4422 (24) 00378-8.</a:t>
            </a:r>
          </a:p>
          <a:p>
            <a:pPr marL="228600" indent="-228600">
              <a:buFont typeface="+mj-lt"/>
              <a:buAutoNum type="arabicPeriod"/>
            </a:pPr>
            <a:r>
              <a:rPr lang="en-GB" dirty="0" err="1">
                <a:highlight>
                  <a:srgbClr val="00FFFF"/>
                </a:highlight>
              </a:rPr>
              <a:t>Bandres-Ciga</a:t>
            </a:r>
            <a:r>
              <a:rPr lang="en-GB" dirty="0">
                <a:highlight>
                  <a:srgbClr val="00FFFF"/>
                </a:highlight>
              </a:rPr>
              <a:t> S, Diez-</a:t>
            </a:r>
            <a:r>
              <a:rPr lang="en-GB" dirty="0" err="1">
                <a:highlight>
                  <a:srgbClr val="00FFFF"/>
                </a:highlight>
              </a:rPr>
              <a:t>Fairen</a:t>
            </a:r>
            <a:r>
              <a:rPr lang="en-GB" dirty="0">
                <a:highlight>
                  <a:srgbClr val="00FFFF"/>
                </a:highlight>
              </a:rPr>
              <a:t> M, Kim JJ, Singleton AB. Genetics of Parkinson’s disease: an introspection of its journey towards precision medicine. </a:t>
            </a:r>
            <a:r>
              <a:rPr lang="en-GB" dirty="0" err="1">
                <a:highlight>
                  <a:srgbClr val="00FFFF"/>
                </a:highlight>
              </a:rPr>
              <a:t>Neurobiol</a:t>
            </a:r>
            <a:r>
              <a:rPr lang="en-GB" dirty="0">
                <a:highlight>
                  <a:srgbClr val="00FFFF"/>
                </a:highlight>
              </a:rPr>
              <a:t> Dis 2020; 137: 104782.</a:t>
            </a:r>
          </a:p>
          <a:p>
            <a:pPr marL="228600" lvl="0" indent="-228600">
              <a:buFont typeface="+mj-lt"/>
              <a:buAutoNum type="arabicPeriod"/>
            </a:pPr>
            <a:r>
              <a:rPr lang="en-GB" dirty="0"/>
              <a:t>Samet JM. Tobacco smoking: the leading cause of preventable disease worldwide. </a:t>
            </a:r>
            <a:r>
              <a:rPr lang="en-GB" dirty="0" err="1"/>
              <a:t>Thorac</a:t>
            </a:r>
            <a:r>
              <a:rPr lang="en-GB" dirty="0"/>
              <a:t> </a:t>
            </a:r>
            <a:r>
              <a:rPr lang="en-GB" dirty="0" err="1"/>
              <a:t>Surg</a:t>
            </a:r>
            <a:r>
              <a:rPr lang="en-GB" dirty="0"/>
              <a:t> Clin 2013; 23 (2): 103–112.</a:t>
            </a:r>
          </a:p>
          <a:p>
            <a:pPr marL="228600" lvl="0" indent="-228600">
              <a:buFont typeface="+mj-lt"/>
              <a:buAutoNum type="arabicPeriod"/>
            </a:pPr>
            <a:r>
              <a:rPr lang="en-GB" dirty="0">
                <a:highlight>
                  <a:srgbClr val="00FFFF"/>
                </a:highlight>
              </a:rPr>
              <a:t>Oertel WH, Müller HH, Unger MM, et al. Transdermal nicotine treatment and progression of early Parkinson’s disease. NEJM Evid 2023; 2 (9): EVIDoa2200311.</a:t>
            </a:r>
          </a:p>
        </p:txBody>
      </p:sp>
      <p:sp>
        <p:nvSpPr>
          <p:cNvPr id="4" name="Slide Number Placeholder 3"/>
          <p:cNvSpPr>
            <a:spLocks noGrp="1"/>
          </p:cNvSpPr>
          <p:nvPr>
            <p:ph type="sldNum" sz="quarter" idx="10"/>
          </p:nvPr>
        </p:nvSpPr>
        <p:spPr/>
        <p:txBody>
          <a:bodyPr/>
          <a:lstStyle/>
          <a:p>
            <a:fld id="{037C2873-EBE5-CF42-9E30-7832FC02D1D9}" type="slidenum">
              <a:rPr lang="en-GB" smtClean="0"/>
              <a:t>12</a:t>
            </a:fld>
            <a:endParaRPr lang="en-GB"/>
          </a:p>
        </p:txBody>
      </p:sp>
    </p:spTree>
    <p:extLst>
      <p:ext uri="{BB962C8B-B14F-4D97-AF65-F5344CB8AC3E}">
        <p14:creationId xmlns:p14="http://schemas.microsoft.com/office/powerpoint/2010/main" val="32347254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037C2873-EBE5-CF42-9E30-7832FC02D1D9}" type="slidenum">
              <a:rPr lang="en-GB" smtClean="0"/>
              <a:t>13</a:t>
            </a:fld>
            <a:endParaRPr lang="en-GB"/>
          </a:p>
        </p:txBody>
      </p:sp>
    </p:spTree>
    <p:extLst>
      <p:ext uri="{BB962C8B-B14F-4D97-AF65-F5344CB8AC3E}">
        <p14:creationId xmlns:p14="http://schemas.microsoft.com/office/powerpoint/2010/main" val="30068324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highlight>
                  <a:srgbClr val="00FFFF"/>
                </a:highlight>
              </a:rPr>
              <a:t>The data on the slide come from a multinational, real-world study estimating the cost of PD, stratified by disease severity.</a:t>
            </a:r>
            <a:r>
              <a:rPr lang="en-GB" baseline="30000" dirty="0">
                <a:highlight>
                  <a:srgbClr val="00FFFF"/>
                </a:highlight>
              </a:rPr>
              <a:t>3</a:t>
            </a:r>
            <a:r>
              <a:rPr lang="en-GB" dirty="0">
                <a:highlight>
                  <a:srgbClr val="00FFFF"/>
                </a:highlight>
              </a:rPr>
              <a:t> The analysis confirmed that the real-world costs of PD were substantial, and those costs increased as PD progressed.</a:t>
            </a:r>
            <a:r>
              <a:rPr lang="en-GB" baseline="30000" dirty="0">
                <a:highlight>
                  <a:srgbClr val="00FFFF"/>
                </a:highlight>
              </a:rPr>
              <a:t>1-3</a:t>
            </a:r>
            <a:r>
              <a:rPr lang="en-GB" dirty="0">
                <a:highlight>
                  <a:srgbClr val="00FFFF"/>
                </a:highlight>
              </a:rPr>
              <a:t> The main factors that drove healthcare costs were the direct cost of hospitalization and medication costs, and indirect costs.</a:t>
            </a:r>
            <a:r>
              <a:rPr lang="en-GB" baseline="30000" dirty="0">
                <a:highlight>
                  <a:srgbClr val="00FFFF"/>
                </a:highlight>
              </a:rPr>
              <a:t>3</a:t>
            </a:r>
            <a:r>
              <a:rPr lang="en-GB" dirty="0">
                <a:highlight>
                  <a:srgbClr val="00FFFF"/>
                </a:highlight>
              </a:rPr>
              <a:t> </a:t>
            </a:r>
          </a:p>
          <a:p>
            <a:endParaRPr lang="en-GB" dirty="0"/>
          </a:p>
          <a:p>
            <a:r>
              <a:rPr lang="en-GB" dirty="0"/>
              <a:t>References:</a:t>
            </a:r>
          </a:p>
          <a:p>
            <a:pPr marL="228600" indent="-228600">
              <a:buFont typeface="+mj-lt"/>
              <a:buAutoNum type="arabicPeriod"/>
            </a:pPr>
            <a:r>
              <a:rPr lang="en-GB" dirty="0">
                <a:highlight>
                  <a:srgbClr val="00FFFF"/>
                </a:highlight>
              </a:rPr>
              <a:t>Yang W, Hamilton JL, </a:t>
            </a:r>
            <a:r>
              <a:rPr lang="en-GB" dirty="0" err="1">
                <a:highlight>
                  <a:srgbClr val="00FFFF"/>
                </a:highlight>
              </a:rPr>
              <a:t>Kopil</a:t>
            </a:r>
            <a:r>
              <a:rPr lang="en-GB" dirty="0">
                <a:highlight>
                  <a:srgbClr val="00FFFF"/>
                </a:highlight>
              </a:rPr>
              <a:t> C, et al. Current and projected future economic burden of Parkinson’s disease in the U.S. NPJ </a:t>
            </a:r>
            <a:r>
              <a:rPr lang="en-GB" dirty="0" err="1">
                <a:highlight>
                  <a:srgbClr val="00FFFF"/>
                </a:highlight>
              </a:rPr>
              <a:t>Parkinsons</a:t>
            </a:r>
            <a:r>
              <a:rPr lang="en-GB" dirty="0">
                <a:highlight>
                  <a:srgbClr val="00FFFF"/>
                </a:highlight>
              </a:rPr>
              <a:t> Dis 2020; 6: 15.</a:t>
            </a:r>
          </a:p>
          <a:p>
            <a:pPr marL="228600" indent="-228600">
              <a:buFont typeface="+mj-lt"/>
              <a:buAutoNum type="arabicPeriod"/>
            </a:pPr>
            <a:r>
              <a:rPr lang="en-GB" dirty="0" err="1">
                <a:highlight>
                  <a:srgbClr val="00FFFF"/>
                </a:highlight>
              </a:rPr>
              <a:t>Dahodwala</a:t>
            </a:r>
            <a:r>
              <a:rPr lang="en-GB" dirty="0">
                <a:highlight>
                  <a:srgbClr val="00FFFF"/>
                </a:highlight>
              </a:rPr>
              <a:t> N, Li P, Jahnke J, et al. Burden of Parkinson’s disease by severity: health care costs in the U.S. Medicare population. Mov </a:t>
            </a:r>
            <a:r>
              <a:rPr lang="en-GB" dirty="0" err="1">
                <a:highlight>
                  <a:srgbClr val="00FFFF"/>
                </a:highlight>
              </a:rPr>
              <a:t>Disord</a:t>
            </a:r>
            <a:r>
              <a:rPr lang="en-GB" dirty="0">
                <a:highlight>
                  <a:srgbClr val="00FFFF"/>
                </a:highlight>
              </a:rPr>
              <a:t> 2021; 36 (1): 133–142.</a:t>
            </a:r>
          </a:p>
          <a:p>
            <a:pPr marL="228600" indent="-228600">
              <a:buFont typeface="+mj-lt"/>
              <a:buAutoNum type="arabicPeriod"/>
            </a:pPr>
            <a:r>
              <a:rPr lang="en-GB" dirty="0">
                <a:highlight>
                  <a:srgbClr val="00FFFF"/>
                </a:highlight>
              </a:rPr>
              <a:t>Chaudhuri KR, Azulay JP, Odin P, et al. Economic burden of Parkinson’s disease: a multinational, real-world, cost-of-illness study. Drugs Real World Outcomes 2024; 11 (1): 1–11.</a:t>
            </a:r>
          </a:p>
        </p:txBody>
      </p:sp>
      <p:sp>
        <p:nvSpPr>
          <p:cNvPr id="4" name="Slide Number Placeholder 3"/>
          <p:cNvSpPr>
            <a:spLocks noGrp="1"/>
          </p:cNvSpPr>
          <p:nvPr>
            <p:ph type="sldNum" sz="quarter" idx="10"/>
          </p:nvPr>
        </p:nvSpPr>
        <p:spPr/>
        <p:txBody>
          <a:bodyPr/>
          <a:lstStyle/>
          <a:p>
            <a:fld id="{037C2873-EBE5-CF42-9E30-7832FC02D1D9}" type="slidenum">
              <a:rPr lang="en-GB" smtClean="0"/>
              <a:t>14</a:t>
            </a:fld>
            <a:endParaRPr lang="en-GB"/>
          </a:p>
        </p:txBody>
      </p:sp>
    </p:spTree>
    <p:extLst>
      <p:ext uri="{BB962C8B-B14F-4D97-AF65-F5344CB8AC3E}">
        <p14:creationId xmlns:p14="http://schemas.microsoft.com/office/powerpoint/2010/main" val="16990078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768" y="4751982"/>
            <a:ext cx="5438140" cy="4562615"/>
          </a:xfrm>
        </p:spPr>
        <p:txBody>
          <a:bodyPr/>
          <a:lstStyle/>
          <a:p>
            <a:r>
              <a:rPr lang="en-GB" dirty="0"/>
              <a:t>It is important to estimate indirect costs to provide an insight into the additional economic impact of a disease – beyond the more obvious costs associated with healthcare utilization.</a:t>
            </a:r>
            <a:r>
              <a:rPr lang="en-GB" baseline="30000" dirty="0">
                <a:highlight>
                  <a:srgbClr val="00FFFF"/>
                </a:highlight>
              </a:rPr>
              <a:t>1-3</a:t>
            </a:r>
            <a:r>
              <a:rPr lang="en-GB" dirty="0">
                <a:highlight>
                  <a:srgbClr val="00FFFF"/>
                </a:highlight>
              </a:rPr>
              <a:t> </a:t>
            </a:r>
            <a:r>
              <a:rPr lang="en-GB" dirty="0"/>
              <a:t>In PD, indirect costs make up a considerable proportion of the overall cost, and can be greater than the direct costs.</a:t>
            </a:r>
            <a:r>
              <a:rPr lang="en-GB" baseline="30000" dirty="0">
                <a:highlight>
                  <a:srgbClr val="00FFFF"/>
                </a:highlight>
              </a:rPr>
              <a:t>3-5</a:t>
            </a:r>
            <a:endParaRPr lang="en-GB" dirty="0">
              <a:highlight>
                <a:srgbClr val="00FFFF"/>
              </a:highlight>
            </a:endParaRPr>
          </a:p>
          <a:p>
            <a:r>
              <a:rPr lang="en-GB" dirty="0">
                <a:highlight>
                  <a:srgbClr val="00FFFF"/>
                </a:highlight>
              </a:rPr>
              <a:t>The data shown on the slide come from an analysis of US </a:t>
            </a:r>
            <a:r>
              <a:rPr lang="en-US" dirty="0">
                <a:highlight>
                  <a:srgbClr val="00FFFF"/>
                </a:highlight>
              </a:rPr>
              <a:t>public and private administrative claims data, which estimated a prevalence of PD in the US of approximately 1 million people, equating to a total cost of $51.9 billion.</a:t>
            </a:r>
            <a:r>
              <a:rPr lang="en-US" baseline="30000" dirty="0">
                <a:highlight>
                  <a:srgbClr val="00FFFF"/>
                </a:highlight>
              </a:rPr>
              <a:t>3</a:t>
            </a:r>
            <a:r>
              <a:rPr lang="en-US" dirty="0">
                <a:highlight>
                  <a:srgbClr val="00FFFF"/>
                </a:highlight>
              </a:rPr>
              <a:t> As shown on the slide, slightly more than half of this cost was indirect, including non-medical costs, absenteeism, and disability payments.</a:t>
            </a:r>
            <a:r>
              <a:rPr lang="en-US" baseline="30000" dirty="0">
                <a:highlight>
                  <a:srgbClr val="00FFFF"/>
                </a:highlight>
              </a:rPr>
              <a:t>3</a:t>
            </a:r>
            <a:r>
              <a:rPr lang="en-US" dirty="0">
                <a:highlight>
                  <a:srgbClr val="00FFFF"/>
                </a:highlight>
              </a:rPr>
              <a:t> </a:t>
            </a:r>
            <a:endParaRPr lang="en-GB" dirty="0">
              <a:highlight>
                <a:srgbClr val="00FFFF"/>
              </a:highlight>
            </a:endParaRPr>
          </a:p>
          <a:p>
            <a:endParaRPr lang="en-GB" dirty="0"/>
          </a:p>
          <a:p>
            <a:r>
              <a:rPr lang="en-GB" dirty="0"/>
              <a:t>References:</a:t>
            </a:r>
          </a:p>
          <a:p>
            <a:pPr marL="228600" indent="-228600">
              <a:buFont typeface="+mj-lt"/>
              <a:buAutoNum type="arabicPeriod"/>
            </a:pPr>
            <a:r>
              <a:rPr lang="en-GB" dirty="0"/>
              <a:t>Johnson SJ, </a:t>
            </a:r>
            <a:r>
              <a:rPr lang="en-GB" dirty="0" err="1"/>
              <a:t>Kaltenboeck</a:t>
            </a:r>
            <a:r>
              <a:rPr lang="en-GB" dirty="0"/>
              <a:t> A, Diener MD, et al. Cost of Parkinson’s disease in a privately insured population. </a:t>
            </a:r>
            <a:r>
              <a:rPr lang="en-GB" dirty="0" err="1"/>
              <a:t>PharmacoEconomics</a:t>
            </a:r>
            <a:r>
              <a:rPr lang="en-GB" dirty="0"/>
              <a:t> 2013; 31 (9): 779–806.</a:t>
            </a:r>
          </a:p>
          <a:p>
            <a:pPr marL="228600" indent="-228600">
              <a:buFont typeface="+mj-lt"/>
              <a:buAutoNum type="arabicPeriod"/>
            </a:pPr>
            <a:r>
              <a:rPr lang="en-GB" dirty="0">
                <a:highlight>
                  <a:srgbClr val="00FFFF"/>
                </a:highlight>
              </a:rPr>
              <a:t>Chaudhuri KR, Azulay JP, Odin P, et al. Economic burden of Parkinson’s disease: a multinational, real-world, cost-of-illness study. Drugs Real World Outcomes 2024; 11 (1): 1–11.</a:t>
            </a:r>
          </a:p>
          <a:p>
            <a:pPr marL="228600" indent="-228600">
              <a:buFont typeface="+mj-lt"/>
              <a:buAutoNum type="arabicPeriod"/>
            </a:pPr>
            <a:r>
              <a:rPr lang="en-GB" dirty="0">
                <a:highlight>
                  <a:srgbClr val="00FFFF"/>
                </a:highlight>
              </a:rPr>
              <a:t>Yang W, Hamilton JL, </a:t>
            </a:r>
            <a:r>
              <a:rPr lang="en-GB" dirty="0" err="1">
                <a:highlight>
                  <a:srgbClr val="00FFFF"/>
                </a:highlight>
              </a:rPr>
              <a:t>Kopil</a:t>
            </a:r>
            <a:r>
              <a:rPr lang="en-GB" dirty="0">
                <a:highlight>
                  <a:srgbClr val="00FFFF"/>
                </a:highlight>
              </a:rPr>
              <a:t> C, et al. Current and projected future economic burden of Parkinson’s disease in the U.S. NPJ </a:t>
            </a:r>
            <a:r>
              <a:rPr lang="en-GB" dirty="0" err="1">
                <a:highlight>
                  <a:srgbClr val="00FFFF"/>
                </a:highlight>
              </a:rPr>
              <a:t>Parkinsons</a:t>
            </a:r>
            <a:r>
              <a:rPr lang="en-GB" dirty="0">
                <a:highlight>
                  <a:srgbClr val="00FFFF"/>
                </a:highlight>
              </a:rPr>
              <a:t> Dis 2020; 6: 15.</a:t>
            </a:r>
          </a:p>
          <a:p>
            <a:pPr marL="228600" indent="-228600">
              <a:buFont typeface="+mj-lt"/>
              <a:buAutoNum type="arabicPeriod"/>
            </a:pPr>
            <a:r>
              <a:rPr lang="en-GB" dirty="0"/>
              <a:t>Martinez-Martín P, Rodriguez-</a:t>
            </a:r>
            <a:r>
              <a:rPr lang="en-GB" dirty="0" err="1"/>
              <a:t>Blazquez</a:t>
            </a:r>
            <a:r>
              <a:rPr lang="en-GB" dirty="0"/>
              <a:t> C, Paz S, et al. Parkinson symptoms and health related quality of life as predictors of costs: a longitudinal observational study with linear mixed model analysis. </a:t>
            </a:r>
            <a:r>
              <a:rPr lang="en-GB" dirty="0" err="1"/>
              <a:t>PLoS</a:t>
            </a:r>
            <a:r>
              <a:rPr lang="en-GB" dirty="0"/>
              <a:t> One 2015; 10 (12): e0145310.</a:t>
            </a:r>
          </a:p>
          <a:p>
            <a:pPr marL="228600" indent="-228600">
              <a:buFont typeface="+mj-lt"/>
              <a:buAutoNum type="arabicPeriod"/>
            </a:pPr>
            <a:r>
              <a:rPr lang="en-GB" dirty="0"/>
              <a:t>Boland DF, Stacy M. The economic and quality of life burden associated with Parkinson’s disease: a focus on symptoms. Am J </a:t>
            </a:r>
            <a:r>
              <a:rPr lang="en-GB" dirty="0" err="1"/>
              <a:t>Manag</a:t>
            </a:r>
            <a:r>
              <a:rPr lang="en-GB" dirty="0"/>
              <a:t> Care 2012; 18 (7 </a:t>
            </a:r>
            <a:r>
              <a:rPr lang="en-GB" dirty="0" err="1"/>
              <a:t>Suppl</a:t>
            </a:r>
            <a:r>
              <a:rPr lang="en-GB" dirty="0"/>
              <a:t>): S168–S175.</a:t>
            </a:r>
          </a:p>
        </p:txBody>
      </p:sp>
      <p:sp>
        <p:nvSpPr>
          <p:cNvPr id="4" name="Slide Number Placeholder 3"/>
          <p:cNvSpPr>
            <a:spLocks noGrp="1"/>
          </p:cNvSpPr>
          <p:nvPr>
            <p:ph type="sldNum" sz="quarter" idx="10"/>
          </p:nvPr>
        </p:nvSpPr>
        <p:spPr/>
        <p:txBody>
          <a:bodyPr/>
          <a:lstStyle/>
          <a:p>
            <a:fld id="{037C2873-EBE5-CF42-9E30-7832FC02D1D9}" type="slidenum">
              <a:rPr lang="en-GB" smtClean="0"/>
              <a:t>15</a:t>
            </a:fld>
            <a:endParaRPr lang="en-GB"/>
          </a:p>
        </p:txBody>
      </p:sp>
    </p:spTree>
    <p:extLst>
      <p:ext uri="{BB962C8B-B14F-4D97-AF65-F5344CB8AC3E}">
        <p14:creationId xmlns:p14="http://schemas.microsoft.com/office/powerpoint/2010/main" val="3040109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768" y="4751982"/>
            <a:ext cx="5438140" cy="4258667"/>
          </a:xfrm>
        </p:spPr>
        <p:txBody>
          <a:bodyPr/>
          <a:lstStyle/>
          <a:p>
            <a:r>
              <a:rPr lang="en-GB"/>
              <a:t>Direct costs include those associated with the use of healthcare resources, such as inpatient/outpatient care, and drugs.</a:t>
            </a:r>
            <a:r>
              <a:rPr lang="en-GB" baseline="30000"/>
              <a:t>3,5</a:t>
            </a:r>
            <a:r>
              <a:rPr lang="en-GB"/>
              <a:t> A UK survey evaluated the costs associated with the use of healthcare services in 432 patients diagnosed with PD.</a:t>
            </a:r>
            <a:r>
              <a:rPr lang="en-GB" baseline="30000"/>
              <a:t>3,4</a:t>
            </a:r>
            <a:r>
              <a:rPr lang="en-GB"/>
              <a:t> Overall, the direct costs of PD care increased with advancing age, driven mainly by the worsening severity of symptoms.</a:t>
            </a:r>
            <a:r>
              <a:rPr lang="en-GB" baseline="30000"/>
              <a:t>3,4</a:t>
            </a:r>
            <a:r>
              <a:rPr lang="en-GB"/>
              <a:t> As PD progresses, patients may develop co-morbidities, requiring the use of additional healthcare resources, and many patients will eventually enter residential/nursing home care.</a:t>
            </a:r>
            <a:r>
              <a:rPr lang="en-GB" baseline="30000"/>
              <a:t>3,4</a:t>
            </a:r>
            <a:endParaRPr lang="en-GB"/>
          </a:p>
          <a:p>
            <a:r>
              <a:rPr lang="en-GB"/>
              <a:t>Inpatient care is a major component of the direct costs of PD.</a:t>
            </a:r>
            <a:r>
              <a:rPr lang="en-GB" baseline="30000"/>
              <a:t>5</a:t>
            </a:r>
            <a:r>
              <a:rPr lang="en-GB"/>
              <a:t> These are mostly emergency admissions, leading to longer hospital stays when compared with age-matched individuals without PD.</a:t>
            </a:r>
            <a:r>
              <a:rPr lang="en-GB" baseline="30000"/>
              <a:t>1</a:t>
            </a:r>
            <a:endParaRPr lang="en-GB"/>
          </a:p>
          <a:p>
            <a:r>
              <a:rPr lang="en-GB"/>
              <a:t> </a:t>
            </a:r>
          </a:p>
          <a:p>
            <a:r>
              <a:rPr lang="en-GB"/>
              <a:t>References:</a:t>
            </a:r>
          </a:p>
          <a:p>
            <a:pPr marL="228600" indent="-228600">
              <a:buFont typeface="+mj-lt"/>
              <a:buAutoNum type="arabicPeriod"/>
            </a:pPr>
            <a:r>
              <a:rPr lang="en-GB"/>
              <a:t>Low V, Ben-Shlomo Y, Coward E, et al. Measuring the burden and mortality of hospitalisation in Parkinson’s disease: a cross-sectional analysis of the English Hospital Episodes Statistics database 2009–2013. Parkinsonism </a:t>
            </a:r>
            <a:r>
              <a:rPr lang="en-GB" err="1"/>
              <a:t>Relat</a:t>
            </a:r>
            <a:r>
              <a:rPr lang="en-GB"/>
              <a:t> </a:t>
            </a:r>
            <a:r>
              <a:rPr lang="en-GB" err="1"/>
              <a:t>Disord</a:t>
            </a:r>
            <a:r>
              <a:rPr lang="en-GB"/>
              <a:t> 2015; 21 (5): 449–454.</a:t>
            </a:r>
          </a:p>
          <a:p>
            <a:pPr marL="228600" indent="-228600">
              <a:buFont typeface="+mj-lt"/>
              <a:buAutoNum type="arabicPeriod"/>
            </a:pPr>
            <a:r>
              <a:rPr lang="en-GB">
                <a:highlight>
                  <a:srgbClr val="00FFFF"/>
                </a:highlight>
              </a:rPr>
              <a:t>Kruse C, Lipinski A, </a:t>
            </a:r>
            <a:r>
              <a:rPr lang="en-GB" err="1">
                <a:highlight>
                  <a:srgbClr val="00FFFF"/>
                </a:highlight>
              </a:rPr>
              <a:t>Verheyen</a:t>
            </a:r>
            <a:r>
              <a:rPr lang="en-GB">
                <a:highlight>
                  <a:srgbClr val="00FFFF"/>
                </a:highlight>
              </a:rPr>
              <a:t> M, et al. Care of late-stage Parkinsonism: resource utilization of the disease in five European countries. Mov </a:t>
            </a:r>
            <a:r>
              <a:rPr lang="en-GB" err="1">
                <a:highlight>
                  <a:srgbClr val="00FFFF"/>
                </a:highlight>
              </a:rPr>
              <a:t>Disord</a:t>
            </a:r>
            <a:r>
              <a:rPr lang="en-GB">
                <a:highlight>
                  <a:srgbClr val="00FFFF"/>
                </a:highlight>
              </a:rPr>
              <a:t> 2024; 39 (3): 571–584.</a:t>
            </a:r>
          </a:p>
          <a:p>
            <a:pPr marL="228600" lvl="0" indent="-228600">
              <a:buFont typeface="+mj-lt"/>
              <a:buAutoNum type="arabicPeriod"/>
            </a:pPr>
            <a:r>
              <a:rPr lang="en-GB"/>
              <a:t>Findley LJ. The economic impact of Parkinson’s disease. Parkinsonism </a:t>
            </a:r>
            <a:r>
              <a:rPr lang="en-GB" err="1"/>
              <a:t>Relat</a:t>
            </a:r>
            <a:r>
              <a:rPr lang="en-GB"/>
              <a:t> </a:t>
            </a:r>
            <a:r>
              <a:rPr lang="en-GB" err="1"/>
              <a:t>Disord</a:t>
            </a:r>
            <a:r>
              <a:rPr lang="en-GB"/>
              <a:t> 2007; 13: S8–S12.</a:t>
            </a:r>
          </a:p>
          <a:p>
            <a:pPr marL="228600" lvl="0" indent="-228600">
              <a:buFont typeface="+mj-lt"/>
              <a:buAutoNum type="arabicPeriod"/>
            </a:pPr>
            <a:r>
              <a:rPr lang="en-GB"/>
              <a:t>Findley L, </a:t>
            </a:r>
            <a:r>
              <a:rPr lang="en-GB" err="1"/>
              <a:t>Aujla</a:t>
            </a:r>
            <a:r>
              <a:rPr lang="en-GB"/>
              <a:t> M, Bain PG, et al. Direct economic impact of Parkinson’s disease: a research survey in the United Kingdom. Mov </a:t>
            </a:r>
            <a:r>
              <a:rPr lang="en-GB" err="1"/>
              <a:t>Disord</a:t>
            </a:r>
            <a:r>
              <a:rPr lang="en-GB"/>
              <a:t> 2003; 18 (10): 1139–1145.</a:t>
            </a:r>
          </a:p>
          <a:p>
            <a:pPr marL="228600" indent="-228600">
              <a:buFont typeface="+mj-lt"/>
              <a:buAutoNum type="arabicPeriod"/>
            </a:pPr>
            <a:r>
              <a:rPr lang="en-GB">
                <a:highlight>
                  <a:srgbClr val="00FFFF"/>
                </a:highlight>
              </a:rPr>
              <a:t>Yang W, Hamilton JL, </a:t>
            </a:r>
            <a:r>
              <a:rPr lang="en-GB" err="1">
                <a:highlight>
                  <a:srgbClr val="00FFFF"/>
                </a:highlight>
              </a:rPr>
              <a:t>Kopil</a:t>
            </a:r>
            <a:r>
              <a:rPr lang="en-GB">
                <a:highlight>
                  <a:srgbClr val="00FFFF"/>
                </a:highlight>
              </a:rPr>
              <a:t> C, et al. Current and projected future economic burden of Parkinson’s disease in the U.S. NPJ </a:t>
            </a:r>
            <a:r>
              <a:rPr lang="en-GB" err="1">
                <a:highlight>
                  <a:srgbClr val="00FFFF"/>
                </a:highlight>
              </a:rPr>
              <a:t>Parkinsons</a:t>
            </a:r>
            <a:r>
              <a:rPr lang="en-GB">
                <a:highlight>
                  <a:srgbClr val="00FFFF"/>
                </a:highlight>
              </a:rPr>
              <a:t> Dis 2020; 6: 15.</a:t>
            </a:r>
          </a:p>
        </p:txBody>
      </p:sp>
      <p:sp>
        <p:nvSpPr>
          <p:cNvPr id="4" name="Slide Number Placeholder 3"/>
          <p:cNvSpPr>
            <a:spLocks noGrp="1"/>
          </p:cNvSpPr>
          <p:nvPr>
            <p:ph type="sldNum" sz="quarter" idx="10"/>
          </p:nvPr>
        </p:nvSpPr>
        <p:spPr/>
        <p:txBody>
          <a:bodyPr/>
          <a:lstStyle/>
          <a:p>
            <a:fld id="{037C2873-EBE5-CF42-9E30-7832FC02D1D9}" type="slidenum">
              <a:rPr lang="en-GB" smtClean="0"/>
              <a:t>16</a:t>
            </a:fld>
            <a:endParaRPr lang="en-GB"/>
          </a:p>
        </p:txBody>
      </p:sp>
    </p:spTree>
    <p:extLst>
      <p:ext uri="{BB962C8B-B14F-4D97-AF65-F5344CB8AC3E}">
        <p14:creationId xmlns:p14="http://schemas.microsoft.com/office/powerpoint/2010/main" val="35098957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The direct costs of PD care increase over decades with advancing age, mainly due to worsening disease severity.</a:t>
            </a:r>
            <a:r>
              <a:rPr lang="en-GB" baseline="30000"/>
              <a:t>1</a:t>
            </a:r>
            <a:r>
              <a:rPr lang="en-GB"/>
              <a:t> Evidence from a study conducted within the Spanish healthcare system suggests that the increase in costs (direct and indirect) can be considerable, even in the earlier stages of PD.</a:t>
            </a:r>
            <a:r>
              <a:rPr lang="en-GB" baseline="30000"/>
              <a:t>1</a:t>
            </a:r>
            <a:r>
              <a:rPr lang="en-GB"/>
              <a:t> An association of increased cost with disease progression was reported; motor symptoms, cognitive impairment, and pain had a direct impact on cost.</a:t>
            </a:r>
            <a:r>
              <a:rPr lang="en-GB" baseline="30000"/>
              <a:t>1</a:t>
            </a:r>
            <a:endParaRPr lang="en-GB"/>
          </a:p>
          <a:p>
            <a:r>
              <a:rPr lang="en-GB"/>
              <a:t> </a:t>
            </a:r>
          </a:p>
          <a:p>
            <a:r>
              <a:rPr lang="en-GB"/>
              <a:t>References:</a:t>
            </a:r>
          </a:p>
          <a:p>
            <a:pPr marL="228600" lvl="0" indent="-228600">
              <a:buFont typeface="+mj-lt"/>
              <a:buAutoNum type="arabicPeriod"/>
            </a:pPr>
            <a:r>
              <a:rPr lang="en-GB"/>
              <a:t>Martinez-Martín P, Rodriguez-</a:t>
            </a:r>
            <a:r>
              <a:rPr lang="en-GB" err="1"/>
              <a:t>Blazquez</a:t>
            </a:r>
            <a:r>
              <a:rPr lang="en-GB"/>
              <a:t> C, Paz S, et al. Parkinson symptoms and health related quality of life as predictors of costs: a longitudinal observational study with linear mixed model analysis. </a:t>
            </a:r>
            <a:r>
              <a:rPr lang="en-GB" err="1"/>
              <a:t>PLoS</a:t>
            </a:r>
            <a:r>
              <a:rPr lang="en-GB"/>
              <a:t> One 2015; 10 (12): e0145310.</a:t>
            </a:r>
          </a:p>
        </p:txBody>
      </p:sp>
      <p:sp>
        <p:nvSpPr>
          <p:cNvPr id="4" name="Slide Number Placeholder 3"/>
          <p:cNvSpPr>
            <a:spLocks noGrp="1"/>
          </p:cNvSpPr>
          <p:nvPr>
            <p:ph type="sldNum" sz="quarter" idx="10"/>
          </p:nvPr>
        </p:nvSpPr>
        <p:spPr/>
        <p:txBody>
          <a:bodyPr/>
          <a:lstStyle/>
          <a:p>
            <a:fld id="{037C2873-EBE5-CF42-9E30-7832FC02D1D9}" type="slidenum">
              <a:rPr lang="en-GB" smtClean="0"/>
              <a:t>17</a:t>
            </a:fld>
            <a:endParaRPr lang="en-GB"/>
          </a:p>
        </p:txBody>
      </p:sp>
    </p:spTree>
    <p:extLst>
      <p:ext uri="{BB962C8B-B14F-4D97-AF65-F5344CB8AC3E}">
        <p14:creationId xmlns:p14="http://schemas.microsoft.com/office/powerpoint/2010/main" val="33322200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help healthcare systems plan for the future, it is important to forecast the requirement for resources. </a:t>
            </a:r>
            <a:r>
              <a:rPr lang="en-GB" dirty="0">
                <a:highlight>
                  <a:srgbClr val="00FFFF"/>
                </a:highlight>
              </a:rPr>
              <a:t>There are an estimated 10 million people around the world with Parkinson’s disease, and as the fastest growing neurodegenerative condition this is set to increase.</a:t>
            </a:r>
            <a:r>
              <a:rPr lang="en-GB" baseline="30000" dirty="0">
                <a:highlight>
                  <a:srgbClr val="00FFFF"/>
                </a:highlight>
              </a:rPr>
              <a:t>3,4</a:t>
            </a:r>
            <a:r>
              <a:rPr lang="en-GB" dirty="0">
                <a:highlight>
                  <a:srgbClr val="00FFFF"/>
                </a:highlight>
              </a:rPr>
              <a:t> The analysis on the slide using data from 2017 estimated that a total of 1.04 million people were diagnosed with PD in the US, with an annual cost of approximately $50 billion, including $25 billion direct costs.</a:t>
            </a:r>
            <a:r>
              <a:rPr lang="en-GB" baseline="30000" dirty="0">
                <a:highlight>
                  <a:srgbClr val="00FFFF"/>
                </a:highlight>
              </a:rPr>
              <a:t>1</a:t>
            </a:r>
            <a:r>
              <a:rPr lang="en-GB" dirty="0">
                <a:highlight>
                  <a:srgbClr val="00FFFF"/>
                </a:highlight>
              </a:rPr>
              <a:t> By the year 2037, this total cost was predicted to increase to $79 billion, corresponding to a predicted 1.6 million people with PD.</a:t>
            </a:r>
            <a:r>
              <a:rPr lang="en-GB" baseline="30000" dirty="0">
                <a:highlight>
                  <a:srgbClr val="00FFFF"/>
                </a:highlight>
              </a:rPr>
              <a:t>1</a:t>
            </a:r>
            <a:r>
              <a:rPr lang="en-GB" dirty="0">
                <a:highlight>
                  <a:srgbClr val="00FFFF"/>
                </a:highlight>
              </a:rPr>
              <a:t> Previous analyses may have underestimated how the cost of PD may increase in the future, in the absence of effective preventative interventions.</a:t>
            </a:r>
            <a:r>
              <a:rPr lang="en-GB" baseline="30000" dirty="0">
                <a:highlight>
                  <a:srgbClr val="00FFFF"/>
                </a:highlight>
              </a:rPr>
              <a:t>1,2</a:t>
            </a:r>
            <a:endParaRPr lang="en-GB" dirty="0">
              <a:highlight>
                <a:srgbClr val="00FFFF"/>
              </a:highlight>
            </a:endParaRPr>
          </a:p>
          <a:p>
            <a:endParaRPr lang="en-GB" dirty="0"/>
          </a:p>
          <a:p>
            <a:r>
              <a:rPr lang="en-GB" dirty="0"/>
              <a:t>References:</a:t>
            </a:r>
          </a:p>
          <a:p>
            <a:pPr marL="228600" indent="-228600">
              <a:buFont typeface="+mj-lt"/>
              <a:buAutoNum type="arabicPeriod"/>
            </a:pPr>
            <a:r>
              <a:rPr lang="en-GB" dirty="0">
                <a:highlight>
                  <a:srgbClr val="00FFFF"/>
                </a:highlight>
              </a:rPr>
              <a:t>Yang W, Hamilton JL, </a:t>
            </a:r>
            <a:r>
              <a:rPr lang="en-GB" dirty="0" err="1">
                <a:highlight>
                  <a:srgbClr val="00FFFF"/>
                </a:highlight>
              </a:rPr>
              <a:t>Kopil</a:t>
            </a:r>
            <a:r>
              <a:rPr lang="en-GB" dirty="0">
                <a:highlight>
                  <a:srgbClr val="00FFFF"/>
                </a:highlight>
              </a:rPr>
              <a:t> C, et al. Current and projected future economic burden of Parkinson’s disease in the U.S. NPJ </a:t>
            </a:r>
            <a:r>
              <a:rPr lang="en-GB" dirty="0" err="1">
                <a:highlight>
                  <a:srgbClr val="00FFFF"/>
                </a:highlight>
              </a:rPr>
              <a:t>Parkinsons</a:t>
            </a:r>
            <a:r>
              <a:rPr lang="en-GB" dirty="0">
                <a:highlight>
                  <a:srgbClr val="00FFFF"/>
                </a:highlight>
              </a:rPr>
              <a:t> Dis 2020; 6: 15.</a:t>
            </a:r>
          </a:p>
          <a:p>
            <a:pPr marL="228600" indent="-228600">
              <a:buFont typeface="+mj-lt"/>
              <a:buAutoNum type="arabicPeriod"/>
            </a:pPr>
            <a:r>
              <a:rPr lang="en-US" sz="1000" dirty="0">
                <a:highlight>
                  <a:srgbClr val="00FFFF"/>
                </a:highlight>
              </a:rPr>
              <a:t>Dorsey ER, Bloem BR. The Parkinson pandemic – a call to action. JAMA Neurol; 75 (1): 9–10.</a:t>
            </a:r>
            <a:endParaRPr lang="en-GB" sz="1000" dirty="0">
              <a:highlight>
                <a:srgbClr val="00FFFF"/>
              </a:highlight>
            </a:endParaRPr>
          </a:p>
          <a:p>
            <a:pPr marL="228600" indent="-228600">
              <a:buFont typeface="+mj-lt"/>
              <a:buAutoNum type="arabicPeriod"/>
            </a:pPr>
            <a:r>
              <a:rPr lang="en-GB" sz="1000" dirty="0">
                <a:highlight>
                  <a:srgbClr val="00FFFF"/>
                </a:highlight>
              </a:rPr>
              <a:t>Parkinson’s Foundation website. Available at: https://www.parkinson.org/understanding-parkinsons/statistics. Accessed November 2024.</a:t>
            </a:r>
          </a:p>
          <a:p>
            <a:pPr marL="228600" indent="-228600">
              <a:buFont typeface="+mj-lt"/>
              <a:buAutoNum type="arabicPeriod"/>
            </a:pPr>
            <a:r>
              <a:rPr lang="en-US" sz="1000" dirty="0">
                <a:highlight>
                  <a:srgbClr val="00FFFF"/>
                </a:highlight>
              </a:rPr>
              <a:t>Parkinson’s Europe website. Available at: https://parkinsonseurope.org/facts-and-figures/statistics/. Accessed November 2024.</a:t>
            </a:r>
          </a:p>
        </p:txBody>
      </p:sp>
      <p:sp>
        <p:nvSpPr>
          <p:cNvPr id="4" name="Slide Number Placeholder 3"/>
          <p:cNvSpPr>
            <a:spLocks noGrp="1"/>
          </p:cNvSpPr>
          <p:nvPr>
            <p:ph type="sldNum" sz="quarter" idx="10"/>
          </p:nvPr>
        </p:nvSpPr>
        <p:spPr/>
        <p:txBody>
          <a:bodyPr/>
          <a:lstStyle/>
          <a:p>
            <a:fld id="{037C2873-EBE5-CF42-9E30-7832FC02D1D9}" type="slidenum">
              <a:rPr lang="en-GB" smtClean="0"/>
              <a:t>18</a:t>
            </a:fld>
            <a:endParaRPr lang="en-GB"/>
          </a:p>
        </p:txBody>
      </p:sp>
    </p:spTree>
    <p:extLst>
      <p:ext uri="{BB962C8B-B14F-4D97-AF65-F5344CB8AC3E}">
        <p14:creationId xmlns:p14="http://schemas.microsoft.com/office/powerpoint/2010/main" val="21194827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768" y="4751983"/>
            <a:ext cx="5438140" cy="4194124"/>
          </a:xfrm>
        </p:spPr>
        <p:txBody>
          <a:bodyPr/>
          <a:lstStyle/>
          <a:p>
            <a:r>
              <a:rPr lang="en-GB"/>
              <a:t>In patients with PD, quality of life can be affected from both a physical and mental health perspective by the classic motor symptoms of the disease, and by certain non-motor symptoms such as depression.</a:t>
            </a:r>
            <a:r>
              <a:rPr lang="en-GB" baseline="30000"/>
              <a:t>2</a:t>
            </a:r>
            <a:r>
              <a:rPr lang="en-GB" baseline="30000">
                <a:highlight>
                  <a:srgbClr val="00FFFF"/>
                </a:highlight>
              </a:rPr>
              <a:t>-4</a:t>
            </a:r>
            <a:r>
              <a:rPr lang="en-GB"/>
              <a:t> There is evidence to suggest that quality of life is reduced with worsening disease severity, as patients gradually lose their independence and the ability to perform daily tasks.</a:t>
            </a:r>
            <a:r>
              <a:rPr lang="en-GB" baseline="30000"/>
              <a:t>1</a:t>
            </a:r>
            <a:endParaRPr lang="en-GB"/>
          </a:p>
          <a:p>
            <a:r>
              <a:rPr lang="en-GB"/>
              <a:t> </a:t>
            </a:r>
          </a:p>
          <a:p>
            <a:r>
              <a:rPr lang="en-GB"/>
              <a:t>References:</a:t>
            </a:r>
          </a:p>
          <a:p>
            <a:pPr marL="228600" indent="-228600">
              <a:buFont typeface="+mj-lt"/>
              <a:buAutoNum type="arabicPeriod"/>
            </a:pPr>
            <a:r>
              <a:rPr lang="en-GB" err="1">
                <a:highlight>
                  <a:srgbClr val="00FFFF"/>
                </a:highlight>
              </a:rPr>
              <a:t>Tosin</a:t>
            </a:r>
            <a:r>
              <a:rPr lang="en-GB">
                <a:highlight>
                  <a:srgbClr val="00FFFF"/>
                </a:highlight>
              </a:rPr>
              <a:t> MH, Goetz CG, Stebbins GT. Patient with Parkinson disease and care partner perceptions of key domains affecting health-related quality of life: systematic review. Neurology 2024; 102 (3): e208028.</a:t>
            </a:r>
          </a:p>
          <a:p>
            <a:pPr marL="228600" lvl="0" indent="-228600">
              <a:buFont typeface="+mj-lt"/>
              <a:buAutoNum type="arabicPeriod"/>
            </a:pPr>
            <a:r>
              <a:rPr lang="en-GB"/>
              <a:t>Boland DF, Stacy M. The economic and quality of life burden associated with Parkinson’s disease: a focus on symptoms. Am J </a:t>
            </a:r>
            <a:r>
              <a:rPr lang="en-GB" err="1"/>
              <a:t>Manag</a:t>
            </a:r>
            <a:r>
              <a:rPr lang="en-GB"/>
              <a:t> Care 2012; 18 (7 </a:t>
            </a:r>
            <a:r>
              <a:rPr lang="en-GB" err="1"/>
              <a:t>Suppl</a:t>
            </a:r>
            <a:r>
              <a:rPr lang="en-GB"/>
              <a:t>): S168–S175.</a:t>
            </a:r>
          </a:p>
          <a:p>
            <a:pPr marL="228600" lvl="0" indent="-228600">
              <a:buFont typeface="+mj-lt"/>
              <a:buAutoNum type="arabicPeriod"/>
            </a:pPr>
            <a:r>
              <a:rPr lang="en-US" err="1">
                <a:highlight>
                  <a:srgbClr val="00FFFF"/>
                </a:highlight>
              </a:rPr>
              <a:t>Prange</a:t>
            </a:r>
            <a:r>
              <a:rPr lang="en-US">
                <a:highlight>
                  <a:srgbClr val="00FFFF"/>
                </a:highlight>
              </a:rPr>
              <a:t> S, Klinger H, Laurencin C, et al. Depression in patients with Parkinson’s disease: current understanding of its neurobiology and implications for treatment. Drugs &amp; Aging 2022; 39 (6): 417–439.</a:t>
            </a:r>
          </a:p>
          <a:p>
            <a:pPr marL="228600" indent="-228600">
              <a:buFont typeface="+mj-lt"/>
              <a:buAutoNum type="arabicPeriod"/>
            </a:pPr>
            <a:r>
              <a:rPr lang="en-GB" err="1">
                <a:highlight>
                  <a:srgbClr val="00FFFF"/>
                </a:highlight>
              </a:rPr>
              <a:t>Macías</a:t>
            </a:r>
            <a:r>
              <a:rPr lang="en-GB">
                <a:highlight>
                  <a:srgbClr val="00FFFF"/>
                </a:highlight>
              </a:rPr>
              <a:t>-García P, Rashid-López R, Cruz-Gómez ÁJ, et al. Neuropsychiatric symptoms in clinically defined Parkinson’s disease: an updated review of literature. </a:t>
            </a:r>
            <a:r>
              <a:rPr lang="en-GB" err="1">
                <a:highlight>
                  <a:srgbClr val="00FFFF"/>
                </a:highlight>
              </a:rPr>
              <a:t>Behav</a:t>
            </a:r>
            <a:r>
              <a:rPr lang="en-GB">
                <a:highlight>
                  <a:srgbClr val="00FFFF"/>
                </a:highlight>
              </a:rPr>
              <a:t> </a:t>
            </a:r>
            <a:r>
              <a:rPr lang="en-GB" err="1">
                <a:highlight>
                  <a:srgbClr val="00FFFF"/>
                </a:highlight>
              </a:rPr>
              <a:t>Neurol</a:t>
            </a:r>
            <a:r>
              <a:rPr lang="en-GB">
                <a:highlight>
                  <a:srgbClr val="00FFFF"/>
                </a:highlight>
              </a:rPr>
              <a:t> 2022; 2022: 1213393. </a:t>
            </a:r>
          </a:p>
          <a:p>
            <a:pPr marL="228600" indent="-228600">
              <a:buFont typeface="+mj-lt"/>
              <a:buAutoNum type="arabicPeriod"/>
            </a:pPr>
            <a:r>
              <a:rPr lang="en-GB">
                <a:highlight>
                  <a:srgbClr val="00FFFF"/>
                </a:highlight>
              </a:rPr>
              <a:t>Jankovic J, Tan EK. Parkinson’s disease: etiopathogenesis and treatment. J </a:t>
            </a:r>
            <a:r>
              <a:rPr lang="en-GB" err="1">
                <a:highlight>
                  <a:srgbClr val="00FFFF"/>
                </a:highlight>
              </a:rPr>
              <a:t>Neurol</a:t>
            </a:r>
            <a:r>
              <a:rPr lang="en-GB">
                <a:highlight>
                  <a:srgbClr val="00FFFF"/>
                </a:highlight>
              </a:rPr>
              <a:t> </a:t>
            </a:r>
            <a:r>
              <a:rPr lang="en-GB" err="1">
                <a:highlight>
                  <a:srgbClr val="00FFFF"/>
                </a:highlight>
              </a:rPr>
              <a:t>Neurosurg</a:t>
            </a:r>
            <a:r>
              <a:rPr lang="en-GB">
                <a:highlight>
                  <a:srgbClr val="00FFFF"/>
                </a:highlight>
              </a:rPr>
              <a:t> Psychiatry 2020; 91 (8): 795–808.</a:t>
            </a:r>
          </a:p>
          <a:p>
            <a:pPr marL="228600" indent="-228600">
              <a:buFont typeface="+mj-lt"/>
              <a:buAutoNum type="arabicPeriod"/>
            </a:pPr>
            <a:r>
              <a:rPr lang="en-GB" err="1">
                <a:highlight>
                  <a:srgbClr val="00FFFF"/>
                </a:highlight>
              </a:rPr>
              <a:t>Lubomski</a:t>
            </a:r>
            <a:r>
              <a:rPr lang="en-GB">
                <a:highlight>
                  <a:srgbClr val="00FFFF"/>
                </a:highlight>
              </a:rPr>
              <a:t> M, Davis RL, Sue CM. Health-related quality of life for Parkinson’s disease patients and their caregivers. J Mov </a:t>
            </a:r>
            <a:r>
              <a:rPr lang="en-GB" err="1">
                <a:highlight>
                  <a:srgbClr val="00FFFF"/>
                </a:highlight>
              </a:rPr>
              <a:t>Disord</a:t>
            </a:r>
            <a:r>
              <a:rPr lang="en-GB">
                <a:highlight>
                  <a:srgbClr val="00FFFF"/>
                </a:highlight>
              </a:rPr>
              <a:t> 2021; 14 (1): 42–52.</a:t>
            </a:r>
          </a:p>
        </p:txBody>
      </p:sp>
      <p:sp>
        <p:nvSpPr>
          <p:cNvPr id="4" name="Slide Number Placeholder 3"/>
          <p:cNvSpPr>
            <a:spLocks noGrp="1"/>
          </p:cNvSpPr>
          <p:nvPr>
            <p:ph type="sldNum" sz="quarter" idx="10"/>
          </p:nvPr>
        </p:nvSpPr>
        <p:spPr/>
        <p:txBody>
          <a:bodyPr/>
          <a:lstStyle/>
          <a:p>
            <a:fld id="{037C2873-EBE5-CF42-9E30-7832FC02D1D9}" type="slidenum">
              <a:rPr lang="en-GB" smtClean="0"/>
              <a:t>19</a:t>
            </a:fld>
            <a:endParaRPr lang="en-GB"/>
          </a:p>
        </p:txBody>
      </p:sp>
    </p:spTree>
    <p:extLst>
      <p:ext uri="{BB962C8B-B14F-4D97-AF65-F5344CB8AC3E}">
        <p14:creationId xmlns:p14="http://schemas.microsoft.com/office/powerpoint/2010/main" val="40673580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768" y="4751983"/>
            <a:ext cx="5438140" cy="4215284"/>
          </a:xfrm>
        </p:spPr>
        <p:txBody>
          <a:bodyPr/>
          <a:lstStyle/>
          <a:p>
            <a:r>
              <a:rPr lang="en-GB" dirty="0">
                <a:highlight>
                  <a:srgbClr val="00FFFF"/>
                </a:highlight>
              </a:rPr>
              <a:t>Given the negative effect of non-motor symptoms such as neuropsychiatric symptoms on a patient’s quality of life, symptom management should consider how best to improve non-motor symptoms and thereby improve the quality of life of patients and their caregivers.</a:t>
            </a:r>
            <a:r>
              <a:rPr lang="en-GB" baseline="30000" dirty="0">
                <a:highlight>
                  <a:srgbClr val="00FFFF"/>
                </a:highlight>
              </a:rPr>
              <a:t>4</a:t>
            </a:r>
            <a:r>
              <a:rPr lang="en-GB" dirty="0">
                <a:highlight>
                  <a:srgbClr val="00FFFF"/>
                </a:highlight>
              </a:rPr>
              <a:t> However, more research is needed to understand which therapeutic interventions can best help for different non-motor symptoms.</a:t>
            </a:r>
            <a:r>
              <a:rPr lang="en-GB" baseline="30000" dirty="0">
                <a:highlight>
                  <a:srgbClr val="00FFFF"/>
                </a:highlight>
              </a:rPr>
              <a:t>5</a:t>
            </a:r>
            <a:endParaRPr lang="en-GB" dirty="0">
              <a:highlight>
                <a:srgbClr val="00FFFF"/>
              </a:highlight>
            </a:endParaRPr>
          </a:p>
          <a:p>
            <a:endParaRPr lang="en-GB" dirty="0"/>
          </a:p>
          <a:p>
            <a:r>
              <a:rPr lang="en-GB" dirty="0"/>
              <a:t>References:</a:t>
            </a:r>
          </a:p>
          <a:p>
            <a:pPr marL="228600" indent="-228600">
              <a:buFont typeface="+mj-lt"/>
              <a:buAutoNum type="arabicPeriod"/>
            </a:pPr>
            <a:r>
              <a:rPr lang="en-GB" dirty="0" err="1">
                <a:highlight>
                  <a:srgbClr val="00FFFF"/>
                </a:highlight>
              </a:rPr>
              <a:t>Aarsland</a:t>
            </a:r>
            <a:r>
              <a:rPr lang="en-GB" dirty="0">
                <a:highlight>
                  <a:srgbClr val="00FFFF"/>
                </a:highlight>
              </a:rPr>
              <a:t> D, </a:t>
            </a:r>
            <a:r>
              <a:rPr lang="en-GB" dirty="0" err="1">
                <a:highlight>
                  <a:srgbClr val="00FFFF"/>
                </a:highlight>
              </a:rPr>
              <a:t>Kramberger</a:t>
            </a:r>
            <a:r>
              <a:rPr lang="en-GB" dirty="0">
                <a:highlight>
                  <a:srgbClr val="00FFFF"/>
                </a:highlight>
              </a:rPr>
              <a:t> MG. Neuropsychiatric symptoms in Parkinson’s disease. J </a:t>
            </a:r>
            <a:r>
              <a:rPr lang="en-GB" dirty="0" err="1">
                <a:highlight>
                  <a:srgbClr val="00FFFF"/>
                </a:highlight>
              </a:rPr>
              <a:t>Parkinsons</a:t>
            </a:r>
            <a:r>
              <a:rPr lang="en-GB" dirty="0">
                <a:highlight>
                  <a:srgbClr val="00FFFF"/>
                </a:highlight>
              </a:rPr>
              <a:t> Dis 2015; 5 (3): 659–667.</a:t>
            </a:r>
          </a:p>
          <a:p>
            <a:pPr marL="228600" indent="-228600">
              <a:buFont typeface="+mj-lt"/>
              <a:buAutoNum type="arabicPeriod"/>
            </a:pPr>
            <a:r>
              <a:rPr lang="en-GB" dirty="0">
                <a:highlight>
                  <a:srgbClr val="00FFFF"/>
                </a:highlight>
              </a:rPr>
              <a:t>Martinez-Martin P, Rodriguez-</a:t>
            </a:r>
            <a:r>
              <a:rPr lang="en-GB" dirty="0" err="1">
                <a:highlight>
                  <a:srgbClr val="00FFFF"/>
                </a:highlight>
              </a:rPr>
              <a:t>Blazquez</a:t>
            </a:r>
            <a:r>
              <a:rPr lang="en-GB" dirty="0">
                <a:highlight>
                  <a:srgbClr val="00FFFF"/>
                </a:highlight>
              </a:rPr>
              <a:t> C, Kurtis MM, Chaudhuri KR; NMSS Validation Group. The impact of non-motor symptoms on health-related quality of life of patients with Parkinson’s disease. Mov </a:t>
            </a:r>
            <a:r>
              <a:rPr lang="en-GB" dirty="0" err="1">
                <a:highlight>
                  <a:srgbClr val="00FFFF"/>
                </a:highlight>
              </a:rPr>
              <a:t>Disord</a:t>
            </a:r>
            <a:r>
              <a:rPr lang="en-GB" dirty="0">
                <a:highlight>
                  <a:srgbClr val="00FFFF"/>
                </a:highlight>
              </a:rPr>
              <a:t> 2011; 26 (3): 399–406.</a:t>
            </a:r>
          </a:p>
          <a:p>
            <a:pPr marL="228600" indent="-228600">
              <a:buFont typeface="+mj-lt"/>
              <a:buAutoNum type="arabicPeriod"/>
            </a:pPr>
            <a:r>
              <a:rPr lang="en-GB" dirty="0">
                <a:highlight>
                  <a:srgbClr val="00FFFF"/>
                </a:highlight>
              </a:rPr>
              <a:t>Macías-García P, Rashid-López R, Cruz-Gómez ÁJ, et al. Neuropsychiatric symptoms in clinically defined Parkinson’s disease: an updated review of literature. </a:t>
            </a:r>
            <a:r>
              <a:rPr lang="en-GB" dirty="0" err="1">
                <a:highlight>
                  <a:srgbClr val="00FFFF"/>
                </a:highlight>
              </a:rPr>
              <a:t>Behav</a:t>
            </a:r>
            <a:r>
              <a:rPr lang="en-GB" dirty="0">
                <a:highlight>
                  <a:srgbClr val="00FFFF"/>
                </a:highlight>
              </a:rPr>
              <a:t> </a:t>
            </a:r>
            <a:r>
              <a:rPr lang="en-GB" dirty="0" err="1">
                <a:highlight>
                  <a:srgbClr val="00FFFF"/>
                </a:highlight>
              </a:rPr>
              <a:t>Neurol</a:t>
            </a:r>
            <a:r>
              <a:rPr lang="en-GB" dirty="0">
                <a:highlight>
                  <a:srgbClr val="00FFFF"/>
                </a:highlight>
              </a:rPr>
              <a:t> 2022; 2022: 1213393. </a:t>
            </a:r>
          </a:p>
          <a:p>
            <a:pPr marL="228600" indent="-228600">
              <a:buFont typeface="+mj-lt"/>
              <a:buAutoNum type="arabicPeriod"/>
            </a:pPr>
            <a:r>
              <a:rPr lang="en-GB" dirty="0">
                <a:highlight>
                  <a:srgbClr val="00FFFF"/>
                </a:highlight>
              </a:rPr>
              <a:t>Tosin MH, Goetz CG, Stebbins GT. Patient with Parkinson disease and care partner perceptions of key domains affecting health-related quality of life: systematic review. Neurology 2024; 102 (3): e208028.</a:t>
            </a:r>
          </a:p>
          <a:p>
            <a:pPr marL="228600" lvl="0" indent="-228600">
              <a:buFont typeface="+mj-lt"/>
              <a:buAutoNum type="arabicPeriod"/>
            </a:pPr>
            <a:r>
              <a:rPr lang="en-GB" dirty="0">
                <a:highlight>
                  <a:srgbClr val="00FFFF"/>
                </a:highlight>
              </a:rPr>
              <a:t>Eichel HV, Heine J, Wegner F, et al. Neuropsychiatric symptoms in Parkinson’s disease patients are associated with reduced health-related quality of life and increased caregiver burden. Brain Sci 2022; 12 (1): 89.</a:t>
            </a:r>
          </a:p>
          <a:p>
            <a:pPr marL="228600" lvl="0" indent="-228600">
              <a:buFont typeface="+mj-lt"/>
              <a:buAutoNum type="arabicPeriod"/>
            </a:pPr>
            <a:r>
              <a:rPr lang="en-GB" dirty="0" err="1">
                <a:highlight>
                  <a:srgbClr val="00FFFF"/>
                </a:highlight>
              </a:rPr>
              <a:t>Bugalho</a:t>
            </a:r>
            <a:r>
              <a:rPr lang="en-GB" dirty="0">
                <a:highlight>
                  <a:srgbClr val="00FFFF"/>
                </a:highlight>
              </a:rPr>
              <a:t> P, </a:t>
            </a:r>
            <a:r>
              <a:rPr lang="en-GB" dirty="0" err="1">
                <a:highlight>
                  <a:srgbClr val="00FFFF"/>
                </a:highlight>
              </a:rPr>
              <a:t>Ladeira</a:t>
            </a:r>
            <a:r>
              <a:rPr lang="en-GB" dirty="0">
                <a:highlight>
                  <a:srgbClr val="00FFFF"/>
                </a:highlight>
              </a:rPr>
              <a:t> F, Barbosa R, et al. Progression in Parkinson’s disease: variation in motor and non-motor symptoms severity and predictors of decline in cognition, motor function, disability, and health-related quality of life as assessed by two different methods. Mov </a:t>
            </a:r>
            <a:r>
              <a:rPr lang="en-GB" dirty="0" err="1">
                <a:highlight>
                  <a:srgbClr val="00FFFF"/>
                </a:highlight>
              </a:rPr>
              <a:t>Disord</a:t>
            </a:r>
            <a:r>
              <a:rPr lang="en-GB" dirty="0">
                <a:highlight>
                  <a:srgbClr val="00FFFF"/>
                </a:highlight>
              </a:rPr>
              <a:t> Clin </a:t>
            </a:r>
            <a:r>
              <a:rPr lang="en-GB" dirty="0" err="1">
                <a:highlight>
                  <a:srgbClr val="00FFFF"/>
                </a:highlight>
              </a:rPr>
              <a:t>Pract</a:t>
            </a:r>
            <a:r>
              <a:rPr lang="en-GB" dirty="0">
                <a:highlight>
                  <a:srgbClr val="00FFFF"/>
                </a:highlight>
              </a:rPr>
              <a:t> 2021; 8 (6): 885–895.</a:t>
            </a:r>
          </a:p>
        </p:txBody>
      </p:sp>
      <p:sp>
        <p:nvSpPr>
          <p:cNvPr id="4" name="Slide Number Placeholder 3"/>
          <p:cNvSpPr>
            <a:spLocks noGrp="1"/>
          </p:cNvSpPr>
          <p:nvPr>
            <p:ph type="sldNum" sz="quarter" idx="10"/>
          </p:nvPr>
        </p:nvSpPr>
        <p:spPr/>
        <p:txBody>
          <a:bodyPr/>
          <a:lstStyle/>
          <a:p>
            <a:fld id="{037C2873-EBE5-CF42-9E30-7832FC02D1D9}" type="slidenum">
              <a:rPr lang="en-GB" smtClean="0"/>
              <a:t>20</a:t>
            </a:fld>
            <a:endParaRPr lang="en-GB"/>
          </a:p>
        </p:txBody>
      </p:sp>
    </p:spTree>
    <p:extLst>
      <p:ext uri="{BB962C8B-B14F-4D97-AF65-F5344CB8AC3E}">
        <p14:creationId xmlns:p14="http://schemas.microsoft.com/office/powerpoint/2010/main" val="20680126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768" y="4751982"/>
            <a:ext cx="5438140" cy="4282835"/>
          </a:xfrm>
        </p:spPr>
        <p:txBody>
          <a:bodyPr/>
          <a:lstStyle/>
          <a:p>
            <a:r>
              <a:rPr lang="en-GB" dirty="0"/>
              <a:t>The progressive disabling effect of PD on an individual means that they will </a:t>
            </a:r>
            <a:r>
              <a:rPr lang="en-GB" dirty="0">
                <a:highlight>
                  <a:srgbClr val="00FFFF"/>
                </a:highlight>
              </a:rPr>
              <a:t>almost </a:t>
            </a:r>
            <a:r>
              <a:rPr lang="en-GB" dirty="0"/>
              <a:t>inevitably require some form of care, usually provided by a relative or friend.</a:t>
            </a:r>
            <a:r>
              <a:rPr lang="en-GB" baseline="30000" dirty="0"/>
              <a:t>1,4</a:t>
            </a:r>
            <a:r>
              <a:rPr lang="en-GB" dirty="0"/>
              <a:t> The caregiving role is all-encompassing as carers provide wide-ranging physical, emotional, and social support to people living with PD.</a:t>
            </a:r>
            <a:r>
              <a:rPr lang="en-GB" baseline="30000" dirty="0"/>
              <a:t>1,4</a:t>
            </a:r>
            <a:r>
              <a:rPr lang="en-GB" dirty="0"/>
              <a:t> As the disease progresses and patients gradually lose their ability to perform everyday tasks, such care becomes increasingly burdensome, and impacts greatly on a caregiver’s quality of life.</a:t>
            </a:r>
            <a:r>
              <a:rPr lang="en-GB" baseline="30000" dirty="0"/>
              <a:t>1,4</a:t>
            </a:r>
            <a:endParaRPr lang="en-GB" dirty="0"/>
          </a:p>
          <a:p>
            <a:r>
              <a:rPr lang="en-GB" dirty="0"/>
              <a:t>Caregivers may suffer from stress and other health problems, experience financial difficulties, and feel that they are neglecting other areas of responsibility.</a:t>
            </a:r>
            <a:r>
              <a:rPr lang="en-GB" baseline="30000" dirty="0"/>
              <a:t>1,4</a:t>
            </a:r>
            <a:r>
              <a:rPr lang="en-GB" dirty="0"/>
              <a:t> It is important to provide support and education to caregivers, so that they can maximise their own quality of life, and that of the patient for whom they care.</a:t>
            </a:r>
            <a:r>
              <a:rPr lang="en-GB" baseline="30000" dirty="0"/>
              <a:t>1,4</a:t>
            </a:r>
            <a:r>
              <a:rPr lang="en-GB" baseline="30000" dirty="0">
                <a:highlight>
                  <a:srgbClr val="00FFFF"/>
                </a:highlight>
              </a:rPr>
              <a:t>,8,9</a:t>
            </a:r>
            <a:endParaRPr lang="en-GB" dirty="0">
              <a:highlight>
                <a:srgbClr val="00FFFF"/>
              </a:highlight>
            </a:endParaRPr>
          </a:p>
          <a:p>
            <a:r>
              <a:rPr lang="en-GB" dirty="0"/>
              <a:t> </a:t>
            </a:r>
          </a:p>
          <a:p>
            <a:r>
              <a:rPr lang="en-GB" dirty="0"/>
              <a:t>References:</a:t>
            </a:r>
          </a:p>
          <a:p>
            <a:pPr marL="228600" lvl="0" indent="-228600">
              <a:buFont typeface="+mj-lt"/>
              <a:buAutoNum type="arabicPeriod"/>
            </a:pPr>
            <a:r>
              <a:rPr lang="en-GB" dirty="0"/>
              <a:t>Peters M. Quality of life and burden in caregivers for patients with PD. Focus on PD 2014; 24 (1): 44–48.</a:t>
            </a:r>
          </a:p>
          <a:p>
            <a:pPr marL="228600" lvl="0" indent="-228600">
              <a:buFont typeface="+mj-lt"/>
              <a:buAutoNum type="arabicPeriod"/>
            </a:pPr>
            <a:r>
              <a:rPr lang="en-US" dirty="0">
                <a:highlight>
                  <a:srgbClr val="00FFFF"/>
                </a:highlight>
              </a:rPr>
              <a:t>Hand A, Oates LL, Gray WK, Walker RW. The role and profile of the informal carer in meeting the needs of people with advancing Parkinson’s disease. Aging </a:t>
            </a:r>
            <a:r>
              <a:rPr lang="en-US" dirty="0" err="1">
                <a:highlight>
                  <a:srgbClr val="00FFFF"/>
                </a:highlight>
              </a:rPr>
              <a:t>Ment</a:t>
            </a:r>
            <a:r>
              <a:rPr lang="en-US" dirty="0">
                <a:highlight>
                  <a:srgbClr val="00FFFF"/>
                </a:highlight>
              </a:rPr>
              <a:t> Health 2019; 23 (3): 337–344.</a:t>
            </a:r>
          </a:p>
          <a:p>
            <a:pPr marL="228600" lvl="0" indent="-228600">
              <a:buFont typeface="+mj-lt"/>
              <a:buAutoNum type="arabicPeriod"/>
            </a:pPr>
            <a:r>
              <a:rPr lang="en-GB" dirty="0">
                <a:highlight>
                  <a:srgbClr val="00FFFF"/>
                </a:highlight>
              </a:rPr>
              <a:t>Mosley PE, Moodie R, </a:t>
            </a:r>
            <a:r>
              <a:rPr lang="en-GB" dirty="0" err="1">
                <a:highlight>
                  <a:srgbClr val="00FFFF"/>
                </a:highlight>
              </a:rPr>
              <a:t>Dissanayaka</a:t>
            </a:r>
            <a:r>
              <a:rPr lang="en-GB" dirty="0">
                <a:highlight>
                  <a:srgbClr val="00FFFF"/>
                </a:highlight>
              </a:rPr>
              <a:t> N. Caregiver burden in Parkinson disease: a critical review of recent literature. J </a:t>
            </a:r>
            <a:r>
              <a:rPr lang="en-GB" dirty="0" err="1">
                <a:highlight>
                  <a:srgbClr val="00FFFF"/>
                </a:highlight>
              </a:rPr>
              <a:t>Geriatr</a:t>
            </a:r>
            <a:r>
              <a:rPr lang="en-GB" dirty="0">
                <a:highlight>
                  <a:srgbClr val="00FFFF"/>
                </a:highlight>
              </a:rPr>
              <a:t> Psychiatry </a:t>
            </a:r>
            <a:r>
              <a:rPr lang="en-GB" dirty="0" err="1">
                <a:highlight>
                  <a:srgbClr val="00FFFF"/>
                </a:highlight>
              </a:rPr>
              <a:t>Neurol</a:t>
            </a:r>
            <a:r>
              <a:rPr lang="en-GB" dirty="0">
                <a:highlight>
                  <a:srgbClr val="00FFFF"/>
                </a:highlight>
              </a:rPr>
              <a:t> 2017; 30 (5): 235–252.</a:t>
            </a:r>
          </a:p>
          <a:p>
            <a:pPr marL="228600" lvl="0" indent="-228600">
              <a:buFont typeface="+mj-lt"/>
              <a:buAutoNum type="arabicPeriod"/>
            </a:pPr>
            <a:r>
              <a:rPr lang="en-GB" dirty="0" err="1">
                <a:highlight>
                  <a:srgbClr val="00FFFF"/>
                </a:highlight>
              </a:rPr>
              <a:t>Geerlings</a:t>
            </a:r>
            <a:r>
              <a:rPr lang="en-GB" dirty="0">
                <a:highlight>
                  <a:srgbClr val="00FFFF"/>
                </a:highlight>
              </a:rPr>
              <a:t> AD, Kapelle WM, </a:t>
            </a:r>
            <a:r>
              <a:rPr lang="en-GB" dirty="0" err="1">
                <a:highlight>
                  <a:srgbClr val="00FFFF"/>
                </a:highlight>
              </a:rPr>
              <a:t>Sederel</a:t>
            </a:r>
            <a:r>
              <a:rPr lang="en-GB" dirty="0">
                <a:highlight>
                  <a:srgbClr val="00FFFF"/>
                </a:highlight>
              </a:rPr>
              <a:t> CJ, et al. Caregiver burden in Parkinson’s disease: a mixed-methods study. BMC Med 2023; 21 (1): 247.</a:t>
            </a:r>
          </a:p>
          <a:p>
            <a:pPr marL="228600" lvl="0" indent="-228600">
              <a:buFont typeface="+mj-lt"/>
              <a:buAutoNum type="arabicPeriod"/>
            </a:pPr>
            <a:r>
              <a:rPr lang="en-US" dirty="0">
                <a:highlight>
                  <a:srgbClr val="00FFFF"/>
                </a:highlight>
              </a:rPr>
              <a:t>World Health Organization. Parkinson’s disease: a public health approach. Technical brief. World Health Organization, 2022.</a:t>
            </a:r>
            <a:endParaRPr lang="en-GB" dirty="0">
              <a:highlight>
                <a:srgbClr val="00FFFF"/>
              </a:highlight>
            </a:endParaRPr>
          </a:p>
          <a:p>
            <a:pPr marL="228600" indent="-228600">
              <a:buFont typeface="+mj-lt"/>
              <a:buAutoNum type="arabicPeriod"/>
            </a:pPr>
            <a:r>
              <a:rPr lang="en-GB" dirty="0">
                <a:highlight>
                  <a:srgbClr val="00FFFF"/>
                </a:highlight>
              </a:rPr>
              <a:t>Schiess N, Cataldi R, Okun MS, et al. Six action steps to address global disparities in Parkinson disease: a World Health Organization priority. JAMA </a:t>
            </a:r>
            <a:r>
              <a:rPr lang="en-GB" dirty="0" err="1">
                <a:highlight>
                  <a:srgbClr val="00FFFF"/>
                </a:highlight>
              </a:rPr>
              <a:t>Neurol</a:t>
            </a:r>
            <a:r>
              <a:rPr lang="en-GB" dirty="0">
                <a:highlight>
                  <a:srgbClr val="00FFFF"/>
                </a:highlight>
              </a:rPr>
              <a:t> 2022; 79 (9): 929–936.</a:t>
            </a:r>
          </a:p>
          <a:p>
            <a:pPr marL="228600" lvl="0" indent="-228600">
              <a:buFont typeface="+mj-lt"/>
              <a:buAutoNum type="arabicPeriod"/>
            </a:pPr>
            <a:r>
              <a:rPr lang="en-GB" dirty="0" err="1"/>
              <a:t>Aarsland</a:t>
            </a:r>
            <a:r>
              <a:rPr lang="en-GB" dirty="0"/>
              <a:t> D, </a:t>
            </a:r>
            <a:r>
              <a:rPr lang="en-GB" dirty="0" err="1"/>
              <a:t>Brønnick</a:t>
            </a:r>
            <a:r>
              <a:rPr lang="en-GB" dirty="0"/>
              <a:t> K, </a:t>
            </a:r>
            <a:r>
              <a:rPr lang="en-GB" dirty="0" err="1"/>
              <a:t>Ehrt</a:t>
            </a:r>
            <a:r>
              <a:rPr lang="en-GB" dirty="0"/>
              <a:t> U, et al. Neuropsychiatric symptoms in patients with Parkinson’s disease and dementia: frequency, profile and associated caregiver stress. </a:t>
            </a:r>
            <a:r>
              <a:rPr lang="pl-PL" dirty="0"/>
              <a:t>J Neurol Neurosurg Psychiatry 2007;</a:t>
            </a:r>
            <a:r>
              <a:rPr lang="en-GB" dirty="0"/>
              <a:t> </a:t>
            </a:r>
            <a:r>
              <a:rPr lang="pl-PL" dirty="0"/>
              <a:t>78</a:t>
            </a:r>
            <a:r>
              <a:rPr lang="en-GB" dirty="0"/>
              <a:t> (1)</a:t>
            </a:r>
            <a:r>
              <a:rPr lang="pl-PL" dirty="0"/>
              <a:t>:</a:t>
            </a:r>
            <a:r>
              <a:rPr lang="en-GB" dirty="0"/>
              <a:t> </a:t>
            </a:r>
            <a:r>
              <a:rPr lang="pl-PL" dirty="0"/>
              <a:t>36–42</a:t>
            </a:r>
            <a:r>
              <a:rPr lang="en-GB" dirty="0"/>
              <a:t>.</a:t>
            </a:r>
          </a:p>
          <a:p>
            <a:pPr marL="228600" lvl="0" indent="-228600">
              <a:buFont typeface="+mj-lt"/>
              <a:buAutoNum type="arabicPeriod"/>
            </a:pPr>
            <a:r>
              <a:rPr lang="en-GB" dirty="0">
                <a:highlight>
                  <a:srgbClr val="00FFFF"/>
                </a:highlight>
              </a:rPr>
              <a:t>Choo XY, Lim SY, Chinna K, et al. Understanding patients’ and caregivers’ perspectives and educational needs in Parkinson’s disease: a multi-ethnic Asian study. </a:t>
            </a:r>
            <a:r>
              <a:rPr lang="en-GB" dirty="0" err="1">
                <a:highlight>
                  <a:srgbClr val="00FFFF"/>
                </a:highlight>
              </a:rPr>
              <a:t>Neurol</a:t>
            </a:r>
            <a:r>
              <a:rPr lang="en-GB" dirty="0">
                <a:highlight>
                  <a:srgbClr val="00FFFF"/>
                </a:highlight>
              </a:rPr>
              <a:t> Sci 2020; 41 (10): 2831–2842.</a:t>
            </a:r>
          </a:p>
          <a:p>
            <a:pPr marL="228600" lvl="0" indent="-228600">
              <a:buFont typeface="+mj-lt"/>
              <a:buAutoNum type="arabicPeriod"/>
            </a:pPr>
            <a:r>
              <a:rPr lang="en-GB" dirty="0">
                <a:highlight>
                  <a:srgbClr val="00FFFF"/>
                </a:highlight>
              </a:rPr>
              <a:t>Kluger BM, Hudson P, Hanson LC, et al. Palliative care to support the needs of adults with neurological disease. Lancet </a:t>
            </a:r>
            <a:r>
              <a:rPr lang="en-GB" dirty="0" err="1">
                <a:highlight>
                  <a:srgbClr val="00FFFF"/>
                </a:highlight>
              </a:rPr>
              <a:t>Neurol</a:t>
            </a:r>
            <a:r>
              <a:rPr lang="en-GB" dirty="0">
                <a:highlight>
                  <a:srgbClr val="00FFFF"/>
                </a:highlight>
              </a:rPr>
              <a:t> 2023; 22 (7): 619–631.</a:t>
            </a:r>
          </a:p>
          <a:p>
            <a:pPr marL="228600" lvl="0" indent="-228600">
              <a:buFont typeface="+mj-lt"/>
              <a:buAutoNum type="arabicPeriod"/>
            </a:pPr>
            <a:endParaRPr lang="en-GB" dirty="0"/>
          </a:p>
        </p:txBody>
      </p:sp>
      <p:sp>
        <p:nvSpPr>
          <p:cNvPr id="4" name="Slide Number Placeholder 3"/>
          <p:cNvSpPr>
            <a:spLocks noGrp="1"/>
          </p:cNvSpPr>
          <p:nvPr>
            <p:ph type="sldNum" sz="quarter" idx="10"/>
          </p:nvPr>
        </p:nvSpPr>
        <p:spPr/>
        <p:txBody>
          <a:bodyPr/>
          <a:lstStyle/>
          <a:p>
            <a:fld id="{037C2873-EBE5-CF42-9E30-7832FC02D1D9}" type="slidenum">
              <a:rPr lang="en-GB" smtClean="0"/>
              <a:t>21</a:t>
            </a:fld>
            <a:endParaRPr lang="en-GB" dirty="0"/>
          </a:p>
        </p:txBody>
      </p:sp>
    </p:spTree>
    <p:extLst>
      <p:ext uri="{BB962C8B-B14F-4D97-AF65-F5344CB8AC3E}">
        <p14:creationId xmlns:p14="http://schemas.microsoft.com/office/powerpoint/2010/main" val="31330783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There are many aspects of PD that can intensify the caregiver burden (e.g., impaired movement, sleep disorders, pain, cognitive impairment, etc.).</a:t>
            </a:r>
            <a:r>
              <a:rPr lang="en-GB" baseline="30000"/>
              <a:t>1-4</a:t>
            </a:r>
            <a:endParaRPr lang="en-GB"/>
          </a:p>
          <a:p>
            <a:r>
              <a:rPr lang="en-GB"/>
              <a:t>Attentional deficits may have a negative impact on the ability of people with PD to perform basic everyday tasks, including physical and social activities.</a:t>
            </a:r>
            <a:r>
              <a:rPr lang="en-GB" baseline="30000"/>
              <a:t>1</a:t>
            </a:r>
            <a:r>
              <a:rPr lang="en-GB"/>
              <a:t> Consequently, caregivers may take on these responsibilities, further increasing the burden of care and reducing quality of life (which may already be considerably affected).</a:t>
            </a:r>
            <a:r>
              <a:rPr lang="en-GB" baseline="30000"/>
              <a:t>1</a:t>
            </a:r>
            <a:endParaRPr lang="en-GB"/>
          </a:p>
          <a:p>
            <a:r>
              <a:rPr lang="en-GB"/>
              <a:t>Researchers are hoping to determine the effects of caring for a person with PD on the cognitive function of the caregiver, as well as the potential impact that any such impairment might have on both parties.</a:t>
            </a:r>
            <a:r>
              <a:rPr lang="en-GB" baseline="30000"/>
              <a:t>1</a:t>
            </a:r>
            <a:endParaRPr lang="en-GB"/>
          </a:p>
          <a:p>
            <a:r>
              <a:rPr lang="en-GB"/>
              <a:t> </a:t>
            </a:r>
          </a:p>
          <a:p>
            <a:r>
              <a:rPr lang="en-GB"/>
              <a:t>References:</a:t>
            </a:r>
          </a:p>
          <a:p>
            <a:pPr marL="228600" indent="-228600">
              <a:buFont typeface="+mj-lt"/>
              <a:buAutoNum type="arabicPeriod"/>
            </a:pPr>
            <a:r>
              <a:rPr lang="en-GB"/>
              <a:t>Lawson RA, Yarnall AJ, Johnston F, et al. Cognitive impairment in Parkinson’s disease: impact on quality of life of carers. </a:t>
            </a:r>
            <a:r>
              <a:rPr lang="pl-PL"/>
              <a:t>Int J Geriatr Psychiatry 2017;</a:t>
            </a:r>
            <a:r>
              <a:rPr lang="en-GB"/>
              <a:t> </a:t>
            </a:r>
            <a:r>
              <a:rPr lang="pl-PL"/>
              <a:t>32</a:t>
            </a:r>
            <a:r>
              <a:rPr lang="en-GB"/>
              <a:t> </a:t>
            </a:r>
            <a:r>
              <a:rPr lang="pl-PL"/>
              <a:t>(12):</a:t>
            </a:r>
            <a:r>
              <a:rPr lang="en-GB"/>
              <a:t> </a:t>
            </a:r>
            <a:r>
              <a:rPr lang="pl-PL"/>
              <a:t>1362</a:t>
            </a:r>
            <a:r>
              <a:rPr lang="en-GB"/>
              <a:t>–</a:t>
            </a:r>
            <a:r>
              <a:rPr lang="pl-PL"/>
              <a:t>1370</a:t>
            </a:r>
            <a:r>
              <a:rPr lang="en-GB"/>
              <a:t>.</a:t>
            </a:r>
          </a:p>
          <a:p>
            <a:pPr marL="228600" lvl="0" indent="-228600">
              <a:buFont typeface="+mj-lt"/>
              <a:buAutoNum type="arabicPeriod"/>
            </a:pPr>
            <a:r>
              <a:rPr lang="en-GB"/>
              <a:t>Martinez-Martin P, </a:t>
            </a:r>
            <a:r>
              <a:rPr lang="en-GB" err="1"/>
              <a:t>Skorvanek</a:t>
            </a:r>
            <a:r>
              <a:rPr lang="en-GB"/>
              <a:t> M, Henriksen T, et al. Impact of advanced Parkinson’s disease on caregivers: an international real-world study. J </a:t>
            </a:r>
            <a:r>
              <a:rPr lang="en-GB" err="1"/>
              <a:t>Neurol</a:t>
            </a:r>
            <a:r>
              <a:rPr lang="en-GB"/>
              <a:t> 2023; 270 (4): 2162–2173. </a:t>
            </a:r>
          </a:p>
          <a:p>
            <a:pPr marL="228600" lvl="0" indent="-228600">
              <a:buFont typeface="+mj-lt"/>
              <a:buAutoNum type="arabicPeriod"/>
            </a:pPr>
            <a:r>
              <a:rPr lang="en-GB">
                <a:highlight>
                  <a:srgbClr val="00FFFF"/>
                </a:highlight>
              </a:rPr>
              <a:t>Lim SY, Tan AH, Fox SH, et al. Integrating patient concerns into Parkinson’s disease management. Curr </a:t>
            </a:r>
            <a:r>
              <a:rPr lang="en-GB" err="1">
                <a:highlight>
                  <a:srgbClr val="00FFFF"/>
                </a:highlight>
              </a:rPr>
              <a:t>Neurol</a:t>
            </a:r>
            <a:r>
              <a:rPr lang="en-GB">
                <a:highlight>
                  <a:srgbClr val="00FFFF"/>
                </a:highlight>
              </a:rPr>
              <a:t> </a:t>
            </a:r>
            <a:r>
              <a:rPr lang="en-GB" err="1">
                <a:highlight>
                  <a:srgbClr val="00FFFF"/>
                </a:highlight>
              </a:rPr>
              <a:t>Neurosci</a:t>
            </a:r>
            <a:r>
              <a:rPr lang="en-GB">
                <a:highlight>
                  <a:srgbClr val="00FFFF"/>
                </a:highlight>
              </a:rPr>
              <a:t> Rep 2017; 17 (1): 3. </a:t>
            </a:r>
          </a:p>
          <a:p>
            <a:pPr marL="228600" lvl="0" indent="-228600">
              <a:buFont typeface="+mj-lt"/>
              <a:buAutoNum type="arabicPeriod"/>
            </a:pPr>
            <a:r>
              <a:rPr lang="en-GB"/>
              <a:t>Martinez-Martin P, Rodriguez-</a:t>
            </a:r>
            <a:r>
              <a:rPr lang="en-GB" err="1"/>
              <a:t>Blazquez</a:t>
            </a:r>
            <a:r>
              <a:rPr lang="en-GB"/>
              <a:t> C, </a:t>
            </a:r>
            <a:r>
              <a:rPr lang="en-GB" err="1"/>
              <a:t>Forjaz</a:t>
            </a:r>
            <a:r>
              <a:rPr lang="en-GB"/>
              <a:t> MJ. Quality of life and burden in caregivers for patients with Parkinson’s disease: concepts, assessment and related factors. Expert Rev </a:t>
            </a:r>
            <a:r>
              <a:rPr lang="en-GB" err="1"/>
              <a:t>Pharmacoecon</a:t>
            </a:r>
            <a:r>
              <a:rPr lang="en-GB"/>
              <a:t> Outcomes Res 2012; 12 (2): 221–230.</a:t>
            </a:r>
          </a:p>
        </p:txBody>
      </p:sp>
      <p:sp>
        <p:nvSpPr>
          <p:cNvPr id="4" name="Slide Number Placeholder 3"/>
          <p:cNvSpPr>
            <a:spLocks noGrp="1"/>
          </p:cNvSpPr>
          <p:nvPr>
            <p:ph type="sldNum" sz="quarter" idx="10"/>
          </p:nvPr>
        </p:nvSpPr>
        <p:spPr/>
        <p:txBody>
          <a:bodyPr/>
          <a:lstStyle/>
          <a:p>
            <a:fld id="{037C2873-EBE5-CF42-9E30-7832FC02D1D9}" type="slidenum">
              <a:rPr lang="en-GB" smtClean="0"/>
              <a:t>22</a:t>
            </a:fld>
            <a:endParaRPr lang="en-GB"/>
          </a:p>
        </p:txBody>
      </p:sp>
    </p:spTree>
    <p:extLst>
      <p:ext uri="{BB962C8B-B14F-4D97-AF65-F5344CB8AC3E}">
        <p14:creationId xmlns:p14="http://schemas.microsoft.com/office/powerpoint/2010/main" val="28416757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Reference:</a:t>
            </a:r>
          </a:p>
          <a:p>
            <a:pPr marL="228600" lvl="0" indent="-228600">
              <a:buFont typeface="+mj-lt"/>
              <a:buAutoNum type="arabicPeriod"/>
            </a:pPr>
            <a:r>
              <a:rPr lang="en-US">
                <a:highlight>
                  <a:srgbClr val="00FFFF"/>
                </a:highlight>
              </a:rPr>
              <a:t>Armstrong MJ, Okun MS. Diagnosis and treatment of Parkinson disease: a review. JAMA 2020; 323 (6): 548–560.</a:t>
            </a:r>
            <a:endParaRPr lang="en-GB">
              <a:highlight>
                <a:srgbClr val="00FFFF"/>
              </a:highlight>
            </a:endParaRPr>
          </a:p>
        </p:txBody>
      </p:sp>
      <p:sp>
        <p:nvSpPr>
          <p:cNvPr id="4" name="Slide Number Placeholder 3"/>
          <p:cNvSpPr>
            <a:spLocks noGrp="1"/>
          </p:cNvSpPr>
          <p:nvPr>
            <p:ph type="sldNum" sz="quarter" idx="10"/>
          </p:nvPr>
        </p:nvSpPr>
        <p:spPr/>
        <p:txBody>
          <a:bodyPr/>
          <a:lstStyle/>
          <a:p>
            <a:fld id="{037C2873-EBE5-CF42-9E30-7832FC02D1D9}" type="slidenum">
              <a:rPr lang="en-GB" smtClean="0"/>
              <a:t>23</a:t>
            </a:fld>
            <a:endParaRPr lang="en-GB"/>
          </a:p>
        </p:txBody>
      </p:sp>
    </p:spTree>
    <p:extLst>
      <p:ext uri="{BB962C8B-B14F-4D97-AF65-F5344CB8AC3E}">
        <p14:creationId xmlns:p14="http://schemas.microsoft.com/office/powerpoint/2010/main" val="27751139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83CB9554-DBBF-45EE-B195-27A13C15D076}"/>
              </a:ext>
            </a:extLst>
          </p:cNvPr>
          <p:cNvSpPr>
            <a:spLocks noGrp="1"/>
          </p:cNvSpPr>
          <p:nvPr>
            <p:ph type="sldNum" sz="quarter" idx="4"/>
          </p:nvPr>
        </p:nvSpPr>
        <p:spPr>
          <a:xfrm>
            <a:off x="11650662" y="6434112"/>
            <a:ext cx="271337"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a:p>
        </p:txBody>
      </p:sp>
      <p:sp>
        <p:nvSpPr>
          <p:cNvPr id="28" name="Rectangle 27">
            <a:extLst>
              <a:ext uri="{FF2B5EF4-FFF2-40B4-BE49-F238E27FC236}">
                <a16:creationId xmlns:a16="http://schemas.microsoft.com/office/drawing/2014/main" id="{95ADC762-8706-49BF-B0C9-DB8B18411C25}"/>
              </a:ext>
            </a:extLst>
          </p:cNvPr>
          <p:cNvSpPr/>
          <p:nvPr/>
        </p:nvSpPr>
        <p:spPr>
          <a:xfrm>
            <a:off x="0" y="-1"/>
            <a:ext cx="12192000" cy="6858001"/>
          </a:xfrm>
          <a:prstGeom prst="rect">
            <a:avLst/>
          </a:prstGeom>
          <a:solidFill>
            <a:srgbClr val="F0F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a:p>
        </p:txBody>
      </p:sp>
      <p:sp>
        <p:nvSpPr>
          <p:cNvPr id="2" name="Graphic 8">
            <a:extLst>
              <a:ext uri="{FF2B5EF4-FFF2-40B4-BE49-F238E27FC236}">
                <a16:creationId xmlns:a16="http://schemas.microsoft.com/office/drawing/2014/main" id="{7FABB232-20E7-4120-82D3-0BF832B134D8}"/>
              </a:ext>
            </a:extLst>
          </p:cNvPr>
          <p:cNvSpPr/>
          <p:nvPr/>
        </p:nvSpPr>
        <p:spPr>
          <a:xfrm>
            <a:off x="8152873" y="5937114"/>
            <a:ext cx="2253411" cy="440942"/>
          </a:xfrm>
          <a:custGeom>
            <a:avLst/>
            <a:gdLst>
              <a:gd name="connsiteX0" fmla="*/ 1783139 w 2253411"/>
              <a:gd name="connsiteY0" fmla="*/ 136254 h 440942"/>
              <a:gd name="connsiteX1" fmla="*/ 1751520 w 2253411"/>
              <a:gd name="connsiteY1" fmla="*/ 136254 h 440942"/>
              <a:gd name="connsiteX2" fmla="*/ 1751520 w 2253411"/>
              <a:gd name="connsiteY2" fmla="*/ 299806 h 440942"/>
              <a:gd name="connsiteX3" fmla="*/ 1783139 w 2253411"/>
              <a:gd name="connsiteY3" fmla="*/ 299806 h 440942"/>
              <a:gd name="connsiteX4" fmla="*/ 293338 w 2253411"/>
              <a:gd name="connsiteY4" fmla="*/ 409024 h 440942"/>
              <a:gd name="connsiteX5" fmla="*/ 297448 w 2253411"/>
              <a:gd name="connsiteY5" fmla="*/ 413147 h 440942"/>
              <a:gd name="connsiteX6" fmla="*/ 297460 w 2253411"/>
              <a:gd name="connsiteY6" fmla="*/ 413147 h 440942"/>
              <a:gd name="connsiteX7" fmla="*/ 333669 w 2253411"/>
              <a:gd name="connsiteY7" fmla="*/ 413147 h 440942"/>
              <a:gd name="connsiteX8" fmla="*/ 337779 w 2253411"/>
              <a:gd name="connsiteY8" fmla="*/ 409047 h 440942"/>
              <a:gd name="connsiteX9" fmla="*/ 337777 w 2253411"/>
              <a:gd name="connsiteY9" fmla="*/ 409024 h 440942"/>
              <a:gd name="connsiteX10" fmla="*/ 333683 w 2253411"/>
              <a:gd name="connsiteY10" fmla="*/ 404916 h 440942"/>
              <a:gd name="connsiteX11" fmla="*/ 333669 w 2253411"/>
              <a:gd name="connsiteY11" fmla="*/ 404916 h 440942"/>
              <a:gd name="connsiteX12" fmla="*/ 297460 w 2253411"/>
              <a:gd name="connsiteY12" fmla="*/ 404916 h 440942"/>
              <a:gd name="connsiteX13" fmla="*/ 293338 w 2253411"/>
              <a:gd name="connsiteY13" fmla="*/ 409021 h 440942"/>
              <a:gd name="connsiteX14" fmla="*/ 293338 w 2253411"/>
              <a:gd name="connsiteY14" fmla="*/ 409024 h 440942"/>
              <a:gd name="connsiteX15" fmla="*/ 39859 w 2253411"/>
              <a:gd name="connsiteY15" fmla="*/ 409024 h 440942"/>
              <a:gd name="connsiteX16" fmla="*/ 43946 w 2253411"/>
              <a:gd name="connsiteY16" fmla="*/ 413147 h 440942"/>
              <a:gd name="connsiteX17" fmla="*/ 43967 w 2253411"/>
              <a:gd name="connsiteY17" fmla="*/ 413147 h 440942"/>
              <a:gd name="connsiteX18" fmla="*/ 80176 w 2253411"/>
              <a:gd name="connsiteY18" fmla="*/ 413147 h 440942"/>
              <a:gd name="connsiteX19" fmla="*/ 84298 w 2253411"/>
              <a:gd name="connsiteY19" fmla="*/ 409037 h 440942"/>
              <a:gd name="connsiteX20" fmla="*/ 84298 w 2253411"/>
              <a:gd name="connsiteY20" fmla="*/ 409024 h 440942"/>
              <a:gd name="connsiteX21" fmla="*/ 80179 w 2253411"/>
              <a:gd name="connsiteY21" fmla="*/ 404916 h 440942"/>
              <a:gd name="connsiteX22" fmla="*/ 80176 w 2253411"/>
              <a:gd name="connsiteY22" fmla="*/ 404916 h 440942"/>
              <a:gd name="connsiteX23" fmla="*/ 43967 w 2253411"/>
              <a:gd name="connsiteY23" fmla="*/ 404916 h 440942"/>
              <a:gd name="connsiteX24" fmla="*/ 39859 w 2253411"/>
              <a:gd name="connsiteY24" fmla="*/ 409012 h 440942"/>
              <a:gd name="connsiteX25" fmla="*/ 39859 w 2253411"/>
              <a:gd name="connsiteY25" fmla="*/ 409024 h 440942"/>
              <a:gd name="connsiteX26" fmla="*/ 80177 w 2253411"/>
              <a:gd name="connsiteY26" fmla="*/ 339849 h 440942"/>
              <a:gd name="connsiteX27" fmla="*/ 8803 w 2253411"/>
              <a:gd name="connsiteY27" fmla="*/ 339849 h 440942"/>
              <a:gd name="connsiteX28" fmla="*/ 8803 w 2253411"/>
              <a:gd name="connsiteY28" fmla="*/ 177644 h 440942"/>
              <a:gd name="connsiteX29" fmla="*/ 4680 w 2253411"/>
              <a:gd name="connsiteY29" fmla="*/ 173521 h 440942"/>
              <a:gd name="connsiteX30" fmla="*/ 572 w 2253411"/>
              <a:gd name="connsiteY30" fmla="*/ 177639 h 440942"/>
              <a:gd name="connsiteX31" fmla="*/ 572 w 2253411"/>
              <a:gd name="connsiteY31" fmla="*/ 177644 h 440942"/>
              <a:gd name="connsiteX32" fmla="*/ 572 w 2253411"/>
              <a:gd name="connsiteY32" fmla="*/ 343959 h 440942"/>
              <a:gd name="connsiteX33" fmla="*/ 4676 w 2253411"/>
              <a:gd name="connsiteY33" fmla="*/ 348080 h 440942"/>
              <a:gd name="connsiteX34" fmla="*/ 4680 w 2253411"/>
              <a:gd name="connsiteY34" fmla="*/ 348080 h 440942"/>
              <a:gd name="connsiteX35" fmla="*/ 80176 w 2253411"/>
              <a:gd name="connsiteY35" fmla="*/ 348080 h 440942"/>
              <a:gd name="connsiteX36" fmla="*/ 84298 w 2253411"/>
              <a:gd name="connsiteY36" fmla="*/ 343970 h 440942"/>
              <a:gd name="connsiteX37" fmla="*/ 84298 w 2253411"/>
              <a:gd name="connsiteY37" fmla="*/ 343959 h 440942"/>
              <a:gd name="connsiteX38" fmla="*/ 80176 w 2253411"/>
              <a:gd name="connsiteY38" fmla="*/ 339849 h 440942"/>
              <a:gd name="connsiteX39" fmla="*/ 98412 w 2253411"/>
              <a:gd name="connsiteY39" fmla="*/ 45530 h 440942"/>
              <a:gd name="connsiteX40" fmla="*/ 94292 w 2253411"/>
              <a:gd name="connsiteY40" fmla="*/ 41422 h 440942"/>
              <a:gd name="connsiteX41" fmla="*/ 94289 w 2253411"/>
              <a:gd name="connsiteY41" fmla="*/ 41422 h 440942"/>
              <a:gd name="connsiteX42" fmla="*/ 30459 w 2253411"/>
              <a:gd name="connsiteY42" fmla="*/ 41422 h 440942"/>
              <a:gd name="connsiteX43" fmla="*/ 26351 w 2253411"/>
              <a:gd name="connsiteY43" fmla="*/ 45518 h 440942"/>
              <a:gd name="connsiteX44" fmla="*/ 26351 w 2253411"/>
              <a:gd name="connsiteY44" fmla="*/ 45530 h 440942"/>
              <a:gd name="connsiteX45" fmla="*/ 26351 w 2253411"/>
              <a:gd name="connsiteY45" fmla="*/ 133916 h 440942"/>
              <a:gd name="connsiteX46" fmla="*/ 30456 w 2253411"/>
              <a:gd name="connsiteY46" fmla="*/ 138039 h 440942"/>
              <a:gd name="connsiteX47" fmla="*/ 30459 w 2253411"/>
              <a:gd name="connsiteY47" fmla="*/ 138039 h 440942"/>
              <a:gd name="connsiteX48" fmla="*/ 80191 w 2253411"/>
              <a:gd name="connsiteY48" fmla="*/ 138039 h 440942"/>
              <a:gd name="connsiteX49" fmla="*/ 84300 w 2253411"/>
              <a:gd name="connsiteY49" fmla="*/ 133916 h 440942"/>
              <a:gd name="connsiteX50" fmla="*/ 80191 w 2253411"/>
              <a:gd name="connsiteY50" fmla="*/ 129808 h 440942"/>
              <a:gd name="connsiteX51" fmla="*/ 34582 w 2253411"/>
              <a:gd name="connsiteY51" fmla="*/ 129808 h 440942"/>
              <a:gd name="connsiteX52" fmla="*/ 34582 w 2253411"/>
              <a:gd name="connsiteY52" fmla="*/ 49653 h 440942"/>
              <a:gd name="connsiteX53" fmla="*/ 94291 w 2253411"/>
              <a:gd name="connsiteY53" fmla="*/ 49653 h 440942"/>
              <a:gd name="connsiteX54" fmla="*/ 98413 w 2253411"/>
              <a:gd name="connsiteY54" fmla="*/ 45540 h 440942"/>
              <a:gd name="connsiteX55" fmla="*/ 98413 w 2253411"/>
              <a:gd name="connsiteY55" fmla="*/ 45530 h 440942"/>
              <a:gd name="connsiteX56" fmla="*/ 271146 w 2253411"/>
              <a:gd name="connsiteY56" fmla="*/ 190835 h 440942"/>
              <a:gd name="connsiteX57" fmla="*/ 271146 w 2253411"/>
              <a:gd name="connsiteY57" fmla="*/ 150874 h 440942"/>
              <a:gd name="connsiteX58" fmla="*/ 267039 w 2253411"/>
              <a:gd name="connsiteY58" fmla="*/ 146752 h 440942"/>
              <a:gd name="connsiteX59" fmla="*/ 267037 w 2253411"/>
              <a:gd name="connsiteY59" fmla="*/ 146752 h 440942"/>
              <a:gd name="connsiteX60" fmla="*/ 262900 w 2253411"/>
              <a:gd name="connsiteY60" fmla="*/ 150873 h 440942"/>
              <a:gd name="connsiteX61" fmla="*/ 262900 w 2253411"/>
              <a:gd name="connsiteY61" fmla="*/ 150874 h 440942"/>
              <a:gd name="connsiteX62" fmla="*/ 262900 w 2253411"/>
              <a:gd name="connsiteY62" fmla="*/ 186698 h 440942"/>
              <a:gd name="connsiteX63" fmla="*/ 192929 w 2253411"/>
              <a:gd name="connsiteY63" fmla="*/ 186698 h 440942"/>
              <a:gd name="connsiteX64" fmla="*/ 192929 w 2253411"/>
              <a:gd name="connsiteY64" fmla="*/ 93846 h 440942"/>
              <a:gd name="connsiteX65" fmla="*/ 234730 w 2253411"/>
              <a:gd name="connsiteY65" fmla="*/ 93846 h 440942"/>
              <a:gd name="connsiteX66" fmla="*/ 238853 w 2253411"/>
              <a:gd name="connsiteY66" fmla="*/ 89738 h 440942"/>
              <a:gd name="connsiteX67" fmla="*/ 234730 w 2253411"/>
              <a:gd name="connsiteY67" fmla="*/ 85602 h 440942"/>
              <a:gd name="connsiteX68" fmla="*/ 192929 w 2253411"/>
              <a:gd name="connsiteY68" fmla="*/ 85602 h 440942"/>
              <a:gd name="connsiteX69" fmla="*/ 192929 w 2253411"/>
              <a:gd name="connsiteY69" fmla="*/ 8058 h 440942"/>
              <a:gd name="connsiteX70" fmla="*/ 256951 w 2253411"/>
              <a:gd name="connsiteY70" fmla="*/ 8058 h 440942"/>
              <a:gd name="connsiteX71" fmla="*/ 261072 w 2253411"/>
              <a:gd name="connsiteY71" fmla="*/ 3946 h 440942"/>
              <a:gd name="connsiteX72" fmla="*/ 261072 w 2253411"/>
              <a:gd name="connsiteY72" fmla="*/ 3935 h 440942"/>
              <a:gd name="connsiteX73" fmla="*/ 256954 w 2253411"/>
              <a:gd name="connsiteY73" fmla="*/ -175 h 440942"/>
              <a:gd name="connsiteX74" fmla="*/ 256951 w 2253411"/>
              <a:gd name="connsiteY74" fmla="*/ -175 h 440942"/>
              <a:gd name="connsiteX75" fmla="*/ 120686 w 2253411"/>
              <a:gd name="connsiteY75" fmla="*/ -175 h 440942"/>
              <a:gd name="connsiteX76" fmla="*/ 116578 w 2253411"/>
              <a:gd name="connsiteY76" fmla="*/ 3935 h 440942"/>
              <a:gd name="connsiteX77" fmla="*/ 120685 w 2253411"/>
              <a:gd name="connsiteY77" fmla="*/ 8058 h 440942"/>
              <a:gd name="connsiteX78" fmla="*/ 120686 w 2253411"/>
              <a:gd name="connsiteY78" fmla="*/ 8058 h 440942"/>
              <a:gd name="connsiteX79" fmla="*/ 184696 w 2253411"/>
              <a:gd name="connsiteY79" fmla="*/ 8058 h 440942"/>
              <a:gd name="connsiteX80" fmla="*/ 184696 w 2253411"/>
              <a:gd name="connsiteY80" fmla="*/ 85629 h 440942"/>
              <a:gd name="connsiteX81" fmla="*/ 141436 w 2253411"/>
              <a:gd name="connsiteY81" fmla="*/ 85629 h 440942"/>
              <a:gd name="connsiteX82" fmla="*/ 137315 w 2253411"/>
              <a:gd name="connsiteY82" fmla="*/ 89752 h 440942"/>
              <a:gd name="connsiteX83" fmla="*/ 141435 w 2253411"/>
              <a:gd name="connsiteY83" fmla="*/ 93860 h 440942"/>
              <a:gd name="connsiteX84" fmla="*/ 141436 w 2253411"/>
              <a:gd name="connsiteY84" fmla="*/ 93860 h 440942"/>
              <a:gd name="connsiteX85" fmla="*/ 184696 w 2253411"/>
              <a:gd name="connsiteY85" fmla="*/ 93860 h 440942"/>
              <a:gd name="connsiteX86" fmla="*/ 184696 w 2253411"/>
              <a:gd name="connsiteY86" fmla="*/ 186698 h 440942"/>
              <a:gd name="connsiteX87" fmla="*/ 114724 w 2253411"/>
              <a:gd name="connsiteY87" fmla="*/ 186698 h 440942"/>
              <a:gd name="connsiteX88" fmla="*/ 114724 w 2253411"/>
              <a:gd name="connsiteY88" fmla="*/ 150874 h 440942"/>
              <a:gd name="connsiteX89" fmla="*/ 110611 w 2253411"/>
              <a:gd name="connsiteY89" fmla="*/ 146752 h 440942"/>
              <a:gd name="connsiteX90" fmla="*/ 110602 w 2253411"/>
              <a:gd name="connsiteY90" fmla="*/ 146752 h 440942"/>
              <a:gd name="connsiteX91" fmla="*/ 106479 w 2253411"/>
              <a:gd name="connsiteY91" fmla="*/ 150874 h 440942"/>
              <a:gd name="connsiteX92" fmla="*/ 106479 w 2253411"/>
              <a:gd name="connsiteY92" fmla="*/ 190835 h 440942"/>
              <a:gd name="connsiteX93" fmla="*/ 110598 w 2253411"/>
              <a:gd name="connsiteY93" fmla="*/ 194943 h 440942"/>
              <a:gd name="connsiteX94" fmla="*/ 110602 w 2253411"/>
              <a:gd name="connsiteY94" fmla="*/ 194943 h 440942"/>
              <a:gd name="connsiteX95" fmla="*/ 184696 w 2253411"/>
              <a:gd name="connsiteY95" fmla="*/ 194943 h 440942"/>
              <a:gd name="connsiteX96" fmla="*/ 184696 w 2253411"/>
              <a:gd name="connsiteY96" fmla="*/ 302418 h 440942"/>
              <a:gd name="connsiteX97" fmla="*/ 120523 w 2253411"/>
              <a:gd name="connsiteY97" fmla="*/ 302418 h 440942"/>
              <a:gd name="connsiteX98" fmla="*/ 120523 w 2253411"/>
              <a:gd name="connsiteY98" fmla="*/ 253744 h 440942"/>
              <a:gd name="connsiteX99" fmla="*/ 116395 w 2253411"/>
              <a:gd name="connsiteY99" fmla="*/ 249636 h 440942"/>
              <a:gd name="connsiteX100" fmla="*/ 116386 w 2253411"/>
              <a:gd name="connsiteY100" fmla="*/ 249636 h 440942"/>
              <a:gd name="connsiteX101" fmla="*/ 62189 w 2253411"/>
              <a:gd name="connsiteY101" fmla="*/ 249636 h 440942"/>
              <a:gd name="connsiteX102" fmla="*/ 62189 w 2253411"/>
              <a:gd name="connsiteY102" fmla="*/ 210170 h 440942"/>
              <a:gd name="connsiteX103" fmla="*/ 58084 w 2253411"/>
              <a:gd name="connsiteY103" fmla="*/ 206047 h 440942"/>
              <a:gd name="connsiteX104" fmla="*/ 58081 w 2253411"/>
              <a:gd name="connsiteY104" fmla="*/ 206047 h 440942"/>
              <a:gd name="connsiteX105" fmla="*/ 53958 w 2253411"/>
              <a:gd name="connsiteY105" fmla="*/ 210170 h 440942"/>
              <a:gd name="connsiteX106" fmla="*/ 53958 w 2253411"/>
              <a:gd name="connsiteY106" fmla="*/ 253744 h 440942"/>
              <a:gd name="connsiteX107" fmla="*/ 58081 w 2253411"/>
              <a:gd name="connsiteY107" fmla="*/ 257867 h 440942"/>
              <a:gd name="connsiteX108" fmla="*/ 112277 w 2253411"/>
              <a:gd name="connsiteY108" fmla="*/ 257867 h 440942"/>
              <a:gd name="connsiteX109" fmla="*/ 112277 w 2253411"/>
              <a:gd name="connsiteY109" fmla="*/ 380182 h 440942"/>
              <a:gd name="connsiteX110" fmla="*/ 116382 w 2253411"/>
              <a:gd name="connsiteY110" fmla="*/ 384304 h 440942"/>
              <a:gd name="connsiteX111" fmla="*/ 116386 w 2253411"/>
              <a:gd name="connsiteY111" fmla="*/ 384304 h 440942"/>
              <a:gd name="connsiteX112" fmla="*/ 120523 w 2253411"/>
              <a:gd name="connsiteY112" fmla="*/ 380182 h 440942"/>
              <a:gd name="connsiteX113" fmla="*/ 120523 w 2253411"/>
              <a:gd name="connsiteY113" fmla="*/ 310649 h 440942"/>
              <a:gd name="connsiteX114" fmla="*/ 184696 w 2253411"/>
              <a:gd name="connsiteY114" fmla="*/ 310649 h 440942"/>
              <a:gd name="connsiteX115" fmla="*/ 184696 w 2253411"/>
              <a:gd name="connsiteY115" fmla="*/ 432537 h 440942"/>
              <a:gd name="connsiteX116" fmla="*/ 131736 w 2253411"/>
              <a:gd name="connsiteY116" fmla="*/ 432537 h 440942"/>
              <a:gd name="connsiteX117" fmla="*/ 127628 w 2253411"/>
              <a:gd name="connsiteY117" fmla="*/ 436615 h 440942"/>
              <a:gd name="connsiteX118" fmla="*/ 127628 w 2253411"/>
              <a:gd name="connsiteY118" fmla="*/ 436646 h 440942"/>
              <a:gd name="connsiteX119" fmla="*/ 131716 w 2253411"/>
              <a:gd name="connsiteY119" fmla="*/ 440768 h 440942"/>
              <a:gd name="connsiteX120" fmla="*/ 131736 w 2253411"/>
              <a:gd name="connsiteY120" fmla="*/ 440768 h 440942"/>
              <a:gd name="connsiteX121" fmla="*/ 245888 w 2253411"/>
              <a:gd name="connsiteY121" fmla="*/ 440768 h 440942"/>
              <a:gd name="connsiteX122" fmla="*/ 250011 w 2253411"/>
              <a:gd name="connsiteY122" fmla="*/ 436657 h 440942"/>
              <a:gd name="connsiteX123" fmla="*/ 250011 w 2253411"/>
              <a:gd name="connsiteY123" fmla="*/ 436646 h 440942"/>
              <a:gd name="connsiteX124" fmla="*/ 245909 w 2253411"/>
              <a:gd name="connsiteY124" fmla="*/ 432537 h 440942"/>
              <a:gd name="connsiteX125" fmla="*/ 245888 w 2253411"/>
              <a:gd name="connsiteY125" fmla="*/ 432537 h 440942"/>
              <a:gd name="connsiteX126" fmla="*/ 192929 w 2253411"/>
              <a:gd name="connsiteY126" fmla="*/ 432537 h 440942"/>
              <a:gd name="connsiteX127" fmla="*/ 192929 w 2253411"/>
              <a:gd name="connsiteY127" fmla="*/ 310649 h 440942"/>
              <a:gd name="connsiteX128" fmla="*/ 257116 w 2253411"/>
              <a:gd name="connsiteY128" fmla="*/ 310649 h 440942"/>
              <a:gd name="connsiteX129" fmla="*/ 257116 w 2253411"/>
              <a:gd name="connsiteY129" fmla="*/ 380182 h 440942"/>
              <a:gd name="connsiteX130" fmla="*/ 261250 w 2253411"/>
              <a:gd name="connsiteY130" fmla="*/ 384304 h 440942"/>
              <a:gd name="connsiteX131" fmla="*/ 265358 w 2253411"/>
              <a:gd name="connsiteY131" fmla="*/ 380182 h 440942"/>
              <a:gd name="connsiteX132" fmla="*/ 265358 w 2253411"/>
              <a:gd name="connsiteY132" fmla="*/ 257867 h 440942"/>
              <a:gd name="connsiteX133" fmla="*/ 319557 w 2253411"/>
              <a:gd name="connsiteY133" fmla="*/ 257867 h 440942"/>
              <a:gd name="connsiteX134" fmla="*/ 323665 w 2253411"/>
              <a:gd name="connsiteY134" fmla="*/ 253748 h 440942"/>
              <a:gd name="connsiteX135" fmla="*/ 323665 w 2253411"/>
              <a:gd name="connsiteY135" fmla="*/ 253744 h 440942"/>
              <a:gd name="connsiteX136" fmla="*/ 323665 w 2253411"/>
              <a:gd name="connsiteY136" fmla="*/ 210170 h 440942"/>
              <a:gd name="connsiteX137" fmla="*/ 319557 w 2253411"/>
              <a:gd name="connsiteY137" fmla="*/ 206047 h 440942"/>
              <a:gd name="connsiteX138" fmla="*/ 315434 w 2253411"/>
              <a:gd name="connsiteY138" fmla="*/ 210170 h 440942"/>
              <a:gd name="connsiteX139" fmla="*/ 315434 w 2253411"/>
              <a:gd name="connsiteY139" fmla="*/ 249636 h 440942"/>
              <a:gd name="connsiteX140" fmla="*/ 261250 w 2253411"/>
              <a:gd name="connsiteY140" fmla="*/ 249636 h 440942"/>
              <a:gd name="connsiteX141" fmla="*/ 257115 w 2253411"/>
              <a:gd name="connsiteY141" fmla="*/ 253733 h 440942"/>
              <a:gd name="connsiteX142" fmla="*/ 257115 w 2253411"/>
              <a:gd name="connsiteY142" fmla="*/ 253744 h 440942"/>
              <a:gd name="connsiteX143" fmla="*/ 257115 w 2253411"/>
              <a:gd name="connsiteY143" fmla="*/ 302416 h 440942"/>
              <a:gd name="connsiteX144" fmla="*/ 192927 w 2253411"/>
              <a:gd name="connsiteY144" fmla="*/ 302416 h 440942"/>
              <a:gd name="connsiteX145" fmla="*/ 192927 w 2253411"/>
              <a:gd name="connsiteY145" fmla="*/ 194943 h 440942"/>
              <a:gd name="connsiteX146" fmla="*/ 267036 w 2253411"/>
              <a:gd name="connsiteY146" fmla="*/ 194943 h 440942"/>
              <a:gd name="connsiteX147" fmla="*/ 271144 w 2253411"/>
              <a:gd name="connsiteY147" fmla="*/ 190849 h 440942"/>
              <a:gd name="connsiteX148" fmla="*/ 271144 w 2253411"/>
              <a:gd name="connsiteY148" fmla="*/ 190835 h 440942"/>
              <a:gd name="connsiteX149" fmla="*/ 351285 w 2253411"/>
              <a:gd name="connsiteY149" fmla="*/ 133931 h 440942"/>
              <a:gd name="connsiteX150" fmla="*/ 351285 w 2253411"/>
              <a:gd name="connsiteY150" fmla="*/ 45545 h 440942"/>
              <a:gd name="connsiteX151" fmla="*/ 347175 w 2253411"/>
              <a:gd name="connsiteY151" fmla="*/ 41422 h 440942"/>
              <a:gd name="connsiteX152" fmla="*/ 347164 w 2253411"/>
              <a:gd name="connsiteY152" fmla="*/ 41422 h 440942"/>
              <a:gd name="connsiteX153" fmla="*/ 283332 w 2253411"/>
              <a:gd name="connsiteY153" fmla="*/ 41422 h 440942"/>
              <a:gd name="connsiteX154" fmla="*/ 279224 w 2253411"/>
              <a:gd name="connsiteY154" fmla="*/ 45524 h 440942"/>
              <a:gd name="connsiteX155" fmla="*/ 279224 w 2253411"/>
              <a:gd name="connsiteY155" fmla="*/ 45545 h 440942"/>
              <a:gd name="connsiteX156" fmla="*/ 283332 w 2253411"/>
              <a:gd name="connsiteY156" fmla="*/ 49653 h 440942"/>
              <a:gd name="connsiteX157" fmla="*/ 343054 w 2253411"/>
              <a:gd name="connsiteY157" fmla="*/ 49653 h 440942"/>
              <a:gd name="connsiteX158" fmla="*/ 343054 w 2253411"/>
              <a:gd name="connsiteY158" fmla="*/ 129808 h 440942"/>
              <a:gd name="connsiteX159" fmla="*/ 297460 w 2253411"/>
              <a:gd name="connsiteY159" fmla="*/ 129808 h 440942"/>
              <a:gd name="connsiteX160" fmla="*/ 293338 w 2253411"/>
              <a:gd name="connsiteY160" fmla="*/ 133918 h 440942"/>
              <a:gd name="connsiteX161" fmla="*/ 293338 w 2253411"/>
              <a:gd name="connsiteY161" fmla="*/ 133931 h 440942"/>
              <a:gd name="connsiteX162" fmla="*/ 297460 w 2253411"/>
              <a:gd name="connsiteY162" fmla="*/ 138039 h 440942"/>
              <a:gd name="connsiteX163" fmla="*/ 347164 w 2253411"/>
              <a:gd name="connsiteY163" fmla="*/ 138039 h 440942"/>
              <a:gd name="connsiteX164" fmla="*/ 351285 w 2253411"/>
              <a:gd name="connsiteY164" fmla="*/ 133931 h 440942"/>
              <a:gd name="connsiteX165" fmla="*/ 377065 w 2253411"/>
              <a:gd name="connsiteY165" fmla="*/ 343972 h 440942"/>
              <a:gd name="connsiteX166" fmla="*/ 377065 w 2253411"/>
              <a:gd name="connsiteY166" fmla="*/ 177629 h 440942"/>
              <a:gd name="connsiteX167" fmla="*/ 372946 w 2253411"/>
              <a:gd name="connsiteY167" fmla="*/ 173521 h 440942"/>
              <a:gd name="connsiteX168" fmla="*/ 372943 w 2253411"/>
              <a:gd name="connsiteY168" fmla="*/ 173521 h 440942"/>
              <a:gd name="connsiteX169" fmla="*/ 368834 w 2253411"/>
              <a:gd name="connsiteY169" fmla="*/ 177617 h 440942"/>
              <a:gd name="connsiteX170" fmla="*/ 368834 w 2253411"/>
              <a:gd name="connsiteY170" fmla="*/ 177629 h 440942"/>
              <a:gd name="connsiteX171" fmla="*/ 368834 w 2253411"/>
              <a:gd name="connsiteY171" fmla="*/ 339836 h 440942"/>
              <a:gd name="connsiteX172" fmla="*/ 297460 w 2253411"/>
              <a:gd name="connsiteY172" fmla="*/ 339836 h 440942"/>
              <a:gd name="connsiteX173" fmla="*/ 293338 w 2253411"/>
              <a:gd name="connsiteY173" fmla="*/ 343970 h 440942"/>
              <a:gd name="connsiteX174" fmla="*/ 293338 w 2253411"/>
              <a:gd name="connsiteY174" fmla="*/ 343972 h 440942"/>
              <a:gd name="connsiteX175" fmla="*/ 297438 w 2253411"/>
              <a:gd name="connsiteY175" fmla="*/ 348080 h 440942"/>
              <a:gd name="connsiteX176" fmla="*/ 297460 w 2253411"/>
              <a:gd name="connsiteY176" fmla="*/ 348080 h 440942"/>
              <a:gd name="connsiteX177" fmla="*/ 372943 w 2253411"/>
              <a:gd name="connsiteY177" fmla="*/ 348080 h 440942"/>
              <a:gd name="connsiteX178" fmla="*/ 377065 w 2253411"/>
              <a:gd name="connsiteY178" fmla="*/ 343992 h 440942"/>
              <a:gd name="connsiteX179" fmla="*/ 377065 w 2253411"/>
              <a:gd name="connsiteY179" fmla="*/ 343972 h 440942"/>
              <a:gd name="connsiteX180" fmla="*/ 577721 w 2253411"/>
              <a:gd name="connsiteY180" fmla="*/ 299806 h 440942"/>
              <a:gd name="connsiteX181" fmla="*/ 609683 w 2253411"/>
              <a:gd name="connsiteY181" fmla="*/ 299806 h 440942"/>
              <a:gd name="connsiteX182" fmla="*/ 609683 w 2253411"/>
              <a:gd name="connsiteY182" fmla="*/ 196098 h 440942"/>
              <a:gd name="connsiteX183" fmla="*/ 551186 w 2253411"/>
              <a:gd name="connsiteY183" fmla="*/ 131498 h 440942"/>
              <a:gd name="connsiteX184" fmla="*/ 500878 w 2253411"/>
              <a:gd name="connsiteY184" fmla="*/ 159709 h 440942"/>
              <a:gd name="connsiteX185" fmla="*/ 500878 w 2253411"/>
              <a:gd name="connsiteY185" fmla="*/ 136254 h 440942"/>
              <a:gd name="connsiteX186" fmla="*/ 469601 w 2253411"/>
              <a:gd name="connsiteY186" fmla="*/ 136254 h 440942"/>
              <a:gd name="connsiteX187" fmla="*/ 469601 w 2253411"/>
              <a:gd name="connsiteY187" fmla="*/ 299806 h 440942"/>
              <a:gd name="connsiteX188" fmla="*/ 501565 w 2253411"/>
              <a:gd name="connsiteY188" fmla="*/ 299806 h 440942"/>
              <a:gd name="connsiteX189" fmla="*/ 501565 w 2253411"/>
              <a:gd name="connsiteY189" fmla="*/ 205278 h 440942"/>
              <a:gd name="connsiteX190" fmla="*/ 539629 w 2253411"/>
              <a:gd name="connsiteY190" fmla="*/ 160396 h 440942"/>
              <a:gd name="connsiteX191" fmla="*/ 577721 w 2253411"/>
              <a:gd name="connsiteY191" fmla="*/ 201540 h 440942"/>
              <a:gd name="connsiteX192" fmla="*/ 766751 w 2253411"/>
              <a:gd name="connsiteY192" fmla="*/ 201196 h 440942"/>
              <a:gd name="connsiteX193" fmla="*/ 677320 w 2253411"/>
              <a:gd name="connsiteY193" fmla="*/ 201196 h 440942"/>
              <a:gd name="connsiteX194" fmla="*/ 721870 w 2253411"/>
              <a:gd name="connsiteY194" fmla="*/ 159366 h 440942"/>
              <a:gd name="connsiteX195" fmla="*/ 766751 w 2253411"/>
              <a:gd name="connsiteY195" fmla="*/ 201196 h 440942"/>
              <a:gd name="connsiteX196" fmla="*/ 799388 w 2253411"/>
              <a:gd name="connsiteY196" fmla="*/ 227044 h 440942"/>
              <a:gd name="connsiteX197" fmla="*/ 800075 w 2253411"/>
              <a:gd name="connsiteY197" fmla="*/ 216835 h 440942"/>
              <a:gd name="connsiteX198" fmla="*/ 721527 w 2253411"/>
              <a:gd name="connsiteY198" fmla="*/ 131155 h 440942"/>
              <a:gd name="connsiteX199" fmla="*/ 643324 w 2253411"/>
              <a:gd name="connsiteY199" fmla="*/ 217522 h 440942"/>
              <a:gd name="connsiteX200" fmla="*/ 725608 w 2253411"/>
              <a:gd name="connsiteY200" fmla="*/ 304904 h 440942"/>
              <a:gd name="connsiteX201" fmla="*/ 799044 w 2253411"/>
              <a:gd name="connsiteY201" fmla="*/ 253221 h 440942"/>
              <a:gd name="connsiteX202" fmla="*/ 771519 w 2253411"/>
              <a:gd name="connsiteY202" fmla="*/ 243698 h 440942"/>
              <a:gd name="connsiteX203" fmla="*/ 725608 w 2253411"/>
              <a:gd name="connsiteY203" fmla="*/ 276679 h 440942"/>
              <a:gd name="connsiteX204" fmla="*/ 676304 w 2253411"/>
              <a:gd name="connsiteY204" fmla="*/ 227044 h 440942"/>
              <a:gd name="connsiteX205" fmla="*/ 945791 w 2253411"/>
              <a:gd name="connsiteY205" fmla="*/ 299820 h 440942"/>
              <a:gd name="connsiteX206" fmla="*/ 976394 w 2253411"/>
              <a:gd name="connsiteY206" fmla="*/ 299820 h 440942"/>
              <a:gd name="connsiteX207" fmla="*/ 974677 w 2253411"/>
              <a:gd name="connsiteY207" fmla="*/ 269547 h 440942"/>
              <a:gd name="connsiteX208" fmla="*/ 974677 w 2253411"/>
              <a:gd name="connsiteY208" fmla="*/ 136254 h 440942"/>
              <a:gd name="connsiteX209" fmla="*/ 942727 w 2253411"/>
              <a:gd name="connsiteY209" fmla="*/ 136254 h 440942"/>
              <a:gd name="connsiteX210" fmla="*/ 942727 w 2253411"/>
              <a:gd name="connsiteY210" fmla="*/ 234863 h 440942"/>
              <a:gd name="connsiteX211" fmla="*/ 903948 w 2253411"/>
              <a:gd name="connsiteY211" fmla="*/ 276679 h 440942"/>
              <a:gd name="connsiteX212" fmla="*/ 866901 w 2253411"/>
              <a:gd name="connsiteY212" fmla="*/ 234519 h 440942"/>
              <a:gd name="connsiteX213" fmla="*/ 866901 w 2253411"/>
              <a:gd name="connsiteY213" fmla="*/ 136254 h 440942"/>
              <a:gd name="connsiteX214" fmla="*/ 834924 w 2253411"/>
              <a:gd name="connsiteY214" fmla="*/ 136254 h 440942"/>
              <a:gd name="connsiteX215" fmla="*/ 834924 w 2253411"/>
              <a:gd name="connsiteY215" fmla="*/ 239287 h 440942"/>
              <a:gd name="connsiteX216" fmla="*/ 896143 w 2253411"/>
              <a:gd name="connsiteY216" fmla="*/ 304903 h 440942"/>
              <a:gd name="connsiteX217" fmla="*/ 944418 w 2253411"/>
              <a:gd name="connsiteY217" fmla="*/ 280086 h 440942"/>
              <a:gd name="connsiteX218" fmla="*/ 945791 w 2253411"/>
              <a:gd name="connsiteY218" fmla="*/ 299818 h 440942"/>
              <a:gd name="connsiteX219" fmla="*/ 1098324 w 2253411"/>
              <a:gd name="connsiteY219" fmla="*/ 167541 h 440942"/>
              <a:gd name="connsiteX220" fmla="*/ 1112271 w 2253411"/>
              <a:gd name="connsiteY220" fmla="*/ 168559 h 440942"/>
              <a:gd name="connsiteX221" fmla="*/ 1112271 w 2253411"/>
              <a:gd name="connsiteY221" fmla="*/ 134563 h 440942"/>
              <a:gd name="connsiteX222" fmla="*/ 1101731 w 2253411"/>
              <a:gd name="connsiteY222" fmla="*/ 133532 h 440942"/>
              <a:gd name="connsiteX223" fmla="*/ 1052771 w 2253411"/>
              <a:gd name="connsiteY223" fmla="*/ 164808 h 440942"/>
              <a:gd name="connsiteX224" fmla="*/ 1052771 w 2253411"/>
              <a:gd name="connsiteY224" fmla="*/ 136266 h 440942"/>
              <a:gd name="connsiteX225" fmla="*/ 1021481 w 2253411"/>
              <a:gd name="connsiteY225" fmla="*/ 136266 h 440942"/>
              <a:gd name="connsiteX226" fmla="*/ 1021481 w 2253411"/>
              <a:gd name="connsiteY226" fmla="*/ 299806 h 440942"/>
              <a:gd name="connsiteX227" fmla="*/ 1053443 w 2253411"/>
              <a:gd name="connsiteY227" fmla="*/ 299806 h 440942"/>
              <a:gd name="connsiteX228" fmla="*/ 1053443 w 2253411"/>
              <a:gd name="connsiteY228" fmla="*/ 217851 h 440942"/>
              <a:gd name="connsiteX229" fmla="*/ 1098324 w 2253411"/>
              <a:gd name="connsiteY229" fmla="*/ 167543 h 440942"/>
              <a:gd name="connsiteX230" fmla="*/ 1263512 w 2253411"/>
              <a:gd name="connsiteY230" fmla="*/ 217865 h 440942"/>
              <a:gd name="connsiteX231" fmla="*/ 1212518 w 2253411"/>
              <a:gd name="connsiteY231" fmla="*/ 276350 h 440942"/>
              <a:gd name="connsiteX232" fmla="*/ 1161507 w 2253411"/>
              <a:gd name="connsiteY232" fmla="*/ 217865 h 440942"/>
              <a:gd name="connsiteX233" fmla="*/ 1212518 w 2253411"/>
              <a:gd name="connsiteY233" fmla="*/ 159709 h 440942"/>
              <a:gd name="connsiteX234" fmla="*/ 1263512 w 2253411"/>
              <a:gd name="connsiteY234" fmla="*/ 217865 h 440942"/>
              <a:gd name="connsiteX235" fmla="*/ 1296163 w 2253411"/>
              <a:gd name="connsiteY235" fmla="*/ 217865 h 440942"/>
              <a:gd name="connsiteX236" fmla="*/ 1212518 w 2253411"/>
              <a:gd name="connsiteY236" fmla="*/ 131169 h 440942"/>
              <a:gd name="connsiteX237" fmla="*/ 1128871 w 2253411"/>
              <a:gd name="connsiteY237" fmla="*/ 217865 h 440942"/>
              <a:gd name="connsiteX238" fmla="*/ 1212518 w 2253411"/>
              <a:gd name="connsiteY238" fmla="*/ 304904 h 440942"/>
              <a:gd name="connsiteX239" fmla="*/ 1296163 w 2253411"/>
              <a:gd name="connsiteY239" fmla="*/ 217865 h 440942"/>
              <a:gd name="connsiteX240" fmla="*/ 1388657 w 2253411"/>
              <a:gd name="connsiteY240" fmla="*/ 301496 h 440942"/>
              <a:gd name="connsiteX241" fmla="*/ 1410425 w 2253411"/>
              <a:gd name="connsiteY241" fmla="*/ 298446 h 440942"/>
              <a:gd name="connsiteX242" fmla="*/ 1410425 w 2253411"/>
              <a:gd name="connsiteY242" fmla="*/ 271237 h 440942"/>
              <a:gd name="connsiteX243" fmla="*/ 1397836 w 2253411"/>
              <a:gd name="connsiteY243" fmla="*/ 272612 h 440942"/>
              <a:gd name="connsiteX244" fmla="*/ 1375054 w 2253411"/>
              <a:gd name="connsiteY244" fmla="*/ 250158 h 440942"/>
              <a:gd name="connsiteX245" fmla="*/ 1375054 w 2253411"/>
              <a:gd name="connsiteY245" fmla="*/ 165152 h 440942"/>
              <a:gd name="connsiteX246" fmla="*/ 1410423 w 2253411"/>
              <a:gd name="connsiteY246" fmla="*/ 165152 h 440942"/>
              <a:gd name="connsiteX247" fmla="*/ 1410423 w 2253411"/>
              <a:gd name="connsiteY247" fmla="*/ 136254 h 440942"/>
              <a:gd name="connsiteX248" fmla="*/ 1375054 w 2253411"/>
              <a:gd name="connsiteY248" fmla="*/ 136254 h 440942"/>
              <a:gd name="connsiteX249" fmla="*/ 1375054 w 2253411"/>
              <a:gd name="connsiteY249" fmla="*/ 84585 h 440942"/>
              <a:gd name="connsiteX250" fmla="*/ 1345825 w 2253411"/>
              <a:gd name="connsiteY250" fmla="*/ 84585 h 440942"/>
              <a:gd name="connsiteX251" fmla="*/ 1345825 w 2253411"/>
              <a:gd name="connsiteY251" fmla="*/ 111092 h 440942"/>
              <a:gd name="connsiteX252" fmla="*/ 1320665 w 2253411"/>
              <a:gd name="connsiteY252" fmla="*/ 136254 h 440942"/>
              <a:gd name="connsiteX253" fmla="*/ 1311814 w 2253411"/>
              <a:gd name="connsiteY253" fmla="*/ 136254 h 440942"/>
              <a:gd name="connsiteX254" fmla="*/ 1311814 w 2253411"/>
              <a:gd name="connsiteY254" fmla="*/ 165152 h 440942"/>
              <a:gd name="connsiteX255" fmla="*/ 1343105 w 2253411"/>
              <a:gd name="connsiteY255" fmla="*/ 165152 h 440942"/>
              <a:gd name="connsiteX256" fmla="*/ 1343105 w 2253411"/>
              <a:gd name="connsiteY256" fmla="*/ 254911 h 440942"/>
              <a:gd name="connsiteX257" fmla="*/ 1388657 w 2253411"/>
              <a:gd name="connsiteY257" fmla="*/ 301496 h 440942"/>
              <a:gd name="connsiteX258" fmla="*/ 1564344 w 2253411"/>
              <a:gd name="connsiteY258" fmla="*/ 217865 h 440942"/>
              <a:gd name="connsiteX259" fmla="*/ 1513349 w 2253411"/>
              <a:gd name="connsiteY259" fmla="*/ 276350 h 440942"/>
              <a:gd name="connsiteX260" fmla="*/ 1462340 w 2253411"/>
              <a:gd name="connsiteY260" fmla="*/ 217865 h 440942"/>
              <a:gd name="connsiteX261" fmla="*/ 1513349 w 2253411"/>
              <a:gd name="connsiteY261" fmla="*/ 159709 h 440942"/>
              <a:gd name="connsiteX262" fmla="*/ 1564344 w 2253411"/>
              <a:gd name="connsiteY262" fmla="*/ 217865 h 440942"/>
              <a:gd name="connsiteX263" fmla="*/ 1596994 w 2253411"/>
              <a:gd name="connsiteY263" fmla="*/ 217865 h 440942"/>
              <a:gd name="connsiteX264" fmla="*/ 1513349 w 2253411"/>
              <a:gd name="connsiteY264" fmla="*/ 131169 h 440942"/>
              <a:gd name="connsiteX265" fmla="*/ 1429704 w 2253411"/>
              <a:gd name="connsiteY265" fmla="*/ 217865 h 440942"/>
              <a:gd name="connsiteX266" fmla="*/ 1513349 w 2253411"/>
              <a:gd name="connsiteY266" fmla="*/ 304904 h 440942"/>
              <a:gd name="connsiteX267" fmla="*/ 1596994 w 2253411"/>
              <a:gd name="connsiteY267" fmla="*/ 217865 h 440942"/>
              <a:gd name="connsiteX268" fmla="*/ 1709456 w 2253411"/>
              <a:gd name="connsiteY268" fmla="*/ 167543 h 440942"/>
              <a:gd name="connsiteX269" fmla="*/ 1723392 w 2253411"/>
              <a:gd name="connsiteY269" fmla="*/ 168560 h 440942"/>
              <a:gd name="connsiteX270" fmla="*/ 1723392 w 2253411"/>
              <a:gd name="connsiteY270" fmla="*/ 134563 h 440942"/>
              <a:gd name="connsiteX271" fmla="*/ 1712851 w 2253411"/>
              <a:gd name="connsiteY271" fmla="*/ 133532 h 440942"/>
              <a:gd name="connsiteX272" fmla="*/ 1663890 w 2253411"/>
              <a:gd name="connsiteY272" fmla="*/ 164808 h 440942"/>
              <a:gd name="connsiteX273" fmla="*/ 1663890 w 2253411"/>
              <a:gd name="connsiteY273" fmla="*/ 136266 h 440942"/>
              <a:gd name="connsiteX274" fmla="*/ 1632614 w 2253411"/>
              <a:gd name="connsiteY274" fmla="*/ 136266 h 440942"/>
              <a:gd name="connsiteX275" fmla="*/ 1632614 w 2253411"/>
              <a:gd name="connsiteY275" fmla="*/ 299806 h 440942"/>
              <a:gd name="connsiteX276" fmla="*/ 1664564 w 2253411"/>
              <a:gd name="connsiteY276" fmla="*/ 299806 h 440942"/>
              <a:gd name="connsiteX277" fmla="*/ 1664564 w 2253411"/>
              <a:gd name="connsiteY277" fmla="*/ 217851 h 440942"/>
              <a:gd name="connsiteX278" fmla="*/ 1709456 w 2253411"/>
              <a:gd name="connsiteY278" fmla="*/ 167543 h 440942"/>
              <a:gd name="connsiteX279" fmla="*/ 1790286 w 2253411"/>
              <a:gd name="connsiteY279" fmla="*/ 74360 h 440942"/>
              <a:gd name="connsiteX280" fmla="*/ 1767488 w 2253411"/>
              <a:gd name="connsiteY280" fmla="*/ 51248 h 440942"/>
              <a:gd name="connsiteX281" fmla="*/ 1744374 w 2253411"/>
              <a:gd name="connsiteY281" fmla="*/ 74045 h 440942"/>
              <a:gd name="connsiteX282" fmla="*/ 1767159 w 2253411"/>
              <a:gd name="connsiteY282" fmla="*/ 97158 h 440942"/>
              <a:gd name="connsiteX283" fmla="*/ 1790286 w 2253411"/>
              <a:gd name="connsiteY283" fmla="*/ 74401 h 440942"/>
              <a:gd name="connsiteX284" fmla="*/ 1790286 w 2253411"/>
              <a:gd name="connsiteY284" fmla="*/ 74362 h 440942"/>
              <a:gd name="connsiteX285" fmla="*/ 1937899 w 2253411"/>
              <a:gd name="connsiteY285" fmla="*/ 299820 h 440942"/>
              <a:gd name="connsiteX286" fmla="*/ 1968489 w 2253411"/>
              <a:gd name="connsiteY286" fmla="*/ 299820 h 440942"/>
              <a:gd name="connsiteX287" fmla="*/ 1966785 w 2253411"/>
              <a:gd name="connsiteY287" fmla="*/ 269547 h 440942"/>
              <a:gd name="connsiteX288" fmla="*/ 1966785 w 2253411"/>
              <a:gd name="connsiteY288" fmla="*/ 136254 h 440942"/>
              <a:gd name="connsiteX289" fmla="*/ 1934821 w 2253411"/>
              <a:gd name="connsiteY289" fmla="*/ 136254 h 440942"/>
              <a:gd name="connsiteX290" fmla="*/ 1934821 w 2253411"/>
              <a:gd name="connsiteY290" fmla="*/ 234863 h 440942"/>
              <a:gd name="connsiteX291" fmla="*/ 1896069 w 2253411"/>
              <a:gd name="connsiteY291" fmla="*/ 276679 h 440942"/>
              <a:gd name="connsiteX292" fmla="*/ 1859008 w 2253411"/>
              <a:gd name="connsiteY292" fmla="*/ 234519 h 440942"/>
              <a:gd name="connsiteX293" fmla="*/ 1859008 w 2253411"/>
              <a:gd name="connsiteY293" fmla="*/ 136254 h 440942"/>
              <a:gd name="connsiteX294" fmla="*/ 1827032 w 2253411"/>
              <a:gd name="connsiteY294" fmla="*/ 136254 h 440942"/>
              <a:gd name="connsiteX295" fmla="*/ 1827032 w 2253411"/>
              <a:gd name="connsiteY295" fmla="*/ 239287 h 440942"/>
              <a:gd name="connsiteX296" fmla="*/ 1888249 w 2253411"/>
              <a:gd name="connsiteY296" fmla="*/ 304903 h 440942"/>
              <a:gd name="connsiteX297" fmla="*/ 1936524 w 2253411"/>
              <a:gd name="connsiteY297" fmla="*/ 280086 h 440942"/>
              <a:gd name="connsiteX298" fmla="*/ 1937899 w 2253411"/>
              <a:gd name="connsiteY298" fmla="*/ 299818 h 440942"/>
              <a:gd name="connsiteX299" fmla="*/ 2253984 w 2253411"/>
              <a:gd name="connsiteY299" fmla="*/ 299806 h 440942"/>
              <a:gd name="connsiteX300" fmla="*/ 2253984 w 2253411"/>
              <a:gd name="connsiteY300" fmla="*/ 193721 h 440942"/>
              <a:gd name="connsiteX301" fmla="*/ 2197547 w 2253411"/>
              <a:gd name="connsiteY301" fmla="*/ 131498 h 440942"/>
              <a:gd name="connsiteX302" fmla="*/ 2142800 w 2253411"/>
              <a:gd name="connsiteY302" fmla="*/ 162431 h 440942"/>
              <a:gd name="connsiteX303" fmla="*/ 2093839 w 2253411"/>
              <a:gd name="connsiteY303" fmla="*/ 131498 h 440942"/>
              <a:gd name="connsiteX304" fmla="*/ 2044204 w 2253411"/>
              <a:gd name="connsiteY304" fmla="*/ 158005 h 440942"/>
              <a:gd name="connsiteX305" fmla="*/ 2044204 w 2253411"/>
              <a:gd name="connsiteY305" fmla="*/ 136254 h 440942"/>
              <a:gd name="connsiteX306" fmla="*/ 2013588 w 2253411"/>
              <a:gd name="connsiteY306" fmla="*/ 136254 h 440942"/>
              <a:gd name="connsiteX307" fmla="*/ 2013588 w 2253411"/>
              <a:gd name="connsiteY307" fmla="*/ 299806 h 440942"/>
              <a:gd name="connsiteX308" fmla="*/ 2045221 w 2253411"/>
              <a:gd name="connsiteY308" fmla="*/ 299806 h 440942"/>
              <a:gd name="connsiteX309" fmla="*/ 2045221 w 2253411"/>
              <a:gd name="connsiteY309" fmla="*/ 201209 h 440942"/>
              <a:gd name="connsiteX310" fmla="*/ 2083299 w 2253411"/>
              <a:gd name="connsiteY310" fmla="*/ 159709 h 440942"/>
              <a:gd name="connsiteX311" fmla="*/ 2117971 w 2253411"/>
              <a:gd name="connsiteY311" fmla="*/ 197115 h 440942"/>
              <a:gd name="connsiteX312" fmla="*/ 2117971 w 2253411"/>
              <a:gd name="connsiteY312" fmla="*/ 299807 h 440942"/>
              <a:gd name="connsiteX313" fmla="*/ 2149932 w 2253411"/>
              <a:gd name="connsiteY313" fmla="*/ 299807 h 440942"/>
              <a:gd name="connsiteX314" fmla="*/ 2149932 w 2253411"/>
              <a:gd name="connsiteY314" fmla="*/ 200867 h 440942"/>
              <a:gd name="connsiteX315" fmla="*/ 2187682 w 2253411"/>
              <a:gd name="connsiteY315" fmla="*/ 159711 h 440942"/>
              <a:gd name="connsiteX316" fmla="*/ 2222364 w 2253411"/>
              <a:gd name="connsiteY316" fmla="*/ 197115 h 440942"/>
              <a:gd name="connsiteX317" fmla="*/ 2222364 w 2253411"/>
              <a:gd name="connsiteY317" fmla="*/ 299807 h 440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Lst>
            <a:rect l="l" t="t" r="r" b="b"/>
            <a:pathLst>
              <a:path w="2253411" h="440942">
                <a:moveTo>
                  <a:pt x="1783139" y="136254"/>
                </a:moveTo>
                <a:lnTo>
                  <a:pt x="1751520" y="136254"/>
                </a:lnTo>
                <a:lnTo>
                  <a:pt x="1751520" y="299806"/>
                </a:lnTo>
                <a:lnTo>
                  <a:pt x="1783139" y="299806"/>
                </a:lnTo>
                <a:close/>
                <a:moveTo>
                  <a:pt x="293338" y="409024"/>
                </a:moveTo>
                <a:cubicBezTo>
                  <a:pt x="293335" y="411298"/>
                  <a:pt x="295174" y="413144"/>
                  <a:pt x="297448" y="413147"/>
                </a:cubicBezTo>
                <a:cubicBezTo>
                  <a:pt x="297452" y="413147"/>
                  <a:pt x="297456" y="413147"/>
                  <a:pt x="297460" y="413147"/>
                </a:cubicBezTo>
                <a:lnTo>
                  <a:pt x="333669" y="413147"/>
                </a:lnTo>
                <a:cubicBezTo>
                  <a:pt x="335936" y="413150"/>
                  <a:pt x="337776" y="411314"/>
                  <a:pt x="337779" y="409047"/>
                </a:cubicBezTo>
                <a:cubicBezTo>
                  <a:pt x="337779" y="409039"/>
                  <a:pt x="337779" y="409032"/>
                  <a:pt x="337777" y="409024"/>
                </a:cubicBezTo>
                <a:cubicBezTo>
                  <a:pt x="337782" y="406760"/>
                  <a:pt x="335949" y="404921"/>
                  <a:pt x="333683" y="404916"/>
                </a:cubicBezTo>
                <a:cubicBezTo>
                  <a:pt x="333678" y="404916"/>
                  <a:pt x="333674" y="404916"/>
                  <a:pt x="333669" y="404916"/>
                </a:cubicBezTo>
                <a:lnTo>
                  <a:pt x="297460" y="404916"/>
                </a:lnTo>
                <a:cubicBezTo>
                  <a:pt x="295188" y="404911"/>
                  <a:pt x="293342" y="406749"/>
                  <a:pt x="293338" y="409021"/>
                </a:cubicBezTo>
                <a:cubicBezTo>
                  <a:pt x="293338" y="409023"/>
                  <a:pt x="293338" y="409024"/>
                  <a:pt x="293338" y="409024"/>
                </a:cubicBezTo>
                <a:moveTo>
                  <a:pt x="39859" y="409024"/>
                </a:moveTo>
                <a:cubicBezTo>
                  <a:pt x="39849" y="411291"/>
                  <a:pt x="41679" y="413137"/>
                  <a:pt x="43946" y="413147"/>
                </a:cubicBezTo>
                <a:cubicBezTo>
                  <a:pt x="43953" y="413147"/>
                  <a:pt x="43959" y="413147"/>
                  <a:pt x="43967" y="413147"/>
                </a:cubicBezTo>
                <a:lnTo>
                  <a:pt x="80176" y="413147"/>
                </a:lnTo>
                <a:cubicBezTo>
                  <a:pt x="82449" y="413150"/>
                  <a:pt x="84295" y="411311"/>
                  <a:pt x="84298" y="409037"/>
                </a:cubicBezTo>
                <a:cubicBezTo>
                  <a:pt x="84298" y="409032"/>
                  <a:pt x="84298" y="409029"/>
                  <a:pt x="84298" y="409024"/>
                </a:cubicBezTo>
                <a:cubicBezTo>
                  <a:pt x="84295" y="406752"/>
                  <a:pt x="82451" y="404913"/>
                  <a:pt x="80179" y="404916"/>
                </a:cubicBezTo>
                <a:cubicBezTo>
                  <a:pt x="80177" y="404916"/>
                  <a:pt x="80177" y="404916"/>
                  <a:pt x="80176" y="404916"/>
                </a:cubicBezTo>
                <a:lnTo>
                  <a:pt x="43967" y="404916"/>
                </a:lnTo>
                <a:cubicBezTo>
                  <a:pt x="41701" y="404913"/>
                  <a:pt x="39862" y="406746"/>
                  <a:pt x="39859" y="409012"/>
                </a:cubicBezTo>
                <a:cubicBezTo>
                  <a:pt x="39859" y="409016"/>
                  <a:pt x="39859" y="409021"/>
                  <a:pt x="39859" y="409024"/>
                </a:cubicBezTo>
                <a:moveTo>
                  <a:pt x="80177" y="339849"/>
                </a:moveTo>
                <a:lnTo>
                  <a:pt x="8803" y="339849"/>
                </a:lnTo>
                <a:lnTo>
                  <a:pt x="8803" y="177644"/>
                </a:lnTo>
                <a:cubicBezTo>
                  <a:pt x="8801" y="175367"/>
                  <a:pt x="6955" y="173523"/>
                  <a:pt x="4680" y="173521"/>
                </a:cubicBezTo>
                <a:cubicBezTo>
                  <a:pt x="2408" y="173523"/>
                  <a:pt x="569" y="175367"/>
                  <a:pt x="572" y="177639"/>
                </a:cubicBezTo>
                <a:cubicBezTo>
                  <a:pt x="572" y="177640"/>
                  <a:pt x="572" y="177642"/>
                  <a:pt x="572" y="177644"/>
                </a:cubicBezTo>
                <a:lnTo>
                  <a:pt x="572" y="343959"/>
                </a:lnTo>
                <a:cubicBezTo>
                  <a:pt x="567" y="346229"/>
                  <a:pt x="2404" y="348075"/>
                  <a:pt x="4676" y="348080"/>
                </a:cubicBezTo>
                <a:cubicBezTo>
                  <a:pt x="4677" y="348080"/>
                  <a:pt x="4679" y="348080"/>
                  <a:pt x="4680" y="348080"/>
                </a:cubicBezTo>
                <a:lnTo>
                  <a:pt x="80176" y="348080"/>
                </a:lnTo>
                <a:cubicBezTo>
                  <a:pt x="82449" y="348083"/>
                  <a:pt x="84295" y="346244"/>
                  <a:pt x="84298" y="343970"/>
                </a:cubicBezTo>
                <a:cubicBezTo>
                  <a:pt x="84298" y="343965"/>
                  <a:pt x="84298" y="343962"/>
                  <a:pt x="84298" y="343959"/>
                </a:cubicBezTo>
                <a:cubicBezTo>
                  <a:pt x="84290" y="341687"/>
                  <a:pt x="82447" y="339849"/>
                  <a:pt x="80176" y="339849"/>
                </a:cubicBezTo>
                <a:moveTo>
                  <a:pt x="98412" y="45530"/>
                </a:moveTo>
                <a:cubicBezTo>
                  <a:pt x="98409" y="43258"/>
                  <a:pt x="96564" y="41419"/>
                  <a:pt x="94292" y="41422"/>
                </a:cubicBezTo>
                <a:cubicBezTo>
                  <a:pt x="94291" y="41422"/>
                  <a:pt x="94291" y="41422"/>
                  <a:pt x="94289" y="41422"/>
                </a:cubicBezTo>
                <a:lnTo>
                  <a:pt x="30459" y="41422"/>
                </a:lnTo>
                <a:cubicBezTo>
                  <a:pt x="28193" y="41419"/>
                  <a:pt x="26354" y="43252"/>
                  <a:pt x="26351" y="45518"/>
                </a:cubicBezTo>
                <a:cubicBezTo>
                  <a:pt x="26351" y="45521"/>
                  <a:pt x="26351" y="45526"/>
                  <a:pt x="26351" y="45530"/>
                </a:cubicBezTo>
                <a:lnTo>
                  <a:pt x="26351" y="133916"/>
                </a:lnTo>
                <a:cubicBezTo>
                  <a:pt x="26346" y="136188"/>
                  <a:pt x="28184" y="138034"/>
                  <a:pt x="30456" y="138039"/>
                </a:cubicBezTo>
                <a:cubicBezTo>
                  <a:pt x="30458" y="138039"/>
                  <a:pt x="30458" y="138039"/>
                  <a:pt x="30459" y="138039"/>
                </a:cubicBezTo>
                <a:lnTo>
                  <a:pt x="80191" y="138039"/>
                </a:lnTo>
                <a:cubicBezTo>
                  <a:pt x="82460" y="138026"/>
                  <a:pt x="84295" y="136187"/>
                  <a:pt x="84300" y="133916"/>
                </a:cubicBezTo>
                <a:cubicBezTo>
                  <a:pt x="84293" y="131651"/>
                  <a:pt x="82459" y="129814"/>
                  <a:pt x="80191" y="129808"/>
                </a:cubicBezTo>
                <a:lnTo>
                  <a:pt x="34582" y="129808"/>
                </a:lnTo>
                <a:lnTo>
                  <a:pt x="34582" y="49653"/>
                </a:lnTo>
                <a:lnTo>
                  <a:pt x="94291" y="49653"/>
                </a:lnTo>
                <a:cubicBezTo>
                  <a:pt x="96564" y="49656"/>
                  <a:pt x="98410" y="47813"/>
                  <a:pt x="98413" y="45540"/>
                </a:cubicBezTo>
                <a:cubicBezTo>
                  <a:pt x="98413" y="45537"/>
                  <a:pt x="98413" y="45534"/>
                  <a:pt x="98413" y="45530"/>
                </a:cubicBezTo>
                <a:moveTo>
                  <a:pt x="271146" y="190835"/>
                </a:moveTo>
                <a:lnTo>
                  <a:pt x="271146" y="150874"/>
                </a:lnTo>
                <a:cubicBezTo>
                  <a:pt x="271151" y="148602"/>
                  <a:pt x="269311" y="146756"/>
                  <a:pt x="267039" y="146752"/>
                </a:cubicBezTo>
                <a:cubicBezTo>
                  <a:pt x="267039" y="146752"/>
                  <a:pt x="267037" y="146752"/>
                  <a:pt x="267037" y="146752"/>
                </a:cubicBezTo>
                <a:cubicBezTo>
                  <a:pt x="264756" y="146747"/>
                  <a:pt x="262904" y="148593"/>
                  <a:pt x="262900" y="150873"/>
                </a:cubicBezTo>
                <a:cubicBezTo>
                  <a:pt x="262900" y="150873"/>
                  <a:pt x="262900" y="150874"/>
                  <a:pt x="262900" y="150874"/>
                </a:cubicBezTo>
                <a:lnTo>
                  <a:pt x="262900" y="186698"/>
                </a:lnTo>
                <a:lnTo>
                  <a:pt x="192929" y="186698"/>
                </a:lnTo>
                <a:lnTo>
                  <a:pt x="192929" y="93846"/>
                </a:lnTo>
                <a:lnTo>
                  <a:pt x="234730" y="93846"/>
                </a:lnTo>
                <a:cubicBezTo>
                  <a:pt x="236999" y="93841"/>
                  <a:pt x="238840" y="92007"/>
                  <a:pt x="238853" y="89738"/>
                </a:cubicBezTo>
                <a:cubicBezTo>
                  <a:pt x="238852" y="87459"/>
                  <a:pt x="237009" y="85610"/>
                  <a:pt x="234730" y="85602"/>
                </a:cubicBezTo>
                <a:lnTo>
                  <a:pt x="192929" y="85602"/>
                </a:lnTo>
                <a:lnTo>
                  <a:pt x="192929" y="8058"/>
                </a:lnTo>
                <a:lnTo>
                  <a:pt x="256951" y="8058"/>
                </a:lnTo>
                <a:cubicBezTo>
                  <a:pt x="259225" y="8061"/>
                  <a:pt x="261071" y="6220"/>
                  <a:pt x="261072" y="3946"/>
                </a:cubicBezTo>
                <a:cubicBezTo>
                  <a:pt x="261072" y="3943"/>
                  <a:pt x="261072" y="3938"/>
                  <a:pt x="261072" y="3935"/>
                </a:cubicBezTo>
                <a:cubicBezTo>
                  <a:pt x="261071" y="1663"/>
                  <a:pt x="259226" y="-176"/>
                  <a:pt x="256954" y="-175"/>
                </a:cubicBezTo>
                <a:cubicBezTo>
                  <a:pt x="256953" y="-175"/>
                  <a:pt x="256951" y="-175"/>
                  <a:pt x="256951" y="-175"/>
                </a:cubicBezTo>
                <a:lnTo>
                  <a:pt x="120686" y="-175"/>
                </a:lnTo>
                <a:cubicBezTo>
                  <a:pt x="118418" y="-173"/>
                  <a:pt x="116580" y="1666"/>
                  <a:pt x="116578" y="3935"/>
                </a:cubicBezTo>
                <a:cubicBezTo>
                  <a:pt x="116573" y="6207"/>
                  <a:pt x="118411" y="8053"/>
                  <a:pt x="120685" y="8058"/>
                </a:cubicBezTo>
                <a:cubicBezTo>
                  <a:pt x="120685" y="8058"/>
                  <a:pt x="120686" y="8058"/>
                  <a:pt x="120686" y="8058"/>
                </a:cubicBezTo>
                <a:lnTo>
                  <a:pt x="184696" y="8058"/>
                </a:lnTo>
                <a:lnTo>
                  <a:pt x="184696" y="85629"/>
                </a:lnTo>
                <a:lnTo>
                  <a:pt x="141436" y="85629"/>
                </a:lnTo>
                <a:cubicBezTo>
                  <a:pt x="139161" y="85631"/>
                  <a:pt x="137317" y="87475"/>
                  <a:pt x="137315" y="89752"/>
                </a:cubicBezTo>
                <a:cubicBezTo>
                  <a:pt x="137318" y="92024"/>
                  <a:pt x="139163" y="93864"/>
                  <a:pt x="141435" y="93860"/>
                </a:cubicBezTo>
                <a:cubicBezTo>
                  <a:pt x="141435" y="93860"/>
                  <a:pt x="141436" y="93860"/>
                  <a:pt x="141436" y="93860"/>
                </a:cubicBezTo>
                <a:lnTo>
                  <a:pt x="184696" y="93860"/>
                </a:lnTo>
                <a:lnTo>
                  <a:pt x="184696" y="186698"/>
                </a:lnTo>
                <a:lnTo>
                  <a:pt x="114724" y="186698"/>
                </a:lnTo>
                <a:lnTo>
                  <a:pt x="114724" y="150874"/>
                </a:lnTo>
                <a:cubicBezTo>
                  <a:pt x="114727" y="148601"/>
                  <a:pt x="112885" y="146755"/>
                  <a:pt x="110611" y="146752"/>
                </a:cubicBezTo>
                <a:cubicBezTo>
                  <a:pt x="110608" y="146752"/>
                  <a:pt x="110605" y="146752"/>
                  <a:pt x="110602" y="146752"/>
                </a:cubicBezTo>
                <a:cubicBezTo>
                  <a:pt x="108325" y="146753"/>
                  <a:pt x="106481" y="148598"/>
                  <a:pt x="106479" y="150874"/>
                </a:cubicBezTo>
                <a:lnTo>
                  <a:pt x="106479" y="190835"/>
                </a:lnTo>
                <a:cubicBezTo>
                  <a:pt x="106482" y="193107"/>
                  <a:pt x="108326" y="194947"/>
                  <a:pt x="110598" y="194943"/>
                </a:cubicBezTo>
                <a:cubicBezTo>
                  <a:pt x="110598" y="194943"/>
                  <a:pt x="110600" y="194943"/>
                  <a:pt x="110602" y="194943"/>
                </a:cubicBezTo>
                <a:lnTo>
                  <a:pt x="184696" y="194943"/>
                </a:lnTo>
                <a:lnTo>
                  <a:pt x="184696" y="302418"/>
                </a:lnTo>
                <a:lnTo>
                  <a:pt x="120523" y="302418"/>
                </a:lnTo>
                <a:lnTo>
                  <a:pt x="120523" y="253744"/>
                </a:lnTo>
                <a:cubicBezTo>
                  <a:pt x="120518" y="251469"/>
                  <a:pt x="118670" y="249630"/>
                  <a:pt x="116395" y="249636"/>
                </a:cubicBezTo>
                <a:cubicBezTo>
                  <a:pt x="116392" y="249636"/>
                  <a:pt x="116389" y="249636"/>
                  <a:pt x="116386" y="249636"/>
                </a:cubicBezTo>
                <a:lnTo>
                  <a:pt x="62189" y="249636"/>
                </a:lnTo>
                <a:lnTo>
                  <a:pt x="62189" y="210170"/>
                </a:lnTo>
                <a:cubicBezTo>
                  <a:pt x="62194" y="207898"/>
                  <a:pt x="60356" y="206052"/>
                  <a:pt x="58084" y="206047"/>
                </a:cubicBezTo>
                <a:cubicBezTo>
                  <a:pt x="58082" y="206047"/>
                  <a:pt x="58082" y="206047"/>
                  <a:pt x="58081" y="206047"/>
                </a:cubicBezTo>
                <a:cubicBezTo>
                  <a:pt x="55805" y="206054"/>
                  <a:pt x="53964" y="207895"/>
                  <a:pt x="53958" y="210170"/>
                </a:cubicBezTo>
                <a:lnTo>
                  <a:pt x="53958" y="253744"/>
                </a:lnTo>
                <a:cubicBezTo>
                  <a:pt x="53960" y="256020"/>
                  <a:pt x="55804" y="257866"/>
                  <a:pt x="58081" y="257867"/>
                </a:cubicBezTo>
                <a:lnTo>
                  <a:pt x="112277" y="257867"/>
                </a:lnTo>
                <a:lnTo>
                  <a:pt x="112277" y="380182"/>
                </a:lnTo>
                <a:cubicBezTo>
                  <a:pt x="112273" y="382454"/>
                  <a:pt x="114110" y="384300"/>
                  <a:pt x="116382" y="384304"/>
                </a:cubicBezTo>
                <a:cubicBezTo>
                  <a:pt x="116384" y="384304"/>
                  <a:pt x="116386" y="384304"/>
                  <a:pt x="116386" y="384304"/>
                </a:cubicBezTo>
                <a:cubicBezTo>
                  <a:pt x="118666" y="384303"/>
                  <a:pt x="120515" y="382460"/>
                  <a:pt x="120523" y="380182"/>
                </a:cubicBezTo>
                <a:lnTo>
                  <a:pt x="120523" y="310649"/>
                </a:lnTo>
                <a:lnTo>
                  <a:pt x="184696" y="310649"/>
                </a:lnTo>
                <a:lnTo>
                  <a:pt x="184696" y="432537"/>
                </a:lnTo>
                <a:lnTo>
                  <a:pt x="131736" y="432537"/>
                </a:lnTo>
                <a:cubicBezTo>
                  <a:pt x="129475" y="432528"/>
                  <a:pt x="127636" y="434355"/>
                  <a:pt x="127628" y="436615"/>
                </a:cubicBezTo>
                <a:cubicBezTo>
                  <a:pt x="127628" y="436625"/>
                  <a:pt x="127628" y="436635"/>
                  <a:pt x="127628" y="436646"/>
                </a:cubicBezTo>
                <a:cubicBezTo>
                  <a:pt x="127618" y="438913"/>
                  <a:pt x="129448" y="440759"/>
                  <a:pt x="131716" y="440768"/>
                </a:cubicBezTo>
                <a:cubicBezTo>
                  <a:pt x="131722" y="440768"/>
                  <a:pt x="131730" y="440768"/>
                  <a:pt x="131736" y="440768"/>
                </a:cubicBezTo>
                <a:lnTo>
                  <a:pt x="245888" y="440768"/>
                </a:lnTo>
                <a:cubicBezTo>
                  <a:pt x="248162" y="440771"/>
                  <a:pt x="250008" y="438930"/>
                  <a:pt x="250011" y="436657"/>
                </a:cubicBezTo>
                <a:cubicBezTo>
                  <a:pt x="250011" y="436654"/>
                  <a:pt x="250011" y="436649"/>
                  <a:pt x="250011" y="436646"/>
                </a:cubicBezTo>
                <a:cubicBezTo>
                  <a:pt x="250013" y="434378"/>
                  <a:pt x="248176" y="432539"/>
                  <a:pt x="245909" y="432537"/>
                </a:cubicBezTo>
                <a:cubicBezTo>
                  <a:pt x="245903" y="432537"/>
                  <a:pt x="245895" y="432537"/>
                  <a:pt x="245888" y="432537"/>
                </a:cubicBezTo>
                <a:lnTo>
                  <a:pt x="192929" y="432537"/>
                </a:lnTo>
                <a:lnTo>
                  <a:pt x="192929" y="310649"/>
                </a:lnTo>
                <a:lnTo>
                  <a:pt x="257116" y="310649"/>
                </a:lnTo>
                <a:lnTo>
                  <a:pt x="257116" y="380182"/>
                </a:lnTo>
                <a:cubicBezTo>
                  <a:pt x="257124" y="382460"/>
                  <a:pt x="258972" y="384303"/>
                  <a:pt x="261250" y="384304"/>
                </a:cubicBezTo>
                <a:cubicBezTo>
                  <a:pt x="263522" y="384296"/>
                  <a:pt x="265358" y="382454"/>
                  <a:pt x="265358" y="380182"/>
                </a:cubicBezTo>
                <a:lnTo>
                  <a:pt x="265358" y="257867"/>
                </a:lnTo>
                <a:lnTo>
                  <a:pt x="319557" y="257867"/>
                </a:lnTo>
                <a:cubicBezTo>
                  <a:pt x="321829" y="257864"/>
                  <a:pt x="323668" y="256020"/>
                  <a:pt x="323665" y="253748"/>
                </a:cubicBezTo>
                <a:cubicBezTo>
                  <a:pt x="323665" y="253746"/>
                  <a:pt x="323665" y="253744"/>
                  <a:pt x="323665" y="253744"/>
                </a:cubicBezTo>
                <a:lnTo>
                  <a:pt x="323665" y="210170"/>
                </a:lnTo>
                <a:cubicBezTo>
                  <a:pt x="323665" y="207898"/>
                  <a:pt x="321827" y="206055"/>
                  <a:pt x="319557" y="206047"/>
                </a:cubicBezTo>
                <a:cubicBezTo>
                  <a:pt x="317280" y="206049"/>
                  <a:pt x="315436" y="207893"/>
                  <a:pt x="315434" y="210170"/>
                </a:cubicBezTo>
                <a:lnTo>
                  <a:pt x="315434" y="249636"/>
                </a:lnTo>
                <a:lnTo>
                  <a:pt x="261250" y="249636"/>
                </a:lnTo>
                <a:cubicBezTo>
                  <a:pt x="258977" y="249625"/>
                  <a:pt x="257124" y="251460"/>
                  <a:pt x="257115" y="253733"/>
                </a:cubicBezTo>
                <a:cubicBezTo>
                  <a:pt x="257115" y="253737"/>
                  <a:pt x="257115" y="253741"/>
                  <a:pt x="257115" y="253744"/>
                </a:cubicBezTo>
                <a:lnTo>
                  <a:pt x="257115" y="302416"/>
                </a:lnTo>
                <a:lnTo>
                  <a:pt x="192927" y="302416"/>
                </a:lnTo>
                <a:lnTo>
                  <a:pt x="192927" y="194943"/>
                </a:lnTo>
                <a:lnTo>
                  <a:pt x="267036" y="194943"/>
                </a:lnTo>
                <a:cubicBezTo>
                  <a:pt x="269301" y="194948"/>
                  <a:pt x="271141" y="193113"/>
                  <a:pt x="271144" y="190849"/>
                </a:cubicBezTo>
                <a:cubicBezTo>
                  <a:pt x="271144" y="190845"/>
                  <a:pt x="271144" y="190840"/>
                  <a:pt x="271144" y="190835"/>
                </a:cubicBezTo>
                <a:moveTo>
                  <a:pt x="351285" y="133931"/>
                </a:moveTo>
                <a:lnTo>
                  <a:pt x="351285" y="45545"/>
                </a:lnTo>
                <a:cubicBezTo>
                  <a:pt x="351288" y="43271"/>
                  <a:pt x="349449" y="41425"/>
                  <a:pt x="347175" y="41422"/>
                </a:cubicBezTo>
                <a:cubicBezTo>
                  <a:pt x="347170" y="41422"/>
                  <a:pt x="347167" y="41422"/>
                  <a:pt x="347164" y="41422"/>
                </a:cubicBezTo>
                <a:lnTo>
                  <a:pt x="283332" y="41422"/>
                </a:lnTo>
                <a:cubicBezTo>
                  <a:pt x="281065" y="41420"/>
                  <a:pt x="279226" y="43257"/>
                  <a:pt x="279224" y="45524"/>
                </a:cubicBezTo>
                <a:cubicBezTo>
                  <a:pt x="279224" y="45530"/>
                  <a:pt x="279224" y="45538"/>
                  <a:pt x="279224" y="45545"/>
                </a:cubicBezTo>
                <a:cubicBezTo>
                  <a:pt x="279226" y="47813"/>
                  <a:pt x="281065" y="49651"/>
                  <a:pt x="283332" y="49653"/>
                </a:cubicBezTo>
                <a:lnTo>
                  <a:pt x="343054" y="49653"/>
                </a:lnTo>
                <a:lnTo>
                  <a:pt x="343054" y="129808"/>
                </a:lnTo>
                <a:lnTo>
                  <a:pt x="297460" y="129808"/>
                </a:lnTo>
                <a:cubicBezTo>
                  <a:pt x="295187" y="129805"/>
                  <a:pt x="293341" y="131644"/>
                  <a:pt x="293338" y="133918"/>
                </a:cubicBezTo>
                <a:cubicBezTo>
                  <a:pt x="293338" y="133923"/>
                  <a:pt x="293338" y="133926"/>
                  <a:pt x="293338" y="133931"/>
                </a:cubicBezTo>
                <a:cubicBezTo>
                  <a:pt x="293344" y="136201"/>
                  <a:pt x="295188" y="138039"/>
                  <a:pt x="297460" y="138039"/>
                </a:cubicBezTo>
                <a:lnTo>
                  <a:pt x="347164" y="138039"/>
                </a:lnTo>
                <a:cubicBezTo>
                  <a:pt x="349434" y="138039"/>
                  <a:pt x="351279" y="136201"/>
                  <a:pt x="351285" y="133931"/>
                </a:cubicBezTo>
                <a:moveTo>
                  <a:pt x="377065" y="343972"/>
                </a:moveTo>
                <a:lnTo>
                  <a:pt x="377065" y="177629"/>
                </a:lnTo>
                <a:cubicBezTo>
                  <a:pt x="377062" y="175357"/>
                  <a:pt x="375218" y="173518"/>
                  <a:pt x="372946" y="173521"/>
                </a:cubicBezTo>
                <a:cubicBezTo>
                  <a:pt x="372944" y="173521"/>
                  <a:pt x="372943" y="173521"/>
                  <a:pt x="372943" y="173521"/>
                </a:cubicBezTo>
                <a:cubicBezTo>
                  <a:pt x="370677" y="173518"/>
                  <a:pt x="368838" y="175351"/>
                  <a:pt x="368834" y="177617"/>
                </a:cubicBezTo>
                <a:cubicBezTo>
                  <a:pt x="368834" y="177621"/>
                  <a:pt x="368834" y="177625"/>
                  <a:pt x="368834" y="177629"/>
                </a:cubicBezTo>
                <a:lnTo>
                  <a:pt x="368834" y="339836"/>
                </a:lnTo>
                <a:lnTo>
                  <a:pt x="297460" y="339836"/>
                </a:lnTo>
                <a:cubicBezTo>
                  <a:pt x="295179" y="339839"/>
                  <a:pt x="293335" y="341690"/>
                  <a:pt x="293338" y="343970"/>
                </a:cubicBezTo>
                <a:cubicBezTo>
                  <a:pt x="293338" y="343970"/>
                  <a:pt x="293338" y="343972"/>
                  <a:pt x="293338" y="343972"/>
                </a:cubicBezTo>
                <a:cubicBezTo>
                  <a:pt x="293335" y="346239"/>
                  <a:pt x="295171" y="348078"/>
                  <a:pt x="297438" y="348080"/>
                </a:cubicBezTo>
                <a:cubicBezTo>
                  <a:pt x="297446" y="348080"/>
                  <a:pt x="297452" y="348080"/>
                  <a:pt x="297460" y="348080"/>
                </a:cubicBezTo>
                <a:lnTo>
                  <a:pt x="372943" y="348080"/>
                </a:lnTo>
                <a:cubicBezTo>
                  <a:pt x="375210" y="348089"/>
                  <a:pt x="377056" y="346260"/>
                  <a:pt x="377065" y="343992"/>
                </a:cubicBezTo>
                <a:cubicBezTo>
                  <a:pt x="377065" y="343986"/>
                  <a:pt x="377065" y="343978"/>
                  <a:pt x="377065" y="343972"/>
                </a:cubicBezTo>
                <a:moveTo>
                  <a:pt x="577721" y="299806"/>
                </a:moveTo>
                <a:lnTo>
                  <a:pt x="609683" y="299806"/>
                </a:lnTo>
                <a:lnTo>
                  <a:pt x="609683" y="196098"/>
                </a:lnTo>
                <a:cubicBezTo>
                  <a:pt x="609683" y="159709"/>
                  <a:pt x="590294" y="131498"/>
                  <a:pt x="551186" y="131498"/>
                </a:cubicBezTo>
                <a:cubicBezTo>
                  <a:pt x="532153" y="131498"/>
                  <a:pt x="512778" y="139317"/>
                  <a:pt x="500878" y="159709"/>
                </a:cubicBezTo>
                <a:lnTo>
                  <a:pt x="500878" y="136254"/>
                </a:lnTo>
                <a:lnTo>
                  <a:pt x="469601" y="136254"/>
                </a:lnTo>
                <a:lnTo>
                  <a:pt x="469601" y="299806"/>
                </a:lnTo>
                <a:lnTo>
                  <a:pt x="501565" y="299806"/>
                </a:lnTo>
                <a:lnTo>
                  <a:pt x="501565" y="205278"/>
                </a:lnTo>
                <a:cubicBezTo>
                  <a:pt x="501565" y="180447"/>
                  <a:pt x="514481" y="160396"/>
                  <a:pt x="539629" y="160396"/>
                </a:cubicBezTo>
                <a:cubicBezTo>
                  <a:pt x="568198" y="160396"/>
                  <a:pt x="577721" y="178769"/>
                  <a:pt x="577721" y="201540"/>
                </a:cubicBezTo>
                <a:close/>
                <a:moveTo>
                  <a:pt x="766751" y="201196"/>
                </a:moveTo>
                <a:lnTo>
                  <a:pt x="677320" y="201196"/>
                </a:lnTo>
                <a:cubicBezTo>
                  <a:pt x="678681" y="180130"/>
                  <a:pt x="695020" y="159366"/>
                  <a:pt x="721870" y="159366"/>
                </a:cubicBezTo>
                <a:cubicBezTo>
                  <a:pt x="750756" y="159366"/>
                  <a:pt x="766064" y="177739"/>
                  <a:pt x="766751" y="201196"/>
                </a:cubicBezTo>
                <a:moveTo>
                  <a:pt x="799388" y="227044"/>
                </a:moveTo>
                <a:cubicBezTo>
                  <a:pt x="799861" y="223662"/>
                  <a:pt x="800091" y="220250"/>
                  <a:pt x="800075" y="216835"/>
                </a:cubicBezTo>
                <a:cubicBezTo>
                  <a:pt x="800075" y="165839"/>
                  <a:pt x="771836" y="131155"/>
                  <a:pt x="721527" y="131155"/>
                </a:cubicBezTo>
                <a:cubicBezTo>
                  <a:pt x="680385" y="131155"/>
                  <a:pt x="643324" y="166182"/>
                  <a:pt x="643324" y="217522"/>
                </a:cubicBezTo>
                <a:cubicBezTo>
                  <a:pt x="643324" y="272955"/>
                  <a:pt x="681746" y="304904"/>
                  <a:pt x="725608" y="304904"/>
                </a:cubicBezTo>
                <a:cubicBezTo>
                  <a:pt x="763687" y="304904"/>
                  <a:pt x="789865" y="282134"/>
                  <a:pt x="799044" y="253221"/>
                </a:cubicBezTo>
                <a:lnTo>
                  <a:pt x="771519" y="243698"/>
                </a:lnTo>
                <a:cubicBezTo>
                  <a:pt x="765391" y="262058"/>
                  <a:pt x="752130" y="276679"/>
                  <a:pt x="725608" y="276679"/>
                </a:cubicBezTo>
                <a:cubicBezTo>
                  <a:pt x="698057" y="276679"/>
                  <a:pt x="676991" y="256285"/>
                  <a:pt x="676304" y="227044"/>
                </a:cubicBezTo>
                <a:close/>
                <a:moveTo>
                  <a:pt x="945791" y="299820"/>
                </a:moveTo>
                <a:lnTo>
                  <a:pt x="976394" y="299820"/>
                </a:lnTo>
                <a:cubicBezTo>
                  <a:pt x="975261" y="289769"/>
                  <a:pt x="974688" y="279662"/>
                  <a:pt x="974677" y="269547"/>
                </a:cubicBezTo>
                <a:lnTo>
                  <a:pt x="974677" y="136254"/>
                </a:lnTo>
                <a:lnTo>
                  <a:pt x="942727" y="136254"/>
                </a:lnTo>
                <a:lnTo>
                  <a:pt x="942727" y="234863"/>
                </a:lnTo>
                <a:cubicBezTo>
                  <a:pt x="942727" y="259681"/>
                  <a:pt x="929810" y="276679"/>
                  <a:pt x="903948" y="276679"/>
                </a:cubicBezTo>
                <a:cubicBezTo>
                  <a:pt x="877097" y="276679"/>
                  <a:pt x="866901" y="256959"/>
                  <a:pt x="866901" y="234519"/>
                </a:cubicBezTo>
                <a:lnTo>
                  <a:pt x="866901" y="136254"/>
                </a:lnTo>
                <a:lnTo>
                  <a:pt x="834924" y="136254"/>
                </a:lnTo>
                <a:lnTo>
                  <a:pt x="834924" y="239287"/>
                </a:lnTo>
                <a:cubicBezTo>
                  <a:pt x="834924" y="276348"/>
                  <a:pt x="858065" y="304903"/>
                  <a:pt x="896143" y="304903"/>
                </a:cubicBezTo>
                <a:cubicBezTo>
                  <a:pt x="915175" y="304903"/>
                  <a:pt x="935582" y="297084"/>
                  <a:pt x="944418" y="280086"/>
                </a:cubicBezTo>
                <a:cubicBezTo>
                  <a:pt x="944422" y="286687"/>
                  <a:pt x="944881" y="293281"/>
                  <a:pt x="945791" y="299818"/>
                </a:cubicBezTo>
                <a:moveTo>
                  <a:pt x="1098324" y="167541"/>
                </a:moveTo>
                <a:cubicBezTo>
                  <a:pt x="1102992" y="167551"/>
                  <a:pt x="1107652" y="167891"/>
                  <a:pt x="1112271" y="168559"/>
                </a:cubicBezTo>
                <a:lnTo>
                  <a:pt x="1112271" y="134563"/>
                </a:lnTo>
                <a:cubicBezTo>
                  <a:pt x="1108795" y="133908"/>
                  <a:pt x="1105269" y="133563"/>
                  <a:pt x="1101731" y="133532"/>
                </a:cubicBezTo>
                <a:cubicBezTo>
                  <a:pt x="1085077" y="133532"/>
                  <a:pt x="1064671" y="139661"/>
                  <a:pt x="1052771" y="164808"/>
                </a:cubicBezTo>
                <a:lnTo>
                  <a:pt x="1052771" y="136266"/>
                </a:lnTo>
                <a:lnTo>
                  <a:pt x="1021481" y="136266"/>
                </a:lnTo>
                <a:lnTo>
                  <a:pt x="1021481" y="299806"/>
                </a:lnTo>
                <a:lnTo>
                  <a:pt x="1053443" y="299806"/>
                </a:lnTo>
                <a:lnTo>
                  <a:pt x="1053443" y="217851"/>
                </a:lnTo>
                <a:cubicBezTo>
                  <a:pt x="1053443" y="181820"/>
                  <a:pt x="1071474" y="167543"/>
                  <a:pt x="1098324" y="167543"/>
                </a:cubicBezTo>
                <a:moveTo>
                  <a:pt x="1263512" y="217865"/>
                </a:moveTo>
                <a:cubicBezTo>
                  <a:pt x="1263512" y="255943"/>
                  <a:pt x="1239712" y="276350"/>
                  <a:pt x="1212518" y="276350"/>
                </a:cubicBezTo>
                <a:cubicBezTo>
                  <a:pt x="1185308" y="276350"/>
                  <a:pt x="1161507" y="255943"/>
                  <a:pt x="1161507" y="217865"/>
                </a:cubicBezTo>
                <a:cubicBezTo>
                  <a:pt x="1161507" y="180116"/>
                  <a:pt x="1185308" y="159709"/>
                  <a:pt x="1212518" y="159709"/>
                </a:cubicBezTo>
                <a:cubicBezTo>
                  <a:pt x="1239712" y="159709"/>
                  <a:pt x="1263512" y="180116"/>
                  <a:pt x="1263512" y="217865"/>
                </a:cubicBezTo>
                <a:moveTo>
                  <a:pt x="1296163" y="217865"/>
                </a:moveTo>
                <a:cubicBezTo>
                  <a:pt x="1296163" y="168230"/>
                  <a:pt x="1261479" y="131169"/>
                  <a:pt x="1212518" y="131169"/>
                </a:cubicBezTo>
                <a:cubicBezTo>
                  <a:pt x="1163557" y="131169"/>
                  <a:pt x="1128871" y="168230"/>
                  <a:pt x="1128871" y="217865"/>
                </a:cubicBezTo>
                <a:cubicBezTo>
                  <a:pt x="1128871" y="267844"/>
                  <a:pt x="1163555" y="304904"/>
                  <a:pt x="1212518" y="304904"/>
                </a:cubicBezTo>
                <a:cubicBezTo>
                  <a:pt x="1261479" y="304904"/>
                  <a:pt x="1296163" y="267844"/>
                  <a:pt x="1296163" y="217865"/>
                </a:cubicBezTo>
                <a:moveTo>
                  <a:pt x="1388657" y="301496"/>
                </a:moveTo>
                <a:cubicBezTo>
                  <a:pt x="1396028" y="301629"/>
                  <a:pt x="1403374" y="300599"/>
                  <a:pt x="1410425" y="298446"/>
                </a:cubicBezTo>
                <a:lnTo>
                  <a:pt x="1410425" y="271237"/>
                </a:lnTo>
                <a:cubicBezTo>
                  <a:pt x="1406285" y="272108"/>
                  <a:pt x="1402068" y="272569"/>
                  <a:pt x="1397836" y="272612"/>
                </a:cubicBezTo>
                <a:cubicBezTo>
                  <a:pt x="1381182" y="272612"/>
                  <a:pt x="1375054" y="265109"/>
                  <a:pt x="1375054" y="250158"/>
                </a:cubicBezTo>
                <a:lnTo>
                  <a:pt x="1375054" y="165152"/>
                </a:lnTo>
                <a:lnTo>
                  <a:pt x="1410423" y="165152"/>
                </a:lnTo>
                <a:lnTo>
                  <a:pt x="1410423" y="136254"/>
                </a:lnTo>
                <a:lnTo>
                  <a:pt x="1375054" y="136254"/>
                </a:lnTo>
                <a:lnTo>
                  <a:pt x="1375054" y="84585"/>
                </a:lnTo>
                <a:lnTo>
                  <a:pt x="1345825" y="84585"/>
                </a:lnTo>
                <a:lnTo>
                  <a:pt x="1345825" y="111092"/>
                </a:lnTo>
                <a:cubicBezTo>
                  <a:pt x="1345825" y="125383"/>
                  <a:pt x="1338335" y="136254"/>
                  <a:pt x="1320665" y="136254"/>
                </a:cubicBezTo>
                <a:lnTo>
                  <a:pt x="1311814" y="136254"/>
                </a:lnTo>
                <a:lnTo>
                  <a:pt x="1311814" y="165152"/>
                </a:lnTo>
                <a:lnTo>
                  <a:pt x="1343105" y="165152"/>
                </a:lnTo>
                <a:lnTo>
                  <a:pt x="1343105" y="254911"/>
                </a:lnTo>
                <a:cubicBezTo>
                  <a:pt x="1343105" y="284512"/>
                  <a:pt x="1360777" y="301496"/>
                  <a:pt x="1388657" y="301496"/>
                </a:cubicBezTo>
                <a:moveTo>
                  <a:pt x="1564344" y="217865"/>
                </a:moveTo>
                <a:cubicBezTo>
                  <a:pt x="1564344" y="255943"/>
                  <a:pt x="1540543" y="276350"/>
                  <a:pt x="1513349" y="276350"/>
                </a:cubicBezTo>
                <a:cubicBezTo>
                  <a:pt x="1486155" y="276350"/>
                  <a:pt x="1462340" y="255943"/>
                  <a:pt x="1462340" y="217865"/>
                </a:cubicBezTo>
                <a:cubicBezTo>
                  <a:pt x="1462340" y="180116"/>
                  <a:pt x="1486155" y="159709"/>
                  <a:pt x="1513349" y="159709"/>
                </a:cubicBezTo>
                <a:cubicBezTo>
                  <a:pt x="1540544" y="159709"/>
                  <a:pt x="1564344" y="180116"/>
                  <a:pt x="1564344" y="217865"/>
                </a:cubicBezTo>
                <a:moveTo>
                  <a:pt x="1596994" y="217865"/>
                </a:moveTo>
                <a:cubicBezTo>
                  <a:pt x="1596994" y="168230"/>
                  <a:pt x="1562310" y="131169"/>
                  <a:pt x="1513349" y="131169"/>
                </a:cubicBezTo>
                <a:cubicBezTo>
                  <a:pt x="1464388" y="131169"/>
                  <a:pt x="1429704" y="168230"/>
                  <a:pt x="1429704" y="217865"/>
                </a:cubicBezTo>
                <a:cubicBezTo>
                  <a:pt x="1429704" y="267844"/>
                  <a:pt x="1464388" y="304904"/>
                  <a:pt x="1513349" y="304904"/>
                </a:cubicBezTo>
                <a:cubicBezTo>
                  <a:pt x="1562310" y="304904"/>
                  <a:pt x="1596994" y="267844"/>
                  <a:pt x="1596994" y="217865"/>
                </a:cubicBezTo>
                <a:moveTo>
                  <a:pt x="1709456" y="167543"/>
                </a:moveTo>
                <a:cubicBezTo>
                  <a:pt x="1714119" y="167552"/>
                  <a:pt x="1718776" y="167893"/>
                  <a:pt x="1723392" y="168560"/>
                </a:cubicBezTo>
                <a:lnTo>
                  <a:pt x="1723392" y="134563"/>
                </a:lnTo>
                <a:cubicBezTo>
                  <a:pt x="1719915" y="133908"/>
                  <a:pt x="1716387" y="133563"/>
                  <a:pt x="1712851" y="133532"/>
                </a:cubicBezTo>
                <a:cubicBezTo>
                  <a:pt x="1696195" y="133532"/>
                  <a:pt x="1675790" y="139661"/>
                  <a:pt x="1663890" y="164808"/>
                </a:cubicBezTo>
                <a:lnTo>
                  <a:pt x="1663890" y="136266"/>
                </a:lnTo>
                <a:lnTo>
                  <a:pt x="1632614" y="136266"/>
                </a:lnTo>
                <a:lnTo>
                  <a:pt x="1632614" y="299806"/>
                </a:lnTo>
                <a:lnTo>
                  <a:pt x="1664564" y="299806"/>
                </a:lnTo>
                <a:lnTo>
                  <a:pt x="1664564" y="217851"/>
                </a:lnTo>
                <a:cubicBezTo>
                  <a:pt x="1664564" y="181820"/>
                  <a:pt x="1682606" y="167543"/>
                  <a:pt x="1709456" y="167543"/>
                </a:cubicBezTo>
                <a:moveTo>
                  <a:pt x="1790286" y="74360"/>
                </a:moveTo>
                <a:cubicBezTo>
                  <a:pt x="1790373" y="61682"/>
                  <a:pt x="1780166" y="51335"/>
                  <a:pt x="1767488" y="51248"/>
                </a:cubicBezTo>
                <a:cubicBezTo>
                  <a:pt x="1754810" y="51160"/>
                  <a:pt x="1744461" y="61367"/>
                  <a:pt x="1744374" y="74045"/>
                </a:cubicBezTo>
                <a:cubicBezTo>
                  <a:pt x="1744288" y="86717"/>
                  <a:pt x="1754486" y="97064"/>
                  <a:pt x="1767159" y="97158"/>
                </a:cubicBezTo>
                <a:cubicBezTo>
                  <a:pt x="1779829" y="97261"/>
                  <a:pt x="1790184" y="87071"/>
                  <a:pt x="1790286" y="74401"/>
                </a:cubicBezTo>
                <a:cubicBezTo>
                  <a:pt x="1790286" y="74389"/>
                  <a:pt x="1790286" y="74374"/>
                  <a:pt x="1790286" y="74362"/>
                </a:cubicBezTo>
                <a:moveTo>
                  <a:pt x="1937899" y="299820"/>
                </a:moveTo>
                <a:lnTo>
                  <a:pt x="1968489" y="299820"/>
                </a:lnTo>
                <a:cubicBezTo>
                  <a:pt x="1967368" y="289767"/>
                  <a:pt x="1966799" y="279662"/>
                  <a:pt x="1966785" y="269547"/>
                </a:cubicBezTo>
                <a:lnTo>
                  <a:pt x="1966785" y="136254"/>
                </a:lnTo>
                <a:lnTo>
                  <a:pt x="1934821" y="136254"/>
                </a:lnTo>
                <a:lnTo>
                  <a:pt x="1934821" y="234863"/>
                </a:lnTo>
                <a:cubicBezTo>
                  <a:pt x="1934821" y="259681"/>
                  <a:pt x="1921917" y="276679"/>
                  <a:pt x="1896069" y="276679"/>
                </a:cubicBezTo>
                <a:cubicBezTo>
                  <a:pt x="1869204" y="276679"/>
                  <a:pt x="1859008" y="256959"/>
                  <a:pt x="1859008" y="234519"/>
                </a:cubicBezTo>
                <a:lnTo>
                  <a:pt x="1859008" y="136254"/>
                </a:lnTo>
                <a:lnTo>
                  <a:pt x="1827032" y="136254"/>
                </a:lnTo>
                <a:lnTo>
                  <a:pt x="1827032" y="239287"/>
                </a:lnTo>
                <a:cubicBezTo>
                  <a:pt x="1827032" y="276348"/>
                  <a:pt x="1850171" y="304903"/>
                  <a:pt x="1888249" y="304903"/>
                </a:cubicBezTo>
                <a:cubicBezTo>
                  <a:pt x="1907282" y="304903"/>
                  <a:pt x="1927689" y="297084"/>
                  <a:pt x="1936524" y="280086"/>
                </a:cubicBezTo>
                <a:cubicBezTo>
                  <a:pt x="1936529" y="286687"/>
                  <a:pt x="1936988" y="293281"/>
                  <a:pt x="1937899" y="299818"/>
                </a:cubicBezTo>
                <a:moveTo>
                  <a:pt x="2253984" y="299806"/>
                </a:moveTo>
                <a:lnTo>
                  <a:pt x="2253984" y="193721"/>
                </a:lnTo>
                <a:cubicBezTo>
                  <a:pt x="2253984" y="150874"/>
                  <a:pt x="2226102" y="131498"/>
                  <a:pt x="2197547" y="131498"/>
                </a:cubicBezTo>
                <a:cubicBezTo>
                  <a:pt x="2176797" y="131498"/>
                  <a:pt x="2155704" y="138974"/>
                  <a:pt x="2142800" y="162431"/>
                </a:cubicBezTo>
                <a:cubicBezTo>
                  <a:pt x="2133951" y="141365"/>
                  <a:pt x="2114231" y="131498"/>
                  <a:pt x="2093839" y="131498"/>
                </a:cubicBezTo>
                <a:cubicBezTo>
                  <a:pt x="2074793" y="131498"/>
                  <a:pt x="2054387" y="139991"/>
                  <a:pt x="2044204" y="158005"/>
                </a:cubicBezTo>
                <a:lnTo>
                  <a:pt x="2044204" y="136254"/>
                </a:lnTo>
                <a:lnTo>
                  <a:pt x="2013588" y="136254"/>
                </a:lnTo>
                <a:lnTo>
                  <a:pt x="2013588" y="299806"/>
                </a:lnTo>
                <a:lnTo>
                  <a:pt x="2045221" y="299806"/>
                </a:lnTo>
                <a:lnTo>
                  <a:pt x="2045221" y="201209"/>
                </a:lnTo>
                <a:cubicBezTo>
                  <a:pt x="2045221" y="176723"/>
                  <a:pt x="2060516" y="159709"/>
                  <a:pt x="2083299" y="159709"/>
                </a:cubicBezTo>
                <a:cubicBezTo>
                  <a:pt x="2107759" y="159709"/>
                  <a:pt x="2117971" y="176035"/>
                  <a:pt x="2117971" y="197115"/>
                </a:cubicBezTo>
                <a:lnTo>
                  <a:pt x="2117971" y="299807"/>
                </a:lnTo>
                <a:lnTo>
                  <a:pt x="2149932" y="299807"/>
                </a:lnTo>
                <a:lnTo>
                  <a:pt x="2149932" y="200867"/>
                </a:lnTo>
                <a:cubicBezTo>
                  <a:pt x="2149932" y="177410"/>
                  <a:pt x="2165242" y="159711"/>
                  <a:pt x="2187682" y="159711"/>
                </a:cubicBezTo>
                <a:cubicBezTo>
                  <a:pt x="2211824" y="159711"/>
                  <a:pt x="2222364" y="175706"/>
                  <a:pt x="2222364" y="197115"/>
                </a:cubicBezTo>
                <a:lnTo>
                  <a:pt x="2222364" y="299807"/>
                </a:lnTo>
                <a:close/>
              </a:path>
            </a:pathLst>
          </a:custGeom>
          <a:solidFill>
            <a:srgbClr val="3F1A01"/>
          </a:solidFill>
          <a:ln w="1586" cap="flat">
            <a:noFill/>
            <a:prstDash val="solid"/>
            <a:miter/>
          </a:ln>
        </p:spPr>
        <p:txBody>
          <a:bodyPr rtlCol="0" anchor="ctr"/>
          <a:lstStyle/>
          <a:p>
            <a:endParaRPr lang="en-GB"/>
          </a:p>
        </p:txBody>
      </p:sp>
      <p:sp>
        <p:nvSpPr>
          <p:cNvPr id="23" name="Picture Placeholder 22">
            <a:extLst>
              <a:ext uri="{FF2B5EF4-FFF2-40B4-BE49-F238E27FC236}">
                <a16:creationId xmlns:a16="http://schemas.microsoft.com/office/drawing/2014/main" id="{5A8DB64F-28AD-40CA-9421-A2D1C7684BB0}"/>
              </a:ext>
            </a:extLst>
          </p:cNvPr>
          <p:cNvSpPr>
            <a:spLocks noGrp="1"/>
          </p:cNvSpPr>
          <p:nvPr>
            <p:ph type="pic" sz="quarter" idx="16"/>
          </p:nvPr>
        </p:nvSpPr>
        <p:spPr>
          <a:xfrm>
            <a:off x="1" y="-1"/>
            <a:ext cx="7649633" cy="6858001"/>
          </a:xfrm>
          <a:custGeom>
            <a:avLst/>
            <a:gdLst>
              <a:gd name="connsiteX0" fmla="*/ 4723566 w 5737225"/>
              <a:gd name="connsiteY0" fmla="*/ 4092221 h 5143501"/>
              <a:gd name="connsiteX1" fmla="*/ 5737225 w 5737225"/>
              <a:gd name="connsiteY1" fmla="*/ 4092221 h 5143501"/>
              <a:gd name="connsiteX2" fmla="*/ 5737225 w 5737225"/>
              <a:gd name="connsiteY2" fmla="*/ 5143501 h 5143501"/>
              <a:gd name="connsiteX3" fmla="*/ 4723566 w 5737225"/>
              <a:gd name="connsiteY3" fmla="*/ 5143501 h 5143501"/>
              <a:gd name="connsiteX4" fmla="*/ 2852079 w 5737225"/>
              <a:gd name="connsiteY4" fmla="*/ 1876859 h 5143501"/>
              <a:gd name="connsiteX5" fmla="*/ 2785700 w 5737225"/>
              <a:gd name="connsiteY5" fmla="*/ 1943387 h 5143501"/>
              <a:gd name="connsiteX6" fmla="*/ 2785700 w 5737225"/>
              <a:gd name="connsiteY6" fmla="*/ 4630359 h 5143501"/>
              <a:gd name="connsiteX7" fmla="*/ 2852015 w 5737225"/>
              <a:gd name="connsiteY7" fmla="*/ 4696957 h 5143501"/>
              <a:gd name="connsiteX8" fmla="*/ 4071744 w 5737225"/>
              <a:gd name="connsiteY8" fmla="*/ 4696957 h 5143501"/>
              <a:gd name="connsiteX9" fmla="*/ 4138341 w 5737225"/>
              <a:gd name="connsiteY9" fmla="*/ 4630550 h 5143501"/>
              <a:gd name="connsiteX10" fmla="*/ 4138341 w 5737225"/>
              <a:gd name="connsiteY10" fmla="*/ 4630549 h 5143501"/>
              <a:gd name="connsiteX11" fmla="*/ 4138341 w 5737225"/>
              <a:gd name="connsiteY11" fmla="*/ 4630359 h 5143501"/>
              <a:gd name="connsiteX12" fmla="*/ 4071744 w 5737225"/>
              <a:gd name="connsiteY12" fmla="*/ 4563977 h 5143501"/>
              <a:gd name="connsiteX13" fmla="*/ 4071755 w 5737225"/>
              <a:gd name="connsiteY13" fmla="*/ 4563976 h 5143501"/>
              <a:gd name="connsiteX14" fmla="*/ 2918679 w 5737225"/>
              <a:gd name="connsiteY14" fmla="*/ 4563976 h 5143501"/>
              <a:gd name="connsiteX15" fmla="*/ 2918679 w 5737225"/>
              <a:gd name="connsiteY15" fmla="*/ 1943457 h 5143501"/>
              <a:gd name="connsiteX16" fmla="*/ 2852079 w 5737225"/>
              <a:gd name="connsiteY16" fmla="*/ 1876859 h 5143501"/>
              <a:gd name="connsiteX17" fmla="*/ 0 w 5737225"/>
              <a:gd name="connsiteY17" fmla="*/ 0 h 5143501"/>
              <a:gd name="connsiteX18" fmla="*/ 3202169 w 5737225"/>
              <a:gd name="connsiteY18" fmla="*/ 0 h 5143501"/>
              <a:gd name="connsiteX19" fmla="*/ 3202169 w 5737225"/>
              <a:gd name="connsiteY19" fmla="*/ 1237041 h 5143501"/>
              <a:gd name="connsiteX20" fmla="*/ 3268496 w 5737225"/>
              <a:gd name="connsiteY20" fmla="*/ 1303647 h 5143501"/>
              <a:gd name="connsiteX21" fmla="*/ 4071999 w 5737225"/>
              <a:gd name="connsiteY21" fmla="*/ 1303647 h 5143501"/>
              <a:gd name="connsiteX22" fmla="*/ 4138491 w 5737225"/>
              <a:gd name="connsiteY22" fmla="*/ 1237155 h 5143501"/>
              <a:gd name="connsiteX23" fmla="*/ 4071999 w 5737225"/>
              <a:gd name="connsiteY23" fmla="*/ 1170662 h 5143501"/>
              <a:gd name="connsiteX24" fmla="*/ 3335164 w 5737225"/>
              <a:gd name="connsiteY24" fmla="*/ 1170662 h 5143501"/>
              <a:gd name="connsiteX25" fmla="*/ 3335164 w 5737225"/>
              <a:gd name="connsiteY25" fmla="*/ 0 h 5143501"/>
              <a:gd name="connsiteX26" fmla="*/ 5737225 w 5737225"/>
              <a:gd name="connsiteY26" fmla="*/ 0 h 5143501"/>
              <a:gd name="connsiteX27" fmla="*/ 5737225 w 5737225"/>
              <a:gd name="connsiteY27" fmla="*/ 456923 h 5143501"/>
              <a:gd name="connsiteX28" fmla="*/ 5061452 w 5737225"/>
              <a:gd name="connsiteY28" fmla="*/ 456923 h 5143501"/>
              <a:gd name="connsiteX29" fmla="*/ 4994854 w 5737225"/>
              <a:gd name="connsiteY29" fmla="*/ 523527 h 5143501"/>
              <a:gd name="connsiteX30" fmla="*/ 5061402 w 5737225"/>
              <a:gd name="connsiteY30" fmla="*/ 589901 h 5143501"/>
              <a:gd name="connsiteX31" fmla="*/ 5737225 w 5737225"/>
              <a:gd name="connsiteY31" fmla="*/ 589901 h 5143501"/>
              <a:gd name="connsiteX32" fmla="*/ 5737225 w 5737225"/>
              <a:gd name="connsiteY32" fmla="*/ 2089756 h 5143501"/>
              <a:gd name="connsiteX33" fmla="*/ 4629893 w 5737225"/>
              <a:gd name="connsiteY33" fmla="*/ 2089756 h 5143501"/>
              <a:gd name="connsiteX34" fmla="*/ 4629893 w 5737225"/>
              <a:gd name="connsiteY34" fmla="*/ 1510997 h 5143501"/>
              <a:gd name="connsiteX35" fmla="*/ 4563439 w 5737225"/>
              <a:gd name="connsiteY35" fmla="*/ 1444400 h 5143501"/>
              <a:gd name="connsiteX36" fmla="*/ 4563282 w 5737225"/>
              <a:gd name="connsiteY36" fmla="*/ 1444400 h 5143501"/>
              <a:gd name="connsiteX37" fmla="*/ 4496684 w 5737225"/>
              <a:gd name="connsiteY37" fmla="*/ 1510997 h 5143501"/>
              <a:gd name="connsiteX38" fmla="*/ 4496684 w 5737225"/>
              <a:gd name="connsiteY38" fmla="*/ 2156580 h 5143501"/>
              <a:gd name="connsiteX39" fmla="*/ 4563233 w 5737225"/>
              <a:gd name="connsiteY39" fmla="*/ 2222962 h 5143501"/>
              <a:gd name="connsiteX40" fmla="*/ 4563235 w 5737225"/>
              <a:gd name="connsiteY40" fmla="*/ 2222962 h 5143501"/>
              <a:gd name="connsiteX41" fmla="*/ 5737225 w 5737225"/>
              <a:gd name="connsiteY41" fmla="*/ 2222962 h 5143501"/>
              <a:gd name="connsiteX42" fmla="*/ 5737225 w 5737225"/>
              <a:gd name="connsiteY42" fmla="*/ 3959244 h 5143501"/>
              <a:gd name="connsiteX43" fmla="*/ 4723569 w 5737225"/>
              <a:gd name="connsiteY43" fmla="*/ 3959244 h 5143501"/>
              <a:gd name="connsiteX44" fmla="*/ 4723569 w 5737225"/>
              <a:gd name="connsiteY44" fmla="*/ 3172909 h 5143501"/>
              <a:gd name="connsiteX45" fmla="*/ 4656893 w 5737225"/>
              <a:gd name="connsiteY45" fmla="*/ 3106534 h 5143501"/>
              <a:gd name="connsiteX46" fmla="*/ 4656742 w 5737225"/>
              <a:gd name="connsiteY46" fmla="*/ 3106534 h 5143501"/>
              <a:gd name="connsiteX47" fmla="*/ 3781167 w 5737225"/>
              <a:gd name="connsiteY47" fmla="*/ 3106534 h 5143501"/>
              <a:gd name="connsiteX48" fmla="*/ 3781167 w 5737225"/>
              <a:gd name="connsiteY48" fmla="*/ 2468938 h 5143501"/>
              <a:gd name="connsiteX49" fmla="*/ 3714836 w 5737225"/>
              <a:gd name="connsiteY49" fmla="*/ 2402336 h 5143501"/>
              <a:gd name="connsiteX50" fmla="*/ 3714786 w 5737225"/>
              <a:gd name="connsiteY50" fmla="*/ 2402336 h 5143501"/>
              <a:gd name="connsiteX51" fmla="*/ 3648187 w 5737225"/>
              <a:gd name="connsiteY51" fmla="*/ 2468938 h 5143501"/>
              <a:gd name="connsiteX52" fmla="*/ 3648187 w 5737225"/>
              <a:gd name="connsiteY52" fmla="*/ 3172909 h 5143501"/>
              <a:gd name="connsiteX53" fmla="*/ 3714785 w 5737225"/>
              <a:gd name="connsiteY53" fmla="*/ 3239515 h 5143501"/>
              <a:gd name="connsiteX54" fmla="*/ 4590358 w 5737225"/>
              <a:gd name="connsiteY54" fmla="*/ 3239515 h 5143501"/>
              <a:gd name="connsiteX55" fmla="*/ 4590358 w 5737225"/>
              <a:gd name="connsiteY55" fmla="*/ 5143501 h 5143501"/>
              <a:gd name="connsiteX56" fmla="*/ 0 w 5737225"/>
              <a:gd name="connsiteY56" fmla="*/ 5143501 h 5143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5737225" h="5143501">
                <a:moveTo>
                  <a:pt x="4723566" y="4092221"/>
                </a:moveTo>
                <a:lnTo>
                  <a:pt x="5737225" y="4092221"/>
                </a:lnTo>
                <a:lnTo>
                  <a:pt x="5737225" y="5143501"/>
                </a:lnTo>
                <a:lnTo>
                  <a:pt x="4723566" y="5143501"/>
                </a:lnTo>
                <a:close/>
                <a:moveTo>
                  <a:pt x="2852079" y="1876859"/>
                </a:moveTo>
                <a:cubicBezTo>
                  <a:pt x="2815377" y="1876900"/>
                  <a:pt x="2785659" y="1906686"/>
                  <a:pt x="2785700" y="1943387"/>
                </a:cubicBezTo>
                <a:lnTo>
                  <a:pt x="2785700" y="4630359"/>
                </a:lnTo>
                <a:cubicBezTo>
                  <a:pt x="2785622" y="4667062"/>
                  <a:pt x="2815312" y="4696879"/>
                  <a:pt x="2852015" y="4696957"/>
                </a:cubicBezTo>
                <a:lnTo>
                  <a:pt x="4071744" y="4696957"/>
                </a:lnTo>
                <a:cubicBezTo>
                  <a:pt x="4108472" y="4697009"/>
                  <a:pt x="4138288" y="4667278"/>
                  <a:pt x="4138341" y="4630550"/>
                </a:cubicBezTo>
                <a:cubicBezTo>
                  <a:pt x="4138341" y="4630550"/>
                  <a:pt x="4138341" y="4630549"/>
                  <a:pt x="4138341" y="4630549"/>
                </a:cubicBezTo>
                <a:lnTo>
                  <a:pt x="4138341" y="4630359"/>
                </a:lnTo>
                <a:cubicBezTo>
                  <a:pt x="4138219" y="4593664"/>
                  <a:pt x="4108439" y="4563980"/>
                  <a:pt x="4071744" y="4563977"/>
                </a:cubicBezTo>
                <a:lnTo>
                  <a:pt x="4071755" y="4563976"/>
                </a:lnTo>
                <a:lnTo>
                  <a:pt x="2918679" y="4563976"/>
                </a:lnTo>
                <a:lnTo>
                  <a:pt x="2918679" y="1943457"/>
                </a:lnTo>
                <a:cubicBezTo>
                  <a:pt x="2918651" y="1906687"/>
                  <a:pt x="2888849" y="1876886"/>
                  <a:pt x="2852079" y="1876859"/>
                </a:cubicBezTo>
                <a:close/>
                <a:moveTo>
                  <a:pt x="0" y="0"/>
                </a:moveTo>
                <a:lnTo>
                  <a:pt x="3202169" y="0"/>
                </a:lnTo>
                <a:lnTo>
                  <a:pt x="3202169" y="1237041"/>
                </a:lnTo>
                <a:cubicBezTo>
                  <a:pt x="3202092" y="1273750"/>
                  <a:pt x="3231787" y="1303570"/>
                  <a:pt x="3268496" y="1303647"/>
                </a:cubicBezTo>
                <a:lnTo>
                  <a:pt x="4071999" y="1303647"/>
                </a:lnTo>
                <a:cubicBezTo>
                  <a:pt x="4108721" y="1303647"/>
                  <a:pt x="4138491" y="1273878"/>
                  <a:pt x="4138491" y="1237155"/>
                </a:cubicBezTo>
                <a:cubicBezTo>
                  <a:pt x="4138491" y="1200432"/>
                  <a:pt x="4108721" y="1170662"/>
                  <a:pt x="4071999" y="1170662"/>
                </a:cubicBezTo>
                <a:lnTo>
                  <a:pt x="3335164" y="1170662"/>
                </a:lnTo>
                <a:lnTo>
                  <a:pt x="3335164" y="0"/>
                </a:lnTo>
                <a:lnTo>
                  <a:pt x="5737225" y="0"/>
                </a:lnTo>
                <a:lnTo>
                  <a:pt x="5737225" y="456923"/>
                </a:lnTo>
                <a:lnTo>
                  <a:pt x="5061452" y="456923"/>
                </a:lnTo>
                <a:cubicBezTo>
                  <a:pt x="5024681" y="456954"/>
                  <a:pt x="4994882" y="486756"/>
                  <a:pt x="4994854" y="523527"/>
                </a:cubicBezTo>
                <a:cubicBezTo>
                  <a:pt x="4994902" y="560232"/>
                  <a:pt x="5024697" y="589949"/>
                  <a:pt x="5061402" y="589901"/>
                </a:cubicBezTo>
                <a:lnTo>
                  <a:pt x="5737225" y="589901"/>
                </a:lnTo>
                <a:lnTo>
                  <a:pt x="5737225" y="2089756"/>
                </a:lnTo>
                <a:lnTo>
                  <a:pt x="4629893" y="2089756"/>
                </a:lnTo>
                <a:lnTo>
                  <a:pt x="4629893" y="1510997"/>
                </a:lnTo>
                <a:cubicBezTo>
                  <a:pt x="4629933" y="1474256"/>
                  <a:pt x="4600181" y="1444440"/>
                  <a:pt x="4563439" y="1444400"/>
                </a:cubicBezTo>
                <a:lnTo>
                  <a:pt x="4563282" y="1444400"/>
                </a:lnTo>
                <a:cubicBezTo>
                  <a:pt x="4526514" y="1444429"/>
                  <a:pt x="4496714" y="1474229"/>
                  <a:pt x="4496684" y="1510997"/>
                </a:cubicBezTo>
                <a:lnTo>
                  <a:pt x="4496684" y="2156580"/>
                </a:lnTo>
                <a:cubicBezTo>
                  <a:pt x="4496730" y="2193288"/>
                  <a:pt x="4526525" y="2223008"/>
                  <a:pt x="4563233" y="2222962"/>
                </a:cubicBezTo>
                <a:cubicBezTo>
                  <a:pt x="4563234" y="2222962"/>
                  <a:pt x="4563235" y="2222962"/>
                  <a:pt x="4563235" y="2222962"/>
                </a:cubicBezTo>
                <a:lnTo>
                  <a:pt x="5737225" y="2222962"/>
                </a:lnTo>
                <a:lnTo>
                  <a:pt x="5737225" y="3959244"/>
                </a:lnTo>
                <a:lnTo>
                  <a:pt x="4723569" y="3959244"/>
                </a:lnTo>
                <a:lnTo>
                  <a:pt x="4723569" y="3172909"/>
                </a:lnTo>
                <a:cubicBezTo>
                  <a:pt x="4723486" y="3136168"/>
                  <a:pt x="4693634" y="3106451"/>
                  <a:pt x="4656893" y="3106534"/>
                </a:cubicBezTo>
                <a:lnTo>
                  <a:pt x="4656742" y="3106534"/>
                </a:lnTo>
                <a:lnTo>
                  <a:pt x="3781167" y="3106534"/>
                </a:lnTo>
                <a:lnTo>
                  <a:pt x="3781167" y="2468938"/>
                </a:lnTo>
                <a:cubicBezTo>
                  <a:pt x="3781242" y="2432230"/>
                  <a:pt x="3751545" y="2402411"/>
                  <a:pt x="3714836" y="2402336"/>
                </a:cubicBezTo>
                <a:lnTo>
                  <a:pt x="3714786" y="2402336"/>
                </a:lnTo>
                <a:cubicBezTo>
                  <a:pt x="3678045" y="2402437"/>
                  <a:pt x="3648287" y="2432197"/>
                  <a:pt x="3648187" y="2468938"/>
                </a:cubicBezTo>
                <a:lnTo>
                  <a:pt x="3648187" y="3172909"/>
                </a:lnTo>
                <a:cubicBezTo>
                  <a:pt x="3648210" y="3209682"/>
                  <a:pt x="3678012" y="3239487"/>
                  <a:pt x="3714785" y="3239515"/>
                </a:cubicBezTo>
                <a:lnTo>
                  <a:pt x="4590358" y="3239515"/>
                </a:lnTo>
                <a:lnTo>
                  <a:pt x="4590358" y="5143501"/>
                </a:lnTo>
                <a:lnTo>
                  <a:pt x="0" y="5143501"/>
                </a:lnTo>
                <a:close/>
              </a:path>
            </a:pathLst>
          </a:custGeom>
          <a:noFill/>
        </p:spPr>
        <p:txBody>
          <a:bodyPr wrap="square">
            <a:noAutofit/>
          </a:bodyPr>
          <a:lstStyle>
            <a:lvl1pPr>
              <a:defRPr>
                <a:solidFill>
                  <a:srgbClr val="1A1A17"/>
                </a:solidFill>
              </a:defRPr>
            </a:lvl1pPr>
          </a:lstStyle>
          <a:p>
            <a:r>
              <a:rPr lang="en-US"/>
              <a:t>Click icon to add picture</a:t>
            </a:r>
            <a:endParaRPr lang="da-DK"/>
          </a:p>
        </p:txBody>
      </p:sp>
      <p:sp>
        <p:nvSpPr>
          <p:cNvPr id="24" name="Text Placeholder 23">
            <a:extLst>
              <a:ext uri="{FF2B5EF4-FFF2-40B4-BE49-F238E27FC236}">
                <a16:creationId xmlns:a16="http://schemas.microsoft.com/office/drawing/2014/main" id="{93E2F4AF-D4BB-40DE-B41A-382CA3CDC043}"/>
              </a:ext>
            </a:extLst>
          </p:cNvPr>
          <p:cNvSpPr>
            <a:spLocks noGrp="1"/>
          </p:cNvSpPr>
          <p:nvPr>
            <p:ph type="body" sz="quarter" idx="17"/>
          </p:nvPr>
        </p:nvSpPr>
        <p:spPr>
          <a:xfrm>
            <a:off x="8186737" y="513000"/>
            <a:ext cx="3463926" cy="240065"/>
          </a:xfrm>
          <a:prstGeom prst="rect">
            <a:avLst/>
          </a:prstGeom>
        </p:spPr>
        <p:txBody>
          <a:bodyPr wrap="square" lIns="0" tIns="0" rIns="0" bIns="0">
            <a:noAutofit/>
          </a:bodyPr>
          <a:lstStyle>
            <a:lvl1pPr marL="0" indent="0">
              <a:buNone/>
              <a:defRPr sz="1733" kern="0" baseline="0">
                <a:solidFill>
                  <a:srgbClr val="C4B17F"/>
                </a:solidFill>
                <a:latin typeface="Times New Roman" panose="02020603050405020304" pitchFamily="18" charset="0"/>
                <a:cs typeface="Times New Roman" panose="02020603050405020304" pitchFamily="18" charset="0"/>
              </a:defRPr>
            </a:lvl1pPr>
          </a:lstStyle>
          <a:p>
            <a:pPr lvl="0"/>
            <a:r>
              <a:rPr lang="en-US"/>
              <a:t>Click to edit Master text styles</a:t>
            </a:r>
          </a:p>
        </p:txBody>
      </p:sp>
      <p:sp>
        <p:nvSpPr>
          <p:cNvPr id="27" name="Text Placeholder 23">
            <a:extLst>
              <a:ext uri="{FF2B5EF4-FFF2-40B4-BE49-F238E27FC236}">
                <a16:creationId xmlns:a16="http://schemas.microsoft.com/office/drawing/2014/main" id="{5C8C6C4C-26A7-480C-A356-E9C9FE7937FC}"/>
              </a:ext>
            </a:extLst>
          </p:cNvPr>
          <p:cNvSpPr>
            <a:spLocks noGrp="1"/>
          </p:cNvSpPr>
          <p:nvPr>
            <p:ph type="body" sz="quarter" idx="18"/>
          </p:nvPr>
        </p:nvSpPr>
        <p:spPr>
          <a:xfrm>
            <a:off x="8186737" y="986690"/>
            <a:ext cx="3463926" cy="4062310"/>
          </a:xfrm>
          <a:prstGeom prst="rect">
            <a:avLst/>
          </a:prstGeom>
        </p:spPr>
        <p:txBody>
          <a:bodyPr wrap="square" lIns="0" tIns="0" rIns="0" bIns="0">
            <a:noAutofit/>
          </a:bodyPr>
          <a:lstStyle>
            <a:lvl1pPr marL="0" indent="0">
              <a:lnSpc>
                <a:spcPct val="90000"/>
              </a:lnSpc>
              <a:buNone/>
              <a:defRPr sz="3733" b="1">
                <a:solidFill>
                  <a:srgbClr val="3F1A01"/>
                </a:solidFill>
              </a:defRPr>
            </a:lvl1pPr>
          </a:lstStyle>
          <a:p>
            <a:pPr lvl="0"/>
            <a:r>
              <a:rPr lang="en-US"/>
              <a:t>Click to edit Master text styles</a:t>
            </a:r>
          </a:p>
        </p:txBody>
      </p:sp>
      <p:sp>
        <p:nvSpPr>
          <p:cNvPr id="8" name="ExternalLogo" hidden="1">
            <a:extLst>
              <a:ext uri="{FF2B5EF4-FFF2-40B4-BE49-F238E27FC236}">
                <a16:creationId xmlns:a16="http://schemas.microsoft.com/office/drawing/2014/main" id="{EB83A143-A85C-483C-9696-7B32A177F6E1}"/>
              </a:ext>
            </a:extLst>
          </p:cNvPr>
          <p:cNvSpPr/>
          <p:nvPr/>
        </p:nvSpPr>
        <p:spPr>
          <a:xfrm>
            <a:off x="8181032" y="5019883"/>
            <a:ext cx="1627188" cy="636980"/>
          </a:xfrm>
          <a:prstGeom prst="rect">
            <a:avLst/>
          </a:prstGeom>
          <a:solidFill>
            <a:srgbClr val="D1D1D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chorCtr="0">
            <a:noAutofit/>
          </a:bodyPr>
          <a:lstStyle/>
          <a:p>
            <a:pPr algn="ctr"/>
            <a:r>
              <a:rPr lang="en-GB" sz="900">
                <a:solidFill>
                  <a:srgbClr val="FF00FF"/>
                </a:solidFill>
              </a:rPr>
              <a:t>External logo</a:t>
            </a:r>
          </a:p>
        </p:txBody>
      </p:sp>
    </p:spTree>
    <p:extLst>
      <p:ext uri="{BB962C8B-B14F-4D97-AF65-F5344CB8AC3E}">
        <p14:creationId xmlns:p14="http://schemas.microsoft.com/office/powerpoint/2010/main" val="3230723720"/>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Text Placeholder 23">
            <a:extLst>
              <a:ext uri="{FF2B5EF4-FFF2-40B4-BE49-F238E27FC236}">
                <a16:creationId xmlns:a16="http://schemas.microsoft.com/office/drawing/2014/main" id="{FBEA8FD4-E399-42E0-957E-570ACE0FFA37}"/>
              </a:ext>
            </a:extLst>
          </p:cNvPr>
          <p:cNvSpPr>
            <a:spLocks noGrp="1"/>
          </p:cNvSpPr>
          <p:nvPr>
            <p:ph type="body" sz="quarter" idx="17"/>
          </p:nvPr>
        </p:nvSpPr>
        <p:spPr>
          <a:xfrm>
            <a:off x="539749" y="539750"/>
            <a:ext cx="9213851" cy="266676"/>
          </a:xfrm>
          <a:prstGeom prst="rect">
            <a:avLst/>
          </a:prstGeom>
        </p:spPr>
        <p:txBody>
          <a:bodyPr wrap="square" lIns="0" tIns="0" rIns="0" bIns="0">
            <a:noAutofit/>
          </a:bodyPr>
          <a:lstStyle>
            <a:lvl1pPr marL="0" indent="0">
              <a:buNone/>
              <a:defRPr sz="1400">
                <a:solidFill>
                  <a:schemeClr val="accent2">
                    <a:lumMod val="50000"/>
                  </a:schemeClr>
                </a:solidFill>
                <a:latin typeface="Times New Roman" panose="02020603050405020304" pitchFamily="18" charset="0"/>
                <a:cs typeface="Times New Roman" panose="02020603050405020304" pitchFamily="18" charset="0"/>
              </a:defRPr>
            </a:lvl1pPr>
          </a:lstStyle>
          <a:p>
            <a:pPr lvl="0"/>
            <a:r>
              <a:rPr lang="en-US"/>
              <a:t>Click to edit Master text styles</a:t>
            </a:r>
          </a:p>
        </p:txBody>
      </p:sp>
      <p:sp>
        <p:nvSpPr>
          <p:cNvPr id="14" name="Title Placeholder 1">
            <a:extLst>
              <a:ext uri="{FF2B5EF4-FFF2-40B4-BE49-F238E27FC236}">
                <a16:creationId xmlns:a16="http://schemas.microsoft.com/office/drawing/2014/main" id="{989A6B36-5074-4FCB-B447-1EDAD42FB645}"/>
              </a:ext>
            </a:extLst>
          </p:cNvPr>
          <p:cNvSpPr>
            <a:spLocks noGrp="1"/>
          </p:cNvSpPr>
          <p:nvPr>
            <p:ph type="title"/>
          </p:nvPr>
        </p:nvSpPr>
        <p:spPr>
          <a:xfrm>
            <a:off x="539749" y="814386"/>
            <a:ext cx="9213851" cy="332399"/>
          </a:xfrm>
          <a:prstGeom prst="rect">
            <a:avLst/>
          </a:prstGeom>
        </p:spPr>
        <p:txBody>
          <a:bodyPr vert="horz" lIns="0" tIns="0" rIns="0" bIns="0" rtlCol="0" anchor="b" anchorCtr="0">
            <a:noAutofit/>
          </a:bodyPr>
          <a:lstStyle>
            <a:lvl1pPr>
              <a:defRPr>
                <a:solidFill>
                  <a:srgbClr val="3F1A01"/>
                </a:solidFill>
              </a:defRPr>
            </a:lvl1pPr>
          </a:lstStyle>
          <a:p>
            <a:r>
              <a:rPr lang="en-US"/>
              <a:t>Click to edit Master title style</a:t>
            </a:r>
            <a:endParaRPr lang="en-GB" dirty="0"/>
          </a:p>
        </p:txBody>
      </p:sp>
      <p:sp>
        <p:nvSpPr>
          <p:cNvPr id="16" name="Content Placeholder 2">
            <a:extLst>
              <a:ext uri="{FF2B5EF4-FFF2-40B4-BE49-F238E27FC236}">
                <a16:creationId xmlns:a16="http://schemas.microsoft.com/office/drawing/2014/main" id="{22CB1E00-7536-44DF-8EF1-5DEC73C07787}"/>
              </a:ext>
            </a:extLst>
          </p:cNvPr>
          <p:cNvSpPr>
            <a:spLocks noGrp="1"/>
          </p:cNvSpPr>
          <p:nvPr>
            <p:ph idx="19"/>
          </p:nvPr>
        </p:nvSpPr>
        <p:spPr>
          <a:xfrm>
            <a:off x="539750" y="1416785"/>
            <a:ext cx="9213849" cy="4415215"/>
          </a:xfrm>
          <a:prstGeom prst="rect">
            <a:avLst/>
          </a:prstGeom>
        </p:spPr>
        <p:txBody>
          <a:bodyPr/>
          <a:lstStyle>
            <a:lvl1pPr marL="180000" indent="-180000">
              <a:defRPr sz="1600">
                <a:solidFill>
                  <a:srgbClr val="3F1A01"/>
                </a:solidFill>
              </a:defRPr>
            </a:lvl1pPr>
            <a:lvl2pPr marL="360000" indent="-180000">
              <a:defRPr sz="1400">
                <a:solidFill>
                  <a:srgbClr val="3F1A01"/>
                </a:solidFill>
              </a:defRPr>
            </a:lvl2pPr>
            <a:lvl3pPr marL="540000" indent="-180000">
              <a:defRPr>
                <a:solidFill>
                  <a:srgbClr val="3F1A01"/>
                </a:solidFill>
              </a:defRPr>
            </a:lvl3pPr>
            <a:lvl4pPr marL="720000" indent="-180000">
              <a:defRPr>
                <a:solidFill>
                  <a:srgbClr val="3F1A01"/>
                </a:solidFill>
              </a:defRPr>
            </a:lvl4pPr>
            <a:lvl5pPr marL="900000" indent="-180000">
              <a:defRPr>
                <a:solidFill>
                  <a:srgbClr val="3F1A0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Pladsholder til tekst 4">
            <a:extLst>
              <a:ext uri="{FF2B5EF4-FFF2-40B4-BE49-F238E27FC236}">
                <a16:creationId xmlns:a16="http://schemas.microsoft.com/office/drawing/2014/main" id="{6E8E7CF8-F359-412E-9254-CDE322263B1F}"/>
              </a:ext>
            </a:extLst>
          </p:cNvPr>
          <p:cNvSpPr>
            <a:spLocks noGrp="1"/>
          </p:cNvSpPr>
          <p:nvPr>
            <p:ph type="body" sz="quarter" idx="18" hasCustomPrompt="1"/>
          </p:nvPr>
        </p:nvSpPr>
        <p:spPr>
          <a:xfrm>
            <a:off x="539749" y="6102000"/>
            <a:ext cx="9213851" cy="619200"/>
          </a:xfrm>
          <a:prstGeom prst="rect">
            <a:avLst/>
          </a:prstGeom>
        </p:spPr>
        <p:txBody>
          <a:bodyPr anchor="b" anchorCtr="0">
            <a:noAutofit/>
          </a:bodyPr>
          <a:lstStyle>
            <a:lvl1pPr marL="0" indent="0">
              <a:spcBef>
                <a:spcPts val="0"/>
              </a:spcBef>
              <a:buFont typeface="+mj-lt"/>
              <a:buNone/>
              <a:defRPr sz="950" i="0">
                <a:solidFill>
                  <a:schemeClr val="accent2">
                    <a:lumMod val="50000"/>
                  </a:schemeClr>
                </a:solidFill>
                <a:latin typeface="Times New Roman" panose="02020603050405020304" pitchFamily="18" charset="0"/>
                <a:cs typeface="Times New Roman" panose="02020603050405020304" pitchFamily="18" charset="0"/>
              </a:defRPr>
            </a:lvl1pPr>
            <a:lvl2pPr marL="457200" indent="0">
              <a:buNone/>
              <a:defRPr/>
            </a:lvl2pPr>
          </a:lstStyle>
          <a:p>
            <a:pPr lvl="0"/>
            <a:r>
              <a:rPr lang="en-GB" dirty="0"/>
              <a:t>Reference text</a:t>
            </a:r>
          </a:p>
        </p:txBody>
      </p:sp>
      <p:sp>
        <p:nvSpPr>
          <p:cNvPr id="8" name="Slide Number Placeholder 5">
            <a:extLst>
              <a:ext uri="{FF2B5EF4-FFF2-40B4-BE49-F238E27FC236}">
                <a16:creationId xmlns:a16="http://schemas.microsoft.com/office/drawing/2014/main" id="{427F3E52-D28D-4107-8D72-B5A499B26B25}"/>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a:p>
        </p:txBody>
      </p:sp>
    </p:spTree>
    <p:extLst>
      <p:ext uri="{BB962C8B-B14F-4D97-AF65-F5344CB8AC3E}">
        <p14:creationId xmlns:p14="http://schemas.microsoft.com/office/powerpoint/2010/main" val="2599597505"/>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 w. pattern">
    <p:bg>
      <p:bgPr>
        <a:solidFill>
          <a:schemeClr val="bg1"/>
        </a:solidFill>
        <a:effectLst/>
      </p:bgPr>
    </p:bg>
    <p:spTree>
      <p:nvGrpSpPr>
        <p:cNvPr id="1" name=""/>
        <p:cNvGrpSpPr/>
        <p:nvPr/>
      </p:nvGrpSpPr>
      <p:grpSpPr>
        <a:xfrm>
          <a:off x="0" y="0"/>
          <a:ext cx="0" cy="0"/>
          <a:chOff x="0" y="0"/>
          <a:chExt cx="0" cy="0"/>
        </a:xfrm>
      </p:grpSpPr>
      <p:sp>
        <p:nvSpPr>
          <p:cNvPr id="6" name="AutoShape 3">
            <a:extLst>
              <a:ext uri="{FF2B5EF4-FFF2-40B4-BE49-F238E27FC236}">
                <a16:creationId xmlns:a16="http://schemas.microsoft.com/office/drawing/2014/main" id="{7B482223-62A2-4BE1-A7D3-439F28AF6F91}"/>
              </a:ext>
            </a:extLst>
          </p:cNvPr>
          <p:cNvSpPr>
            <a:spLocks noChangeAspect="1" noChangeArrowheads="1" noTextEdit="1"/>
          </p:cNvSpPr>
          <p:nvPr/>
        </p:nvSpPr>
        <p:spPr bwMode="auto">
          <a:xfrm>
            <a:off x="8099425" y="-1439863"/>
            <a:ext cx="8388350" cy="98139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3" name="AutoShape 7">
            <a:extLst>
              <a:ext uri="{FF2B5EF4-FFF2-40B4-BE49-F238E27FC236}">
                <a16:creationId xmlns:a16="http://schemas.microsoft.com/office/drawing/2014/main" id="{3F89116A-A372-4C46-AF50-395943F80796}"/>
              </a:ext>
            </a:extLst>
          </p:cNvPr>
          <p:cNvSpPr>
            <a:spLocks noChangeAspect="1" noChangeArrowheads="1" noTextEdit="1"/>
          </p:cNvSpPr>
          <p:nvPr/>
        </p:nvSpPr>
        <p:spPr bwMode="auto">
          <a:xfrm>
            <a:off x="8099425" y="-1439863"/>
            <a:ext cx="8388350" cy="98139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0" name="Freeform 9">
            <a:extLst>
              <a:ext uri="{FF2B5EF4-FFF2-40B4-BE49-F238E27FC236}">
                <a16:creationId xmlns:a16="http://schemas.microsoft.com/office/drawing/2014/main" id="{7545D9E4-D14D-4332-BA4D-8D8CC388251E}"/>
              </a:ext>
            </a:extLst>
          </p:cNvPr>
          <p:cNvSpPr>
            <a:spLocks noEditPoints="1"/>
          </p:cNvSpPr>
          <p:nvPr/>
        </p:nvSpPr>
        <p:spPr bwMode="auto">
          <a:xfrm>
            <a:off x="8102600" y="-2176101"/>
            <a:ext cx="8385175" cy="9817101"/>
          </a:xfrm>
          <a:custGeom>
            <a:avLst/>
            <a:gdLst>
              <a:gd name="T0" fmla="*/ 276 w 2642"/>
              <a:gd name="T1" fmla="*/ 2871 h 3094"/>
              <a:gd name="T2" fmla="*/ 588 w 2642"/>
              <a:gd name="T3" fmla="*/ 2871 h 3094"/>
              <a:gd name="T4" fmla="*/ 2083 w 2642"/>
              <a:gd name="T5" fmla="*/ 2843 h 3094"/>
              <a:gd name="T6" fmla="*/ 2338 w 2642"/>
              <a:gd name="T7" fmla="*/ 2900 h 3094"/>
              <a:gd name="T8" fmla="*/ 29 w 2642"/>
              <a:gd name="T9" fmla="*/ 1219 h 3094"/>
              <a:gd name="T10" fmla="*/ 29 w 2642"/>
              <a:gd name="T11" fmla="*/ 2444 h 3094"/>
              <a:gd name="T12" fmla="*/ 559 w 2642"/>
              <a:gd name="T13" fmla="*/ 2386 h 3094"/>
              <a:gd name="T14" fmla="*/ 29 w 2642"/>
              <a:gd name="T15" fmla="*/ 1219 h 3094"/>
              <a:gd name="T16" fmla="*/ 2584 w 2642"/>
              <a:gd name="T17" fmla="*/ 2386 h 3094"/>
              <a:gd name="T18" fmla="*/ 2083 w 2642"/>
              <a:gd name="T19" fmla="*/ 2444 h 3094"/>
              <a:gd name="T20" fmla="*/ 2642 w 2642"/>
              <a:gd name="T21" fmla="*/ 1248 h 3094"/>
              <a:gd name="T22" fmla="*/ 210 w 2642"/>
              <a:gd name="T23" fmla="*/ 292 h 3094"/>
              <a:gd name="T24" fmla="*/ 210 w 2642"/>
              <a:gd name="T25" fmla="*/ 970 h 3094"/>
              <a:gd name="T26" fmla="*/ 559 w 2642"/>
              <a:gd name="T27" fmla="*/ 912 h 3094"/>
              <a:gd name="T28" fmla="*/ 658 w 2642"/>
              <a:gd name="T29" fmla="*/ 350 h 3094"/>
              <a:gd name="T30" fmla="*/ 2432 w 2642"/>
              <a:gd name="T31" fmla="*/ 292 h 3094"/>
              <a:gd name="T32" fmla="*/ 1984 w 2642"/>
              <a:gd name="T33" fmla="*/ 350 h 3094"/>
              <a:gd name="T34" fmla="*/ 2083 w 2642"/>
              <a:gd name="T35" fmla="*/ 912 h 3094"/>
              <a:gd name="T36" fmla="*/ 2432 w 2642"/>
              <a:gd name="T37" fmla="*/ 970 h 3094"/>
              <a:gd name="T38" fmla="*/ 2432 w 2642"/>
              <a:gd name="T39" fmla="*/ 292 h 3094"/>
              <a:gd name="T40" fmla="*/ 814 w 2642"/>
              <a:gd name="T41" fmla="*/ 29 h 3094"/>
              <a:gd name="T42" fmla="*/ 1292 w 2642"/>
              <a:gd name="T43" fmla="*/ 602 h 3094"/>
              <a:gd name="T44" fmla="*/ 989 w 2642"/>
              <a:gd name="T45" fmla="*/ 660 h 3094"/>
              <a:gd name="T46" fmla="*/ 801 w 2642"/>
              <a:gd name="T47" fmla="*/ 1311 h 3094"/>
              <a:gd name="T48" fmla="*/ 743 w 2642"/>
              <a:gd name="T49" fmla="*/ 1060 h 3094"/>
              <a:gd name="T50" fmla="*/ 1292 w 2642"/>
              <a:gd name="T51" fmla="*/ 1369 h 3094"/>
              <a:gd name="T52" fmla="*/ 842 w 2642"/>
              <a:gd name="T53" fmla="*/ 1782 h 3094"/>
              <a:gd name="T54" fmla="*/ 433 w 2642"/>
              <a:gd name="T55" fmla="*/ 1476 h 3094"/>
              <a:gd name="T56" fmla="*/ 375 w 2642"/>
              <a:gd name="T57" fmla="*/ 1782 h 3094"/>
              <a:gd name="T58" fmla="*/ 784 w 2642"/>
              <a:gd name="T59" fmla="*/ 2669 h 3094"/>
              <a:gd name="T60" fmla="*/ 842 w 2642"/>
              <a:gd name="T61" fmla="*/ 2181 h 3094"/>
              <a:gd name="T62" fmla="*/ 921 w 2642"/>
              <a:gd name="T63" fmla="*/ 3036 h 3094"/>
              <a:gd name="T64" fmla="*/ 1321 w 2642"/>
              <a:gd name="T65" fmla="*/ 3094 h 3094"/>
              <a:gd name="T66" fmla="*/ 1722 w 2642"/>
              <a:gd name="T67" fmla="*/ 3036 h 3094"/>
              <a:gd name="T68" fmla="*/ 1800 w 2642"/>
              <a:gd name="T69" fmla="*/ 2181 h 3094"/>
              <a:gd name="T70" fmla="*/ 1858 w 2642"/>
              <a:gd name="T71" fmla="*/ 2669 h 3094"/>
              <a:gd name="T72" fmla="*/ 2267 w 2642"/>
              <a:gd name="T73" fmla="*/ 1782 h 3094"/>
              <a:gd name="T74" fmla="*/ 2210 w 2642"/>
              <a:gd name="T75" fmla="*/ 1476 h 3094"/>
              <a:gd name="T76" fmla="*/ 1800 w 2642"/>
              <a:gd name="T77" fmla="*/ 1782 h 3094"/>
              <a:gd name="T78" fmla="*/ 1350 w 2642"/>
              <a:gd name="T79" fmla="*/ 1369 h 3094"/>
              <a:gd name="T80" fmla="*/ 1899 w 2642"/>
              <a:gd name="T81" fmla="*/ 1060 h 3094"/>
              <a:gd name="T82" fmla="*/ 1841 w 2642"/>
              <a:gd name="T83" fmla="*/ 1311 h 3094"/>
              <a:gd name="T84" fmla="*/ 1643 w 2642"/>
              <a:gd name="T85" fmla="*/ 660 h 3094"/>
              <a:gd name="T86" fmla="*/ 1350 w 2642"/>
              <a:gd name="T87" fmla="*/ 602 h 3094"/>
              <a:gd name="T88" fmla="*/ 1828 w 2642"/>
              <a:gd name="T89" fmla="*/ 29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42" h="3094">
                <a:moveTo>
                  <a:pt x="559" y="2843"/>
                </a:moveTo>
                <a:cubicBezTo>
                  <a:pt x="305" y="2843"/>
                  <a:pt x="305" y="2843"/>
                  <a:pt x="305" y="2843"/>
                </a:cubicBezTo>
                <a:cubicBezTo>
                  <a:pt x="289" y="2843"/>
                  <a:pt x="276" y="2856"/>
                  <a:pt x="276" y="2871"/>
                </a:cubicBezTo>
                <a:cubicBezTo>
                  <a:pt x="276" y="2887"/>
                  <a:pt x="289" y="2900"/>
                  <a:pt x="305" y="2900"/>
                </a:cubicBezTo>
                <a:cubicBezTo>
                  <a:pt x="559" y="2900"/>
                  <a:pt x="559" y="2900"/>
                  <a:pt x="559" y="2900"/>
                </a:cubicBezTo>
                <a:cubicBezTo>
                  <a:pt x="575" y="2900"/>
                  <a:pt x="588" y="2887"/>
                  <a:pt x="588" y="2871"/>
                </a:cubicBezTo>
                <a:cubicBezTo>
                  <a:pt x="588" y="2856"/>
                  <a:pt x="575" y="2843"/>
                  <a:pt x="559" y="2843"/>
                </a:cubicBezTo>
                <a:moveTo>
                  <a:pt x="2338" y="2843"/>
                </a:moveTo>
                <a:cubicBezTo>
                  <a:pt x="2083" y="2843"/>
                  <a:pt x="2083" y="2843"/>
                  <a:pt x="2083" y="2843"/>
                </a:cubicBezTo>
                <a:cubicBezTo>
                  <a:pt x="2068" y="2843"/>
                  <a:pt x="2055" y="2856"/>
                  <a:pt x="2055" y="2871"/>
                </a:cubicBezTo>
                <a:cubicBezTo>
                  <a:pt x="2055" y="2887"/>
                  <a:pt x="2068" y="2900"/>
                  <a:pt x="2083" y="2900"/>
                </a:cubicBezTo>
                <a:cubicBezTo>
                  <a:pt x="2338" y="2900"/>
                  <a:pt x="2338" y="2900"/>
                  <a:pt x="2338" y="2900"/>
                </a:cubicBezTo>
                <a:cubicBezTo>
                  <a:pt x="2354" y="2900"/>
                  <a:pt x="2366" y="2887"/>
                  <a:pt x="2366" y="2871"/>
                </a:cubicBezTo>
                <a:cubicBezTo>
                  <a:pt x="2366" y="2856"/>
                  <a:pt x="2354" y="2843"/>
                  <a:pt x="2338" y="2843"/>
                </a:cubicBezTo>
                <a:moveTo>
                  <a:pt x="29" y="1219"/>
                </a:moveTo>
                <a:cubicBezTo>
                  <a:pt x="13" y="1219"/>
                  <a:pt x="0" y="1232"/>
                  <a:pt x="0" y="1248"/>
                </a:cubicBezTo>
                <a:cubicBezTo>
                  <a:pt x="0" y="2415"/>
                  <a:pt x="0" y="2415"/>
                  <a:pt x="0" y="2415"/>
                </a:cubicBezTo>
                <a:cubicBezTo>
                  <a:pt x="0" y="2431"/>
                  <a:pt x="13" y="2444"/>
                  <a:pt x="29" y="2444"/>
                </a:cubicBezTo>
                <a:cubicBezTo>
                  <a:pt x="559" y="2444"/>
                  <a:pt x="559" y="2444"/>
                  <a:pt x="559" y="2444"/>
                </a:cubicBezTo>
                <a:cubicBezTo>
                  <a:pt x="575" y="2444"/>
                  <a:pt x="588" y="2431"/>
                  <a:pt x="588" y="2415"/>
                </a:cubicBezTo>
                <a:cubicBezTo>
                  <a:pt x="588" y="2399"/>
                  <a:pt x="575" y="2386"/>
                  <a:pt x="559" y="2386"/>
                </a:cubicBezTo>
                <a:cubicBezTo>
                  <a:pt x="58" y="2386"/>
                  <a:pt x="58" y="2386"/>
                  <a:pt x="58" y="2386"/>
                </a:cubicBezTo>
                <a:cubicBezTo>
                  <a:pt x="58" y="1248"/>
                  <a:pt x="58" y="1248"/>
                  <a:pt x="58" y="1248"/>
                </a:cubicBezTo>
                <a:cubicBezTo>
                  <a:pt x="58" y="1232"/>
                  <a:pt x="45" y="1219"/>
                  <a:pt x="29" y="1219"/>
                </a:cubicBezTo>
                <a:moveTo>
                  <a:pt x="2613" y="1219"/>
                </a:moveTo>
                <a:cubicBezTo>
                  <a:pt x="2597" y="1219"/>
                  <a:pt x="2584" y="1232"/>
                  <a:pt x="2584" y="1248"/>
                </a:cubicBezTo>
                <a:cubicBezTo>
                  <a:pt x="2584" y="2386"/>
                  <a:pt x="2584" y="2386"/>
                  <a:pt x="2584" y="2386"/>
                </a:cubicBezTo>
                <a:cubicBezTo>
                  <a:pt x="2083" y="2386"/>
                  <a:pt x="2083" y="2386"/>
                  <a:pt x="2083" y="2386"/>
                </a:cubicBezTo>
                <a:cubicBezTo>
                  <a:pt x="2067" y="2386"/>
                  <a:pt x="2055" y="2399"/>
                  <a:pt x="2055" y="2415"/>
                </a:cubicBezTo>
                <a:cubicBezTo>
                  <a:pt x="2055" y="2431"/>
                  <a:pt x="2067" y="2444"/>
                  <a:pt x="2083" y="2444"/>
                </a:cubicBezTo>
                <a:cubicBezTo>
                  <a:pt x="2613" y="2444"/>
                  <a:pt x="2613" y="2444"/>
                  <a:pt x="2613" y="2444"/>
                </a:cubicBezTo>
                <a:cubicBezTo>
                  <a:pt x="2629" y="2444"/>
                  <a:pt x="2642" y="2431"/>
                  <a:pt x="2642" y="2415"/>
                </a:cubicBezTo>
                <a:cubicBezTo>
                  <a:pt x="2642" y="1248"/>
                  <a:pt x="2642" y="1248"/>
                  <a:pt x="2642" y="1248"/>
                </a:cubicBezTo>
                <a:cubicBezTo>
                  <a:pt x="2642" y="1232"/>
                  <a:pt x="2629" y="1219"/>
                  <a:pt x="2613" y="1219"/>
                </a:cubicBezTo>
                <a:moveTo>
                  <a:pt x="658" y="292"/>
                </a:moveTo>
                <a:cubicBezTo>
                  <a:pt x="210" y="292"/>
                  <a:pt x="210" y="292"/>
                  <a:pt x="210" y="292"/>
                </a:cubicBezTo>
                <a:cubicBezTo>
                  <a:pt x="194" y="292"/>
                  <a:pt x="181" y="305"/>
                  <a:pt x="181" y="321"/>
                </a:cubicBezTo>
                <a:cubicBezTo>
                  <a:pt x="181" y="941"/>
                  <a:pt x="181" y="941"/>
                  <a:pt x="181" y="941"/>
                </a:cubicBezTo>
                <a:cubicBezTo>
                  <a:pt x="181" y="957"/>
                  <a:pt x="194" y="970"/>
                  <a:pt x="210" y="970"/>
                </a:cubicBezTo>
                <a:cubicBezTo>
                  <a:pt x="559" y="970"/>
                  <a:pt x="559" y="970"/>
                  <a:pt x="559" y="970"/>
                </a:cubicBezTo>
                <a:cubicBezTo>
                  <a:pt x="575" y="970"/>
                  <a:pt x="588" y="957"/>
                  <a:pt x="588" y="941"/>
                </a:cubicBezTo>
                <a:cubicBezTo>
                  <a:pt x="588" y="925"/>
                  <a:pt x="575" y="912"/>
                  <a:pt x="559" y="912"/>
                </a:cubicBezTo>
                <a:cubicBezTo>
                  <a:pt x="239" y="912"/>
                  <a:pt x="239" y="912"/>
                  <a:pt x="239" y="912"/>
                </a:cubicBezTo>
                <a:cubicBezTo>
                  <a:pt x="239" y="350"/>
                  <a:pt x="239" y="350"/>
                  <a:pt x="239" y="350"/>
                </a:cubicBezTo>
                <a:cubicBezTo>
                  <a:pt x="658" y="350"/>
                  <a:pt x="658" y="350"/>
                  <a:pt x="658" y="350"/>
                </a:cubicBezTo>
                <a:cubicBezTo>
                  <a:pt x="674" y="350"/>
                  <a:pt x="687" y="337"/>
                  <a:pt x="687" y="321"/>
                </a:cubicBezTo>
                <a:cubicBezTo>
                  <a:pt x="687" y="305"/>
                  <a:pt x="674" y="292"/>
                  <a:pt x="658" y="292"/>
                </a:cubicBezTo>
                <a:moveTo>
                  <a:pt x="2432" y="292"/>
                </a:moveTo>
                <a:cubicBezTo>
                  <a:pt x="1984" y="292"/>
                  <a:pt x="1984" y="292"/>
                  <a:pt x="1984" y="292"/>
                </a:cubicBezTo>
                <a:cubicBezTo>
                  <a:pt x="1968" y="292"/>
                  <a:pt x="1955" y="305"/>
                  <a:pt x="1955" y="321"/>
                </a:cubicBezTo>
                <a:cubicBezTo>
                  <a:pt x="1955" y="337"/>
                  <a:pt x="1968" y="350"/>
                  <a:pt x="1984" y="350"/>
                </a:cubicBezTo>
                <a:cubicBezTo>
                  <a:pt x="2403" y="350"/>
                  <a:pt x="2403" y="350"/>
                  <a:pt x="2403" y="350"/>
                </a:cubicBezTo>
                <a:cubicBezTo>
                  <a:pt x="2403" y="912"/>
                  <a:pt x="2403" y="912"/>
                  <a:pt x="2403" y="912"/>
                </a:cubicBezTo>
                <a:cubicBezTo>
                  <a:pt x="2083" y="912"/>
                  <a:pt x="2083" y="912"/>
                  <a:pt x="2083" y="912"/>
                </a:cubicBezTo>
                <a:cubicBezTo>
                  <a:pt x="2068" y="912"/>
                  <a:pt x="2055" y="925"/>
                  <a:pt x="2055" y="941"/>
                </a:cubicBezTo>
                <a:cubicBezTo>
                  <a:pt x="2055" y="957"/>
                  <a:pt x="2068" y="970"/>
                  <a:pt x="2083" y="970"/>
                </a:cubicBezTo>
                <a:cubicBezTo>
                  <a:pt x="2432" y="970"/>
                  <a:pt x="2432" y="970"/>
                  <a:pt x="2432" y="970"/>
                </a:cubicBezTo>
                <a:cubicBezTo>
                  <a:pt x="2448" y="970"/>
                  <a:pt x="2461" y="957"/>
                  <a:pt x="2461" y="941"/>
                </a:cubicBezTo>
                <a:cubicBezTo>
                  <a:pt x="2461" y="321"/>
                  <a:pt x="2461" y="321"/>
                  <a:pt x="2461" y="321"/>
                </a:cubicBezTo>
                <a:cubicBezTo>
                  <a:pt x="2461" y="305"/>
                  <a:pt x="2448" y="292"/>
                  <a:pt x="2432" y="292"/>
                </a:cubicBezTo>
                <a:moveTo>
                  <a:pt x="1799" y="0"/>
                </a:moveTo>
                <a:cubicBezTo>
                  <a:pt x="843" y="0"/>
                  <a:pt x="843" y="0"/>
                  <a:pt x="843" y="0"/>
                </a:cubicBezTo>
                <a:cubicBezTo>
                  <a:pt x="827" y="0"/>
                  <a:pt x="814" y="13"/>
                  <a:pt x="814" y="29"/>
                </a:cubicBezTo>
                <a:cubicBezTo>
                  <a:pt x="814" y="45"/>
                  <a:pt x="827" y="58"/>
                  <a:pt x="843" y="58"/>
                </a:cubicBezTo>
                <a:cubicBezTo>
                  <a:pt x="1292" y="58"/>
                  <a:pt x="1292" y="58"/>
                  <a:pt x="1292" y="58"/>
                </a:cubicBezTo>
                <a:cubicBezTo>
                  <a:pt x="1292" y="602"/>
                  <a:pt x="1292" y="602"/>
                  <a:pt x="1292" y="602"/>
                </a:cubicBezTo>
                <a:cubicBezTo>
                  <a:pt x="989" y="602"/>
                  <a:pt x="989" y="602"/>
                  <a:pt x="989" y="602"/>
                </a:cubicBezTo>
                <a:cubicBezTo>
                  <a:pt x="973" y="602"/>
                  <a:pt x="960" y="615"/>
                  <a:pt x="960" y="631"/>
                </a:cubicBezTo>
                <a:cubicBezTo>
                  <a:pt x="960" y="647"/>
                  <a:pt x="973" y="660"/>
                  <a:pt x="989" y="660"/>
                </a:cubicBezTo>
                <a:cubicBezTo>
                  <a:pt x="1292" y="660"/>
                  <a:pt x="1292" y="660"/>
                  <a:pt x="1292" y="660"/>
                </a:cubicBezTo>
                <a:cubicBezTo>
                  <a:pt x="1292" y="1311"/>
                  <a:pt x="1292" y="1311"/>
                  <a:pt x="1292" y="1311"/>
                </a:cubicBezTo>
                <a:cubicBezTo>
                  <a:pt x="801" y="1311"/>
                  <a:pt x="801" y="1311"/>
                  <a:pt x="801" y="1311"/>
                </a:cubicBezTo>
                <a:cubicBezTo>
                  <a:pt x="801" y="1060"/>
                  <a:pt x="801" y="1060"/>
                  <a:pt x="801" y="1060"/>
                </a:cubicBezTo>
                <a:cubicBezTo>
                  <a:pt x="801" y="1044"/>
                  <a:pt x="788" y="1031"/>
                  <a:pt x="772" y="1031"/>
                </a:cubicBezTo>
                <a:cubicBezTo>
                  <a:pt x="756" y="1031"/>
                  <a:pt x="743" y="1044"/>
                  <a:pt x="743" y="1060"/>
                </a:cubicBezTo>
                <a:cubicBezTo>
                  <a:pt x="743" y="1340"/>
                  <a:pt x="743" y="1340"/>
                  <a:pt x="743" y="1340"/>
                </a:cubicBezTo>
                <a:cubicBezTo>
                  <a:pt x="743" y="1356"/>
                  <a:pt x="756" y="1369"/>
                  <a:pt x="772" y="1369"/>
                </a:cubicBezTo>
                <a:cubicBezTo>
                  <a:pt x="1292" y="1369"/>
                  <a:pt x="1292" y="1369"/>
                  <a:pt x="1292" y="1369"/>
                </a:cubicBezTo>
                <a:cubicBezTo>
                  <a:pt x="1292" y="2123"/>
                  <a:pt x="1292" y="2123"/>
                  <a:pt x="1292" y="2123"/>
                </a:cubicBezTo>
                <a:cubicBezTo>
                  <a:pt x="842" y="2123"/>
                  <a:pt x="842" y="2123"/>
                  <a:pt x="842" y="2123"/>
                </a:cubicBezTo>
                <a:cubicBezTo>
                  <a:pt x="842" y="1782"/>
                  <a:pt x="842" y="1782"/>
                  <a:pt x="842" y="1782"/>
                </a:cubicBezTo>
                <a:cubicBezTo>
                  <a:pt x="842" y="1766"/>
                  <a:pt x="829" y="1753"/>
                  <a:pt x="813" y="1753"/>
                </a:cubicBezTo>
                <a:cubicBezTo>
                  <a:pt x="433" y="1753"/>
                  <a:pt x="433" y="1753"/>
                  <a:pt x="433" y="1753"/>
                </a:cubicBezTo>
                <a:cubicBezTo>
                  <a:pt x="433" y="1476"/>
                  <a:pt x="433" y="1476"/>
                  <a:pt x="433" y="1476"/>
                </a:cubicBezTo>
                <a:cubicBezTo>
                  <a:pt x="433" y="1460"/>
                  <a:pt x="420" y="1447"/>
                  <a:pt x="404" y="1447"/>
                </a:cubicBezTo>
                <a:cubicBezTo>
                  <a:pt x="388" y="1447"/>
                  <a:pt x="375" y="1460"/>
                  <a:pt x="375" y="1476"/>
                </a:cubicBezTo>
                <a:cubicBezTo>
                  <a:pt x="375" y="1782"/>
                  <a:pt x="375" y="1782"/>
                  <a:pt x="375" y="1782"/>
                </a:cubicBezTo>
                <a:cubicBezTo>
                  <a:pt x="375" y="1798"/>
                  <a:pt x="388" y="1811"/>
                  <a:pt x="404" y="1811"/>
                </a:cubicBezTo>
                <a:cubicBezTo>
                  <a:pt x="784" y="1811"/>
                  <a:pt x="784" y="1811"/>
                  <a:pt x="784" y="1811"/>
                </a:cubicBezTo>
                <a:cubicBezTo>
                  <a:pt x="784" y="2669"/>
                  <a:pt x="784" y="2669"/>
                  <a:pt x="784" y="2669"/>
                </a:cubicBezTo>
                <a:cubicBezTo>
                  <a:pt x="784" y="2685"/>
                  <a:pt x="797" y="2698"/>
                  <a:pt x="813" y="2698"/>
                </a:cubicBezTo>
                <a:cubicBezTo>
                  <a:pt x="829" y="2698"/>
                  <a:pt x="842" y="2685"/>
                  <a:pt x="842" y="2669"/>
                </a:cubicBezTo>
                <a:cubicBezTo>
                  <a:pt x="842" y="2181"/>
                  <a:pt x="842" y="2181"/>
                  <a:pt x="842" y="2181"/>
                </a:cubicBezTo>
                <a:cubicBezTo>
                  <a:pt x="1292" y="2181"/>
                  <a:pt x="1292" y="2181"/>
                  <a:pt x="1292" y="2181"/>
                </a:cubicBezTo>
                <a:cubicBezTo>
                  <a:pt x="1292" y="3036"/>
                  <a:pt x="1292" y="3036"/>
                  <a:pt x="1292" y="3036"/>
                </a:cubicBezTo>
                <a:cubicBezTo>
                  <a:pt x="921" y="3036"/>
                  <a:pt x="921" y="3036"/>
                  <a:pt x="921" y="3036"/>
                </a:cubicBezTo>
                <a:cubicBezTo>
                  <a:pt x="905" y="3036"/>
                  <a:pt x="892" y="3049"/>
                  <a:pt x="892" y="3065"/>
                </a:cubicBezTo>
                <a:cubicBezTo>
                  <a:pt x="892" y="3081"/>
                  <a:pt x="905" y="3094"/>
                  <a:pt x="921" y="3094"/>
                </a:cubicBezTo>
                <a:cubicBezTo>
                  <a:pt x="1321" y="3094"/>
                  <a:pt x="1321" y="3094"/>
                  <a:pt x="1321" y="3094"/>
                </a:cubicBezTo>
                <a:cubicBezTo>
                  <a:pt x="1722" y="3094"/>
                  <a:pt x="1722" y="3094"/>
                  <a:pt x="1722" y="3094"/>
                </a:cubicBezTo>
                <a:cubicBezTo>
                  <a:pt x="1738" y="3094"/>
                  <a:pt x="1751" y="3081"/>
                  <a:pt x="1751" y="3065"/>
                </a:cubicBezTo>
                <a:cubicBezTo>
                  <a:pt x="1751" y="3049"/>
                  <a:pt x="1738" y="3036"/>
                  <a:pt x="1722" y="3036"/>
                </a:cubicBezTo>
                <a:cubicBezTo>
                  <a:pt x="1350" y="3036"/>
                  <a:pt x="1350" y="3036"/>
                  <a:pt x="1350" y="3036"/>
                </a:cubicBezTo>
                <a:cubicBezTo>
                  <a:pt x="1350" y="2181"/>
                  <a:pt x="1350" y="2181"/>
                  <a:pt x="1350" y="2181"/>
                </a:cubicBezTo>
                <a:cubicBezTo>
                  <a:pt x="1800" y="2181"/>
                  <a:pt x="1800" y="2181"/>
                  <a:pt x="1800" y="2181"/>
                </a:cubicBezTo>
                <a:cubicBezTo>
                  <a:pt x="1800" y="2669"/>
                  <a:pt x="1800" y="2669"/>
                  <a:pt x="1800" y="2669"/>
                </a:cubicBezTo>
                <a:cubicBezTo>
                  <a:pt x="1800" y="2685"/>
                  <a:pt x="1813" y="2698"/>
                  <a:pt x="1829" y="2698"/>
                </a:cubicBezTo>
                <a:cubicBezTo>
                  <a:pt x="1845" y="2698"/>
                  <a:pt x="1858" y="2685"/>
                  <a:pt x="1858" y="2669"/>
                </a:cubicBezTo>
                <a:cubicBezTo>
                  <a:pt x="1858" y="1811"/>
                  <a:pt x="1858" y="1811"/>
                  <a:pt x="1858" y="1811"/>
                </a:cubicBezTo>
                <a:cubicBezTo>
                  <a:pt x="2239" y="1811"/>
                  <a:pt x="2239" y="1811"/>
                  <a:pt x="2239" y="1811"/>
                </a:cubicBezTo>
                <a:cubicBezTo>
                  <a:pt x="2254" y="1811"/>
                  <a:pt x="2267" y="1798"/>
                  <a:pt x="2267" y="1782"/>
                </a:cubicBezTo>
                <a:cubicBezTo>
                  <a:pt x="2267" y="1476"/>
                  <a:pt x="2267" y="1476"/>
                  <a:pt x="2267" y="1476"/>
                </a:cubicBezTo>
                <a:cubicBezTo>
                  <a:pt x="2267" y="1460"/>
                  <a:pt x="2254" y="1447"/>
                  <a:pt x="2239" y="1447"/>
                </a:cubicBezTo>
                <a:cubicBezTo>
                  <a:pt x="2223" y="1447"/>
                  <a:pt x="2210" y="1460"/>
                  <a:pt x="2210" y="1476"/>
                </a:cubicBezTo>
                <a:cubicBezTo>
                  <a:pt x="2210" y="1753"/>
                  <a:pt x="2210" y="1753"/>
                  <a:pt x="2210" y="1753"/>
                </a:cubicBezTo>
                <a:cubicBezTo>
                  <a:pt x="1829" y="1753"/>
                  <a:pt x="1829" y="1753"/>
                  <a:pt x="1829" y="1753"/>
                </a:cubicBezTo>
                <a:cubicBezTo>
                  <a:pt x="1813" y="1753"/>
                  <a:pt x="1800" y="1766"/>
                  <a:pt x="1800" y="1782"/>
                </a:cubicBezTo>
                <a:cubicBezTo>
                  <a:pt x="1800" y="2123"/>
                  <a:pt x="1800" y="2123"/>
                  <a:pt x="1800" y="2123"/>
                </a:cubicBezTo>
                <a:cubicBezTo>
                  <a:pt x="1350" y="2123"/>
                  <a:pt x="1350" y="2123"/>
                  <a:pt x="1350" y="2123"/>
                </a:cubicBezTo>
                <a:cubicBezTo>
                  <a:pt x="1350" y="1369"/>
                  <a:pt x="1350" y="1369"/>
                  <a:pt x="1350" y="1369"/>
                </a:cubicBezTo>
                <a:cubicBezTo>
                  <a:pt x="1870" y="1369"/>
                  <a:pt x="1870" y="1369"/>
                  <a:pt x="1870" y="1369"/>
                </a:cubicBezTo>
                <a:cubicBezTo>
                  <a:pt x="1886" y="1369"/>
                  <a:pt x="1899" y="1356"/>
                  <a:pt x="1899" y="1340"/>
                </a:cubicBezTo>
                <a:cubicBezTo>
                  <a:pt x="1899" y="1060"/>
                  <a:pt x="1899" y="1060"/>
                  <a:pt x="1899" y="1060"/>
                </a:cubicBezTo>
                <a:cubicBezTo>
                  <a:pt x="1899" y="1044"/>
                  <a:pt x="1886" y="1031"/>
                  <a:pt x="1870" y="1031"/>
                </a:cubicBezTo>
                <a:cubicBezTo>
                  <a:pt x="1854" y="1031"/>
                  <a:pt x="1841" y="1044"/>
                  <a:pt x="1841" y="1060"/>
                </a:cubicBezTo>
                <a:cubicBezTo>
                  <a:pt x="1841" y="1311"/>
                  <a:pt x="1841" y="1311"/>
                  <a:pt x="1841" y="1311"/>
                </a:cubicBezTo>
                <a:cubicBezTo>
                  <a:pt x="1350" y="1311"/>
                  <a:pt x="1350" y="1311"/>
                  <a:pt x="1350" y="1311"/>
                </a:cubicBezTo>
                <a:cubicBezTo>
                  <a:pt x="1350" y="660"/>
                  <a:pt x="1350" y="660"/>
                  <a:pt x="1350" y="660"/>
                </a:cubicBezTo>
                <a:cubicBezTo>
                  <a:pt x="1643" y="660"/>
                  <a:pt x="1643" y="660"/>
                  <a:pt x="1643" y="660"/>
                </a:cubicBezTo>
                <a:cubicBezTo>
                  <a:pt x="1659" y="660"/>
                  <a:pt x="1672" y="647"/>
                  <a:pt x="1672" y="631"/>
                </a:cubicBezTo>
                <a:cubicBezTo>
                  <a:pt x="1672" y="615"/>
                  <a:pt x="1659" y="602"/>
                  <a:pt x="1643" y="602"/>
                </a:cubicBezTo>
                <a:cubicBezTo>
                  <a:pt x="1350" y="602"/>
                  <a:pt x="1350" y="602"/>
                  <a:pt x="1350" y="602"/>
                </a:cubicBezTo>
                <a:cubicBezTo>
                  <a:pt x="1350" y="58"/>
                  <a:pt x="1350" y="58"/>
                  <a:pt x="1350" y="58"/>
                </a:cubicBezTo>
                <a:cubicBezTo>
                  <a:pt x="1799" y="58"/>
                  <a:pt x="1799" y="58"/>
                  <a:pt x="1799" y="58"/>
                </a:cubicBezTo>
                <a:cubicBezTo>
                  <a:pt x="1815" y="58"/>
                  <a:pt x="1828" y="45"/>
                  <a:pt x="1828" y="29"/>
                </a:cubicBezTo>
                <a:cubicBezTo>
                  <a:pt x="1828" y="13"/>
                  <a:pt x="1815" y="0"/>
                  <a:pt x="1799" y="0"/>
                </a:cubicBezTo>
              </a:path>
            </a:pathLst>
          </a:custGeom>
          <a:solidFill>
            <a:srgbClr val="B2B2B2">
              <a:alpha val="9804"/>
            </a:srgbClr>
          </a:solidFill>
          <a:ln>
            <a:noFill/>
          </a:ln>
        </p:spPr>
        <p:txBody>
          <a:bodyPr vert="horz" wrap="square" lIns="91440" tIns="45720" rIns="91440" bIns="45720" numCol="1" anchor="t" anchorCtr="0" compatLnSpc="1">
            <a:prstTxWarp prst="textNoShape">
              <a:avLst/>
            </a:prstTxWarp>
          </a:bodyPr>
          <a:lstStyle/>
          <a:p>
            <a:endParaRPr lang="en-GB"/>
          </a:p>
        </p:txBody>
      </p:sp>
      <p:sp>
        <p:nvSpPr>
          <p:cNvPr id="17" name="Text Placeholder 23">
            <a:extLst>
              <a:ext uri="{FF2B5EF4-FFF2-40B4-BE49-F238E27FC236}">
                <a16:creationId xmlns:a16="http://schemas.microsoft.com/office/drawing/2014/main" id="{1D1EADEB-D3C6-402C-98DE-D67CB9A828E2}"/>
              </a:ext>
            </a:extLst>
          </p:cNvPr>
          <p:cNvSpPr>
            <a:spLocks noGrp="1"/>
          </p:cNvSpPr>
          <p:nvPr>
            <p:ph type="body" sz="quarter" idx="17"/>
          </p:nvPr>
        </p:nvSpPr>
        <p:spPr>
          <a:xfrm>
            <a:off x="539749" y="539750"/>
            <a:ext cx="9213851" cy="266676"/>
          </a:xfrm>
          <a:prstGeom prst="rect">
            <a:avLst/>
          </a:prstGeom>
        </p:spPr>
        <p:txBody>
          <a:bodyPr wrap="square" lIns="0" tIns="0" rIns="0" bIns="0">
            <a:noAutofit/>
          </a:bodyPr>
          <a:lstStyle>
            <a:lvl1pPr marL="0" indent="0">
              <a:buNone/>
              <a:defRPr sz="1400">
                <a:solidFill>
                  <a:schemeClr val="accent2">
                    <a:lumMod val="50000"/>
                  </a:schemeClr>
                </a:solidFill>
                <a:latin typeface="Times New Roman" panose="02020603050405020304" pitchFamily="18" charset="0"/>
                <a:cs typeface="Times New Roman" panose="02020603050405020304" pitchFamily="18" charset="0"/>
              </a:defRPr>
            </a:lvl1pPr>
          </a:lstStyle>
          <a:p>
            <a:pPr lvl="0"/>
            <a:r>
              <a:rPr lang="en-US"/>
              <a:t>Click to edit Master text styles</a:t>
            </a:r>
          </a:p>
        </p:txBody>
      </p:sp>
      <p:sp>
        <p:nvSpPr>
          <p:cNvPr id="21" name="Title Placeholder 1">
            <a:extLst>
              <a:ext uri="{FF2B5EF4-FFF2-40B4-BE49-F238E27FC236}">
                <a16:creationId xmlns:a16="http://schemas.microsoft.com/office/drawing/2014/main" id="{7E6EA454-641C-4B83-8B9A-6C19BCF7D973}"/>
              </a:ext>
            </a:extLst>
          </p:cNvPr>
          <p:cNvSpPr>
            <a:spLocks noGrp="1"/>
          </p:cNvSpPr>
          <p:nvPr>
            <p:ph type="title"/>
          </p:nvPr>
        </p:nvSpPr>
        <p:spPr>
          <a:xfrm>
            <a:off x="539749" y="814386"/>
            <a:ext cx="9213851" cy="332399"/>
          </a:xfrm>
          <a:prstGeom prst="rect">
            <a:avLst/>
          </a:prstGeom>
        </p:spPr>
        <p:txBody>
          <a:bodyPr vert="horz" lIns="0" tIns="0" rIns="0" bIns="0" rtlCol="0" anchor="b" anchorCtr="0">
            <a:noAutofit/>
          </a:bodyPr>
          <a:lstStyle>
            <a:lvl1pPr>
              <a:defRPr>
                <a:solidFill>
                  <a:srgbClr val="3F1A01"/>
                </a:solidFill>
              </a:defRPr>
            </a:lvl1pPr>
          </a:lstStyle>
          <a:p>
            <a:r>
              <a:rPr lang="en-US"/>
              <a:t>Click to edit Master title style</a:t>
            </a:r>
            <a:endParaRPr lang="en-GB" dirty="0"/>
          </a:p>
        </p:txBody>
      </p:sp>
      <p:sp>
        <p:nvSpPr>
          <p:cNvPr id="22" name="Content Placeholder 2">
            <a:extLst>
              <a:ext uri="{FF2B5EF4-FFF2-40B4-BE49-F238E27FC236}">
                <a16:creationId xmlns:a16="http://schemas.microsoft.com/office/drawing/2014/main" id="{E7557081-53B6-4B04-B023-A1B2D0928B11}"/>
              </a:ext>
            </a:extLst>
          </p:cNvPr>
          <p:cNvSpPr>
            <a:spLocks noGrp="1"/>
          </p:cNvSpPr>
          <p:nvPr>
            <p:ph idx="19"/>
          </p:nvPr>
        </p:nvSpPr>
        <p:spPr>
          <a:xfrm>
            <a:off x="539750" y="1416785"/>
            <a:ext cx="9213849" cy="4415215"/>
          </a:xfrm>
          <a:prstGeom prst="rect">
            <a:avLst/>
          </a:prstGeom>
        </p:spPr>
        <p:txBody>
          <a:bodyPr/>
          <a:lstStyle>
            <a:lvl1pPr marL="180000" indent="-180000">
              <a:defRPr sz="1600">
                <a:solidFill>
                  <a:srgbClr val="3F1A01"/>
                </a:solidFill>
              </a:defRPr>
            </a:lvl1pPr>
            <a:lvl2pPr marL="360000" indent="-180000">
              <a:defRPr sz="1400">
                <a:solidFill>
                  <a:srgbClr val="1A1A17"/>
                </a:solidFill>
              </a:defRPr>
            </a:lvl2pPr>
            <a:lvl3pPr marL="540000" indent="-180000">
              <a:defRPr>
                <a:solidFill>
                  <a:srgbClr val="1A1A17"/>
                </a:solidFill>
              </a:defRPr>
            </a:lvl3pPr>
            <a:lvl4pPr marL="720000" indent="-180000">
              <a:defRPr>
                <a:solidFill>
                  <a:srgbClr val="1A1A17"/>
                </a:solidFill>
              </a:defRPr>
            </a:lvl4pPr>
            <a:lvl5pPr marL="900000" indent="-180000">
              <a:defRPr>
                <a:solidFill>
                  <a:srgbClr val="1A1A17"/>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2" name="Pladsholder til tekst 4">
            <a:extLst>
              <a:ext uri="{FF2B5EF4-FFF2-40B4-BE49-F238E27FC236}">
                <a16:creationId xmlns:a16="http://schemas.microsoft.com/office/drawing/2014/main" id="{1E8D3709-34DC-405A-8D76-A21A00B78D2E}"/>
              </a:ext>
            </a:extLst>
          </p:cNvPr>
          <p:cNvSpPr>
            <a:spLocks noGrp="1"/>
          </p:cNvSpPr>
          <p:nvPr>
            <p:ph type="body" sz="quarter" idx="18" hasCustomPrompt="1"/>
          </p:nvPr>
        </p:nvSpPr>
        <p:spPr>
          <a:xfrm>
            <a:off x="539750" y="6102000"/>
            <a:ext cx="9213849" cy="619200"/>
          </a:xfrm>
          <a:prstGeom prst="rect">
            <a:avLst/>
          </a:prstGeom>
        </p:spPr>
        <p:txBody>
          <a:bodyPr anchor="b" anchorCtr="0">
            <a:noAutofit/>
          </a:bodyPr>
          <a:lstStyle>
            <a:lvl1pPr marL="0" indent="0">
              <a:spcBef>
                <a:spcPts val="0"/>
              </a:spcBef>
              <a:buFont typeface="+mj-lt"/>
              <a:buNone/>
              <a:defRPr sz="950" i="0">
                <a:solidFill>
                  <a:schemeClr val="accent2">
                    <a:lumMod val="50000"/>
                  </a:schemeClr>
                </a:solidFill>
                <a:latin typeface="Times New Roman" panose="02020603050405020304" pitchFamily="18" charset="0"/>
                <a:cs typeface="Times New Roman" panose="02020603050405020304" pitchFamily="18" charset="0"/>
              </a:defRPr>
            </a:lvl1pPr>
            <a:lvl2pPr marL="457200" indent="0">
              <a:buNone/>
              <a:defRPr/>
            </a:lvl2pPr>
          </a:lstStyle>
          <a:p>
            <a:pPr lvl="0"/>
            <a:r>
              <a:rPr lang="en-GB" dirty="0"/>
              <a:t>Reference text</a:t>
            </a:r>
          </a:p>
        </p:txBody>
      </p:sp>
      <p:sp>
        <p:nvSpPr>
          <p:cNvPr id="14" name="Slide Number Placeholder 5">
            <a:extLst>
              <a:ext uri="{FF2B5EF4-FFF2-40B4-BE49-F238E27FC236}">
                <a16:creationId xmlns:a16="http://schemas.microsoft.com/office/drawing/2014/main" id="{B4C506A6-9361-47F8-AEB5-04D5D1268463}"/>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a:p>
        </p:txBody>
      </p:sp>
    </p:spTree>
    <p:extLst>
      <p:ext uri="{BB962C8B-B14F-4D97-AF65-F5344CB8AC3E}">
        <p14:creationId xmlns:p14="http://schemas.microsoft.com/office/powerpoint/2010/main" val="297824725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15" name="Text Placeholder 23">
            <a:extLst>
              <a:ext uri="{FF2B5EF4-FFF2-40B4-BE49-F238E27FC236}">
                <a16:creationId xmlns:a16="http://schemas.microsoft.com/office/drawing/2014/main" id="{BF16290D-CE69-4658-B15E-FCD77E35F711}"/>
              </a:ext>
            </a:extLst>
          </p:cNvPr>
          <p:cNvSpPr>
            <a:spLocks noGrp="1"/>
          </p:cNvSpPr>
          <p:nvPr>
            <p:ph type="body" sz="quarter" idx="17"/>
          </p:nvPr>
        </p:nvSpPr>
        <p:spPr>
          <a:xfrm>
            <a:off x="539749" y="539750"/>
            <a:ext cx="9213851" cy="266676"/>
          </a:xfrm>
          <a:prstGeom prst="rect">
            <a:avLst/>
          </a:prstGeom>
        </p:spPr>
        <p:txBody>
          <a:bodyPr wrap="square" lIns="0" tIns="0" rIns="0" bIns="0">
            <a:noAutofit/>
          </a:bodyPr>
          <a:lstStyle>
            <a:lvl1pPr marL="0" indent="0">
              <a:buNone/>
              <a:defRPr sz="1400">
                <a:solidFill>
                  <a:schemeClr val="accent2">
                    <a:lumMod val="50000"/>
                  </a:schemeClr>
                </a:solidFill>
                <a:latin typeface="Times New Roman" panose="02020603050405020304" pitchFamily="18" charset="0"/>
                <a:cs typeface="Times New Roman" panose="02020603050405020304" pitchFamily="18" charset="0"/>
              </a:defRPr>
            </a:lvl1pPr>
          </a:lstStyle>
          <a:p>
            <a:pPr lvl="0"/>
            <a:r>
              <a:rPr lang="en-US"/>
              <a:t>Click to edit Master text styles</a:t>
            </a:r>
          </a:p>
        </p:txBody>
      </p:sp>
      <p:sp>
        <p:nvSpPr>
          <p:cNvPr id="17" name="Title Placeholder 1">
            <a:extLst>
              <a:ext uri="{FF2B5EF4-FFF2-40B4-BE49-F238E27FC236}">
                <a16:creationId xmlns:a16="http://schemas.microsoft.com/office/drawing/2014/main" id="{7FA35FBF-0988-4D25-B662-E0B0E67AC860}"/>
              </a:ext>
            </a:extLst>
          </p:cNvPr>
          <p:cNvSpPr>
            <a:spLocks noGrp="1"/>
          </p:cNvSpPr>
          <p:nvPr>
            <p:ph type="title"/>
          </p:nvPr>
        </p:nvSpPr>
        <p:spPr>
          <a:xfrm>
            <a:off x="539749" y="814386"/>
            <a:ext cx="9213851" cy="332399"/>
          </a:xfrm>
          <a:prstGeom prst="rect">
            <a:avLst/>
          </a:prstGeom>
        </p:spPr>
        <p:txBody>
          <a:bodyPr vert="horz" lIns="0" tIns="0" rIns="0" bIns="0" rtlCol="0" anchor="b" anchorCtr="0">
            <a:noAutofit/>
          </a:bodyPr>
          <a:lstStyle>
            <a:lvl1pPr>
              <a:defRPr>
                <a:solidFill>
                  <a:srgbClr val="3F1A01"/>
                </a:solidFill>
              </a:defRPr>
            </a:lvl1pPr>
          </a:lstStyle>
          <a:p>
            <a:r>
              <a:rPr lang="en-US"/>
              <a:t>Click to edit Master title style</a:t>
            </a:r>
            <a:endParaRPr lang="en-GB" dirty="0"/>
          </a:p>
        </p:txBody>
      </p:sp>
      <p:sp>
        <p:nvSpPr>
          <p:cNvPr id="20" name="Content Placeholder 2">
            <a:extLst>
              <a:ext uri="{FF2B5EF4-FFF2-40B4-BE49-F238E27FC236}">
                <a16:creationId xmlns:a16="http://schemas.microsoft.com/office/drawing/2014/main" id="{B443BFD3-1CC9-431F-BB0E-D19B21C4B149}"/>
              </a:ext>
            </a:extLst>
          </p:cNvPr>
          <p:cNvSpPr>
            <a:spLocks noGrp="1"/>
          </p:cNvSpPr>
          <p:nvPr>
            <p:ph idx="20"/>
          </p:nvPr>
        </p:nvSpPr>
        <p:spPr>
          <a:xfrm>
            <a:off x="539750" y="1416785"/>
            <a:ext cx="5419725" cy="4415215"/>
          </a:xfrm>
          <a:prstGeom prst="rect">
            <a:avLst/>
          </a:prstGeom>
        </p:spPr>
        <p:txBody>
          <a:bodyPr/>
          <a:lstStyle>
            <a:lvl1pPr marL="180000" indent="-180000">
              <a:defRPr sz="1600">
                <a:solidFill>
                  <a:srgbClr val="3F1A01"/>
                </a:solidFill>
              </a:defRPr>
            </a:lvl1pPr>
            <a:lvl2pPr marL="360000" indent="-180000">
              <a:defRPr sz="1400">
                <a:solidFill>
                  <a:srgbClr val="3F1A01"/>
                </a:solidFill>
              </a:defRPr>
            </a:lvl2pPr>
            <a:lvl3pPr marL="540000" indent="-180000">
              <a:defRPr>
                <a:solidFill>
                  <a:srgbClr val="3F1A01"/>
                </a:solidFill>
              </a:defRPr>
            </a:lvl3pPr>
            <a:lvl4pPr marL="720000" indent="-180000">
              <a:defRPr>
                <a:solidFill>
                  <a:srgbClr val="3F1A01"/>
                </a:solidFill>
              </a:defRPr>
            </a:lvl4pPr>
            <a:lvl5pPr marL="900000" indent="-180000">
              <a:defRPr>
                <a:solidFill>
                  <a:srgbClr val="3F1A0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1" name="Content Placeholder 2">
            <a:extLst>
              <a:ext uri="{FF2B5EF4-FFF2-40B4-BE49-F238E27FC236}">
                <a16:creationId xmlns:a16="http://schemas.microsoft.com/office/drawing/2014/main" id="{6E0A71E4-A7B2-4FFB-80F2-94B324D4DD68}"/>
              </a:ext>
            </a:extLst>
          </p:cNvPr>
          <p:cNvSpPr>
            <a:spLocks noGrp="1"/>
          </p:cNvSpPr>
          <p:nvPr>
            <p:ph idx="21"/>
          </p:nvPr>
        </p:nvSpPr>
        <p:spPr>
          <a:xfrm>
            <a:off x="6230938" y="1416785"/>
            <a:ext cx="5419725" cy="4415215"/>
          </a:xfrm>
          <a:prstGeom prst="rect">
            <a:avLst/>
          </a:prstGeom>
        </p:spPr>
        <p:txBody>
          <a:bodyPr/>
          <a:lstStyle>
            <a:lvl1pPr marL="180000" indent="-180000">
              <a:defRPr sz="1600">
                <a:solidFill>
                  <a:srgbClr val="3F1A01"/>
                </a:solidFill>
              </a:defRPr>
            </a:lvl1pPr>
            <a:lvl2pPr marL="360000" indent="-180000">
              <a:defRPr sz="1400">
                <a:solidFill>
                  <a:srgbClr val="3F1A01"/>
                </a:solidFill>
              </a:defRPr>
            </a:lvl2pPr>
            <a:lvl3pPr marL="540000" indent="-180000">
              <a:defRPr>
                <a:solidFill>
                  <a:srgbClr val="3F1A01"/>
                </a:solidFill>
              </a:defRPr>
            </a:lvl3pPr>
            <a:lvl4pPr marL="720000" indent="-180000">
              <a:defRPr>
                <a:solidFill>
                  <a:srgbClr val="3F1A01"/>
                </a:solidFill>
              </a:defRPr>
            </a:lvl4pPr>
            <a:lvl5pPr marL="900000" indent="-180000">
              <a:defRPr>
                <a:solidFill>
                  <a:srgbClr val="3F1A0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Pladsholder til tekst 4">
            <a:extLst>
              <a:ext uri="{FF2B5EF4-FFF2-40B4-BE49-F238E27FC236}">
                <a16:creationId xmlns:a16="http://schemas.microsoft.com/office/drawing/2014/main" id="{EBB3946A-4DC7-4E05-93EA-397784066B92}"/>
              </a:ext>
            </a:extLst>
          </p:cNvPr>
          <p:cNvSpPr>
            <a:spLocks noGrp="1"/>
          </p:cNvSpPr>
          <p:nvPr>
            <p:ph type="body" sz="quarter" idx="18" hasCustomPrompt="1"/>
          </p:nvPr>
        </p:nvSpPr>
        <p:spPr>
          <a:xfrm>
            <a:off x="539749" y="6102000"/>
            <a:ext cx="9213851" cy="619200"/>
          </a:xfrm>
          <a:prstGeom prst="rect">
            <a:avLst/>
          </a:prstGeom>
        </p:spPr>
        <p:txBody>
          <a:bodyPr anchor="b" anchorCtr="0">
            <a:noAutofit/>
          </a:bodyPr>
          <a:lstStyle>
            <a:lvl1pPr marL="0" indent="0">
              <a:spcBef>
                <a:spcPts val="0"/>
              </a:spcBef>
              <a:buFont typeface="+mj-lt"/>
              <a:buNone/>
              <a:defRPr sz="950" i="0">
                <a:solidFill>
                  <a:schemeClr val="accent2">
                    <a:lumMod val="50000"/>
                  </a:schemeClr>
                </a:solidFill>
                <a:latin typeface="Times New Roman" panose="02020603050405020304" pitchFamily="18" charset="0"/>
                <a:cs typeface="Times New Roman" panose="02020603050405020304" pitchFamily="18" charset="0"/>
              </a:defRPr>
            </a:lvl1pPr>
            <a:lvl2pPr marL="457200" indent="0">
              <a:buNone/>
              <a:defRPr/>
            </a:lvl2pPr>
          </a:lstStyle>
          <a:p>
            <a:pPr lvl="0"/>
            <a:r>
              <a:rPr lang="en-GB" dirty="0"/>
              <a:t>Reference text</a:t>
            </a:r>
          </a:p>
        </p:txBody>
      </p:sp>
      <p:sp>
        <p:nvSpPr>
          <p:cNvPr id="11" name="Slide Number Placeholder 5">
            <a:extLst>
              <a:ext uri="{FF2B5EF4-FFF2-40B4-BE49-F238E27FC236}">
                <a16:creationId xmlns:a16="http://schemas.microsoft.com/office/drawing/2014/main" id="{F6BF5557-45BD-4FB3-97CB-C0FA71F86A1D}"/>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a:p>
        </p:txBody>
      </p:sp>
    </p:spTree>
    <p:extLst>
      <p:ext uri="{BB962C8B-B14F-4D97-AF65-F5344CB8AC3E}">
        <p14:creationId xmlns:p14="http://schemas.microsoft.com/office/powerpoint/2010/main" val="1001980767"/>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ntent w. box">
    <p:spTree>
      <p:nvGrpSpPr>
        <p:cNvPr id="1" name=""/>
        <p:cNvGrpSpPr/>
        <p:nvPr/>
      </p:nvGrpSpPr>
      <p:grpSpPr>
        <a:xfrm>
          <a:off x="0" y="0"/>
          <a:ext cx="0" cy="0"/>
          <a:chOff x="0" y="0"/>
          <a:chExt cx="0" cy="0"/>
        </a:xfrm>
      </p:grpSpPr>
      <p:sp>
        <p:nvSpPr>
          <p:cNvPr id="15" name="Text Placeholder 23">
            <a:extLst>
              <a:ext uri="{FF2B5EF4-FFF2-40B4-BE49-F238E27FC236}">
                <a16:creationId xmlns:a16="http://schemas.microsoft.com/office/drawing/2014/main" id="{A7DB8A8A-C1DF-41DA-B9ED-EBFE9FF8E943}"/>
              </a:ext>
            </a:extLst>
          </p:cNvPr>
          <p:cNvSpPr>
            <a:spLocks noGrp="1"/>
          </p:cNvSpPr>
          <p:nvPr>
            <p:ph type="body" sz="quarter" idx="17"/>
          </p:nvPr>
        </p:nvSpPr>
        <p:spPr>
          <a:xfrm>
            <a:off x="539749" y="539750"/>
            <a:ext cx="9213851" cy="266676"/>
          </a:xfrm>
          <a:prstGeom prst="rect">
            <a:avLst/>
          </a:prstGeom>
        </p:spPr>
        <p:txBody>
          <a:bodyPr wrap="square" lIns="0" tIns="0" rIns="0" bIns="0">
            <a:noAutofit/>
          </a:bodyPr>
          <a:lstStyle>
            <a:lvl1pPr marL="0" indent="0">
              <a:buNone/>
              <a:defRPr sz="1400">
                <a:solidFill>
                  <a:schemeClr val="accent2">
                    <a:lumMod val="50000"/>
                  </a:schemeClr>
                </a:solidFill>
                <a:latin typeface="Times New Roman" panose="02020603050405020304" pitchFamily="18" charset="0"/>
                <a:cs typeface="Times New Roman" panose="02020603050405020304" pitchFamily="18" charset="0"/>
              </a:defRPr>
            </a:lvl1pPr>
          </a:lstStyle>
          <a:p>
            <a:pPr lvl="0"/>
            <a:r>
              <a:rPr lang="en-US"/>
              <a:t>Click to edit Master text styles</a:t>
            </a:r>
          </a:p>
        </p:txBody>
      </p:sp>
      <p:sp>
        <p:nvSpPr>
          <p:cNvPr id="17" name="Title Placeholder 1">
            <a:extLst>
              <a:ext uri="{FF2B5EF4-FFF2-40B4-BE49-F238E27FC236}">
                <a16:creationId xmlns:a16="http://schemas.microsoft.com/office/drawing/2014/main" id="{D7BF96F8-7CDF-4F67-9D5E-D9FEF37302CF}"/>
              </a:ext>
            </a:extLst>
          </p:cNvPr>
          <p:cNvSpPr>
            <a:spLocks noGrp="1"/>
          </p:cNvSpPr>
          <p:nvPr>
            <p:ph type="title"/>
          </p:nvPr>
        </p:nvSpPr>
        <p:spPr>
          <a:xfrm>
            <a:off x="539749" y="814386"/>
            <a:ext cx="9213851" cy="332399"/>
          </a:xfrm>
          <a:prstGeom prst="rect">
            <a:avLst/>
          </a:prstGeom>
        </p:spPr>
        <p:txBody>
          <a:bodyPr vert="horz" lIns="0" tIns="0" rIns="0" bIns="0" rtlCol="0" anchor="b" anchorCtr="0">
            <a:noAutofit/>
          </a:bodyPr>
          <a:lstStyle>
            <a:lvl1pPr>
              <a:defRPr>
                <a:solidFill>
                  <a:srgbClr val="3F1A01"/>
                </a:solidFill>
              </a:defRPr>
            </a:lvl1pPr>
          </a:lstStyle>
          <a:p>
            <a:r>
              <a:rPr lang="en-US"/>
              <a:t>Click to edit Master title style</a:t>
            </a:r>
            <a:endParaRPr lang="en-GB" dirty="0"/>
          </a:p>
        </p:txBody>
      </p:sp>
      <p:sp>
        <p:nvSpPr>
          <p:cNvPr id="18" name="Content Placeholder 2">
            <a:extLst>
              <a:ext uri="{FF2B5EF4-FFF2-40B4-BE49-F238E27FC236}">
                <a16:creationId xmlns:a16="http://schemas.microsoft.com/office/drawing/2014/main" id="{EE0EABDA-198D-44FE-A8B8-E098AEB80673}"/>
              </a:ext>
            </a:extLst>
          </p:cNvPr>
          <p:cNvSpPr>
            <a:spLocks noGrp="1"/>
          </p:cNvSpPr>
          <p:nvPr>
            <p:ph idx="19"/>
          </p:nvPr>
        </p:nvSpPr>
        <p:spPr>
          <a:xfrm>
            <a:off x="539751" y="1416785"/>
            <a:ext cx="5410198" cy="4415215"/>
          </a:xfrm>
          <a:prstGeom prst="rect">
            <a:avLst/>
          </a:prstGeom>
        </p:spPr>
        <p:txBody>
          <a:bodyPr/>
          <a:lstStyle>
            <a:lvl1pPr marL="180000" indent="-180000">
              <a:defRPr sz="1600">
                <a:solidFill>
                  <a:srgbClr val="3F1A01"/>
                </a:solidFill>
              </a:defRPr>
            </a:lvl1pPr>
            <a:lvl2pPr marL="360000" indent="-180000">
              <a:defRPr sz="1400">
                <a:solidFill>
                  <a:srgbClr val="3F1A01"/>
                </a:solidFill>
              </a:defRPr>
            </a:lvl2pPr>
            <a:lvl3pPr marL="540000" indent="-180000">
              <a:defRPr>
                <a:solidFill>
                  <a:srgbClr val="3F1A01"/>
                </a:solidFill>
              </a:defRPr>
            </a:lvl3pPr>
            <a:lvl4pPr marL="720000" indent="-180000">
              <a:defRPr>
                <a:solidFill>
                  <a:srgbClr val="3F1A01"/>
                </a:solidFill>
              </a:defRPr>
            </a:lvl4pPr>
            <a:lvl5pPr marL="900000" indent="-180000">
              <a:defRPr>
                <a:solidFill>
                  <a:srgbClr val="3F1A0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9" name="Content Placeholder 2">
            <a:extLst>
              <a:ext uri="{FF2B5EF4-FFF2-40B4-BE49-F238E27FC236}">
                <a16:creationId xmlns:a16="http://schemas.microsoft.com/office/drawing/2014/main" id="{93C48C60-5B8B-4BD4-86C8-13AA617EF5E6}"/>
              </a:ext>
            </a:extLst>
          </p:cNvPr>
          <p:cNvSpPr>
            <a:spLocks noGrp="1"/>
          </p:cNvSpPr>
          <p:nvPr>
            <p:ph sz="half" idx="20"/>
          </p:nvPr>
        </p:nvSpPr>
        <p:spPr>
          <a:xfrm>
            <a:off x="6235703" y="1416785"/>
            <a:ext cx="5410197" cy="4415215"/>
          </a:xfrm>
          <a:prstGeom prst="round2DiagRect">
            <a:avLst>
              <a:gd name="adj1" fmla="val 0"/>
              <a:gd name="adj2" fmla="val 5647"/>
            </a:avLst>
          </a:prstGeom>
          <a:solidFill>
            <a:srgbClr val="D9D1CC"/>
          </a:solidFill>
        </p:spPr>
        <p:txBody>
          <a:bodyPr vert="horz" lIns="270000" tIns="270000" rIns="270000" bIns="270000" rtlCol="0">
            <a:noAutofit/>
          </a:bodyPr>
          <a:lstStyle>
            <a:lvl1pPr>
              <a:defRPr lang="en-GB" sz="1600" dirty="0">
                <a:solidFill>
                  <a:srgbClr val="3F1A01"/>
                </a:solidFill>
              </a:defRPr>
            </a:lvl1pPr>
            <a:lvl2pPr>
              <a:defRPr lang="en-GB" sz="1400" dirty="0">
                <a:solidFill>
                  <a:srgbClr val="3F1A01"/>
                </a:solidFill>
              </a:defRPr>
            </a:lvl2pPr>
            <a:lvl3pPr>
              <a:defRPr lang="en-GB" dirty="0">
                <a:solidFill>
                  <a:srgbClr val="3F1A01"/>
                </a:solidFill>
              </a:defRPr>
            </a:lvl3pPr>
            <a:lvl4pPr>
              <a:defRPr lang="en-GB" dirty="0">
                <a:solidFill>
                  <a:srgbClr val="3F1A01"/>
                </a:solidFill>
              </a:defRPr>
            </a:lvl4pPr>
            <a:lvl5pPr>
              <a:defRPr lang="en-GB" dirty="0">
                <a:solidFill>
                  <a:srgbClr val="3F1A01"/>
                </a:solidFill>
              </a:defRPr>
            </a:lvl5pPr>
          </a:lstStyle>
          <a:p>
            <a:pPr marL="180000" lvl="0" indent="-180000"/>
            <a:r>
              <a:rPr lang="en-US"/>
              <a:t>Click to edit Master text styles</a:t>
            </a:r>
          </a:p>
          <a:p>
            <a:pPr marL="180000" lvl="1" indent="-180000"/>
            <a:r>
              <a:rPr lang="en-US"/>
              <a:t>Second level</a:t>
            </a:r>
          </a:p>
          <a:p>
            <a:pPr marL="180000" lvl="2" indent="-180000"/>
            <a:r>
              <a:rPr lang="en-US"/>
              <a:t>Third level</a:t>
            </a:r>
          </a:p>
          <a:p>
            <a:pPr marL="180000" lvl="3" indent="-180000"/>
            <a:r>
              <a:rPr lang="en-US"/>
              <a:t>Fourth level</a:t>
            </a:r>
          </a:p>
          <a:p>
            <a:pPr marL="180000" lvl="4" indent="-180000"/>
            <a:r>
              <a:rPr lang="en-US"/>
              <a:t>Fifth level</a:t>
            </a:r>
            <a:endParaRPr lang="en-GB" dirty="0"/>
          </a:p>
        </p:txBody>
      </p:sp>
      <p:sp>
        <p:nvSpPr>
          <p:cNvPr id="9" name="Pladsholder til tekst 4">
            <a:extLst>
              <a:ext uri="{FF2B5EF4-FFF2-40B4-BE49-F238E27FC236}">
                <a16:creationId xmlns:a16="http://schemas.microsoft.com/office/drawing/2014/main" id="{29E749E2-61A4-474C-A9F7-035784F76645}"/>
              </a:ext>
            </a:extLst>
          </p:cNvPr>
          <p:cNvSpPr>
            <a:spLocks noGrp="1"/>
          </p:cNvSpPr>
          <p:nvPr>
            <p:ph type="body" sz="quarter" idx="18" hasCustomPrompt="1"/>
          </p:nvPr>
        </p:nvSpPr>
        <p:spPr>
          <a:xfrm>
            <a:off x="539749" y="6102000"/>
            <a:ext cx="9213851" cy="619200"/>
          </a:xfrm>
          <a:prstGeom prst="rect">
            <a:avLst/>
          </a:prstGeom>
        </p:spPr>
        <p:txBody>
          <a:bodyPr anchor="b" anchorCtr="0">
            <a:noAutofit/>
          </a:bodyPr>
          <a:lstStyle>
            <a:lvl1pPr marL="0" indent="0">
              <a:spcBef>
                <a:spcPts val="0"/>
              </a:spcBef>
              <a:buFont typeface="+mj-lt"/>
              <a:buNone/>
              <a:defRPr sz="950" i="0">
                <a:solidFill>
                  <a:schemeClr val="accent2">
                    <a:lumMod val="50000"/>
                  </a:schemeClr>
                </a:solidFill>
                <a:latin typeface="Times New Roman" panose="02020603050405020304" pitchFamily="18" charset="0"/>
                <a:cs typeface="Times New Roman" panose="02020603050405020304" pitchFamily="18" charset="0"/>
              </a:defRPr>
            </a:lvl1pPr>
            <a:lvl2pPr marL="457200" indent="0">
              <a:buNone/>
              <a:defRPr/>
            </a:lvl2pPr>
          </a:lstStyle>
          <a:p>
            <a:pPr lvl="0"/>
            <a:r>
              <a:rPr lang="en-GB" dirty="0"/>
              <a:t>Reference text</a:t>
            </a:r>
          </a:p>
        </p:txBody>
      </p:sp>
      <p:sp>
        <p:nvSpPr>
          <p:cNvPr id="8" name="Slide Number Placeholder 5">
            <a:extLst>
              <a:ext uri="{FF2B5EF4-FFF2-40B4-BE49-F238E27FC236}">
                <a16:creationId xmlns:a16="http://schemas.microsoft.com/office/drawing/2014/main" id="{635BBE75-1630-46E1-9FA9-55908041CCFF}"/>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a:p>
        </p:txBody>
      </p:sp>
    </p:spTree>
    <p:extLst>
      <p:ext uri="{BB962C8B-B14F-4D97-AF65-F5344CB8AC3E}">
        <p14:creationId xmlns:p14="http://schemas.microsoft.com/office/powerpoint/2010/main" val="531938674"/>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boxes">
    <p:spTree>
      <p:nvGrpSpPr>
        <p:cNvPr id="1" name=""/>
        <p:cNvGrpSpPr/>
        <p:nvPr/>
      </p:nvGrpSpPr>
      <p:grpSpPr>
        <a:xfrm>
          <a:off x="0" y="0"/>
          <a:ext cx="0" cy="0"/>
          <a:chOff x="0" y="0"/>
          <a:chExt cx="0" cy="0"/>
        </a:xfrm>
      </p:grpSpPr>
      <p:sp>
        <p:nvSpPr>
          <p:cNvPr id="15" name="Text Placeholder 23">
            <a:extLst>
              <a:ext uri="{FF2B5EF4-FFF2-40B4-BE49-F238E27FC236}">
                <a16:creationId xmlns:a16="http://schemas.microsoft.com/office/drawing/2014/main" id="{A7DB8A8A-C1DF-41DA-B9ED-EBFE9FF8E943}"/>
              </a:ext>
            </a:extLst>
          </p:cNvPr>
          <p:cNvSpPr>
            <a:spLocks noGrp="1"/>
          </p:cNvSpPr>
          <p:nvPr>
            <p:ph type="body" sz="quarter" idx="17"/>
          </p:nvPr>
        </p:nvSpPr>
        <p:spPr>
          <a:xfrm>
            <a:off x="539749" y="539750"/>
            <a:ext cx="9213851" cy="266676"/>
          </a:xfrm>
          <a:prstGeom prst="rect">
            <a:avLst/>
          </a:prstGeom>
        </p:spPr>
        <p:txBody>
          <a:bodyPr wrap="square" lIns="0" tIns="0" rIns="0" bIns="0">
            <a:noAutofit/>
          </a:bodyPr>
          <a:lstStyle>
            <a:lvl1pPr marL="0" indent="0">
              <a:buNone/>
              <a:defRPr sz="1400">
                <a:solidFill>
                  <a:schemeClr val="accent2">
                    <a:lumMod val="50000"/>
                  </a:schemeClr>
                </a:solidFill>
                <a:latin typeface="Times New Roman" panose="02020603050405020304" pitchFamily="18" charset="0"/>
                <a:cs typeface="Times New Roman" panose="02020603050405020304" pitchFamily="18" charset="0"/>
              </a:defRPr>
            </a:lvl1pPr>
          </a:lstStyle>
          <a:p>
            <a:pPr lvl="0"/>
            <a:r>
              <a:rPr lang="en-US"/>
              <a:t>Click to edit Master text styles</a:t>
            </a:r>
          </a:p>
        </p:txBody>
      </p:sp>
      <p:sp>
        <p:nvSpPr>
          <p:cNvPr id="17" name="Title Placeholder 1">
            <a:extLst>
              <a:ext uri="{FF2B5EF4-FFF2-40B4-BE49-F238E27FC236}">
                <a16:creationId xmlns:a16="http://schemas.microsoft.com/office/drawing/2014/main" id="{D7BF96F8-7CDF-4F67-9D5E-D9FEF37302CF}"/>
              </a:ext>
            </a:extLst>
          </p:cNvPr>
          <p:cNvSpPr>
            <a:spLocks noGrp="1"/>
          </p:cNvSpPr>
          <p:nvPr>
            <p:ph type="title"/>
          </p:nvPr>
        </p:nvSpPr>
        <p:spPr>
          <a:xfrm>
            <a:off x="539749" y="814386"/>
            <a:ext cx="9213851" cy="332399"/>
          </a:xfrm>
          <a:prstGeom prst="rect">
            <a:avLst/>
          </a:prstGeom>
        </p:spPr>
        <p:txBody>
          <a:bodyPr vert="horz" lIns="0" tIns="0" rIns="0" bIns="0" rtlCol="0" anchor="b" anchorCtr="0">
            <a:noAutofit/>
          </a:bodyPr>
          <a:lstStyle>
            <a:lvl1pPr>
              <a:defRPr>
                <a:solidFill>
                  <a:srgbClr val="3F1A01"/>
                </a:solidFill>
              </a:defRPr>
            </a:lvl1pPr>
          </a:lstStyle>
          <a:p>
            <a:r>
              <a:rPr lang="en-US"/>
              <a:t>Click to edit Master title style</a:t>
            </a:r>
            <a:endParaRPr lang="en-GB" dirty="0"/>
          </a:p>
        </p:txBody>
      </p:sp>
      <p:sp>
        <p:nvSpPr>
          <p:cNvPr id="19" name="Content Placeholder 2">
            <a:extLst>
              <a:ext uri="{FF2B5EF4-FFF2-40B4-BE49-F238E27FC236}">
                <a16:creationId xmlns:a16="http://schemas.microsoft.com/office/drawing/2014/main" id="{93C48C60-5B8B-4BD4-86C8-13AA617EF5E6}"/>
              </a:ext>
            </a:extLst>
          </p:cNvPr>
          <p:cNvSpPr>
            <a:spLocks noGrp="1"/>
          </p:cNvSpPr>
          <p:nvPr>
            <p:ph sz="half" idx="20"/>
          </p:nvPr>
        </p:nvSpPr>
        <p:spPr>
          <a:xfrm>
            <a:off x="6235703" y="1416785"/>
            <a:ext cx="5410197" cy="4415215"/>
          </a:xfrm>
          <a:prstGeom prst="round2DiagRect">
            <a:avLst>
              <a:gd name="adj1" fmla="val 0"/>
              <a:gd name="adj2" fmla="val 5647"/>
            </a:avLst>
          </a:prstGeom>
          <a:solidFill>
            <a:srgbClr val="D9D1CC"/>
          </a:solidFill>
        </p:spPr>
        <p:txBody>
          <a:bodyPr vert="horz" lIns="270000" tIns="270000" rIns="270000" bIns="270000" rtlCol="0">
            <a:noAutofit/>
          </a:bodyPr>
          <a:lstStyle>
            <a:lvl1pPr>
              <a:defRPr lang="en-GB" sz="1600" dirty="0">
                <a:solidFill>
                  <a:srgbClr val="3F1A01"/>
                </a:solidFill>
              </a:defRPr>
            </a:lvl1pPr>
            <a:lvl2pPr>
              <a:defRPr lang="en-GB" sz="1400" dirty="0">
                <a:solidFill>
                  <a:srgbClr val="3F1A01"/>
                </a:solidFill>
              </a:defRPr>
            </a:lvl2pPr>
            <a:lvl3pPr>
              <a:defRPr lang="en-GB" dirty="0">
                <a:solidFill>
                  <a:srgbClr val="3F1A01"/>
                </a:solidFill>
              </a:defRPr>
            </a:lvl3pPr>
            <a:lvl4pPr>
              <a:defRPr lang="en-GB" dirty="0">
                <a:solidFill>
                  <a:srgbClr val="3F1A01"/>
                </a:solidFill>
              </a:defRPr>
            </a:lvl4pPr>
            <a:lvl5pPr>
              <a:defRPr lang="en-GB" dirty="0">
                <a:solidFill>
                  <a:srgbClr val="3F1A01"/>
                </a:solidFill>
              </a:defRPr>
            </a:lvl5pPr>
          </a:lstStyle>
          <a:p>
            <a:pPr marL="180000" lvl="0" indent="-180000"/>
            <a:r>
              <a:rPr lang="en-US"/>
              <a:t>Click to edit Master text styles</a:t>
            </a:r>
          </a:p>
          <a:p>
            <a:pPr marL="180000" lvl="1" indent="-180000"/>
            <a:r>
              <a:rPr lang="en-US"/>
              <a:t>Second level</a:t>
            </a:r>
          </a:p>
          <a:p>
            <a:pPr marL="180000" lvl="2" indent="-180000"/>
            <a:r>
              <a:rPr lang="en-US"/>
              <a:t>Third level</a:t>
            </a:r>
          </a:p>
          <a:p>
            <a:pPr marL="180000" lvl="3" indent="-180000"/>
            <a:r>
              <a:rPr lang="en-US"/>
              <a:t>Fourth level</a:t>
            </a:r>
          </a:p>
          <a:p>
            <a:pPr marL="180000" lvl="4" indent="-180000"/>
            <a:r>
              <a:rPr lang="en-US"/>
              <a:t>Fifth level</a:t>
            </a:r>
            <a:endParaRPr lang="en-GB" dirty="0"/>
          </a:p>
        </p:txBody>
      </p:sp>
      <p:sp>
        <p:nvSpPr>
          <p:cNvPr id="11" name="Content Placeholder 2">
            <a:extLst>
              <a:ext uri="{FF2B5EF4-FFF2-40B4-BE49-F238E27FC236}">
                <a16:creationId xmlns:a16="http://schemas.microsoft.com/office/drawing/2014/main" id="{EBDA6CC7-1BAA-4EB8-B9AD-0404E7D8D6E1}"/>
              </a:ext>
            </a:extLst>
          </p:cNvPr>
          <p:cNvSpPr>
            <a:spLocks noGrp="1"/>
          </p:cNvSpPr>
          <p:nvPr>
            <p:ph sz="half" idx="21"/>
          </p:nvPr>
        </p:nvSpPr>
        <p:spPr>
          <a:xfrm>
            <a:off x="539749" y="1416785"/>
            <a:ext cx="5410197" cy="4415215"/>
          </a:xfrm>
          <a:prstGeom prst="round2DiagRect">
            <a:avLst>
              <a:gd name="adj1" fmla="val 0"/>
              <a:gd name="adj2" fmla="val 5647"/>
            </a:avLst>
          </a:prstGeom>
          <a:solidFill>
            <a:srgbClr val="D9D1CC"/>
          </a:solidFill>
        </p:spPr>
        <p:txBody>
          <a:bodyPr vert="horz" lIns="270000" tIns="270000" rIns="270000" bIns="270000" rtlCol="0">
            <a:noAutofit/>
          </a:bodyPr>
          <a:lstStyle>
            <a:lvl1pPr>
              <a:defRPr lang="en-GB" sz="1600" dirty="0">
                <a:solidFill>
                  <a:srgbClr val="3F1A01"/>
                </a:solidFill>
              </a:defRPr>
            </a:lvl1pPr>
            <a:lvl2pPr>
              <a:defRPr lang="en-GB" sz="1400" dirty="0">
                <a:solidFill>
                  <a:srgbClr val="3F1A01"/>
                </a:solidFill>
              </a:defRPr>
            </a:lvl2pPr>
            <a:lvl3pPr>
              <a:defRPr lang="en-GB" dirty="0">
                <a:solidFill>
                  <a:srgbClr val="3F1A01"/>
                </a:solidFill>
              </a:defRPr>
            </a:lvl3pPr>
            <a:lvl4pPr>
              <a:defRPr lang="en-GB" dirty="0">
                <a:solidFill>
                  <a:srgbClr val="3F1A01"/>
                </a:solidFill>
              </a:defRPr>
            </a:lvl4pPr>
            <a:lvl5pPr>
              <a:defRPr lang="en-GB" dirty="0">
                <a:solidFill>
                  <a:srgbClr val="3F1A01"/>
                </a:solidFill>
              </a:defRPr>
            </a:lvl5pPr>
          </a:lstStyle>
          <a:p>
            <a:pPr marL="180000" lvl="0" indent="-180000"/>
            <a:r>
              <a:rPr lang="en-US"/>
              <a:t>Click to edit Master text styles</a:t>
            </a:r>
          </a:p>
          <a:p>
            <a:pPr marL="180000" lvl="1" indent="-180000"/>
            <a:r>
              <a:rPr lang="en-US"/>
              <a:t>Second level</a:t>
            </a:r>
          </a:p>
          <a:p>
            <a:pPr marL="180000" lvl="2" indent="-180000"/>
            <a:r>
              <a:rPr lang="en-US"/>
              <a:t>Third level</a:t>
            </a:r>
          </a:p>
          <a:p>
            <a:pPr marL="180000" lvl="3" indent="-180000"/>
            <a:r>
              <a:rPr lang="en-US"/>
              <a:t>Fourth level</a:t>
            </a:r>
          </a:p>
          <a:p>
            <a:pPr marL="180000" lvl="4" indent="-180000"/>
            <a:r>
              <a:rPr lang="en-US"/>
              <a:t>Fifth level</a:t>
            </a:r>
            <a:endParaRPr lang="en-GB" dirty="0"/>
          </a:p>
        </p:txBody>
      </p:sp>
      <p:sp>
        <p:nvSpPr>
          <p:cNvPr id="10" name="Pladsholder til tekst 4">
            <a:extLst>
              <a:ext uri="{FF2B5EF4-FFF2-40B4-BE49-F238E27FC236}">
                <a16:creationId xmlns:a16="http://schemas.microsoft.com/office/drawing/2014/main" id="{356E8D43-7E87-4424-807D-A430A2A3556B}"/>
              </a:ext>
            </a:extLst>
          </p:cNvPr>
          <p:cNvSpPr>
            <a:spLocks noGrp="1"/>
          </p:cNvSpPr>
          <p:nvPr>
            <p:ph type="body" sz="quarter" idx="18" hasCustomPrompt="1"/>
          </p:nvPr>
        </p:nvSpPr>
        <p:spPr>
          <a:xfrm>
            <a:off x="539749" y="6102000"/>
            <a:ext cx="9213851" cy="619200"/>
          </a:xfrm>
          <a:prstGeom prst="rect">
            <a:avLst/>
          </a:prstGeom>
        </p:spPr>
        <p:txBody>
          <a:bodyPr anchor="b" anchorCtr="0">
            <a:noAutofit/>
          </a:bodyPr>
          <a:lstStyle>
            <a:lvl1pPr marL="0" indent="0">
              <a:spcBef>
                <a:spcPts val="0"/>
              </a:spcBef>
              <a:buFont typeface="+mj-lt"/>
              <a:buNone/>
              <a:defRPr sz="950" i="0">
                <a:solidFill>
                  <a:schemeClr val="accent2">
                    <a:lumMod val="50000"/>
                  </a:schemeClr>
                </a:solidFill>
                <a:latin typeface="Times New Roman" panose="02020603050405020304" pitchFamily="18" charset="0"/>
                <a:cs typeface="Times New Roman" panose="02020603050405020304" pitchFamily="18" charset="0"/>
              </a:defRPr>
            </a:lvl1pPr>
            <a:lvl2pPr marL="457200" indent="0">
              <a:buNone/>
              <a:defRPr/>
            </a:lvl2pPr>
          </a:lstStyle>
          <a:p>
            <a:pPr lvl="0"/>
            <a:r>
              <a:rPr lang="en-GB" dirty="0"/>
              <a:t>Reference text</a:t>
            </a:r>
          </a:p>
        </p:txBody>
      </p:sp>
      <p:sp>
        <p:nvSpPr>
          <p:cNvPr id="8" name="Slide Number Placeholder 5">
            <a:extLst>
              <a:ext uri="{FF2B5EF4-FFF2-40B4-BE49-F238E27FC236}">
                <a16:creationId xmlns:a16="http://schemas.microsoft.com/office/drawing/2014/main" id="{6F4FDDF7-85E3-4759-BAA0-9BCCD7DE4785}"/>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a:p>
        </p:txBody>
      </p:sp>
    </p:spTree>
    <p:extLst>
      <p:ext uri="{BB962C8B-B14F-4D97-AF65-F5344CB8AC3E}">
        <p14:creationId xmlns:p14="http://schemas.microsoft.com/office/powerpoint/2010/main" val="719985357"/>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hree Content boxes">
    <p:spTree>
      <p:nvGrpSpPr>
        <p:cNvPr id="1" name=""/>
        <p:cNvGrpSpPr/>
        <p:nvPr/>
      </p:nvGrpSpPr>
      <p:grpSpPr>
        <a:xfrm>
          <a:off x="0" y="0"/>
          <a:ext cx="0" cy="0"/>
          <a:chOff x="0" y="0"/>
          <a:chExt cx="0" cy="0"/>
        </a:xfrm>
      </p:grpSpPr>
      <p:sp>
        <p:nvSpPr>
          <p:cNvPr id="15" name="Text Placeholder 23">
            <a:extLst>
              <a:ext uri="{FF2B5EF4-FFF2-40B4-BE49-F238E27FC236}">
                <a16:creationId xmlns:a16="http://schemas.microsoft.com/office/drawing/2014/main" id="{A7DB8A8A-C1DF-41DA-B9ED-EBFE9FF8E943}"/>
              </a:ext>
            </a:extLst>
          </p:cNvPr>
          <p:cNvSpPr>
            <a:spLocks noGrp="1"/>
          </p:cNvSpPr>
          <p:nvPr>
            <p:ph type="body" sz="quarter" idx="17"/>
          </p:nvPr>
        </p:nvSpPr>
        <p:spPr>
          <a:xfrm>
            <a:off x="539749" y="539750"/>
            <a:ext cx="9213851" cy="266676"/>
          </a:xfrm>
          <a:prstGeom prst="rect">
            <a:avLst/>
          </a:prstGeom>
        </p:spPr>
        <p:txBody>
          <a:bodyPr wrap="square" lIns="0" tIns="0" rIns="0" bIns="0">
            <a:noAutofit/>
          </a:bodyPr>
          <a:lstStyle>
            <a:lvl1pPr marL="0" indent="0">
              <a:buNone/>
              <a:defRPr sz="1400">
                <a:solidFill>
                  <a:schemeClr val="accent2">
                    <a:lumMod val="50000"/>
                  </a:schemeClr>
                </a:solidFill>
                <a:latin typeface="Times New Roman" panose="02020603050405020304" pitchFamily="18" charset="0"/>
                <a:cs typeface="Times New Roman" panose="02020603050405020304" pitchFamily="18" charset="0"/>
              </a:defRPr>
            </a:lvl1pPr>
          </a:lstStyle>
          <a:p>
            <a:pPr lvl="0"/>
            <a:r>
              <a:rPr lang="en-US" dirty="0"/>
              <a:t>Click to edit Master text styles</a:t>
            </a:r>
          </a:p>
        </p:txBody>
      </p:sp>
      <p:sp>
        <p:nvSpPr>
          <p:cNvPr id="17" name="Title Placeholder 1">
            <a:extLst>
              <a:ext uri="{FF2B5EF4-FFF2-40B4-BE49-F238E27FC236}">
                <a16:creationId xmlns:a16="http://schemas.microsoft.com/office/drawing/2014/main" id="{D7BF96F8-7CDF-4F67-9D5E-D9FEF37302CF}"/>
              </a:ext>
            </a:extLst>
          </p:cNvPr>
          <p:cNvSpPr>
            <a:spLocks noGrp="1"/>
          </p:cNvSpPr>
          <p:nvPr>
            <p:ph type="title"/>
          </p:nvPr>
        </p:nvSpPr>
        <p:spPr>
          <a:xfrm>
            <a:off x="539749" y="814386"/>
            <a:ext cx="9213851" cy="332399"/>
          </a:xfrm>
          <a:prstGeom prst="rect">
            <a:avLst/>
          </a:prstGeom>
        </p:spPr>
        <p:txBody>
          <a:bodyPr vert="horz" lIns="0" tIns="0" rIns="0" bIns="0" rtlCol="0" anchor="b" anchorCtr="0">
            <a:noAutofit/>
          </a:bodyPr>
          <a:lstStyle>
            <a:lvl1pPr>
              <a:defRPr>
                <a:solidFill>
                  <a:srgbClr val="3F1A01"/>
                </a:solidFill>
              </a:defRPr>
            </a:lvl1pPr>
          </a:lstStyle>
          <a:p>
            <a:r>
              <a:rPr lang="en-US"/>
              <a:t>Click to edit Master title style</a:t>
            </a:r>
            <a:endParaRPr lang="en-GB" dirty="0"/>
          </a:p>
        </p:txBody>
      </p:sp>
      <p:sp>
        <p:nvSpPr>
          <p:cNvPr id="19" name="Content Placeholder 2">
            <a:extLst>
              <a:ext uri="{FF2B5EF4-FFF2-40B4-BE49-F238E27FC236}">
                <a16:creationId xmlns:a16="http://schemas.microsoft.com/office/drawing/2014/main" id="{93C48C60-5B8B-4BD4-86C8-13AA617EF5E6}"/>
              </a:ext>
            </a:extLst>
          </p:cNvPr>
          <p:cNvSpPr>
            <a:spLocks noGrp="1"/>
          </p:cNvSpPr>
          <p:nvPr>
            <p:ph sz="half" idx="20"/>
          </p:nvPr>
        </p:nvSpPr>
        <p:spPr>
          <a:xfrm>
            <a:off x="8133463" y="1416785"/>
            <a:ext cx="3517200" cy="4415215"/>
          </a:xfrm>
          <a:prstGeom prst="round2DiagRect">
            <a:avLst>
              <a:gd name="adj1" fmla="val 0"/>
              <a:gd name="adj2" fmla="val 7633"/>
            </a:avLst>
          </a:prstGeom>
          <a:solidFill>
            <a:srgbClr val="D9D1CC"/>
          </a:solidFill>
        </p:spPr>
        <p:txBody>
          <a:bodyPr vert="horz" lIns="270000" tIns="270000" rIns="270000" bIns="270000" rtlCol="0">
            <a:noAutofit/>
          </a:bodyPr>
          <a:lstStyle>
            <a:lvl1pPr>
              <a:defRPr lang="en-GB" sz="1600" dirty="0">
                <a:solidFill>
                  <a:srgbClr val="3F1A01"/>
                </a:solidFill>
              </a:defRPr>
            </a:lvl1pPr>
            <a:lvl2pPr>
              <a:defRPr lang="en-GB" sz="1400" dirty="0">
                <a:solidFill>
                  <a:srgbClr val="3F1A01"/>
                </a:solidFill>
              </a:defRPr>
            </a:lvl2pPr>
            <a:lvl3pPr>
              <a:defRPr lang="en-GB" dirty="0">
                <a:solidFill>
                  <a:srgbClr val="3F1A01"/>
                </a:solidFill>
              </a:defRPr>
            </a:lvl3pPr>
            <a:lvl4pPr>
              <a:defRPr lang="en-GB" dirty="0">
                <a:solidFill>
                  <a:srgbClr val="3F1A01"/>
                </a:solidFill>
              </a:defRPr>
            </a:lvl4pPr>
            <a:lvl5pPr>
              <a:defRPr lang="en-GB" dirty="0">
                <a:solidFill>
                  <a:srgbClr val="3F1A01"/>
                </a:solidFill>
              </a:defRPr>
            </a:lvl5pPr>
          </a:lstStyle>
          <a:p>
            <a:pPr marL="180000" lvl="0" indent="-180000"/>
            <a:r>
              <a:rPr lang="en-US"/>
              <a:t>Click to edit Master text styles</a:t>
            </a:r>
          </a:p>
          <a:p>
            <a:pPr marL="180000" lvl="1" indent="-180000"/>
            <a:r>
              <a:rPr lang="en-US"/>
              <a:t>Second level</a:t>
            </a:r>
          </a:p>
          <a:p>
            <a:pPr marL="180000" lvl="2" indent="-180000"/>
            <a:r>
              <a:rPr lang="en-US"/>
              <a:t>Third level</a:t>
            </a:r>
          </a:p>
          <a:p>
            <a:pPr marL="180000" lvl="3" indent="-180000"/>
            <a:r>
              <a:rPr lang="en-US"/>
              <a:t>Fourth level</a:t>
            </a:r>
          </a:p>
          <a:p>
            <a:pPr marL="180000" lvl="4" indent="-180000"/>
            <a:r>
              <a:rPr lang="en-US"/>
              <a:t>Fifth level</a:t>
            </a:r>
            <a:endParaRPr lang="en-GB" dirty="0"/>
          </a:p>
        </p:txBody>
      </p:sp>
      <p:sp>
        <p:nvSpPr>
          <p:cNvPr id="13" name="Content Placeholder 2">
            <a:extLst>
              <a:ext uri="{FF2B5EF4-FFF2-40B4-BE49-F238E27FC236}">
                <a16:creationId xmlns:a16="http://schemas.microsoft.com/office/drawing/2014/main" id="{E0ABF75E-4167-4805-B291-E9228EC8A4B7}"/>
              </a:ext>
            </a:extLst>
          </p:cNvPr>
          <p:cNvSpPr>
            <a:spLocks noGrp="1"/>
          </p:cNvSpPr>
          <p:nvPr>
            <p:ph sz="half" idx="21"/>
          </p:nvPr>
        </p:nvSpPr>
        <p:spPr>
          <a:xfrm>
            <a:off x="539749" y="1416785"/>
            <a:ext cx="3517200" cy="4415215"/>
          </a:xfrm>
          <a:prstGeom prst="round2DiagRect">
            <a:avLst>
              <a:gd name="adj1" fmla="val 0"/>
              <a:gd name="adj2" fmla="val 7633"/>
            </a:avLst>
          </a:prstGeom>
          <a:solidFill>
            <a:srgbClr val="D9D1CC"/>
          </a:solidFill>
        </p:spPr>
        <p:txBody>
          <a:bodyPr vert="horz" lIns="270000" tIns="270000" rIns="270000" bIns="270000" rtlCol="0">
            <a:noAutofit/>
          </a:bodyPr>
          <a:lstStyle>
            <a:lvl1pPr>
              <a:defRPr lang="en-GB" sz="1600" dirty="0">
                <a:solidFill>
                  <a:srgbClr val="3F1A01"/>
                </a:solidFill>
              </a:defRPr>
            </a:lvl1pPr>
            <a:lvl2pPr>
              <a:defRPr lang="en-GB" sz="1400" dirty="0">
                <a:solidFill>
                  <a:srgbClr val="3F1A01"/>
                </a:solidFill>
              </a:defRPr>
            </a:lvl2pPr>
            <a:lvl3pPr>
              <a:defRPr lang="en-GB" dirty="0">
                <a:solidFill>
                  <a:srgbClr val="3F1A01"/>
                </a:solidFill>
              </a:defRPr>
            </a:lvl3pPr>
            <a:lvl4pPr>
              <a:defRPr lang="en-GB" dirty="0">
                <a:solidFill>
                  <a:srgbClr val="3F1A01"/>
                </a:solidFill>
              </a:defRPr>
            </a:lvl4pPr>
            <a:lvl5pPr>
              <a:defRPr lang="en-GB" dirty="0">
                <a:solidFill>
                  <a:srgbClr val="3F1A01"/>
                </a:solidFill>
              </a:defRPr>
            </a:lvl5pPr>
          </a:lstStyle>
          <a:p>
            <a:pPr marL="180000" lvl="0" indent="-180000"/>
            <a:r>
              <a:rPr lang="en-US"/>
              <a:t>Click to edit Master text styles</a:t>
            </a:r>
          </a:p>
          <a:p>
            <a:pPr marL="180000" lvl="1" indent="-180000"/>
            <a:r>
              <a:rPr lang="en-US"/>
              <a:t>Second level</a:t>
            </a:r>
          </a:p>
          <a:p>
            <a:pPr marL="180000" lvl="2" indent="-180000"/>
            <a:r>
              <a:rPr lang="en-US"/>
              <a:t>Third level</a:t>
            </a:r>
          </a:p>
          <a:p>
            <a:pPr marL="180000" lvl="3" indent="-180000"/>
            <a:r>
              <a:rPr lang="en-US"/>
              <a:t>Fourth level</a:t>
            </a:r>
          </a:p>
          <a:p>
            <a:pPr marL="180000" lvl="4" indent="-180000"/>
            <a:r>
              <a:rPr lang="en-US"/>
              <a:t>Fifth level</a:t>
            </a:r>
            <a:endParaRPr lang="en-GB" dirty="0"/>
          </a:p>
        </p:txBody>
      </p:sp>
      <p:sp>
        <p:nvSpPr>
          <p:cNvPr id="18" name="Content Placeholder 2">
            <a:extLst>
              <a:ext uri="{FF2B5EF4-FFF2-40B4-BE49-F238E27FC236}">
                <a16:creationId xmlns:a16="http://schemas.microsoft.com/office/drawing/2014/main" id="{1347E5D1-9F54-45A5-A2B9-C082F6AAD75D}"/>
              </a:ext>
            </a:extLst>
          </p:cNvPr>
          <p:cNvSpPr>
            <a:spLocks noGrp="1"/>
          </p:cNvSpPr>
          <p:nvPr>
            <p:ph sz="half" idx="22"/>
          </p:nvPr>
        </p:nvSpPr>
        <p:spPr>
          <a:xfrm>
            <a:off x="4336606" y="1416785"/>
            <a:ext cx="3517200" cy="4415215"/>
          </a:xfrm>
          <a:prstGeom prst="round2DiagRect">
            <a:avLst>
              <a:gd name="adj1" fmla="val 0"/>
              <a:gd name="adj2" fmla="val 7633"/>
            </a:avLst>
          </a:prstGeom>
          <a:solidFill>
            <a:srgbClr val="D9D1CC"/>
          </a:solidFill>
        </p:spPr>
        <p:txBody>
          <a:bodyPr vert="horz" lIns="270000" tIns="270000" rIns="270000" bIns="270000" rtlCol="0">
            <a:noAutofit/>
          </a:bodyPr>
          <a:lstStyle>
            <a:lvl1pPr>
              <a:defRPr lang="en-GB" sz="1600" dirty="0">
                <a:solidFill>
                  <a:srgbClr val="3F1A01"/>
                </a:solidFill>
              </a:defRPr>
            </a:lvl1pPr>
            <a:lvl2pPr>
              <a:defRPr lang="en-GB" sz="1400" dirty="0">
                <a:solidFill>
                  <a:srgbClr val="3F1A01"/>
                </a:solidFill>
              </a:defRPr>
            </a:lvl2pPr>
            <a:lvl3pPr>
              <a:defRPr lang="en-GB" dirty="0">
                <a:solidFill>
                  <a:srgbClr val="3F1A01"/>
                </a:solidFill>
              </a:defRPr>
            </a:lvl3pPr>
            <a:lvl4pPr>
              <a:defRPr lang="en-GB" dirty="0">
                <a:solidFill>
                  <a:srgbClr val="3F1A01"/>
                </a:solidFill>
              </a:defRPr>
            </a:lvl4pPr>
            <a:lvl5pPr>
              <a:defRPr lang="en-GB" dirty="0">
                <a:solidFill>
                  <a:srgbClr val="3F1A01"/>
                </a:solidFill>
              </a:defRPr>
            </a:lvl5pPr>
          </a:lstStyle>
          <a:p>
            <a:pPr marL="180000" lvl="0" indent="-180000"/>
            <a:r>
              <a:rPr lang="en-US"/>
              <a:t>Click to edit Master text styles</a:t>
            </a:r>
          </a:p>
          <a:p>
            <a:pPr marL="180000" lvl="1" indent="-180000"/>
            <a:r>
              <a:rPr lang="en-US"/>
              <a:t>Second level</a:t>
            </a:r>
          </a:p>
          <a:p>
            <a:pPr marL="180000" lvl="2" indent="-180000"/>
            <a:r>
              <a:rPr lang="en-US"/>
              <a:t>Third level</a:t>
            </a:r>
          </a:p>
          <a:p>
            <a:pPr marL="180000" lvl="3" indent="-180000"/>
            <a:r>
              <a:rPr lang="en-US"/>
              <a:t>Fourth level</a:t>
            </a:r>
          </a:p>
          <a:p>
            <a:pPr marL="180000" lvl="4" indent="-180000"/>
            <a:r>
              <a:rPr lang="en-US"/>
              <a:t>Fifth level</a:t>
            </a:r>
            <a:endParaRPr lang="en-GB" dirty="0"/>
          </a:p>
        </p:txBody>
      </p:sp>
      <p:sp>
        <p:nvSpPr>
          <p:cNvPr id="11" name="Pladsholder til tekst 4">
            <a:extLst>
              <a:ext uri="{FF2B5EF4-FFF2-40B4-BE49-F238E27FC236}">
                <a16:creationId xmlns:a16="http://schemas.microsoft.com/office/drawing/2014/main" id="{CADE5614-2F8F-4E7B-AED0-07DEE006528B}"/>
              </a:ext>
            </a:extLst>
          </p:cNvPr>
          <p:cNvSpPr>
            <a:spLocks noGrp="1"/>
          </p:cNvSpPr>
          <p:nvPr>
            <p:ph type="body" sz="quarter" idx="18" hasCustomPrompt="1"/>
          </p:nvPr>
        </p:nvSpPr>
        <p:spPr>
          <a:xfrm>
            <a:off x="539749" y="6102000"/>
            <a:ext cx="9213851" cy="619200"/>
          </a:xfrm>
          <a:prstGeom prst="rect">
            <a:avLst/>
          </a:prstGeom>
        </p:spPr>
        <p:txBody>
          <a:bodyPr anchor="b" anchorCtr="0">
            <a:noAutofit/>
          </a:bodyPr>
          <a:lstStyle>
            <a:lvl1pPr marL="0" indent="0">
              <a:spcBef>
                <a:spcPts val="0"/>
              </a:spcBef>
              <a:buFont typeface="+mj-lt"/>
              <a:buNone/>
              <a:defRPr sz="950" i="0">
                <a:solidFill>
                  <a:schemeClr val="accent2">
                    <a:lumMod val="50000"/>
                  </a:schemeClr>
                </a:solidFill>
                <a:latin typeface="Times New Roman" panose="02020603050405020304" pitchFamily="18" charset="0"/>
                <a:cs typeface="Times New Roman" panose="02020603050405020304" pitchFamily="18" charset="0"/>
              </a:defRPr>
            </a:lvl1pPr>
            <a:lvl2pPr marL="457200" indent="0">
              <a:buNone/>
              <a:defRPr/>
            </a:lvl2pPr>
          </a:lstStyle>
          <a:p>
            <a:pPr lvl="0"/>
            <a:r>
              <a:rPr lang="en-GB" dirty="0"/>
              <a:t>Reference text</a:t>
            </a:r>
          </a:p>
        </p:txBody>
      </p:sp>
      <p:sp>
        <p:nvSpPr>
          <p:cNvPr id="9" name="Slide Number Placeholder 5">
            <a:extLst>
              <a:ext uri="{FF2B5EF4-FFF2-40B4-BE49-F238E27FC236}">
                <a16:creationId xmlns:a16="http://schemas.microsoft.com/office/drawing/2014/main" id="{C259D227-360F-41E9-B0C9-D6A7486F332A}"/>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a:p>
        </p:txBody>
      </p:sp>
    </p:spTree>
    <p:extLst>
      <p:ext uri="{BB962C8B-B14F-4D97-AF65-F5344CB8AC3E}">
        <p14:creationId xmlns:p14="http://schemas.microsoft.com/office/powerpoint/2010/main" val="279923098"/>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Four Content boxes">
    <p:spTree>
      <p:nvGrpSpPr>
        <p:cNvPr id="1" name=""/>
        <p:cNvGrpSpPr/>
        <p:nvPr/>
      </p:nvGrpSpPr>
      <p:grpSpPr>
        <a:xfrm>
          <a:off x="0" y="0"/>
          <a:ext cx="0" cy="0"/>
          <a:chOff x="0" y="0"/>
          <a:chExt cx="0" cy="0"/>
        </a:xfrm>
      </p:grpSpPr>
      <p:sp>
        <p:nvSpPr>
          <p:cNvPr id="15" name="Text Placeholder 23">
            <a:extLst>
              <a:ext uri="{FF2B5EF4-FFF2-40B4-BE49-F238E27FC236}">
                <a16:creationId xmlns:a16="http://schemas.microsoft.com/office/drawing/2014/main" id="{A7DB8A8A-C1DF-41DA-B9ED-EBFE9FF8E943}"/>
              </a:ext>
            </a:extLst>
          </p:cNvPr>
          <p:cNvSpPr>
            <a:spLocks noGrp="1"/>
          </p:cNvSpPr>
          <p:nvPr>
            <p:ph type="body" sz="quarter" idx="17"/>
          </p:nvPr>
        </p:nvSpPr>
        <p:spPr>
          <a:xfrm>
            <a:off x="539749" y="539750"/>
            <a:ext cx="9213851" cy="266676"/>
          </a:xfrm>
          <a:prstGeom prst="rect">
            <a:avLst/>
          </a:prstGeom>
        </p:spPr>
        <p:txBody>
          <a:bodyPr wrap="square" lIns="0" tIns="0" rIns="0" bIns="0">
            <a:noAutofit/>
          </a:bodyPr>
          <a:lstStyle>
            <a:lvl1pPr marL="0" indent="0">
              <a:buNone/>
              <a:defRPr sz="1400">
                <a:solidFill>
                  <a:schemeClr val="accent2">
                    <a:lumMod val="50000"/>
                  </a:schemeClr>
                </a:solidFill>
                <a:latin typeface="Times New Roman" panose="02020603050405020304" pitchFamily="18" charset="0"/>
                <a:cs typeface="Times New Roman" panose="02020603050405020304" pitchFamily="18" charset="0"/>
              </a:defRPr>
            </a:lvl1pPr>
          </a:lstStyle>
          <a:p>
            <a:pPr lvl="0"/>
            <a:r>
              <a:rPr lang="en-US"/>
              <a:t>Click to edit Master text styles</a:t>
            </a:r>
          </a:p>
        </p:txBody>
      </p:sp>
      <p:sp>
        <p:nvSpPr>
          <p:cNvPr id="17" name="Title Placeholder 1">
            <a:extLst>
              <a:ext uri="{FF2B5EF4-FFF2-40B4-BE49-F238E27FC236}">
                <a16:creationId xmlns:a16="http://schemas.microsoft.com/office/drawing/2014/main" id="{D7BF96F8-7CDF-4F67-9D5E-D9FEF37302CF}"/>
              </a:ext>
            </a:extLst>
          </p:cNvPr>
          <p:cNvSpPr>
            <a:spLocks noGrp="1"/>
          </p:cNvSpPr>
          <p:nvPr>
            <p:ph type="title"/>
          </p:nvPr>
        </p:nvSpPr>
        <p:spPr>
          <a:xfrm>
            <a:off x="539749" y="814386"/>
            <a:ext cx="9213851" cy="332399"/>
          </a:xfrm>
          <a:prstGeom prst="rect">
            <a:avLst/>
          </a:prstGeom>
        </p:spPr>
        <p:txBody>
          <a:bodyPr vert="horz" lIns="0" tIns="0" rIns="0" bIns="0" rtlCol="0" anchor="b" anchorCtr="0">
            <a:noAutofit/>
          </a:bodyPr>
          <a:lstStyle>
            <a:lvl1pPr>
              <a:defRPr>
                <a:solidFill>
                  <a:srgbClr val="3F1A01"/>
                </a:solidFill>
              </a:defRPr>
            </a:lvl1pPr>
          </a:lstStyle>
          <a:p>
            <a:r>
              <a:rPr lang="en-US"/>
              <a:t>Click to edit Master title style</a:t>
            </a:r>
            <a:endParaRPr lang="en-GB" dirty="0"/>
          </a:p>
        </p:txBody>
      </p:sp>
      <p:sp>
        <p:nvSpPr>
          <p:cNvPr id="19" name="Content Placeholder 2">
            <a:extLst>
              <a:ext uri="{FF2B5EF4-FFF2-40B4-BE49-F238E27FC236}">
                <a16:creationId xmlns:a16="http://schemas.microsoft.com/office/drawing/2014/main" id="{93C48C60-5B8B-4BD4-86C8-13AA617EF5E6}"/>
              </a:ext>
            </a:extLst>
          </p:cNvPr>
          <p:cNvSpPr>
            <a:spLocks noGrp="1"/>
          </p:cNvSpPr>
          <p:nvPr>
            <p:ph sz="half" idx="20"/>
          </p:nvPr>
        </p:nvSpPr>
        <p:spPr>
          <a:xfrm>
            <a:off x="9083863" y="1416785"/>
            <a:ext cx="2566800" cy="4415215"/>
          </a:xfrm>
          <a:prstGeom prst="round2DiagRect">
            <a:avLst>
              <a:gd name="adj1" fmla="val 0"/>
              <a:gd name="adj2" fmla="val 10602"/>
            </a:avLst>
          </a:prstGeom>
          <a:solidFill>
            <a:srgbClr val="D9D1CC"/>
          </a:solidFill>
        </p:spPr>
        <p:txBody>
          <a:bodyPr vert="horz" lIns="180000" tIns="180000" rIns="180000" bIns="180000" rtlCol="0">
            <a:noAutofit/>
          </a:bodyPr>
          <a:lstStyle>
            <a:lvl1pPr>
              <a:defRPr lang="en-GB" sz="1400" dirty="0">
                <a:solidFill>
                  <a:srgbClr val="3F1A01"/>
                </a:solidFill>
              </a:defRPr>
            </a:lvl1pPr>
            <a:lvl2pPr>
              <a:defRPr lang="en-GB" sz="1200" dirty="0">
                <a:solidFill>
                  <a:srgbClr val="3F1A01"/>
                </a:solidFill>
              </a:defRPr>
            </a:lvl2pPr>
            <a:lvl3pPr>
              <a:defRPr lang="en-GB" sz="1000" dirty="0">
                <a:solidFill>
                  <a:srgbClr val="3F1A01"/>
                </a:solidFill>
              </a:defRPr>
            </a:lvl3pPr>
            <a:lvl4pPr>
              <a:defRPr lang="en-GB" sz="800" dirty="0">
                <a:solidFill>
                  <a:srgbClr val="3F1A01"/>
                </a:solidFill>
              </a:defRPr>
            </a:lvl4pPr>
            <a:lvl5pPr>
              <a:defRPr lang="en-GB" sz="600" dirty="0">
                <a:solidFill>
                  <a:srgbClr val="3F1A01"/>
                </a:solidFill>
              </a:defRPr>
            </a:lvl5pPr>
          </a:lstStyle>
          <a:p>
            <a:pPr marL="180000" lvl="0" indent="-180000"/>
            <a:r>
              <a:rPr lang="en-US"/>
              <a:t>Click to edit Master text styles</a:t>
            </a:r>
          </a:p>
          <a:p>
            <a:pPr marL="180000" lvl="1" indent="-180000"/>
            <a:r>
              <a:rPr lang="en-US"/>
              <a:t>Second level</a:t>
            </a:r>
          </a:p>
          <a:p>
            <a:pPr marL="180000" lvl="2" indent="-180000"/>
            <a:r>
              <a:rPr lang="en-US"/>
              <a:t>Third level</a:t>
            </a:r>
          </a:p>
          <a:p>
            <a:pPr marL="180000" lvl="3" indent="-180000"/>
            <a:r>
              <a:rPr lang="en-US"/>
              <a:t>Fourth level</a:t>
            </a:r>
          </a:p>
          <a:p>
            <a:pPr marL="180000" lvl="4" indent="-180000"/>
            <a:r>
              <a:rPr lang="en-US"/>
              <a:t>Fifth level</a:t>
            </a:r>
            <a:endParaRPr lang="en-GB" dirty="0"/>
          </a:p>
        </p:txBody>
      </p:sp>
      <p:sp>
        <p:nvSpPr>
          <p:cNvPr id="12" name="Content Placeholder 2">
            <a:extLst>
              <a:ext uri="{FF2B5EF4-FFF2-40B4-BE49-F238E27FC236}">
                <a16:creationId xmlns:a16="http://schemas.microsoft.com/office/drawing/2014/main" id="{65BA79F2-FD03-4FA8-A335-28C51B2FEEC9}"/>
              </a:ext>
            </a:extLst>
          </p:cNvPr>
          <p:cNvSpPr>
            <a:spLocks noGrp="1"/>
          </p:cNvSpPr>
          <p:nvPr>
            <p:ph sz="half" idx="21"/>
          </p:nvPr>
        </p:nvSpPr>
        <p:spPr>
          <a:xfrm>
            <a:off x="6235825" y="1416785"/>
            <a:ext cx="2566800" cy="4415215"/>
          </a:xfrm>
          <a:prstGeom prst="round2DiagRect">
            <a:avLst>
              <a:gd name="adj1" fmla="val 0"/>
              <a:gd name="adj2" fmla="val 10602"/>
            </a:avLst>
          </a:prstGeom>
          <a:solidFill>
            <a:srgbClr val="D9D1CC"/>
          </a:solidFill>
        </p:spPr>
        <p:txBody>
          <a:bodyPr vert="horz" lIns="180000" tIns="180000" rIns="180000" bIns="180000" rtlCol="0">
            <a:noAutofit/>
          </a:bodyPr>
          <a:lstStyle>
            <a:lvl1pPr>
              <a:defRPr lang="en-GB" sz="1400" dirty="0">
                <a:solidFill>
                  <a:srgbClr val="3F1A01"/>
                </a:solidFill>
              </a:defRPr>
            </a:lvl1pPr>
            <a:lvl2pPr>
              <a:defRPr lang="en-GB" sz="1200" dirty="0">
                <a:solidFill>
                  <a:srgbClr val="3F1A01"/>
                </a:solidFill>
              </a:defRPr>
            </a:lvl2pPr>
            <a:lvl3pPr>
              <a:defRPr lang="en-GB" sz="1000" dirty="0">
                <a:solidFill>
                  <a:srgbClr val="3F1A01"/>
                </a:solidFill>
              </a:defRPr>
            </a:lvl3pPr>
            <a:lvl4pPr>
              <a:defRPr lang="en-GB" sz="800" dirty="0">
                <a:solidFill>
                  <a:srgbClr val="3F1A01"/>
                </a:solidFill>
              </a:defRPr>
            </a:lvl4pPr>
            <a:lvl5pPr>
              <a:defRPr lang="en-GB" sz="600" dirty="0">
                <a:solidFill>
                  <a:srgbClr val="3F1A01"/>
                </a:solidFill>
              </a:defRPr>
            </a:lvl5pPr>
          </a:lstStyle>
          <a:p>
            <a:pPr marL="180000" lvl="0" indent="-180000"/>
            <a:r>
              <a:rPr lang="en-US"/>
              <a:t>Click to edit Master text styles</a:t>
            </a:r>
          </a:p>
          <a:p>
            <a:pPr marL="180000" lvl="1" indent="-180000"/>
            <a:r>
              <a:rPr lang="en-US"/>
              <a:t>Second level</a:t>
            </a:r>
          </a:p>
          <a:p>
            <a:pPr marL="180000" lvl="2" indent="-180000"/>
            <a:r>
              <a:rPr lang="en-US"/>
              <a:t>Third level</a:t>
            </a:r>
          </a:p>
          <a:p>
            <a:pPr marL="180000" lvl="3" indent="-180000"/>
            <a:r>
              <a:rPr lang="en-US"/>
              <a:t>Fourth level</a:t>
            </a:r>
          </a:p>
          <a:p>
            <a:pPr marL="180000" lvl="4" indent="-180000"/>
            <a:r>
              <a:rPr lang="en-US"/>
              <a:t>Fifth level</a:t>
            </a:r>
            <a:endParaRPr lang="en-GB" dirty="0"/>
          </a:p>
        </p:txBody>
      </p:sp>
      <p:sp>
        <p:nvSpPr>
          <p:cNvPr id="21" name="Content Placeholder 2">
            <a:extLst>
              <a:ext uri="{FF2B5EF4-FFF2-40B4-BE49-F238E27FC236}">
                <a16:creationId xmlns:a16="http://schemas.microsoft.com/office/drawing/2014/main" id="{B780CFF6-1270-4A92-8741-A0B45708FB10}"/>
              </a:ext>
            </a:extLst>
          </p:cNvPr>
          <p:cNvSpPr>
            <a:spLocks noGrp="1"/>
          </p:cNvSpPr>
          <p:nvPr>
            <p:ph sz="half" idx="22"/>
          </p:nvPr>
        </p:nvSpPr>
        <p:spPr>
          <a:xfrm>
            <a:off x="3387787" y="1416785"/>
            <a:ext cx="2566800" cy="4415215"/>
          </a:xfrm>
          <a:prstGeom prst="round2DiagRect">
            <a:avLst>
              <a:gd name="adj1" fmla="val 0"/>
              <a:gd name="adj2" fmla="val 10602"/>
            </a:avLst>
          </a:prstGeom>
          <a:solidFill>
            <a:srgbClr val="D9D1CC"/>
          </a:solidFill>
        </p:spPr>
        <p:txBody>
          <a:bodyPr vert="horz" lIns="180000" tIns="180000" rIns="180000" bIns="180000" rtlCol="0">
            <a:noAutofit/>
          </a:bodyPr>
          <a:lstStyle>
            <a:lvl1pPr>
              <a:defRPr lang="en-GB" sz="1400" dirty="0">
                <a:solidFill>
                  <a:srgbClr val="3F1A01"/>
                </a:solidFill>
              </a:defRPr>
            </a:lvl1pPr>
            <a:lvl2pPr>
              <a:defRPr lang="en-GB" sz="1200" dirty="0">
                <a:solidFill>
                  <a:srgbClr val="3F1A01"/>
                </a:solidFill>
              </a:defRPr>
            </a:lvl2pPr>
            <a:lvl3pPr>
              <a:defRPr lang="en-GB" sz="1000" dirty="0">
                <a:solidFill>
                  <a:srgbClr val="3F1A01"/>
                </a:solidFill>
              </a:defRPr>
            </a:lvl3pPr>
            <a:lvl4pPr>
              <a:defRPr lang="en-GB" sz="800" dirty="0">
                <a:solidFill>
                  <a:srgbClr val="3F1A01"/>
                </a:solidFill>
              </a:defRPr>
            </a:lvl4pPr>
            <a:lvl5pPr>
              <a:defRPr lang="en-GB" sz="600" dirty="0">
                <a:solidFill>
                  <a:srgbClr val="3F1A01"/>
                </a:solidFill>
              </a:defRPr>
            </a:lvl5pPr>
          </a:lstStyle>
          <a:p>
            <a:pPr marL="180000" lvl="0" indent="-180000"/>
            <a:r>
              <a:rPr lang="en-US"/>
              <a:t>Click to edit Master text styles</a:t>
            </a:r>
          </a:p>
          <a:p>
            <a:pPr marL="180000" lvl="1" indent="-180000"/>
            <a:r>
              <a:rPr lang="en-US"/>
              <a:t>Second level</a:t>
            </a:r>
          </a:p>
          <a:p>
            <a:pPr marL="180000" lvl="2" indent="-180000"/>
            <a:r>
              <a:rPr lang="en-US"/>
              <a:t>Third level</a:t>
            </a:r>
          </a:p>
          <a:p>
            <a:pPr marL="180000" lvl="3" indent="-180000"/>
            <a:r>
              <a:rPr lang="en-US"/>
              <a:t>Fourth level</a:t>
            </a:r>
          </a:p>
          <a:p>
            <a:pPr marL="180000" lvl="4" indent="-180000"/>
            <a:r>
              <a:rPr lang="en-US"/>
              <a:t>Fifth level</a:t>
            </a:r>
            <a:endParaRPr lang="en-GB" dirty="0"/>
          </a:p>
        </p:txBody>
      </p:sp>
      <p:sp>
        <p:nvSpPr>
          <p:cNvPr id="22" name="Content Placeholder 2">
            <a:extLst>
              <a:ext uri="{FF2B5EF4-FFF2-40B4-BE49-F238E27FC236}">
                <a16:creationId xmlns:a16="http://schemas.microsoft.com/office/drawing/2014/main" id="{4CDCEE1B-29F3-4397-96F7-6921DB5D92F1}"/>
              </a:ext>
            </a:extLst>
          </p:cNvPr>
          <p:cNvSpPr>
            <a:spLocks noGrp="1"/>
          </p:cNvSpPr>
          <p:nvPr>
            <p:ph sz="half" idx="23"/>
          </p:nvPr>
        </p:nvSpPr>
        <p:spPr>
          <a:xfrm>
            <a:off x="539749" y="1416785"/>
            <a:ext cx="2566800" cy="4415215"/>
          </a:xfrm>
          <a:prstGeom prst="round2DiagRect">
            <a:avLst>
              <a:gd name="adj1" fmla="val 0"/>
              <a:gd name="adj2" fmla="val 10602"/>
            </a:avLst>
          </a:prstGeom>
          <a:solidFill>
            <a:srgbClr val="D9D1CC"/>
          </a:solidFill>
        </p:spPr>
        <p:txBody>
          <a:bodyPr vert="horz" lIns="180000" tIns="180000" rIns="180000" bIns="180000" rtlCol="0">
            <a:noAutofit/>
          </a:bodyPr>
          <a:lstStyle>
            <a:lvl1pPr>
              <a:defRPr lang="en-GB" sz="1400" dirty="0">
                <a:solidFill>
                  <a:srgbClr val="3F1A01"/>
                </a:solidFill>
              </a:defRPr>
            </a:lvl1pPr>
            <a:lvl2pPr>
              <a:defRPr lang="en-GB" sz="1200" dirty="0">
                <a:solidFill>
                  <a:srgbClr val="3F1A01"/>
                </a:solidFill>
              </a:defRPr>
            </a:lvl2pPr>
            <a:lvl3pPr>
              <a:defRPr lang="en-GB" sz="1000" dirty="0">
                <a:solidFill>
                  <a:srgbClr val="3F1A01"/>
                </a:solidFill>
              </a:defRPr>
            </a:lvl3pPr>
            <a:lvl4pPr>
              <a:defRPr lang="en-GB" sz="800" dirty="0">
                <a:solidFill>
                  <a:srgbClr val="3F1A01"/>
                </a:solidFill>
              </a:defRPr>
            </a:lvl4pPr>
            <a:lvl5pPr>
              <a:defRPr lang="en-GB" sz="600" dirty="0">
                <a:solidFill>
                  <a:srgbClr val="3F1A01"/>
                </a:solidFill>
              </a:defRPr>
            </a:lvl5pPr>
          </a:lstStyle>
          <a:p>
            <a:pPr marL="180000" lvl="0" indent="-180000"/>
            <a:r>
              <a:rPr lang="en-US"/>
              <a:t>Click to edit Master text styles</a:t>
            </a:r>
          </a:p>
          <a:p>
            <a:pPr marL="180000" lvl="1" indent="-180000"/>
            <a:r>
              <a:rPr lang="en-US"/>
              <a:t>Second level</a:t>
            </a:r>
          </a:p>
          <a:p>
            <a:pPr marL="180000" lvl="2" indent="-180000"/>
            <a:r>
              <a:rPr lang="en-US"/>
              <a:t>Third level</a:t>
            </a:r>
          </a:p>
          <a:p>
            <a:pPr marL="180000" lvl="3" indent="-180000"/>
            <a:r>
              <a:rPr lang="en-US"/>
              <a:t>Fourth level</a:t>
            </a:r>
          </a:p>
          <a:p>
            <a:pPr marL="180000" lvl="4" indent="-180000"/>
            <a:r>
              <a:rPr lang="en-US"/>
              <a:t>Fifth level</a:t>
            </a:r>
            <a:endParaRPr lang="en-GB" dirty="0"/>
          </a:p>
        </p:txBody>
      </p:sp>
      <p:sp>
        <p:nvSpPr>
          <p:cNvPr id="13" name="Pladsholder til tekst 4">
            <a:extLst>
              <a:ext uri="{FF2B5EF4-FFF2-40B4-BE49-F238E27FC236}">
                <a16:creationId xmlns:a16="http://schemas.microsoft.com/office/drawing/2014/main" id="{8F84772B-8496-4FD9-81FF-31041874A1E5}"/>
              </a:ext>
            </a:extLst>
          </p:cNvPr>
          <p:cNvSpPr>
            <a:spLocks noGrp="1"/>
          </p:cNvSpPr>
          <p:nvPr>
            <p:ph type="body" sz="quarter" idx="18" hasCustomPrompt="1"/>
          </p:nvPr>
        </p:nvSpPr>
        <p:spPr>
          <a:xfrm>
            <a:off x="539750" y="6102000"/>
            <a:ext cx="9483726" cy="619200"/>
          </a:xfrm>
          <a:prstGeom prst="rect">
            <a:avLst/>
          </a:prstGeom>
        </p:spPr>
        <p:txBody>
          <a:bodyPr anchor="b" anchorCtr="0">
            <a:noAutofit/>
          </a:bodyPr>
          <a:lstStyle>
            <a:lvl1pPr marL="0" indent="0">
              <a:spcBef>
                <a:spcPts val="0"/>
              </a:spcBef>
              <a:buFont typeface="+mj-lt"/>
              <a:buNone/>
              <a:defRPr sz="950" i="0">
                <a:solidFill>
                  <a:schemeClr val="accent2">
                    <a:lumMod val="50000"/>
                  </a:schemeClr>
                </a:solidFill>
                <a:latin typeface="Times New Roman" panose="02020603050405020304" pitchFamily="18" charset="0"/>
                <a:cs typeface="Times New Roman" panose="02020603050405020304" pitchFamily="18" charset="0"/>
              </a:defRPr>
            </a:lvl1pPr>
            <a:lvl2pPr marL="457200" indent="0">
              <a:buNone/>
              <a:defRPr/>
            </a:lvl2pPr>
          </a:lstStyle>
          <a:p>
            <a:pPr lvl="0"/>
            <a:r>
              <a:rPr lang="en-GB" dirty="0"/>
              <a:t>Reference text</a:t>
            </a:r>
          </a:p>
        </p:txBody>
      </p:sp>
      <p:sp>
        <p:nvSpPr>
          <p:cNvPr id="10" name="Slide Number Placeholder 5">
            <a:extLst>
              <a:ext uri="{FF2B5EF4-FFF2-40B4-BE49-F238E27FC236}">
                <a16:creationId xmlns:a16="http://schemas.microsoft.com/office/drawing/2014/main" id="{CF814FC2-2DB5-4AE0-A96E-5BBB8CC70D33}"/>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a:p>
        </p:txBody>
      </p:sp>
    </p:spTree>
    <p:extLst>
      <p:ext uri="{BB962C8B-B14F-4D97-AF65-F5344CB8AC3E}">
        <p14:creationId xmlns:p14="http://schemas.microsoft.com/office/powerpoint/2010/main" val="2323336792"/>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Five Content boxes">
    <p:spTree>
      <p:nvGrpSpPr>
        <p:cNvPr id="1" name=""/>
        <p:cNvGrpSpPr/>
        <p:nvPr/>
      </p:nvGrpSpPr>
      <p:grpSpPr>
        <a:xfrm>
          <a:off x="0" y="0"/>
          <a:ext cx="0" cy="0"/>
          <a:chOff x="0" y="0"/>
          <a:chExt cx="0" cy="0"/>
        </a:xfrm>
      </p:grpSpPr>
      <p:sp>
        <p:nvSpPr>
          <p:cNvPr id="15" name="Text Placeholder 23">
            <a:extLst>
              <a:ext uri="{FF2B5EF4-FFF2-40B4-BE49-F238E27FC236}">
                <a16:creationId xmlns:a16="http://schemas.microsoft.com/office/drawing/2014/main" id="{A7DB8A8A-C1DF-41DA-B9ED-EBFE9FF8E943}"/>
              </a:ext>
            </a:extLst>
          </p:cNvPr>
          <p:cNvSpPr>
            <a:spLocks noGrp="1"/>
          </p:cNvSpPr>
          <p:nvPr>
            <p:ph type="body" sz="quarter" idx="17"/>
          </p:nvPr>
        </p:nvSpPr>
        <p:spPr>
          <a:xfrm>
            <a:off x="539749" y="539750"/>
            <a:ext cx="9213851" cy="266676"/>
          </a:xfrm>
          <a:prstGeom prst="rect">
            <a:avLst/>
          </a:prstGeom>
        </p:spPr>
        <p:txBody>
          <a:bodyPr wrap="square" lIns="0" tIns="0" rIns="0" bIns="0">
            <a:noAutofit/>
          </a:bodyPr>
          <a:lstStyle>
            <a:lvl1pPr marL="0" indent="0">
              <a:buNone/>
              <a:defRPr sz="1400">
                <a:solidFill>
                  <a:schemeClr val="accent2">
                    <a:lumMod val="50000"/>
                  </a:schemeClr>
                </a:solidFill>
                <a:latin typeface="Times New Roman" panose="02020603050405020304" pitchFamily="18" charset="0"/>
                <a:cs typeface="Times New Roman" panose="02020603050405020304" pitchFamily="18" charset="0"/>
              </a:defRPr>
            </a:lvl1pPr>
          </a:lstStyle>
          <a:p>
            <a:pPr lvl="0"/>
            <a:r>
              <a:rPr lang="en-US"/>
              <a:t>Click to edit Master text styles</a:t>
            </a:r>
          </a:p>
        </p:txBody>
      </p:sp>
      <p:sp>
        <p:nvSpPr>
          <p:cNvPr id="17" name="Title Placeholder 1">
            <a:extLst>
              <a:ext uri="{FF2B5EF4-FFF2-40B4-BE49-F238E27FC236}">
                <a16:creationId xmlns:a16="http://schemas.microsoft.com/office/drawing/2014/main" id="{D7BF96F8-7CDF-4F67-9D5E-D9FEF37302CF}"/>
              </a:ext>
            </a:extLst>
          </p:cNvPr>
          <p:cNvSpPr>
            <a:spLocks noGrp="1"/>
          </p:cNvSpPr>
          <p:nvPr>
            <p:ph type="title"/>
          </p:nvPr>
        </p:nvSpPr>
        <p:spPr>
          <a:xfrm>
            <a:off x="539749" y="814386"/>
            <a:ext cx="9213851" cy="332399"/>
          </a:xfrm>
          <a:prstGeom prst="rect">
            <a:avLst/>
          </a:prstGeom>
        </p:spPr>
        <p:txBody>
          <a:bodyPr vert="horz" lIns="0" tIns="0" rIns="0" bIns="0" rtlCol="0" anchor="b" anchorCtr="0">
            <a:noAutofit/>
          </a:bodyPr>
          <a:lstStyle>
            <a:lvl1pPr>
              <a:defRPr>
                <a:solidFill>
                  <a:srgbClr val="3F1A01"/>
                </a:solidFill>
              </a:defRPr>
            </a:lvl1pPr>
          </a:lstStyle>
          <a:p>
            <a:r>
              <a:rPr lang="en-US"/>
              <a:t>Click to edit Master title style</a:t>
            </a:r>
            <a:endParaRPr lang="en-GB" dirty="0"/>
          </a:p>
        </p:txBody>
      </p:sp>
      <p:sp>
        <p:nvSpPr>
          <p:cNvPr id="21" name="Content Placeholder 2">
            <a:extLst>
              <a:ext uri="{FF2B5EF4-FFF2-40B4-BE49-F238E27FC236}">
                <a16:creationId xmlns:a16="http://schemas.microsoft.com/office/drawing/2014/main" id="{B780CFF6-1270-4A92-8741-A0B45708FB10}"/>
              </a:ext>
            </a:extLst>
          </p:cNvPr>
          <p:cNvSpPr>
            <a:spLocks noGrp="1"/>
          </p:cNvSpPr>
          <p:nvPr>
            <p:ph sz="half" idx="22"/>
          </p:nvPr>
        </p:nvSpPr>
        <p:spPr>
          <a:xfrm>
            <a:off x="2816177" y="1416785"/>
            <a:ext cx="2005200" cy="4415215"/>
          </a:xfrm>
          <a:prstGeom prst="round2DiagRect">
            <a:avLst>
              <a:gd name="adj1" fmla="val 0"/>
              <a:gd name="adj2" fmla="val 13135"/>
            </a:avLst>
          </a:prstGeom>
          <a:solidFill>
            <a:srgbClr val="D9D1CC"/>
          </a:solidFill>
        </p:spPr>
        <p:txBody>
          <a:bodyPr vert="horz" lIns="180000" tIns="180000" rIns="180000" bIns="180000" rtlCol="0">
            <a:noAutofit/>
          </a:bodyPr>
          <a:lstStyle>
            <a:lvl1pPr>
              <a:defRPr lang="en-GB" sz="1400" dirty="0">
                <a:solidFill>
                  <a:srgbClr val="3F1A01"/>
                </a:solidFill>
              </a:defRPr>
            </a:lvl1pPr>
            <a:lvl2pPr>
              <a:defRPr lang="en-GB" sz="1200" dirty="0">
                <a:solidFill>
                  <a:srgbClr val="3F1A01"/>
                </a:solidFill>
              </a:defRPr>
            </a:lvl2pPr>
            <a:lvl3pPr>
              <a:defRPr lang="en-GB" sz="1000" dirty="0">
                <a:solidFill>
                  <a:srgbClr val="3F1A01"/>
                </a:solidFill>
              </a:defRPr>
            </a:lvl3pPr>
            <a:lvl4pPr>
              <a:defRPr lang="en-GB" sz="800" dirty="0">
                <a:solidFill>
                  <a:srgbClr val="3F1A01"/>
                </a:solidFill>
              </a:defRPr>
            </a:lvl4pPr>
            <a:lvl5pPr>
              <a:defRPr lang="en-GB" sz="600" dirty="0">
                <a:solidFill>
                  <a:srgbClr val="3F1A01"/>
                </a:solidFill>
              </a:defRPr>
            </a:lvl5pPr>
          </a:lstStyle>
          <a:p>
            <a:pPr marL="180000" lvl="0" indent="-180000"/>
            <a:r>
              <a:rPr lang="en-US"/>
              <a:t>Click to edit Master text styles</a:t>
            </a:r>
          </a:p>
          <a:p>
            <a:pPr marL="180000" lvl="1" indent="-180000"/>
            <a:r>
              <a:rPr lang="en-US"/>
              <a:t>Second level</a:t>
            </a:r>
          </a:p>
          <a:p>
            <a:pPr marL="180000" lvl="2" indent="-180000"/>
            <a:r>
              <a:rPr lang="en-US"/>
              <a:t>Third level</a:t>
            </a:r>
          </a:p>
          <a:p>
            <a:pPr marL="180000" lvl="3" indent="-180000"/>
            <a:r>
              <a:rPr lang="en-US"/>
              <a:t>Fourth level</a:t>
            </a:r>
          </a:p>
          <a:p>
            <a:pPr marL="180000" lvl="4" indent="-180000"/>
            <a:r>
              <a:rPr lang="en-US"/>
              <a:t>Fifth level</a:t>
            </a:r>
            <a:endParaRPr lang="en-GB" dirty="0"/>
          </a:p>
        </p:txBody>
      </p:sp>
      <p:sp>
        <p:nvSpPr>
          <p:cNvPr id="13" name="Content Placeholder 2">
            <a:extLst>
              <a:ext uri="{FF2B5EF4-FFF2-40B4-BE49-F238E27FC236}">
                <a16:creationId xmlns:a16="http://schemas.microsoft.com/office/drawing/2014/main" id="{2A747F93-4DB6-442B-83CE-024D95644E22}"/>
              </a:ext>
            </a:extLst>
          </p:cNvPr>
          <p:cNvSpPr>
            <a:spLocks noGrp="1"/>
          </p:cNvSpPr>
          <p:nvPr>
            <p:ph sz="half" idx="23"/>
          </p:nvPr>
        </p:nvSpPr>
        <p:spPr>
          <a:xfrm>
            <a:off x="539749" y="1416785"/>
            <a:ext cx="2005200" cy="4415215"/>
          </a:xfrm>
          <a:prstGeom prst="round2DiagRect">
            <a:avLst>
              <a:gd name="adj1" fmla="val 0"/>
              <a:gd name="adj2" fmla="val 13135"/>
            </a:avLst>
          </a:prstGeom>
          <a:solidFill>
            <a:srgbClr val="D9D1CC"/>
          </a:solidFill>
        </p:spPr>
        <p:txBody>
          <a:bodyPr vert="horz" lIns="180000" tIns="180000" rIns="180000" bIns="180000" rtlCol="0">
            <a:noAutofit/>
          </a:bodyPr>
          <a:lstStyle>
            <a:lvl1pPr>
              <a:defRPr lang="en-GB" sz="1400" dirty="0">
                <a:solidFill>
                  <a:srgbClr val="3F1A01"/>
                </a:solidFill>
              </a:defRPr>
            </a:lvl1pPr>
            <a:lvl2pPr>
              <a:defRPr lang="en-GB" sz="1200" dirty="0">
                <a:solidFill>
                  <a:srgbClr val="3F1A01"/>
                </a:solidFill>
              </a:defRPr>
            </a:lvl2pPr>
            <a:lvl3pPr>
              <a:defRPr lang="en-GB" sz="1000" dirty="0">
                <a:solidFill>
                  <a:srgbClr val="3F1A01"/>
                </a:solidFill>
              </a:defRPr>
            </a:lvl3pPr>
            <a:lvl4pPr>
              <a:defRPr lang="en-GB" sz="800" dirty="0">
                <a:solidFill>
                  <a:srgbClr val="3F1A01"/>
                </a:solidFill>
              </a:defRPr>
            </a:lvl4pPr>
            <a:lvl5pPr>
              <a:defRPr lang="en-GB" sz="600" dirty="0">
                <a:solidFill>
                  <a:srgbClr val="3F1A01"/>
                </a:solidFill>
              </a:defRPr>
            </a:lvl5pPr>
          </a:lstStyle>
          <a:p>
            <a:pPr marL="180000" lvl="0" indent="-180000"/>
            <a:r>
              <a:rPr lang="en-US"/>
              <a:t>Click to edit Master text styles</a:t>
            </a:r>
          </a:p>
          <a:p>
            <a:pPr marL="180000" lvl="1" indent="-180000"/>
            <a:r>
              <a:rPr lang="en-US"/>
              <a:t>Second level</a:t>
            </a:r>
          </a:p>
          <a:p>
            <a:pPr marL="180000" lvl="2" indent="-180000"/>
            <a:r>
              <a:rPr lang="en-US"/>
              <a:t>Third level</a:t>
            </a:r>
          </a:p>
          <a:p>
            <a:pPr marL="180000" lvl="3" indent="-180000"/>
            <a:r>
              <a:rPr lang="en-US"/>
              <a:t>Fourth level</a:t>
            </a:r>
          </a:p>
          <a:p>
            <a:pPr marL="180000" lvl="4" indent="-180000"/>
            <a:r>
              <a:rPr lang="en-US"/>
              <a:t>Fifth level</a:t>
            </a:r>
            <a:endParaRPr lang="en-GB" dirty="0"/>
          </a:p>
        </p:txBody>
      </p:sp>
      <p:sp>
        <p:nvSpPr>
          <p:cNvPr id="18" name="Content Placeholder 2">
            <a:extLst>
              <a:ext uri="{FF2B5EF4-FFF2-40B4-BE49-F238E27FC236}">
                <a16:creationId xmlns:a16="http://schemas.microsoft.com/office/drawing/2014/main" id="{E6296910-B416-47DB-9BF8-C98707B32C44}"/>
              </a:ext>
            </a:extLst>
          </p:cNvPr>
          <p:cNvSpPr>
            <a:spLocks noGrp="1"/>
          </p:cNvSpPr>
          <p:nvPr>
            <p:ph sz="half" idx="24"/>
          </p:nvPr>
        </p:nvSpPr>
        <p:spPr>
          <a:xfrm>
            <a:off x="5092606" y="1416785"/>
            <a:ext cx="2005200" cy="4415215"/>
          </a:xfrm>
          <a:prstGeom prst="round2DiagRect">
            <a:avLst>
              <a:gd name="adj1" fmla="val 0"/>
              <a:gd name="adj2" fmla="val 13135"/>
            </a:avLst>
          </a:prstGeom>
          <a:solidFill>
            <a:srgbClr val="D9D1CC"/>
          </a:solidFill>
        </p:spPr>
        <p:txBody>
          <a:bodyPr vert="horz" lIns="180000" tIns="180000" rIns="180000" bIns="180000" rtlCol="0">
            <a:noAutofit/>
          </a:bodyPr>
          <a:lstStyle>
            <a:lvl1pPr>
              <a:defRPr lang="en-GB" sz="1400" dirty="0">
                <a:solidFill>
                  <a:srgbClr val="3F1A01"/>
                </a:solidFill>
              </a:defRPr>
            </a:lvl1pPr>
            <a:lvl2pPr>
              <a:defRPr lang="en-GB" sz="1200" dirty="0">
                <a:solidFill>
                  <a:srgbClr val="3F1A01"/>
                </a:solidFill>
              </a:defRPr>
            </a:lvl2pPr>
            <a:lvl3pPr>
              <a:defRPr lang="en-GB" sz="1000" dirty="0">
                <a:solidFill>
                  <a:srgbClr val="3F1A01"/>
                </a:solidFill>
              </a:defRPr>
            </a:lvl3pPr>
            <a:lvl4pPr>
              <a:defRPr lang="en-GB" sz="800" dirty="0">
                <a:solidFill>
                  <a:srgbClr val="3F1A01"/>
                </a:solidFill>
              </a:defRPr>
            </a:lvl4pPr>
            <a:lvl5pPr>
              <a:defRPr lang="en-GB" sz="600" dirty="0">
                <a:solidFill>
                  <a:srgbClr val="3F1A01"/>
                </a:solidFill>
              </a:defRPr>
            </a:lvl5pPr>
          </a:lstStyle>
          <a:p>
            <a:pPr marL="180000" lvl="0" indent="-180000"/>
            <a:r>
              <a:rPr lang="en-US"/>
              <a:t>Click to edit Master text styles</a:t>
            </a:r>
          </a:p>
          <a:p>
            <a:pPr marL="180000" lvl="1" indent="-180000"/>
            <a:r>
              <a:rPr lang="en-US"/>
              <a:t>Second level</a:t>
            </a:r>
          </a:p>
          <a:p>
            <a:pPr marL="180000" lvl="2" indent="-180000"/>
            <a:r>
              <a:rPr lang="en-US"/>
              <a:t>Third level</a:t>
            </a:r>
          </a:p>
          <a:p>
            <a:pPr marL="180000" lvl="3" indent="-180000"/>
            <a:r>
              <a:rPr lang="en-US"/>
              <a:t>Fourth level</a:t>
            </a:r>
          </a:p>
          <a:p>
            <a:pPr marL="180000" lvl="4" indent="-180000"/>
            <a:r>
              <a:rPr lang="en-US"/>
              <a:t>Fifth level</a:t>
            </a:r>
            <a:endParaRPr lang="en-GB" dirty="0"/>
          </a:p>
        </p:txBody>
      </p:sp>
      <p:sp>
        <p:nvSpPr>
          <p:cNvPr id="23" name="Content Placeholder 2">
            <a:extLst>
              <a:ext uri="{FF2B5EF4-FFF2-40B4-BE49-F238E27FC236}">
                <a16:creationId xmlns:a16="http://schemas.microsoft.com/office/drawing/2014/main" id="{CB05F6D6-0881-4AA2-8968-65028435D370}"/>
              </a:ext>
            </a:extLst>
          </p:cNvPr>
          <p:cNvSpPr>
            <a:spLocks noGrp="1"/>
          </p:cNvSpPr>
          <p:nvPr>
            <p:ph sz="half" idx="25"/>
          </p:nvPr>
        </p:nvSpPr>
        <p:spPr>
          <a:xfrm>
            <a:off x="7369035" y="1416785"/>
            <a:ext cx="2005200" cy="4415215"/>
          </a:xfrm>
          <a:prstGeom prst="round2DiagRect">
            <a:avLst>
              <a:gd name="adj1" fmla="val 0"/>
              <a:gd name="adj2" fmla="val 13135"/>
            </a:avLst>
          </a:prstGeom>
          <a:solidFill>
            <a:srgbClr val="D9D1CC"/>
          </a:solidFill>
        </p:spPr>
        <p:txBody>
          <a:bodyPr vert="horz" lIns="180000" tIns="180000" rIns="180000" bIns="180000" rtlCol="0">
            <a:noAutofit/>
          </a:bodyPr>
          <a:lstStyle>
            <a:lvl1pPr>
              <a:defRPr lang="en-GB" sz="1400" dirty="0">
                <a:solidFill>
                  <a:srgbClr val="3F1A01"/>
                </a:solidFill>
              </a:defRPr>
            </a:lvl1pPr>
            <a:lvl2pPr>
              <a:defRPr lang="en-GB" sz="1200" dirty="0">
                <a:solidFill>
                  <a:srgbClr val="3F1A01"/>
                </a:solidFill>
              </a:defRPr>
            </a:lvl2pPr>
            <a:lvl3pPr>
              <a:defRPr lang="en-GB" sz="1000" dirty="0">
                <a:solidFill>
                  <a:srgbClr val="3F1A01"/>
                </a:solidFill>
              </a:defRPr>
            </a:lvl3pPr>
            <a:lvl4pPr>
              <a:defRPr lang="en-GB" sz="800" dirty="0">
                <a:solidFill>
                  <a:srgbClr val="3F1A01"/>
                </a:solidFill>
              </a:defRPr>
            </a:lvl4pPr>
            <a:lvl5pPr>
              <a:defRPr lang="en-GB" sz="600" dirty="0">
                <a:solidFill>
                  <a:srgbClr val="3F1A01"/>
                </a:solidFill>
              </a:defRPr>
            </a:lvl5pPr>
          </a:lstStyle>
          <a:p>
            <a:pPr marL="180000" lvl="0" indent="-180000"/>
            <a:r>
              <a:rPr lang="en-US"/>
              <a:t>Click to edit Master text styles</a:t>
            </a:r>
          </a:p>
          <a:p>
            <a:pPr marL="180000" lvl="1" indent="-180000"/>
            <a:r>
              <a:rPr lang="en-US"/>
              <a:t>Second level</a:t>
            </a:r>
          </a:p>
          <a:p>
            <a:pPr marL="180000" lvl="2" indent="-180000"/>
            <a:r>
              <a:rPr lang="en-US"/>
              <a:t>Third level</a:t>
            </a:r>
          </a:p>
          <a:p>
            <a:pPr marL="180000" lvl="3" indent="-180000"/>
            <a:r>
              <a:rPr lang="en-US"/>
              <a:t>Fourth level</a:t>
            </a:r>
          </a:p>
          <a:p>
            <a:pPr marL="180000" lvl="4" indent="-180000"/>
            <a:r>
              <a:rPr lang="en-US"/>
              <a:t>Fifth level</a:t>
            </a:r>
            <a:endParaRPr lang="en-GB" dirty="0"/>
          </a:p>
        </p:txBody>
      </p:sp>
      <p:sp>
        <p:nvSpPr>
          <p:cNvPr id="24" name="Content Placeholder 2">
            <a:extLst>
              <a:ext uri="{FF2B5EF4-FFF2-40B4-BE49-F238E27FC236}">
                <a16:creationId xmlns:a16="http://schemas.microsoft.com/office/drawing/2014/main" id="{53DE68EE-1CC1-40E6-BF93-25853579F688}"/>
              </a:ext>
            </a:extLst>
          </p:cNvPr>
          <p:cNvSpPr>
            <a:spLocks noGrp="1"/>
          </p:cNvSpPr>
          <p:nvPr>
            <p:ph sz="half" idx="26"/>
          </p:nvPr>
        </p:nvSpPr>
        <p:spPr>
          <a:xfrm>
            <a:off x="9645463" y="1416785"/>
            <a:ext cx="2005200" cy="4415215"/>
          </a:xfrm>
          <a:prstGeom prst="round2DiagRect">
            <a:avLst>
              <a:gd name="adj1" fmla="val 0"/>
              <a:gd name="adj2" fmla="val 13135"/>
            </a:avLst>
          </a:prstGeom>
          <a:solidFill>
            <a:srgbClr val="D9D1CC"/>
          </a:solidFill>
        </p:spPr>
        <p:txBody>
          <a:bodyPr vert="horz" lIns="180000" tIns="180000" rIns="180000" bIns="180000" rtlCol="0">
            <a:noAutofit/>
          </a:bodyPr>
          <a:lstStyle>
            <a:lvl1pPr>
              <a:defRPr lang="en-GB" sz="1400" dirty="0">
                <a:solidFill>
                  <a:srgbClr val="3F1A01"/>
                </a:solidFill>
              </a:defRPr>
            </a:lvl1pPr>
            <a:lvl2pPr>
              <a:defRPr lang="en-GB" sz="1200" dirty="0">
                <a:solidFill>
                  <a:srgbClr val="3F1A01"/>
                </a:solidFill>
              </a:defRPr>
            </a:lvl2pPr>
            <a:lvl3pPr>
              <a:defRPr lang="en-GB" sz="1000" dirty="0">
                <a:solidFill>
                  <a:srgbClr val="3F1A01"/>
                </a:solidFill>
              </a:defRPr>
            </a:lvl3pPr>
            <a:lvl4pPr>
              <a:defRPr lang="en-GB" sz="800" dirty="0">
                <a:solidFill>
                  <a:srgbClr val="3F1A01"/>
                </a:solidFill>
              </a:defRPr>
            </a:lvl4pPr>
            <a:lvl5pPr>
              <a:defRPr lang="en-GB" sz="600" dirty="0">
                <a:solidFill>
                  <a:srgbClr val="3F1A01"/>
                </a:solidFill>
              </a:defRPr>
            </a:lvl5pPr>
          </a:lstStyle>
          <a:p>
            <a:pPr marL="180000" lvl="0" indent="-180000"/>
            <a:r>
              <a:rPr lang="en-US"/>
              <a:t>Click to edit Master text styles</a:t>
            </a:r>
          </a:p>
          <a:p>
            <a:pPr marL="180000" lvl="1" indent="-180000"/>
            <a:r>
              <a:rPr lang="en-US"/>
              <a:t>Second level</a:t>
            </a:r>
          </a:p>
          <a:p>
            <a:pPr marL="180000" lvl="2" indent="-180000"/>
            <a:r>
              <a:rPr lang="en-US"/>
              <a:t>Third level</a:t>
            </a:r>
          </a:p>
          <a:p>
            <a:pPr marL="180000" lvl="3" indent="-180000"/>
            <a:r>
              <a:rPr lang="en-US"/>
              <a:t>Fourth level</a:t>
            </a:r>
          </a:p>
          <a:p>
            <a:pPr marL="180000" lvl="4" indent="-180000"/>
            <a:r>
              <a:rPr lang="en-US"/>
              <a:t>Fifth level</a:t>
            </a:r>
            <a:endParaRPr lang="en-GB" dirty="0"/>
          </a:p>
        </p:txBody>
      </p:sp>
      <p:sp>
        <p:nvSpPr>
          <p:cNvPr id="14" name="Pladsholder til tekst 4">
            <a:extLst>
              <a:ext uri="{FF2B5EF4-FFF2-40B4-BE49-F238E27FC236}">
                <a16:creationId xmlns:a16="http://schemas.microsoft.com/office/drawing/2014/main" id="{C07519B2-88ED-4FAB-AC68-9B196700937F}"/>
              </a:ext>
            </a:extLst>
          </p:cNvPr>
          <p:cNvSpPr>
            <a:spLocks noGrp="1"/>
          </p:cNvSpPr>
          <p:nvPr>
            <p:ph type="body" sz="quarter" idx="18" hasCustomPrompt="1"/>
          </p:nvPr>
        </p:nvSpPr>
        <p:spPr>
          <a:xfrm>
            <a:off x="539749" y="6102000"/>
            <a:ext cx="9213851" cy="619200"/>
          </a:xfrm>
          <a:prstGeom prst="rect">
            <a:avLst/>
          </a:prstGeom>
        </p:spPr>
        <p:txBody>
          <a:bodyPr anchor="b" anchorCtr="0">
            <a:noAutofit/>
          </a:bodyPr>
          <a:lstStyle>
            <a:lvl1pPr marL="0" indent="0">
              <a:spcBef>
                <a:spcPts val="0"/>
              </a:spcBef>
              <a:buFont typeface="+mj-lt"/>
              <a:buNone/>
              <a:defRPr sz="950" i="0">
                <a:solidFill>
                  <a:schemeClr val="accent2">
                    <a:lumMod val="50000"/>
                  </a:schemeClr>
                </a:solidFill>
                <a:latin typeface="Times New Roman" panose="02020603050405020304" pitchFamily="18" charset="0"/>
                <a:cs typeface="Times New Roman" panose="02020603050405020304" pitchFamily="18" charset="0"/>
              </a:defRPr>
            </a:lvl1pPr>
            <a:lvl2pPr marL="457200" indent="0">
              <a:buNone/>
              <a:defRPr/>
            </a:lvl2pPr>
          </a:lstStyle>
          <a:p>
            <a:pPr lvl="0"/>
            <a:r>
              <a:rPr lang="en-GB" dirty="0"/>
              <a:t>Reference text</a:t>
            </a:r>
          </a:p>
        </p:txBody>
      </p:sp>
      <p:sp>
        <p:nvSpPr>
          <p:cNvPr id="11" name="Slide Number Placeholder 5">
            <a:extLst>
              <a:ext uri="{FF2B5EF4-FFF2-40B4-BE49-F238E27FC236}">
                <a16:creationId xmlns:a16="http://schemas.microsoft.com/office/drawing/2014/main" id="{6B433809-62F1-4C59-BF7D-FDED709DFE1F}"/>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a:p>
        </p:txBody>
      </p:sp>
    </p:spTree>
    <p:extLst>
      <p:ext uri="{BB962C8B-B14F-4D97-AF65-F5344CB8AC3E}">
        <p14:creationId xmlns:p14="http://schemas.microsoft.com/office/powerpoint/2010/main" val="1604639777"/>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wo Content 1/3 box righ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5F8AAD-49B5-41D3-8FB6-A7A1C88A8763}"/>
              </a:ext>
            </a:extLst>
          </p:cNvPr>
          <p:cNvSpPr>
            <a:spLocks noGrp="1"/>
          </p:cNvSpPr>
          <p:nvPr>
            <p:ph sz="half" idx="1"/>
          </p:nvPr>
        </p:nvSpPr>
        <p:spPr>
          <a:xfrm>
            <a:off x="9080500" y="1416785"/>
            <a:ext cx="3111501" cy="4415215"/>
          </a:xfrm>
          <a:prstGeom prst="snipRoundRect">
            <a:avLst>
              <a:gd name="adj1" fmla="val 10679"/>
              <a:gd name="adj2" fmla="val 0"/>
            </a:avLst>
          </a:prstGeom>
          <a:solidFill>
            <a:srgbClr val="D9D1CC"/>
          </a:solidFill>
        </p:spPr>
        <p:txBody>
          <a:bodyPr vert="horz" lIns="270000" tIns="270000" rIns="270000" bIns="270000" rtlCol="0">
            <a:noAutofit/>
          </a:bodyPr>
          <a:lstStyle>
            <a:lvl1pPr>
              <a:defRPr lang="en-GB" sz="1600" dirty="0">
                <a:solidFill>
                  <a:srgbClr val="3F1A01"/>
                </a:solidFill>
              </a:defRPr>
            </a:lvl1pPr>
            <a:lvl2pPr>
              <a:defRPr lang="en-GB" sz="1400" dirty="0">
                <a:solidFill>
                  <a:srgbClr val="3F1A01"/>
                </a:solidFill>
              </a:defRPr>
            </a:lvl2pPr>
            <a:lvl3pPr>
              <a:defRPr lang="en-GB" dirty="0">
                <a:solidFill>
                  <a:srgbClr val="3F1A01"/>
                </a:solidFill>
              </a:defRPr>
            </a:lvl3pPr>
            <a:lvl4pPr>
              <a:defRPr lang="en-GB" dirty="0">
                <a:solidFill>
                  <a:srgbClr val="3F1A01"/>
                </a:solidFill>
              </a:defRPr>
            </a:lvl4pPr>
            <a:lvl5pPr>
              <a:defRPr lang="en-GB" dirty="0">
                <a:solidFill>
                  <a:srgbClr val="3F1A01"/>
                </a:solidFill>
              </a:defRPr>
            </a:lvl5pPr>
          </a:lstStyle>
          <a:p>
            <a:pPr marL="180000" lvl="0" indent="-180000"/>
            <a:r>
              <a:rPr lang="en-US"/>
              <a:t>Click to edit Master text styles</a:t>
            </a:r>
          </a:p>
          <a:p>
            <a:pPr marL="180000" lvl="1" indent="-180000"/>
            <a:r>
              <a:rPr lang="en-US"/>
              <a:t>Second level</a:t>
            </a:r>
          </a:p>
          <a:p>
            <a:pPr marL="180000" lvl="2" indent="-180000"/>
            <a:r>
              <a:rPr lang="en-US"/>
              <a:t>Third level</a:t>
            </a:r>
          </a:p>
          <a:p>
            <a:pPr marL="180000" lvl="3" indent="-180000"/>
            <a:r>
              <a:rPr lang="en-US"/>
              <a:t>Fourth level</a:t>
            </a:r>
          </a:p>
          <a:p>
            <a:pPr marL="180000" lvl="4" indent="-180000"/>
            <a:r>
              <a:rPr lang="en-US"/>
              <a:t>Fifth level</a:t>
            </a:r>
            <a:endParaRPr lang="en-GB" dirty="0"/>
          </a:p>
        </p:txBody>
      </p:sp>
      <p:sp>
        <p:nvSpPr>
          <p:cNvPr id="16" name="Text Placeholder 23">
            <a:extLst>
              <a:ext uri="{FF2B5EF4-FFF2-40B4-BE49-F238E27FC236}">
                <a16:creationId xmlns:a16="http://schemas.microsoft.com/office/drawing/2014/main" id="{0E4D4693-4659-4187-ABB4-973AA3E9F612}"/>
              </a:ext>
            </a:extLst>
          </p:cNvPr>
          <p:cNvSpPr>
            <a:spLocks noGrp="1"/>
          </p:cNvSpPr>
          <p:nvPr>
            <p:ph type="body" sz="quarter" idx="17"/>
          </p:nvPr>
        </p:nvSpPr>
        <p:spPr>
          <a:xfrm>
            <a:off x="539749" y="539750"/>
            <a:ext cx="9213851" cy="266676"/>
          </a:xfrm>
          <a:prstGeom prst="rect">
            <a:avLst/>
          </a:prstGeom>
        </p:spPr>
        <p:txBody>
          <a:bodyPr wrap="square" lIns="0" tIns="0" rIns="0" bIns="0">
            <a:noAutofit/>
          </a:bodyPr>
          <a:lstStyle>
            <a:lvl1pPr marL="0" indent="0">
              <a:buNone/>
              <a:defRPr sz="1400">
                <a:solidFill>
                  <a:schemeClr val="accent2">
                    <a:lumMod val="50000"/>
                  </a:schemeClr>
                </a:solidFill>
                <a:latin typeface="Times New Roman" panose="02020603050405020304" pitchFamily="18" charset="0"/>
                <a:cs typeface="Times New Roman" panose="02020603050405020304" pitchFamily="18" charset="0"/>
              </a:defRPr>
            </a:lvl1pPr>
          </a:lstStyle>
          <a:p>
            <a:pPr lvl="0"/>
            <a:r>
              <a:rPr lang="en-US"/>
              <a:t>Click to edit Master text styles</a:t>
            </a:r>
          </a:p>
        </p:txBody>
      </p:sp>
      <p:sp>
        <p:nvSpPr>
          <p:cNvPr id="18" name="Title Placeholder 1">
            <a:extLst>
              <a:ext uri="{FF2B5EF4-FFF2-40B4-BE49-F238E27FC236}">
                <a16:creationId xmlns:a16="http://schemas.microsoft.com/office/drawing/2014/main" id="{86E6DD32-9C68-44BF-B120-2AE408D1786E}"/>
              </a:ext>
            </a:extLst>
          </p:cNvPr>
          <p:cNvSpPr>
            <a:spLocks noGrp="1"/>
          </p:cNvSpPr>
          <p:nvPr>
            <p:ph type="title"/>
          </p:nvPr>
        </p:nvSpPr>
        <p:spPr>
          <a:xfrm>
            <a:off x="539749" y="814386"/>
            <a:ext cx="9213851" cy="332399"/>
          </a:xfrm>
          <a:prstGeom prst="rect">
            <a:avLst/>
          </a:prstGeom>
        </p:spPr>
        <p:txBody>
          <a:bodyPr vert="horz" lIns="0" tIns="0" rIns="0" bIns="0" rtlCol="0" anchor="b" anchorCtr="0">
            <a:noAutofit/>
          </a:bodyPr>
          <a:lstStyle>
            <a:lvl1pPr>
              <a:defRPr>
                <a:solidFill>
                  <a:srgbClr val="3F1A01"/>
                </a:solidFill>
              </a:defRPr>
            </a:lvl1pPr>
          </a:lstStyle>
          <a:p>
            <a:r>
              <a:rPr lang="en-US"/>
              <a:t>Click to edit Master title style</a:t>
            </a:r>
            <a:endParaRPr lang="en-GB" dirty="0"/>
          </a:p>
        </p:txBody>
      </p:sp>
      <p:sp>
        <p:nvSpPr>
          <p:cNvPr id="20" name="Content Placeholder 2">
            <a:extLst>
              <a:ext uri="{FF2B5EF4-FFF2-40B4-BE49-F238E27FC236}">
                <a16:creationId xmlns:a16="http://schemas.microsoft.com/office/drawing/2014/main" id="{8435458E-E65E-4511-8905-9873E2C665A3}"/>
              </a:ext>
            </a:extLst>
          </p:cNvPr>
          <p:cNvSpPr>
            <a:spLocks noGrp="1"/>
          </p:cNvSpPr>
          <p:nvPr>
            <p:ph idx="19"/>
          </p:nvPr>
        </p:nvSpPr>
        <p:spPr>
          <a:xfrm>
            <a:off x="539750" y="1416785"/>
            <a:ext cx="8266113" cy="4415215"/>
          </a:xfrm>
          <a:prstGeom prst="rect">
            <a:avLst/>
          </a:prstGeom>
        </p:spPr>
        <p:txBody>
          <a:bodyPr/>
          <a:lstStyle>
            <a:lvl1pPr marL="180000" indent="-180000">
              <a:defRPr sz="1600">
                <a:solidFill>
                  <a:srgbClr val="3F1A01"/>
                </a:solidFill>
              </a:defRPr>
            </a:lvl1pPr>
            <a:lvl2pPr marL="360000" indent="-180000">
              <a:defRPr sz="1400">
                <a:solidFill>
                  <a:srgbClr val="3F1A01"/>
                </a:solidFill>
              </a:defRPr>
            </a:lvl2pPr>
            <a:lvl3pPr marL="540000" indent="-180000">
              <a:defRPr>
                <a:solidFill>
                  <a:srgbClr val="3F1A01"/>
                </a:solidFill>
              </a:defRPr>
            </a:lvl3pPr>
            <a:lvl4pPr marL="720000" indent="-180000">
              <a:defRPr>
                <a:solidFill>
                  <a:srgbClr val="3F1A01"/>
                </a:solidFill>
              </a:defRPr>
            </a:lvl4pPr>
            <a:lvl5pPr marL="900000" indent="-180000">
              <a:defRPr>
                <a:solidFill>
                  <a:srgbClr val="3F1A0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Pladsholder til tekst 4">
            <a:extLst>
              <a:ext uri="{FF2B5EF4-FFF2-40B4-BE49-F238E27FC236}">
                <a16:creationId xmlns:a16="http://schemas.microsoft.com/office/drawing/2014/main" id="{C7B08E89-D892-4380-88F0-37603E5C76A6}"/>
              </a:ext>
            </a:extLst>
          </p:cNvPr>
          <p:cNvSpPr>
            <a:spLocks noGrp="1"/>
          </p:cNvSpPr>
          <p:nvPr>
            <p:ph type="body" sz="quarter" idx="18" hasCustomPrompt="1"/>
          </p:nvPr>
        </p:nvSpPr>
        <p:spPr>
          <a:xfrm>
            <a:off x="539749" y="6102000"/>
            <a:ext cx="9213851" cy="619200"/>
          </a:xfrm>
          <a:prstGeom prst="rect">
            <a:avLst/>
          </a:prstGeom>
        </p:spPr>
        <p:txBody>
          <a:bodyPr anchor="b" anchorCtr="0">
            <a:noAutofit/>
          </a:bodyPr>
          <a:lstStyle>
            <a:lvl1pPr marL="0" indent="0">
              <a:spcBef>
                <a:spcPts val="0"/>
              </a:spcBef>
              <a:buFont typeface="+mj-lt"/>
              <a:buNone/>
              <a:defRPr sz="950" i="0">
                <a:solidFill>
                  <a:schemeClr val="accent2">
                    <a:lumMod val="50000"/>
                  </a:schemeClr>
                </a:solidFill>
                <a:latin typeface="Times New Roman" panose="02020603050405020304" pitchFamily="18" charset="0"/>
                <a:cs typeface="Times New Roman" panose="02020603050405020304" pitchFamily="18" charset="0"/>
              </a:defRPr>
            </a:lvl1pPr>
            <a:lvl2pPr marL="457200" indent="0">
              <a:buNone/>
              <a:defRPr/>
            </a:lvl2pPr>
          </a:lstStyle>
          <a:p>
            <a:pPr lvl="0"/>
            <a:r>
              <a:rPr lang="en-GB" dirty="0"/>
              <a:t>Reference text</a:t>
            </a:r>
          </a:p>
        </p:txBody>
      </p:sp>
      <p:sp>
        <p:nvSpPr>
          <p:cNvPr id="8" name="Slide Number Placeholder 5">
            <a:extLst>
              <a:ext uri="{FF2B5EF4-FFF2-40B4-BE49-F238E27FC236}">
                <a16:creationId xmlns:a16="http://schemas.microsoft.com/office/drawing/2014/main" id="{41FA609F-6FF6-40DC-8E24-6EC5975A0278}"/>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a:p>
        </p:txBody>
      </p:sp>
    </p:spTree>
    <p:extLst>
      <p:ext uri="{BB962C8B-B14F-4D97-AF65-F5344CB8AC3E}">
        <p14:creationId xmlns:p14="http://schemas.microsoft.com/office/powerpoint/2010/main" val="1177494225"/>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wo Content 1/3 box left">
    <p:spTree>
      <p:nvGrpSpPr>
        <p:cNvPr id="1" name=""/>
        <p:cNvGrpSpPr/>
        <p:nvPr/>
      </p:nvGrpSpPr>
      <p:grpSpPr>
        <a:xfrm>
          <a:off x="0" y="0"/>
          <a:ext cx="0" cy="0"/>
          <a:chOff x="0" y="0"/>
          <a:chExt cx="0" cy="0"/>
        </a:xfrm>
      </p:grpSpPr>
      <p:sp>
        <p:nvSpPr>
          <p:cNvPr id="15" name="Text Placeholder 23">
            <a:extLst>
              <a:ext uri="{FF2B5EF4-FFF2-40B4-BE49-F238E27FC236}">
                <a16:creationId xmlns:a16="http://schemas.microsoft.com/office/drawing/2014/main" id="{64CF8D84-61CC-4DD9-995C-3AE5406BA918}"/>
              </a:ext>
            </a:extLst>
          </p:cNvPr>
          <p:cNvSpPr>
            <a:spLocks noGrp="1"/>
          </p:cNvSpPr>
          <p:nvPr>
            <p:ph type="body" sz="quarter" idx="17"/>
          </p:nvPr>
        </p:nvSpPr>
        <p:spPr>
          <a:xfrm>
            <a:off x="539749" y="539750"/>
            <a:ext cx="9213851" cy="266676"/>
          </a:xfrm>
          <a:prstGeom prst="rect">
            <a:avLst/>
          </a:prstGeom>
        </p:spPr>
        <p:txBody>
          <a:bodyPr wrap="square" lIns="0" tIns="0" rIns="0" bIns="0">
            <a:noAutofit/>
          </a:bodyPr>
          <a:lstStyle>
            <a:lvl1pPr marL="0" indent="0">
              <a:buNone/>
              <a:defRPr sz="1400">
                <a:solidFill>
                  <a:schemeClr val="accent2">
                    <a:lumMod val="50000"/>
                  </a:schemeClr>
                </a:solidFill>
                <a:latin typeface="Times New Roman" panose="02020603050405020304" pitchFamily="18" charset="0"/>
                <a:cs typeface="Times New Roman" panose="02020603050405020304" pitchFamily="18" charset="0"/>
              </a:defRPr>
            </a:lvl1pPr>
          </a:lstStyle>
          <a:p>
            <a:pPr lvl="0"/>
            <a:r>
              <a:rPr lang="en-US"/>
              <a:t>Click to edit Master text styles</a:t>
            </a:r>
          </a:p>
        </p:txBody>
      </p:sp>
      <p:sp>
        <p:nvSpPr>
          <p:cNvPr id="17" name="Title Placeholder 1">
            <a:extLst>
              <a:ext uri="{FF2B5EF4-FFF2-40B4-BE49-F238E27FC236}">
                <a16:creationId xmlns:a16="http://schemas.microsoft.com/office/drawing/2014/main" id="{DC27C748-BDAF-46F9-8F7F-7E2A7EFEC66B}"/>
              </a:ext>
            </a:extLst>
          </p:cNvPr>
          <p:cNvSpPr>
            <a:spLocks noGrp="1"/>
          </p:cNvSpPr>
          <p:nvPr>
            <p:ph type="title"/>
          </p:nvPr>
        </p:nvSpPr>
        <p:spPr>
          <a:xfrm>
            <a:off x="539749" y="814386"/>
            <a:ext cx="9213851" cy="332399"/>
          </a:xfrm>
          <a:prstGeom prst="rect">
            <a:avLst/>
          </a:prstGeom>
        </p:spPr>
        <p:txBody>
          <a:bodyPr vert="horz" lIns="0" tIns="0" rIns="0" bIns="0" rtlCol="0" anchor="b" anchorCtr="0">
            <a:noAutofit/>
          </a:bodyPr>
          <a:lstStyle>
            <a:lvl1pPr>
              <a:defRPr>
                <a:solidFill>
                  <a:srgbClr val="3F1A01"/>
                </a:solidFill>
              </a:defRPr>
            </a:lvl1pPr>
          </a:lstStyle>
          <a:p>
            <a:r>
              <a:rPr lang="en-US"/>
              <a:t>Click to edit Master title style</a:t>
            </a:r>
            <a:endParaRPr lang="en-GB" dirty="0"/>
          </a:p>
        </p:txBody>
      </p:sp>
      <p:sp>
        <p:nvSpPr>
          <p:cNvPr id="19" name="Content Placeholder 2">
            <a:extLst>
              <a:ext uri="{FF2B5EF4-FFF2-40B4-BE49-F238E27FC236}">
                <a16:creationId xmlns:a16="http://schemas.microsoft.com/office/drawing/2014/main" id="{3AEC8A2B-D88C-44AE-AC2B-A13D83E5BE3F}"/>
              </a:ext>
            </a:extLst>
          </p:cNvPr>
          <p:cNvSpPr>
            <a:spLocks noGrp="1"/>
          </p:cNvSpPr>
          <p:nvPr>
            <p:ph idx="19"/>
          </p:nvPr>
        </p:nvSpPr>
        <p:spPr>
          <a:xfrm>
            <a:off x="3384550" y="1416785"/>
            <a:ext cx="8266113" cy="4415215"/>
          </a:xfrm>
          <a:prstGeom prst="rect">
            <a:avLst/>
          </a:prstGeom>
        </p:spPr>
        <p:txBody>
          <a:bodyPr/>
          <a:lstStyle>
            <a:lvl1pPr marL="180000" indent="-180000">
              <a:defRPr sz="1600">
                <a:solidFill>
                  <a:srgbClr val="3F1A01"/>
                </a:solidFill>
              </a:defRPr>
            </a:lvl1pPr>
            <a:lvl2pPr marL="360000" indent="-180000">
              <a:defRPr sz="1400">
                <a:solidFill>
                  <a:srgbClr val="3F1A01"/>
                </a:solidFill>
              </a:defRPr>
            </a:lvl2pPr>
            <a:lvl3pPr marL="540000" indent="-180000">
              <a:defRPr>
                <a:solidFill>
                  <a:srgbClr val="3F1A01"/>
                </a:solidFill>
              </a:defRPr>
            </a:lvl3pPr>
            <a:lvl4pPr marL="720000" indent="-180000">
              <a:defRPr>
                <a:solidFill>
                  <a:srgbClr val="3F1A01"/>
                </a:solidFill>
              </a:defRPr>
            </a:lvl4pPr>
            <a:lvl5pPr marL="900000" indent="-180000">
              <a:defRPr>
                <a:solidFill>
                  <a:srgbClr val="3F1A0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Content Placeholder 2">
            <a:extLst>
              <a:ext uri="{FF2B5EF4-FFF2-40B4-BE49-F238E27FC236}">
                <a16:creationId xmlns:a16="http://schemas.microsoft.com/office/drawing/2014/main" id="{66D84B1D-4E7E-4816-81C0-9EA4A324043C}"/>
              </a:ext>
            </a:extLst>
          </p:cNvPr>
          <p:cNvSpPr>
            <a:spLocks noGrp="1"/>
          </p:cNvSpPr>
          <p:nvPr>
            <p:ph sz="half" idx="21"/>
          </p:nvPr>
        </p:nvSpPr>
        <p:spPr>
          <a:xfrm>
            <a:off x="0" y="1416785"/>
            <a:ext cx="3114675" cy="4415215"/>
          </a:xfrm>
          <a:prstGeom prst="round1Rect">
            <a:avLst>
              <a:gd name="adj" fmla="val 7879"/>
            </a:avLst>
          </a:prstGeom>
          <a:solidFill>
            <a:srgbClr val="D9D1CC"/>
          </a:solidFill>
        </p:spPr>
        <p:txBody>
          <a:bodyPr vert="horz" lIns="360000" tIns="270000" rIns="270000" bIns="270000" rtlCol="0">
            <a:noAutofit/>
          </a:bodyPr>
          <a:lstStyle>
            <a:lvl1pPr>
              <a:defRPr lang="en-GB" sz="1600" dirty="0">
                <a:solidFill>
                  <a:srgbClr val="3F1A01"/>
                </a:solidFill>
              </a:defRPr>
            </a:lvl1pPr>
            <a:lvl2pPr>
              <a:defRPr lang="en-GB" sz="1400" dirty="0">
                <a:solidFill>
                  <a:srgbClr val="3F1A01"/>
                </a:solidFill>
              </a:defRPr>
            </a:lvl2pPr>
            <a:lvl3pPr>
              <a:defRPr lang="en-GB" dirty="0">
                <a:solidFill>
                  <a:srgbClr val="3F1A01"/>
                </a:solidFill>
              </a:defRPr>
            </a:lvl3pPr>
            <a:lvl4pPr>
              <a:defRPr lang="en-GB" dirty="0">
                <a:solidFill>
                  <a:srgbClr val="3F1A01"/>
                </a:solidFill>
              </a:defRPr>
            </a:lvl4pPr>
            <a:lvl5pPr>
              <a:defRPr lang="en-GB" dirty="0">
                <a:solidFill>
                  <a:srgbClr val="3F1A01"/>
                </a:solidFill>
              </a:defRPr>
            </a:lvl5pPr>
          </a:lstStyle>
          <a:p>
            <a:pPr marL="180000" lvl="0" indent="-180000"/>
            <a:r>
              <a:rPr lang="en-US"/>
              <a:t>Click to edit Master text styles</a:t>
            </a:r>
          </a:p>
          <a:p>
            <a:pPr marL="180000" lvl="1" indent="-180000"/>
            <a:r>
              <a:rPr lang="en-US"/>
              <a:t>Second level</a:t>
            </a:r>
          </a:p>
          <a:p>
            <a:pPr marL="180000" lvl="2" indent="-180000"/>
            <a:r>
              <a:rPr lang="en-US"/>
              <a:t>Third level</a:t>
            </a:r>
          </a:p>
          <a:p>
            <a:pPr marL="180000" lvl="3" indent="-180000"/>
            <a:r>
              <a:rPr lang="en-US"/>
              <a:t>Fourth level</a:t>
            </a:r>
          </a:p>
          <a:p>
            <a:pPr marL="180000" lvl="4" indent="-180000"/>
            <a:r>
              <a:rPr lang="en-US"/>
              <a:t>Fifth level</a:t>
            </a:r>
            <a:endParaRPr lang="en-GB" dirty="0"/>
          </a:p>
        </p:txBody>
      </p:sp>
      <p:sp>
        <p:nvSpPr>
          <p:cNvPr id="11" name="Pladsholder til tekst 4">
            <a:extLst>
              <a:ext uri="{FF2B5EF4-FFF2-40B4-BE49-F238E27FC236}">
                <a16:creationId xmlns:a16="http://schemas.microsoft.com/office/drawing/2014/main" id="{3B4449AF-052C-4E4D-80A8-C32F1317B185}"/>
              </a:ext>
            </a:extLst>
          </p:cNvPr>
          <p:cNvSpPr>
            <a:spLocks noGrp="1"/>
          </p:cNvSpPr>
          <p:nvPr>
            <p:ph type="body" sz="quarter" idx="18" hasCustomPrompt="1"/>
          </p:nvPr>
        </p:nvSpPr>
        <p:spPr>
          <a:xfrm>
            <a:off x="539749" y="6102000"/>
            <a:ext cx="9213851" cy="619200"/>
          </a:xfrm>
          <a:prstGeom prst="rect">
            <a:avLst/>
          </a:prstGeom>
        </p:spPr>
        <p:txBody>
          <a:bodyPr anchor="b" anchorCtr="0">
            <a:noAutofit/>
          </a:bodyPr>
          <a:lstStyle>
            <a:lvl1pPr marL="0" indent="0">
              <a:spcBef>
                <a:spcPts val="0"/>
              </a:spcBef>
              <a:buFont typeface="+mj-lt"/>
              <a:buNone/>
              <a:defRPr sz="950" i="0">
                <a:solidFill>
                  <a:schemeClr val="accent2">
                    <a:lumMod val="50000"/>
                  </a:schemeClr>
                </a:solidFill>
                <a:latin typeface="Times New Roman" panose="02020603050405020304" pitchFamily="18" charset="0"/>
                <a:cs typeface="Times New Roman" panose="02020603050405020304" pitchFamily="18" charset="0"/>
              </a:defRPr>
            </a:lvl1pPr>
            <a:lvl2pPr marL="457200" indent="0">
              <a:buNone/>
              <a:defRPr/>
            </a:lvl2pPr>
          </a:lstStyle>
          <a:p>
            <a:pPr lvl="0"/>
            <a:r>
              <a:rPr lang="en-GB" dirty="0"/>
              <a:t>Reference text</a:t>
            </a:r>
          </a:p>
        </p:txBody>
      </p:sp>
      <p:sp>
        <p:nvSpPr>
          <p:cNvPr id="8" name="Slide Number Placeholder 5">
            <a:extLst>
              <a:ext uri="{FF2B5EF4-FFF2-40B4-BE49-F238E27FC236}">
                <a16:creationId xmlns:a16="http://schemas.microsoft.com/office/drawing/2014/main" id="{516D23F4-4203-45CD-8C41-02DBAE627251}"/>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a:p>
        </p:txBody>
      </p:sp>
    </p:spTree>
    <p:extLst>
      <p:ext uri="{BB962C8B-B14F-4D97-AF65-F5344CB8AC3E}">
        <p14:creationId xmlns:p14="http://schemas.microsoft.com/office/powerpoint/2010/main" val="3565676244"/>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wo Content box top">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5F8AAD-49B5-41D3-8FB6-A7A1C88A8763}"/>
              </a:ext>
            </a:extLst>
          </p:cNvPr>
          <p:cNvSpPr>
            <a:spLocks noGrp="1"/>
          </p:cNvSpPr>
          <p:nvPr>
            <p:ph sz="half" idx="1"/>
          </p:nvPr>
        </p:nvSpPr>
        <p:spPr>
          <a:xfrm>
            <a:off x="539750" y="1416785"/>
            <a:ext cx="11110914" cy="640551"/>
          </a:xfrm>
          <a:prstGeom prst="roundRect">
            <a:avLst>
              <a:gd name="adj" fmla="val 0"/>
            </a:avLst>
          </a:prstGeom>
          <a:noFill/>
          <a:ln w="12700">
            <a:solidFill>
              <a:srgbClr val="3F1A01"/>
            </a:solidFill>
          </a:ln>
        </p:spPr>
        <p:txBody>
          <a:bodyPr vert="horz" lIns="180000" tIns="180000" rIns="180000" bIns="180000" rtlCol="0">
            <a:noAutofit/>
          </a:bodyPr>
          <a:lstStyle>
            <a:lvl1pPr>
              <a:defRPr lang="en-GB" sz="1400" dirty="0">
                <a:solidFill>
                  <a:srgbClr val="3F1A01"/>
                </a:solidFill>
              </a:defRPr>
            </a:lvl1pPr>
          </a:lstStyle>
          <a:p>
            <a:pPr marL="180000" lvl="0" indent="-180000"/>
            <a:r>
              <a:rPr lang="en-US"/>
              <a:t>Click to edit Master text styles</a:t>
            </a:r>
          </a:p>
        </p:txBody>
      </p:sp>
      <p:sp>
        <p:nvSpPr>
          <p:cNvPr id="16" name="Text Placeholder 23">
            <a:extLst>
              <a:ext uri="{FF2B5EF4-FFF2-40B4-BE49-F238E27FC236}">
                <a16:creationId xmlns:a16="http://schemas.microsoft.com/office/drawing/2014/main" id="{2CCC86B9-2D5D-4C2B-AB04-1BEACE5EFA6F}"/>
              </a:ext>
            </a:extLst>
          </p:cNvPr>
          <p:cNvSpPr>
            <a:spLocks noGrp="1"/>
          </p:cNvSpPr>
          <p:nvPr>
            <p:ph type="body" sz="quarter" idx="17"/>
          </p:nvPr>
        </p:nvSpPr>
        <p:spPr>
          <a:xfrm>
            <a:off x="539749" y="539750"/>
            <a:ext cx="9213851" cy="266676"/>
          </a:xfrm>
          <a:prstGeom prst="rect">
            <a:avLst/>
          </a:prstGeom>
        </p:spPr>
        <p:txBody>
          <a:bodyPr wrap="square" lIns="0" tIns="0" rIns="0" bIns="0">
            <a:noAutofit/>
          </a:bodyPr>
          <a:lstStyle>
            <a:lvl1pPr marL="0" indent="0">
              <a:buNone/>
              <a:defRPr sz="1400">
                <a:solidFill>
                  <a:schemeClr val="accent2">
                    <a:lumMod val="50000"/>
                  </a:schemeClr>
                </a:solidFill>
                <a:latin typeface="Times New Roman" panose="02020603050405020304" pitchFamily="18" charset="0"/>
                <a:cs typeface="Times New Roman" panose="02020603050405020304" pitchFamily="18" charset="0"/>
              </a:defRPr>
            </a:lvl1pPr>
          </a:lstStyle>
          <a:p>
            <a:pPr lvl="0"/>
            <a:r>
              <a:rPr lang="en-US" dirty="0"/>
              <a:t>Click to edit Master text styles</a:t>
            </a:r>
          </a:p>
        </p:txBody>
      </p:sp>
      <p:sp>
        <p:nvSpPr>
          <p:cNvPr id="18" name="Title Placeholder 1">
            <a:extLst>
              <a:ext uri="{FF2B5EF4-FFF2-40B4-BE49-F238E27FC236}">
                <a16:creationId xmlns:a16="http://schemas.microsoft.com/office/drawing/2014/main" id="{A312696C-CDCF-4177-B53A-0AA1EF24DB65}"/>
              </a:ext>
            </a:extLst>
          </p:cNvPr>
          <p:cNvSpPr>
            <a:spLocks noGrp="1"/>
          </p:cNvSpPr>
          <p:nvPr>
            <p:ph type="title"/>
          </p:nvPr>
        </p:nvSpPr>
        <p:spPr>
          <a:xfrm>
            <a:off x="539749" y="814386"/>
            <a:ext cx="9213851" cy="332399"/>
          </a:xfrm>
          <a:prstGeom prst="rect">
            <a:avLst/>
          </a:prstGeom>
        </p:spPr>
        <p:txBody>
          <a:bodyPr vert="horz" lIns="0" tIns="0" rIns="0" bIns="0" rtlCol="0" anchor="b" anchorCtr="0">
            <a:noAutofit/>
          </a:bodyPr>
          <a:lstStyle>
            <a:lvl1pPr>
              <a:defRPr>
                <a:solidFill>
                  <a:srgbClr val="3F1A01"/>
                </a:solidFill>
              </a:defRPr>
            </a:lvl1pPr>
          </a:lstStyle>
          <a:p>
            <a:r>
              <a:rPr lang="en-US"/>
              <a:t>Click to edit Master title style</a:t>
            </a:r>
            <a:endParaRPr lang="en-GB" dirty="0"/>
          </a:p>
        </p:txBody>
      </p:sp>
      <p:sp>
        <p:nvSpPr>
          <p:cNvPr id="20" name="Content Placeholder 2">
            <a:extLst>
              <a:ext uri="{FF2B5EF4-FFF2-40B4-BE49-F238E27FC236}">
                <a16:creationId xmlns:a16="http://schemas.microsoft.com/office/drawing/2014/main" id="{374CEACC-B1C4-4362-9DD9-7FD3DE74C17F}"/>
              </a:ext>
            </a:extLst>
          </p:cNvPr>
          <p:cNvSpPr>
            <a:spLocks noGrp="1"/>
          </p:cNvSpPr>
          <p:nvPr>
            <p:ph idx="19"/>
          </p:nvPr>
        </p:nvSpPr>
        <p:spPr>
          <a:xfrm>
            <a:off x="539750" y="2327336"/>
            <a:ext cx="11110913" cy="3504664"/>
          </a:xfrm>
          <a:prstGeom prst="rect">
            <a:avLst/>
          </a:prstGeom>
        </p:spPr>
        <p:txBody>
          <a:bodyPr/>
          <a:lstStyle>
            <a:lvl1pPr marL="180000" indent="-180000">
              <a:defRPr sz="1600">
                <a:solidFill>
                  <a:srgbClr val="3F1A01"/>
                </a:solidFill>
              </a:defRPr>
            </a:lvl1pPr>
            <a:lvl2pPr marL="360000" indent="-180000">
              <a:defRPr sz="1400">
                <a:solidFill>
                  <a:srgbClr val="3F1A01"/>
                </a:solidFill>
              </a:defRPr>
            </a:lvl2pPr>
            <a:lvl3pPr marL="540000" indent="-180000">
              <a:defRPr>
                <a:solidFill>
                  <a:srgbClr val="3F1A01"/>
                </a:solidFill>
              </a:defRPr>
            </a:lvl3pPr>
            <a:lvl4pPr marL="720000" indent="-180000">
              <a:defRPr>
                <a:solidFill>
                  <a:srgbClr val="3F1A01"/>
                </a:solidFill>
              </a:defRPr>
            </a:lvl4pPr>
            <a:lvl5pPr marL="900000" indent="-180000">
              <a:defRPr>
                <a:solidFill>
                  <a:srgbClr val="3F1A0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1" name="Pladsholder til tekst 4">
            <a:extLst>
              <a:ext uri="{FF2B5EF4-FFF2-40B4-BE49-F238E27FC236}">
                <a16:creationId xmlns:a16="http://schemas.microsoft.com/office/drawing/2014/main" id="{C2FA2014-45E3-4655-AD32-913166D73C50}"/>
              </a:ext>
            </a:extLst>
          </p:cNvPr>
          <p:cNvSpPr>
            <a:spLocks noGrp="1"/>
          </p:cNvSpPr>
          <p:nvPr>
            <p:ph type="body" sz="quarter" idx="18" hasCustomPrompt="1"/>
          </p:nvPr>
        </p:nvSpPr>
        <p:spPr>
          <a:xfrm>
            <a:off x="539749" y="6102000"/>
            <a:ext cx="9213851" cy="619200"/>
          </a:xfrm>
          <a:prstGeom prst="rect">
            <a:avLst/>
          </a:prstGeom>
        </p:spPr>
        <p:txBody>
          <a:bodyPr anchor="b" anchorCtr="0">
            <a:noAutofit/>
          </a:bodyPr>
          <a:lstStyle>
            <a:lvl1pPr marL="0" indent="0">
              <a:spcBef>
                <a:spcPts val="0"/>
              </a:spcBef>
              <a:buFont typeface="+mj-lt"/>
              <a:buNone/>
              <a:defRPr sz="950" i="0">
                <a:solidFill>
                  <a:schemeClr val="accent2">
                    <a:lumMod val="50000"/>
                  </a:schemeClr>
                </a:solidFill>
                <a:latin typeface="Times New Roman" panose="02020603050405020304" pitchFamily="18" charset="0"/>
                <a:cs typeface="Times New Roman" panose="02020603050405020304" pitchFamily="18" charset="0"/>
              </a:defRPr>
            </a:lvl1pPr>
            <a:lvl2pPr marL="457200" indent="0">
              <a:buNone/>
              <a:defRPr/>
            </a:lvl2pPr>
          </a:lstStyle>
          <a:p>
            <a:pPr lvl="0"/>
            <a:r>
              <a:rPr lang="en-GB" dirty="0"/>
              <a:t>Reference text</a:t>
            </a:r>
          </a:p>
        </p:txBody>
      </p:sp>
      <p:sp>
        <p:nvSpPr>
          <p:cNvPr id="8" name="Slide Number Placeholder 5">
            <a:extLst>
              <a:ext uri="{FF2B5EF4-FFF2-40B4-BE49-F238E27FC236}">
                <a16:creationId xmlns:a16="http://schemas.microsoft.com/office/drawing/2014/main" id="{C5BA4F94-D2E2-44F9-B1D2-71668720D83F}"/>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a:p>
        </p:txBody>
      </p:sp>
    </p:spTree>
    <p:extLst>
      <p:ext uri="{BB962C8B-B14F-4D97-AF65-F5344CB8AC3E}">
        <p14:creationId xmlns:p14="http://schemas.microsoft.com/office/powerpoint/2010/main" val="1925969531"/>
      </p:ext>
    </p:extLst>
  </p:cSld>
  <p:clrMapOvr>
    <a:masterClrMapping/>
  </p:clrMapOvr>
  <p:hf hdr="0" ftr="0" dt="0"/>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13336F67-6EC0-4D94-9FA3-005804C5CF22}"/>
              </a:ext>
            </a:extLst>
          </p:cNvPr>
          <p:cNvSpPr>
            <a:spLocks noGrp="1"/>
          </p:cNvSpPr>
          <p:nvPr>
            <p:ph type="pic" idx="1"/>
          </p:nvPr>
        </p:nvSpPr>
        <p:spPr>
          <a:xfrm>
            <a:off x="5283200" y="1416785"/>
            <a:ext cx="6362700" cy="4415215"/>
          </a:xfrm>
          <a:prstGeom prst="round2DiagRect">
            <a:avLst>
              <a:gd name="adj1" fmla="val 0"/>
              <a:gd name="adj2" fmla="val 12069"/>
            </a:avLst>
          </a:prstGeom>
        </p:spPr>
        <p:txBody>
          <a:bodyPr/>
          <a:lstStyle>
            <a:lvl1pPr marL="0" indent="0">
              <a:buNone/>
              <a:defRPr sz="2000">
                <a:solidFill>
                  <a:srgbClr val="1A1A17"/>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da-DK"/>
          </a:p>
        </p:txBody>
      </p:sp>
      <p:sp>
        <p:nvSpPr>
          <p:cNvPr id="14" name="Text Placeholder 23">
            <a:extLst>
              <a:ext uri="{FF2B5EF4-FFF2-40B4-BE49-F238E27FC236}">
                <a16:creationId xmlns:a16="http://schemas.microsoft.com/office/drawing/2014/main" id="{20F21667-3A77-4BD5-AA10-B777CEEB8E92}"/>
              </a:ext>
            </a:extLst>
          </p:cNvPr>
          <p:cNvSpPr>
            <a:spLocks noGrp="1"/>
          </p:cNvSpPr>
          <p:nvPr>
            <p:ph type="body" sz="quarter" idx="19"/>
          </p:nvPr>
        </p:nvSpPr>
        <p:spPr>
          <a:xfrm>
            <a:off x="539749" y="539750"/>
            <a:ext cx="9213851" cy="266676"/>
          </a:xfrm>
          <a:prstGeom prst="rect">
            <a:avLst/>
          </a:prstGeom>
        </p:spPr>
        <p:txBody>
          <a:bodyPr wrap="square" lIns="0" tIns="0" rIns="0" bIns="0">
            <a:noAutofit/>
          </a:bodyPr>
          <a:lstStyle>
            <a:lvl1pPr marL="0" indent="0">
              <a:buNone/>
              <a:defRPr sz="1400">
                <a:solidFill>
                  <a:schemeClr val="accent2">
                    <a:lumMod val="50000"/>
                  </a:schemeClr>
                </a:solidFill>
                <a:latin typeface="Times New Roman" panose="02020603050405020304" pitchFamily="18" charset="0"/>
                <a:cs typeface="Times New Roman" panose="02020603050405020304" pitchFamily="18" charset="0"/>
              </a:defRPr>
            </a:lvl1pPr>
          </a:lstStyle>
          <a:p>
            <a:pPr lvl="0"/>
            <a:r>
              <a:rPr lang="en-US" dirty="0"/>
              <a:t>Click to edit Master text styles</a:t>
            </a:r>
          </a:p>
        </p:txBody>
      </p:sp>
      <p:sp>
        <p:nvSpPr>
          <p:cNvPr id="18" name="Content Placeholder 2">
            <a:extLst>
              <a:ext uri="{FF2B5EF4-FFF2-40B4-BE49-F238E27FC236}">
                <a16:creationId xmlns:a16="http://schemas.microsoft.com/office/drawing/2014/main" id="{ADC0193F-BC1A-423E-8734-55776A8D0CB8}"/>
              </a:ext>
            </a:extLst>
          </p:cNvPr>
          <p:cNvSpPr>
            <a:spLocks noGrp="1"/>
          </p:cNvSpPr>
          <p:nvPr>
            <p:ph idx="21"/>
          </p:nvPr>
        </p:nvSpPr>
        <p:spPr>
          <a:xfrm>
            <a:off x="539751" y="1416785"/>
            <a:ext cx="4471988" cy="4415215"/>
          </a:xfrm>
          <a:prstGeom prst="rect">
            <a:avLst/>
          </a:prstGeom>
        </p:spPr>
        <p:txBody>
          <a:bodyPr/>
          <a:lstStyle>
            <a:lvl1pPr marL="180000" indent="-180000">
              <a:defRPr sz="1600">
                <a:solidFill>
                  <a:srgbClr val="3F1A01"/>
                </a:solidFill>
              </a:defRPr>
            </a:lvl1pPr>
            <a:lvl2pPr marL="360000" indent="-180000">
              <a:defRPr sz="1400">
                <a:solidFill>
                  <a:srgbClr val="3F1A01"/>
                </a:solidFill>
              </a:defRPr>
            </a:lvl2pPr>
            <a:lvl3pPr marL="540000" indent="-180000">
              <a:defRPr>
                <a:solidFill>
                  <a:srgbClr val="3F1A01"/>
                </a:solidFill>
              </a:defRPr>
            </a:lvl3pPr>
            <a:lvl4pPr marL="720000" indent="-180000">
              <a:defRPr>
                <a:solidFill>
                  <a:srgbClr val="3F1A01"/>
                </a:solidFill>
              </a:defRPr>
            </a:lvl4pPr>
            <a:lvl5pPr marL="900000" indent="-180000">
              <a:defRPr>
                <a:solidFill>
                  <a:srgbClr val="3F1A0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itle 3">
            <a:extLst>
              <a:ext uri="{FF2B5EF4-FFF2-40B4-BE49-F238E27FC236}">
                <a16:creationId xmlns:a16="http://schemas.microsoft.com/office/drawing/2014/main" id="{A853B65C-0F17-4A31-8523-13F387549FA4}"/>
              </a:ext>
            </a:extLst>
          </p:cNvPr>
          <p:cNvSpPr>
            <a:spLocks noGrp="1"/>
          </p:cNvSpPr>
          <p:nvPr>
            <p:ph type="title"/>
          </p:nvPr>
        </p:nvSpPr>
        <p:spPr>
          <a:xfrm>
            <a:off x="539749" y="813600"/>
            <a:ext cx="9213851" cy="332399"/>
          </a:xfrm>
        </p:spPr>
        <p:txBody>
          <a:bodyPr/>
          <a:lstStyle>
            <a:lvl1pPr>
              <a:defRPr>
                <a:solidFill>
                  <a:srgbClr val="3F1A01"/>
                </a:solidFill>
              </a:defRPr>
            </a:lvl1pPr>
          </a:lstStyle>
          <a:p>
            <a:r>
              <a:rPr lang="en-US"/>
              <a:t>Click to edit Master title style</a:t>
            </a:r>
            <a:endParaRPr lang="en-GB" dirty="0"/>
          </a:p>
        </p:txBody>
      </p:sp>
      <p:sp>
        <p:nvSpPr>
          <p:cNvPr id="9" name="Pladsholder til tekst 4">
            <a:extLst>
              <a:ext uri="{FF2B5EF4-FFF2-40B4-BE49-F238E27FC236}">
                <a16:creationId xmlns:a16="http://schemas.microsoft.com/office/drawing/2014/main" id="{AE7B6B55-5350-40F1-BCE0-62619D7C90D3}"/>
              </a:ext>
            </a:extLst>
          </p:cNvPr>
          <p:cNvSpPr>
            <a:spLocks noGrp="1"/>
          </p:cNvSpPr>
          <p:nvPr>
            <p:ph type="body" sz="quarter" idx="18" hasCustomPrompt="1"/>
          </p:nvPr>
        </p:nvSpPr>
        <p:spPr>
          <a:xfrm>
            <a:off x="539749" y="6102000"/>
            <a:ext cx="9213851" cy="619200"/>
          </a:xfrm>
          <a:prstGeom prst="rect">
            <a:avLst/>
          </a:prstGeom>
        </p:spPr>
        <p:txBody>
          <a:bodyPr anchor="b" anchorCtr="0">
            <a:noAutofit/>
          </a:bodyPr>
          <a:lstStyle>
            <a:lvl1pPr marL="0" indent="0">
              <a:spcBef>
                <a:spcPts val="0"/>
              </a:spcBef>
              <a:buFont typeface="+mj-lt"/>
              <a:buNone/>
              <a:defRPr sz="950" i="0">
                <a:solidFill>
                  <a:schemeClr val="accent2">
                    <a:lumMod val="50000"/>
                  </a:schemeClr>
                </a:solidFill>
                <a:latin typeface="Times New Roman" panose="02020603050405020304" pitchFamily="18" charset="0"/>
                <a:cs typeface="Times New Roman" panose="02020603050405020304" pitchFamily="18" charset="0"/>
              </a:defRPr>
            </a:lvl1pPr>
            <a:lvl2pPr marL="457200" indent="0">
              <a:buNone/>
              <a:defRPr/>
            </a:lvl2pPr>
          </a:lstStyle>
          <a:p>
            <a:pPr lvl="0"/>
            <a:r>
              <a:rPr lang="en-GB" dirty="0"/>
              <a:t>Reference text</a:t>
            </a:r>
          </a:p>
        </p:txBody>
      </p:sp>
      <p:sp>
        <p:nvSpPr>
          <p:cNvPr id="8" name="Slide Number Placeholder 5">
            <a:extLst>
              <a:ext uri="{FF2B5EF4-FFF2-40B4-BE49-F238E27FC236}">
                <a16:creationId xmlns:a16="http://schemas.microsoft.com/office/drawing/2014/main" id="{6FFFF8FD-1292-4179-931B-CE9A81C5A6FA}"/>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a:p>
        </p:txBody>
      </p:sp>
    </p:spTree>
    <p:extLst>
      <p:ext uri="{BB962C8B-B14F-4D97-AF65-F5344CB8AC3E}">
        <p14:creationId xmlns:p14="http://schemas.microsoft.com/office/powerpoint/2010/main" val="1860596065"/>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 White">
    <p:bg>
      <p:bgPr>
        <a:solidFill>
          <a:schemeClr val="bg1"/>
        </a:solidFill>
        <a:effectLst/>
      </p:bgPr>
    </p:bg>
    <p:spTree>
      <p:nvGrpSpPr>
        <p:cNvPr id="1" name=""/>
        <p:cNvGrpSpPr/>
        <p:nvPr/>
      </p:nvGrpSpPr>
      <p:grpSpPr>
        <a:xfrm>
          <a:off x="0" y="0"/>
          <a:ext cx="0" cy="0"/>
          <a:chOff x="0" y="0"/>
          <a:chExt cx="0" cy="0"/>
        </a:xfrm>
      </p:grpSpPr>
      <p:sp>
        <p:nvSpPr>
          <p:cNvPr id="4" name="ColoredBackground">
            <a:extLst>
              <a:ext uri="{FF2B5EF4-FFF2-40B4-BE49-F238E27FC236}">
                <a16:creationId xmlns:a16="http://schemas.microsoft.com/office/drawing/2014/main" id="{31C2D26E-04D9-461A-A4E6-425D036AE429}"/>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Noise" descr="Shape&#10;&#10;Description automatically generated with medium confidence">
            <a:extLst>
              <a:ext uri="{FF2B5EF4-FFF2-40B4-BE49-F238E27FC236}">
                <a16:creationId xmlns:a16="http://schemas.microsoft.com/office/drawing/2014/main" id="{AEFB8980-3819-4628-B1E9-F3AC1EFA58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Grafik">
            <a:extLst>
              <a:ext uri="{FF2B5EF4-FFF2-40B4-BE49-F238E27FC236}">
                <a16:creationId xmlns:a16="http://schemas.microsoft.com/office/drawing/2014/main" id="{F40430AE-3291-4DC4-984C-4D87254BA476}"/>
              </a:ext>
            </a:extLst>
          </p:cNvPr>
          <p:cNvSpPr>
            <a:spLocks noEditPoints="1"/>
          </p:cNvSpPr>
          <p:nvPr/>
        </p:nvSpPr>
        <p:spPr bwMode="auto">
          <a:xfrm>
            <a:off x="8102600" y="-2176101"/>
            <a:ext cx="8385175" cy="9817101"/>
          </a:xfrm>
          <a:custGeom>
            <a:avLst/>
            <a:gdLst>
              <a:gd name="T0" fmla="*/ 276 w 2642"/>
              <a:gd name="T1" fmla="*/ 2871 h 3094"/>
              <a:gd name="T2" fmla="*/ 588 w 2642"/>
              <a:gd name="T3" fmla="*/ 2871 h 3094"/>
              <a:gd name="T4" fmla="*/ 2083 w 2642"/>
              <a:gd name="T5" fmla="*/ 2843 h 3094"/>
              <a:gd name="T6" fmla="*/ 2338 w 2642"/>
              <a:gd name="T7" fmla="*/ 2900 h 3094"/>
              <a:gd name="T8" fmla="*/ 29 w 2642"/>
              <a:gd name="T9" fmla="*/ 1219 h 3094"/>
              <a:gd name="T10" fmla="*/ 29 w 2642"/>
              <a:gd name="T11" fmla="*/ 2444 h 3094"/>
              <a:gd name="T12" fmla="*/ 559 w 2642"/>
              <a:gd name="T13" fmla="*/ 2386 h 3094"/>
              <a:gd name="T14" fmla="*/ 29 w 2642"/>
              <a:gd name="T15" fmla="*/ 1219 h 3094"/>
              <a:gd name="T16" fmla="*/ 2584 w 2642"/>
              <a:gd name="T17" fmla="*/ 2386 h 3094"/>
              <a:gd name="T18" fmla="*/ 2083 w 2642"/>
              <a:gd name="T19" fmla="*/ 2444 h 3094"/>
              <a:gd name="T20" fmla="*/ 2642 w 2642"/>
              <a:gd name="T21" fmla="*/ 1248 h 3094"/>
              <a:gd name="T22" fmla="*/ 210 w 2642"/>
              <a:gd name="T23" fmla="*/ 292 h 3094"/>
              <a:gd name="T24" fmla="*/ 210 w 2642"/>
              <a:gd name="T25" fmla="*/ 970 h 3094"/>
              <a:gd name="T26" fmla="*/ 559 w 2642"/>
              <a:gd name="T27" fmla="*/ 912 h 3094"/>
              <a:gd name="T28" fmla="*/ 658 w 2642"/>
              <a:gd name="T29" fmla="*/ 350 h 3094"/>
              <a:gd name="T30" fmla="*/ 2432 w 2642"/>
              <a:gd name="T31" fmla="*/ 292 h 3094"/>
              <a:gd name="T32" fmla="*/ 1984 w 2642"/>
              <a:gd name="T33" fmla="*/ 350 h 3094"/>
              <a:gd name="T34" fmla="*/ 2083 w 2642"/>
              <a:gd name="T35" fmla="*/ 912 h 3094"/>
              <a:gd name="T36" fmla="*/ 2432 w 2642"/>
              <a:gd name="T37" fmla="*/ 970 h 3094"/>
              <a:gd name="T38" fmla="*/ 2432 w 2642"/>
              <a:gd name="T39" fmla="*/ 292 h 3094"/>
              <a:gd name="T40" fmla="*/ 814 w 2642"/>
              <a:gd name="T41" fmla="*/ 29 h 3094"/>
              <a:gd name="T42" fmla="*/ 1292 w 2642"/>
              <a:gd name="T43" fmla="*/ 602 h 3094"/>
              <a:gd name="T44" fmla="*/ 989 w 2642"/>
              <a:gd name="T45" fmla="*/ 660 h 3094"/>
              <a:gd name="T46" fmla="*/ 801 w 2642"/>
              <a:gd name="T47" fmla="*/ 1311 h 3094"/>
              <a:gd name="T48" fmla="*/ 743 w 2642"/>
              <a:gd name="T49" fmla="*/ 1060 h 3094"/>
              <a:gd name="T50" fmla="*/ 1292 w 2642"/>
              <a:gd name="T51" fmla="*/ 1369 h 3094"/>
              <a:gd name="T52" fmla="*/ 842 w 2642"/>
              <a:gd name="T53" fmla="*/ 1782 h 3094"/>
              <a:gd name="T54" fmla="*/ 433 w 2642"/>
              <a:gd name="T55" fmla="*/ 1476 h 3094"/>
              <a:gd name="T56" fmla="*/ 375 w 2642"/>
              <a:gd name="T57" fmla="*/ 1782 h 3094"/>
              <a:gd name="T58" fmla="*/ 784 w 2642"/>
              <a:gd name="T59" fmla="*/ 2669 h 3094"/>
              <a:gd name="T60" fmla="*/ 842 w 2642"/>
              <a:gd name="T61" fmla="*/ 2181 h 3094"/>
              <a:gd name="T62" fmla="*/ 921 w 2642"/>
              <a:gd name="T63" fmla="*/ 3036 h 3094"/>
              <a:gd name="T64" fmla="*/ 1321 w 2642"/>
              <a:gd name="T65" fmla="*/ 3094 h 3094"/>
              <a:gd name="T66" fmla="*/ 1722 w 2642"/>
              <a:gd name="T67" fmla="*/ 3036 h 3094"/>
              <a:gd name="T68" fmla="*/ 1800 w 2642"/>
              <a:gd name="T69" fmla="*/ 2181 h 3094"/>
              <a:gd name="T70" fmla="*/ 1858 w 2642"/>
              <a:gd name="T71" fmla="*/ 2669 h 3094"/>
              <a:gd name="T72" fmla="*/ 2267 w 2642"/>
              <a:gd name="T73" fmla="*/ 1782 h 3094"/>
              <a:gd name="T74" fmla="*/ 2210 w 2642"/>
              <a:gd name="T75" fmla="*/ 1476 h 3094"/>
              <a:gd name="T76" fmla="*/ 1800 w 2642"/>
              <a:gd name="T77" fmla="*/ 1782 h 3094"/>
              <a:gd name="T78" fmla="*/ 1350 w 2642"/>
              <a:gd name="T79" fmla="*/ 1369 h 3094"/>
              <a:gd name="T80" fmla="*/ 1899 w 2642"/>
              <a:gd name="T81" fmla="*/ 1060 h 3094"/>
              <a:gd name="T82" fmla="*/ 1841 w 2642"/>
              <a:gd name="T83" fmla="*/ 1311 h 3094"/>
              <a:gd name="T84" fmla="*/ 1643 w 2642"/>
              <a:gd name="T85" fmla="*/ 660 h 3094"/>
              <a:gd name="T86" fmla="*/ 1350 w 2642"/>
              <a:gd name="T87" fmla="*/ 602 h 3094"/>
              <a:gd name="T88" fmla="*/ 1828 w 2642"/>
              <a:gd name="T89" fmla="*/ 29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42" h="3094">
                <a:moveTo>
                  <a:pt x="559" y="2843"/>
                </a:moveTo>
                <a:cubicBezTo>
                  <a:pt x="305" y="2843"/>
                  <a:pt x="305" y="2843"/>
                  <a:pt x="305" y="2843"/>
                </a:cubicBezTo>
                <a:cubicBezTo>
                  <a:pt x="289" y="2843"/>
                  <a:pt x="276" y="2856"/>
                  <a:pt x="276" y="2871"/>
                </a:cubicBezTo>
                <a:cubicBezTo>
                  <a:pt x="276" y="2887"/>
                  <a:pt x="289" y="2900"/>
                  <a:pt x="305" y="2900"/>
                </a:cubicBezTo>
                <a:cubicBezTo>
                  <a:pt x="559" y="2900"/>
                  <a:pt x="559" y="2900"/>
                  <a:pt x="559" y="2900"/>
                </a:cubicBezTo>
                <a:cubicBezTo>
                  <a:pt x="575" y="2900"/>
                  <a:pt x="588" y="2887"/>
                  <a:pt x="588" y="2871"/>
                </a:cubicBezTo>
                <a:cubicBezTo>
                  <a:pt x="588" y="2856"/>
                  <a:pt x="575" y="2843"/>
                  <a:pt x="559" y="2843"/>
                </a:cubicBezTo>
                <a:moveTo>
                  <a:pt x="2338" y="2843"/>
                </a:moveTo>
                <a:cubicBezTo>
                  <a:pt x="2083" y="2843"/>
                  <a:pt x="2083" y="2843"/>
                  <a:pt x="2083" y="2843"/>
                </a:cubicBezTo>
                <a:cubicBezTo>
                  <a:pt x="2068" y="2843"/>
                  <a:pt x="2055" y="2856"/>
                  <a:pt x="2055" y="2871"/>
                </a:cubicBezTo>
                <a:cubicBezTo>
                  <a:pt x="2055" y="2887"/>
                  <a:pt x="2068" y="2900"/>
                  <a:pt x="2083" y="2900"/>
                </a:cubicBezTo>
                <a:cubicBezTo>
                  <a:pt x="2338" y="2900"/>
                  <a:pt x="2338" y="2900"/>
                  <a:pt x="2338" y="2900"/>
                </a:cubicBezTo>
                <a:cubicBezTo>
                  <a:pt x="2354" y="2900"/>
                  <a:pt x="2366" y="2887"/>
                  <a:pt x="2366" y="2871"/>
                </a:cubicBezTo>
                <a:cubicBezTo>
                  <a:pt x="2366" y="2856"/>
                  <a:pt x="2354" y="2843"/>
                  <a:pt x="2338" y="2843"/>
                </a:cubicBezTo>
                <a:moveTo>
                  <a:pt x="29" y="1219"/>
                </a:moveTo>
                <a:cubicBezTo>
                  <a:pt x="13" y="1219"/>
                  <a:pt x="0" y="1232"/>
                  <a:pt x="0" y="1248"/>
                </a:cubicBezTo>
                <a:cubicBezTo>
                  <a:pt x="0" y="2415"/>
                  <a:pt x="0" y="2415"/>
                  <a:pt x="0" y="2415"/>
                </a:cubicBezTo>
                <a:cubicBezTo>
                  <a:pt x="0" y="2431"/>
                  <a:pt x="13" y="2444"/>
                  <a:pt x="29" y="2444"/>
                </a:cubicBezTo>
                <a:cubicBezTo>
                  <a:pt x="559" y="2444"/>
                  <a:pt x="559" y="2444"/>
                  <a:pt x="559" y="2444"/>
                </a:cubicBezTo>
                <a:cubicBezTo>
                  <a:pt x="575" y="2444"/>
                  <a:pt x="588" y="2431"/>
                  <a:pt x="588" y="2415"/>
                </a:cubicBezTo>
                <a:cubicBezTo>
                  <a:pt x="588" y="2399"/>
                  <a:pt x="575" y="2386"/>
                  <a:pt x="559" y="2386"/>
                </a:cubicBezTo>
                <a:cubicBezTo>
                  <a:pt x="58" y="2386"/>
                  <a:pt x="58" y="2386"/>
                  <a:pt x="58" y="2386"/>
                </a:cubicBezTo>
                <a:cubicBezTo>
                  <a:pt x="58" y="1248"/>
                  <a:pt x="58" y="1248"/>
                  <a:pt x="58" y="1248"/>
                </a:cubicBezTo>
                <a:cubicBezTo>
                  <a:pt x="58" y="1232"/>
                  <a:pt x="45" y="1219"/>
                  <a:pt x="29" y="1219"/>
                </a:cubicBezTo>
                <a:moveTo>
                  <a:pt x="2613" y="1219"/>
                </a:moveTo>
                <a:cubicBezTo>
                  <a:pt x="2597" y="1219"/>
                  <a:pt x="2584" y="1232"/>
                  <a:pt x="2584" y="1248"/>
                </a:cubicBezTo>
                <a:cubicBezTo>
                  <a:pt x="2584" y="2386"/>
                  <a:pt x="2584" y="2386"/>
                  <a:pt x="2584" y="2386"/>
                </a:cubicBezTo>
                <a:cubicBezTo>
                  <a:pt x="2083" y="2386"/>
                  <a:pt x="2083" y="2386"/>
                  <a:pt x="2083" y="2386"/>
                </a:cubicBezTo>
                <a:cubicBezTo>
                  <a:pt x="2067" y="2386"/>
                  <a:pt x="2055" y="2399"/>
                  <a:pt x="2055" y="2415"/>
                </a:cubicBezTo>
                <a:cubicBezTo>
                  <a:pt x="2055" y="2431"/>
                  <a:pt x="2067" y="2444"/>
                  <a:pt x="2083" y="2444"/>
                </a:cubicBezTo>
                <a:cubicBezTo>
                  <a:pt x="2613" y="2444"/>
                  <a:pt x="2613" y="2444"/>
                  <a:pt x="2613" y="2444"/>
                </a:cubicBezTo>
                <a:cubicBezTo>
                  <a:pt x="2629" y="2444"/>
                  <a:pt x="2642" y="2431"/>
                  <a:pt x="2642" y="2415"/>
                </a:cubicBezTo>
                <a:cubicBezTo>
                  <a:pt x="2642" y="1248"/>
                  <a:pt x="2642" y="1248"/>
                  <a:pt x="2642" y="1248"/>
                </a:cubicBezTo>
                <a:cubicBezTo>
                  <a:pt x="2642" y="1232"/>
                  <a:pt x="2629" y="1219"/>
                  <a:pt x="2613" y="1219"/>
                </a:cubicBezTo>
                <a:moveTo>
                  <a:pt x="658" y="292"/>
                </a:moveTo>
                <a:cubicBezTo>
                  <a:pt x="210" y="292"/>
                  <a:pt x="210" y="292"/>
                  <a:pt x="210" y="292"/>
                </a:cubicBezTo>
                <a:cubicBezTo>
                  <a:pt x="194" y="292"/>
                  <a:pt x="181" y="305"/>
                  <a:pt x="181" y="321"/>
                </a:cubicBezTo>
                <a:cubicBezTo>
                  <a:pt x="181" y="941"/>
                  <a:pt x="181" y="941"/>
                  <a:pt x="181" y="941"/>
                </a:cubicBezTo>
                <a:cubicBezTo>
                  <a:pt x="181" y="957"/>
                  <a:pt x="194" y="970"/>
                  <a:pt x="210" y="970"/>
                </a:cubicBezTo>
                <a:cubicBezTo>
                  <a:pt x="559" y="970"/>
                  <a:pt x="559" y="970"/>
                  <a:pt x="559" y="970"/>
                </a:cubicBezTo>
                <a:cubicBezTo>
                  <a:pt x="575" y="970"/>
                  <a:pt x="588" y="957"/>
                  <a:pt x="588" y="941"/>
                </a:cubicBezTo>
                <a:cubicBezTo>
                  <a:pt x="588" y="925"/>
                  <a:pt x="575" y="912"/>
                  <a:pt x="559" y="912"/>
                </a:cubicBezTo>
                <a:cubicBezTo>
                  <a:pt x="239" y="912"/>
                  <a:pt x="239" y="912"/>
                  <a:pt x="239" y="912"/>
                </a:cubicBezTo>
                <a:cubicBezTo>
                  <a:pt x="239" y="350"/>
                  <a:pt x="239" y="350"/>
                  <a:pt x="239" y="350"/>
                </a:cubicBezTo>
                <a:cubicBezTo>
                  <a:pt x="658" y="350"/>
                  <a:pt x="658" y="350"/>
                  <a:pt x="658" y="350"/>
                </a:cubicBezTo>
                <a:cubicBezTo>
                  <a:pt x="674" y="350"/>
                  <a:pt x="687" y="337"/>
                  <a:pt x="687" y="321"/>
                </a:cubicBezTo>
                <a:cubicBezTo>
                  <a:pt x="687" y="305"/>
                  <a:pt x="674" y="292"/>
                  <a:pt x="658" y="292"/>
                </a:cubicBezTo>
                <a:moveTo>
                  <a:pt x="2432" y="292"/>
                </a:moveTo>
                <a:cubicBezTo>
                  <a:pt x="1984" y="292"/>
                  <a:pt x="1984" y="292"/>
                  <a:pt x="1984" y="292"/>
                </a:cubicBezTo>
                <a:cubicBezTo>
                  <a:pt x="1968" y="292"/>
                  <a:pt x="1955" y="305"/>
                  <a:pt x="1955" y="321"/>
                </a:cubicBezTo>
                <a:cubicBezTo>
                  <a:pt x="1955" y="337"/>
                  <a:pt x="1968" y="350"/>
                  <a:pt x="1984" y="350"/>
                </a:cubicBezTo>
                <a:cubicBezTo>
                  <a:pt x="2403" y="350"/>
                  <a:pt x="2403" y="350"/>
                  <a:pt x="2403" y="350"/>
                </a:cubicBezTo>
                <a:cubicBezTo>
                  <a:pt x="2403" y="912"/>
                  <a:pt x="2403" y="912"/>
                  <a:pt x="2403" y="912"/>
                </a:cubicBezTo>
                <a:cubicBezTo>
                  <a:pt x="2083" y="912"/>
                  <a:pt x="2083" y="912"/>
                  <a:pt x="2083" y="912"/>
                </a:cubicBezTo>
                <a:cubicBezTo>
                  <a:pt x="2068" y="912"/>
                  <a:pt x="2055" y="925"/>
                  <a:pt x="2055" y="941"/>
                </a:cubicBezTo>
                <a:cubicBezTo>
                  <a:pt x="2055" y="957"/>
                  <a:pt x="2068" y="970"/>
                  <a:pt x="2083" y="970"/>
                </a:cubicBezTo>
                <a:cubicBezTo>
                  <a:pt x="2432" y="970"/>
                  <a:pt x="2432" y="970"/>
                  <a:pt x="2432" y="970"/>
                </a:cubicBezTo>
                <a:cubicBezTo>
                  <a:pt x="2448" y="970"/>
                  <a:pt x="2461" y="957"/>
                  <a:pt x="2461" y="941"/>
                </a:cubicBezTo>
                <a:cubicBezTo>
                  <a:pt x="2461" y="321"/>
                  <a:pt x="2461" y="321"/>
                  <a:pt x="2461" y="321"/>
                </a:cubicBezTo>
                <a:cubicBezTo>
                  <a:pt x="2461" y="305"/>
                  <a:pt x="2448" y="292"/>
                  <a:pt x="2432" y="292"/>
                </a:cubicBezTo>
                <a:moveTo>
                  <a:pt x="1799" y="0"/>
                </a:moveTo>
                <a:cubicBezTo>
                  <a:pt x="843" y="0"/>
                  <a:pt x="843" y="0"/>
                  <a:pt x="843" y="0"/>
                </a:cubicBezTo>
                <a:cubicBezTo>
                  <a:pt x="827" y="0"/>
                  <a:pt x="814" y="13"/>
                  <a:pt x="814" y="29"/>
                </a:cubicBezTo>
                <a:cubicBezTo>
                  <a:pt x="814" y="45"/>
                  <a:pt x="827" y="58"/>
                  <a:pt x="843" y="58"/>
                </a:cubicBezTo>
                <a:cubicBezTo>
                  <a:pt x="1292" y="58"/>
                  <a:pt x="1292" y="58"/>
                  <a:pt x="1292" y="58"/>
                </a:cubicBezTo>
                <a:cubicBezTo>
                  <a:pt x="1292" y="602"/>
                  <a:pt x="1292" y="602"/>
                  <a:pt x="1292" y="602"/>
                </a:cubicBezTo>
                <a:cubicBezTo>
                  <a:pt x="989" y="602"/>
                  <a:pt x="989" y="602"/>
                  <a:pt x="989" y="602"/>
                </a:cubicBezTo>
                <a:cubicBezTo>
                  <a:pt x="973" y="602"/>
                  <a:pt x="960" y="615"/>
                  <a:pt x="960" y="631"/>
                </a:cubicBezTo>
                <a:cubicBezTo>
                  <a:pt x="960" y="647"/>
                  <a:pt x="973" y="660"/>
                  <a:pt x="989" y="660"/>
                </a:cubicBezTo>
                <a:cubicBezTo>
                  <a:pt x="1292" y="660"/>
                  <a:pt x="1292" y="660"/>
                  <a:pt x="1292" y="660"/>
                </a:cubicBezTo>
                <a:cubicBezTo>
                  <a:pt x="1292" y="1311"/>
                  <a:pt x="1292" y="1311"/>
                  <a:pt x="1292" y="1311"/>
                </a:cubicBezTo>
                <a:cubicBezTo>
                  <a:pt x="801" y="1311"/>
                  <a:pt x="801" y="1311"/>
                  <a:pt x="801" y="1311"/>
                </a:cubicBezTo>
                <a:cubicBezTo>
                  <a:pt x="801" y="1060"/>
                  <a:pt x="801" y="1060"/>
                  <a:pt x="801" y="1060"/>
                </a:cubicBezTo>
                <a:cubicBezTo>
                  <a:pt x="801" y="1044"/>
                  <a:pt x="788" y="1031"/>
                  <a:pt x="772" y="1031"/>
                </a:cubicBezTo>
                <a:cubicBezTo>
                  <a:pt x="756" y="1031"/>
                  <a:pt x="743" y="1044"/>
                  <a:pt x="743" y="1060"/>
                </a:cubicBezTo>
                <a:cubicBezTo>
                  <a:pt x="743" y="1340"/>
                  <a:pt x="743" y="1340"/>
                  <a:pt x="743" y="1340"/>
                </a:cubicBezTo>
                <a:cubicBezTo>
                  <a:pt x="743" y="1356"/>
                  <a:pt x="756" y="1369"/>
                  <a:pt x="772" y="1369"/>
                </a:cubicBezTo>
                <a:cubicBezTo>
                  <a:pt x="1292" y="1369"/>
                  <a:pt x="1292" y="1369"/>
                  <a:pt x="1292" y="1369"/>
                </a:cubicBezTo>
                <a:cubicBezTo>
                  <a:pt x="1292" y="2123"/>
                  <a:pt x="1292" y="2123"/>
                  <a:pt x="1292" y="2123"/>
                </a:cubicBezTo>
                <a:cubicBezTo>
                  <a:pt x="842" y="2123"/>
                  <a:pt x="842" y="2123"/>
                  <a:pt x="842" y="2123"/>
                </a:cubicBezTo>
                <a:cubicBezTo>
                  <a:pt x="842" y="1782"/>
                  <a:pt x="842" y="1782"/>
                  <a:pt x="842" y="1782"/>
                </a:cubicBezTo>
                <a:cubicBezTo>
                  <a:pt x="842" y="1766"/>
                  <a:pt x="829" y="1753"/>
                  <a:pt x="813" y="1753"/>
                </a:cubicBezTo>
                <a:cubicBezTo>
                  <a:pt x="433" y="1753"/>
                  <a:pt x="433" y="1753"/>
                  <a:pt x="433" y="1753"/>
                </a:cubicBezTo>
                <a:cubicBezTo>
                  <a:pt x="433" y="1476"/>
                  <a:pt x="433" y="1476"/>
                  <a:pt x="433" y="1476"/>
                </a:cubicBezTo>
                <a:cubicBezTo>
                  <a:pt x="433" y="1460"/>
                  <a:pt x="420" y="1447"/>
                  <a:pt x="404" y="1447"/>
                </a:cubicBezTo>
                <a:cubicBezTo>
                  <a:pt x="388" y="1447"/>
                  <a:pt x="375" y="1460"/>
                  <a:pt x="375" y="1476"/>
                </a:cubicBezTo>
                <a:cubicBezTo>
                  <a:pt x="375" y="1782"/>
                  <a:pt x="375" y="1782"/>
                  <a:pt x="375" y="1782"/>
                </a:cubicBezTo>
                <a:cubicBezTo>
                  <a:pt x="375" y="1798"/>
                  <a:pt x="388" y="1811"/>
                  <a:pt x="404" y="1811"/>
                </a:cubicBezTo>
                <a:cubicBezTo>
                  <a:pt x="784" y="1811"/>
                  <a:pt x="784" y="1811"/>
                  <a:pt x="784" y="1811"/>
                </a:cubicBezTo>
                <a:cubicBezTo>
                  <a:pt x="784" y="2669"/>
                  <a:pt x="784" y="2669"/>
                  <a:pt x="784" y="2669"/>
                </a:cubicBezTo>
                <a:cubicBezTo>
                  <a:pt x="784" y="2685"/>
                  <a:pt x="797" y="2698"/>
                  <a:pt x="813" y="2698"/>
                </a:cubicBezTo>
                <a:cubicBezTo>
                  <a:pt x="829" y="2698"/>
                  <a:pt x="842" y="2685"/>
                  <a:pt x="842" y="2669"/>
                </a:cubicBezTo>
                <a:cubicBezTo>
                  <a:pt x="842" y="2181"/>
                  <a:pt x="842" y="2181"/>
                  <a:pt x="842" y="2181"/>
                </a:cubicBezTo>
                <a:cubicBezTo>
                  <a:pt x="1292" y="2181"/>
                  <a:pt x="1292" y="2181"/>
                  <a:pt x="1292" y="2181"/>
                </a:cubicBezTo>
                <a:cubicBezTo>
                  <a:pt x="1292" y="3036"/>
                  <a:pt x="1292" y="3036"/>
                  <a:pt x="1292" y="3036"/>
                </a:cubicBezTo>
                <a:cubicBezTo>
                  <a:pt x="921" y="3036"/>
                  <a:pt x="921" y="3036"/>
                  <a:pt x="921" y="3036"/>
                </a:cubicBezTo>
                <a:cubicBezTo>
                  <a:pt x="905" y="3036"/>
                  <a:pt x="892" y="3049"/>
                  <a:pt x="892" y="3065"/>
                </a:cubicBezTo>
                <a:cubicBezTo>
                  <a:pt x="892" y="3081"/>
                  <a:pt x="905" y="3094"/>
                  <a:pt x="921" y="3094"/>
                </a:cubicBezTo>
                <a:cubicBezTo>
                  <a:pt x="1321" y="3094"/>
                  <a:pt x="1321" y="3094"/>
                  <a:pt x="1321" y="3094"/>
                </a:cubicBezTo>
                <a:cubicBezTo>
                  <a:pt x="1722" y="3094"/>
                  <a:pt x="1722" y="3094"/>
                  <a:pt x="1722" y="3094"/>
                </a:cubicBezTo>
                <a:cubicBezTo>
                  <a:pt x="1738" y="3094"/>
                  <a:pt x="1751" y="3081"/>
                  <a:pt x="1751" y="3065"/>
                </a:cubicBezTo>
                <a:cubicBezTo>
                  <a:pt x="1751" y="3049"/>
                  <a:pt x="1738" y="3036"/>
                  <a:pt x="1722" y="3036"/>
                </a:cubicBezTo>
                <a:cubicBezTo>
                  <a:pt x="1350" y="3036"/>
                  <a:pt x="1350" y="3036"/>
                  <a:pt x="1350" y="3036"/>
                </a:cubicBezTo>
                <a:cubicBezTo>
                  <a:pt x="1350" y="2181"/>
                  <a:pt x="1350" y="2181"/>
                  <a:pt x="1350" y="2181"/>
                </a:cubicBezTo>
                <a:cubicBezTo>
                  <a:pt x="1800" y="2181"/>
                  <a:pt x="1800" y="2181"/>
                  <a:pt x="1800" y="2181"/>
                </a:cubicBezTo>
                <a:cubicBezTo>
                  <a:pt x="1800" y="2669"/>
                  <a:pt x="1800" y="2669"/>
                  <a:pt x="1800" y="2669"/>
                </a:cubicBezTo>
                <a:cubicBezTo>
                  <a:pt x="1800" y="2685"/>
                  <a:pt x="1813" y="2698"/>
                  <a:pt x="1829" y="2698"/>
                </a:cubicBezTo>
                <a:cubicBezTo>
                  <a:pt x="1845" y="2698"/>
                  <a:pt x="1858" y="2685"/>
                  <a:pt x="1858" y="2669"/>
                </a:cubicBezTo>
                <a:cubicBezTo>
                  <a:pt x="1858" y="1811"/>
                  <a:pt x="1858" y="1811"/>
                  <a:pt x="1858" y="1811"/>
                </a:cubicBezTo>
                <a:cubicBezTo>
                  <a:pt x="2239" y="1811"/>
                  <a:pt x="2239" y="1811"/>
                  <a:pt x="2239" y="1811"/>
                </a:cubicBezTo>
                <a:cubicBezTo>
                  <a:pt x="2254" y="1811"/>
                  <a:pt x="2267" y="1798"/>
                  <a:pt x="2267" y="1782"/>
                </a:cubicBezTo>
                <a:cubicBezTo>
                  <a:pt x="2267" y="1476"/>
                  <a:pt x="2267" y="1476"/>
                  <a:pt x="2267" y="1476"/>
                </a:cubicBezTo>
                <a:cubicBezTo>
                  <a:pt x="2267" y="1460"/>
                  <a:pt x="2254" y="1447"/>
                  <a:pt x="2239" y="1447"/>
                </a:cubicBezTo>
                <a:cubicBezTo>
                  <a:pt x="2223" y="1447"/>
                  <a:pt x="2210" y="1460"/>
                  <a:pt x="2210" y="1476"/>
                </a:cubicBezTo>
                <a:cubicBezTo>
                  <a:pt x="2210" y="1753"/>
                  <a:pt x="2210" y="1753"/>
                  <a:pt x="2210" y="1753"/>
                </a:cubicBezTo>
                <a:cubicBezTo>
                  <a:pt x="1829" y="1753"/>
                  <a:pt x="1829" y="1753"/>
                  <a:pt x="1829" y="1753"/>
                </a:cubicBezTo>
                <a:cubicBezTo>
                  <a:pt x="1813" y="1753"/>
                  <a:pt x="1800" y="1766"/>
                  <a:pt x="1800" y="1782"/>
                </a:cubicBezTo>
                <a:cubicBezTo>
                  <a:pt x="1800" y="2123"/>
                  <a:pt x="1800" y="2123"/>
                  <a:pt x="1800" y="2123"/>
                </a:cubicBezTo>
                <a:cubicBezTo>
                  <a:pt x="1350" y="2123"/>
                  <a:pt x="1350" y="2123"/>
                  <a:pt x="1350" y="2123"/>
                </a:cubicBezTo>
                <a:cubicBezTo>
                  <a:pt x="1350" y="1369"/>
                  <a:pt x="1350" y="1369"/>
                  <a:pt x="1350" y="1369"/>
                </a:cubicBezTo>
                <a:cubicBezTo>
                  <a:pt x="1870" y="1369"/>
                  <a:pt x="1870" y="1369"/>
                  <a:pt x="1870" y="1369"/>
                </a:cubicBezTo>
                <a:cubicBezTo>
                  <a:pt x="1886" y="1369"/>
                  <a:pt x="1899" y="1356"/>
                  <a:pt x="1899" y="1340"/>
                </a:cubicBezTo>
                <a:cubicBezTo>
                  <a:pt x="1899" y="1060"/>
                  <a:pt x="1899" y="1060"/>
                  <a:pt x="1899" y="1060"/>
                </a:cubicBezTo>
                <a:cubicBezTo>
                  <a:pt x="1899" y="1044"/>
                  <a:pt x="1886" y="1031"/>
                  <a:pt x="1870" y="1031"/>
                </a:cubicBezTo>
                <a:cubicBezTo>
                  <a:pt x="1854" y="1031"/>
                  <a:pt x="1841" y="1044"/>
                  <a:pt x="1841" y="1060"/>
                </a:cubicBezTo>
                <a:cubicBezTo>
                  <a:pt x="1841" y="1311"/>
                  <a:pt x="1841" y="1311"/>
                  <a:pt x="1841" y="1311"/>
                </a:cubicBezTo>
                <a:cubicBezTo>
                  <a:pt x="1350" y="1311"/>
                  <a:pt x="1350" y="1311"/>
                  <a:pt x="1350" y="1311"/>
                </a:cubicBezTo>
                <a:cubicBezTo>
                  <a:pt x="1350" y="660"/>
                  <a:pt x="1350" y="660"/>
                  <a:pt x="1350" y="660"/>
                </a:cubicBezTo>
                <a:cubicBezTo>
                  <a:pt x="1643" y="660"/>
                  <a:pt x="1643" y="660"/>
                  <a:pt x="1643" y="660"/>
                </a:cubicBezTo>
                <a:cubicBezTo>
                  <a:pt x="1659" y="660"/>
                  <a:pt x="1672" y="647"/>
                  <a:pt x="1672" y="631"/>
                </a:cubicBezTo>
                <a:cubicBezTo>
                  <a:pt x="1672" y="615"/>
                  <a:pt x="1659" y="602"/>
                  <a:pt x="1643" y="602"/>
                </a:cubicBezTo>
                <a:cubicBezTo>
                  <a:pt x="1350" y="602"/>
                  <a:pt x="1350" y="602"/>
                  <a:pt x="1350" y="602"/>
                </a:cubicBezTo>
                <a:cubicBezTo>
                  <a:pt x="1350" y="58"/>
                  <a:pt x="1350" y="58"/>
                  <a:pt x="1350" y="58"/>
                </a:cubicBezTo>
                <a:cubicBezTo>
                  <a:pt x="1799" y="58"/>
                  <a:pt x="1799" y="58"/>
                  <a:pt x="1799" y="58"/>
                </a:cubicBezTo>
                <a:cubicBezTo>
                  <a:pt x="1815" y="58"/>
                  <a:pt x="1828" y="45"/>
                  <a:pt x="1828" y="29"/>
                </a:cubicBezTo>
                <a:cubicBezTo>
                  <a:pt x="1828" y="13"/>
                  <a:pt x="1815" y="0"/>
                  <a:pt x="1799" y="0"/>
                </a:cubicBezTo>
              </a:path>
            </a:pathLst>
          </a:custGeom>
          <a:solidFill>
            <a:srgbClr val="B2B2B2">
              <a:alpha val="9804"/>
            </a:srgbClr>
          </a:solidFill>
          <a:ln>
            <a:noFill/>
          </a:ln>
        </p:spPr>
        <p:txBody>
          <a:bodyPr vert="horz" wrap="square" lIns="91440" tIns="45720" rIns="91440" bIns="45720" numCol="1" anchor="t" anchorCtr="0" compatLnSpc="1">
            <a:prstTxWarp prst="textNoShape">
              <a:avLst/>
            </a:prstTxWarp>
          </a:bodyPr>
          <a:lstStyle/>
          <a:p>
            <a:endParaRPr lang="en-GB"/>
          </a:p>
        </p:txBody>
      </p:sp>
      <p:sp>
        <p:nvSpPr>
          <p:cNvPr id="2" name="Title 1">
            <a:extLst>
              <a:ext uri="{FF2B5EF4-FFF2-40B4-BE49-F238E27FC236}">
                <a16:creationId xmlns:a16="http://schemas.microsoft.com/office/drawing/2014/main" id="{D8464564-6547-498D-A220-7B346E5B1408}"/>
              </a:ext>
            </a:extLst>
          </p:cNvPr>
          <p:cNvSpPr>
            <a:spLocks noGrp="1"/>
          </p:cNvSpPr>
          <p:nvPr>
            <p:ph type="title"/>
          </p:nvPr>
        </p:nvSpPr>
        <p:spPr>
          <a:xfrm>
            <a:off x="1219200" y="546100"/>
            <a:ext cx="6642100" cy="2105818"/>
          </a:xfrm>
        </p:spPr>
        <p:txBody>
          <a:bodyPr anchor="b"/>
          <a:lstStyle>
            <a:lvl1pPr>
              <a:defRPr sz="6000">
                <a:solidFill>
                  <a:srgbClr val="3F1A01"/>
                </a:solidFill>
              </a:defRPr>
            </a:lvl1p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1592638D-BCB6-4F07-9847-FBAA9B3609B5}"/>
              </a:ext>
            </a:extLst>
          </p:cNvPr>
          <p:cNvSpPr>
            <a:spLocks noGrp="1"/>
          </p:cNvSpPr>
          <p:nvPr>
            <p:ph type="body" idx="1"/>
          </p:nvPr>
        </p:nvSpPr>
        <p:spPr>
          <a:xfrm>
            <a:off x="1219200" y="2678906"/>
            <a:ext cx="6642100" cy="1500187"/>
          </a:xfrm>
          <a:prstGeom prst="rect">
            <a:avLst/>
          </a:prstGeom>
        </p:spPr>
        <p:txBody>
          <a:bodyPr/>
          <a:lstStyle>
            <a:lvl1pPr marL="0" indent="0">
              <a:buNone/>
              <a:defRPr sz="2400">
                <a:solidFill>
                  <a:schemeClr val="accent2"/>
                </a:solidFill>
                <a:latin typeface="Times New Roman" panose="02020603050405020304" pitchFamily="18" charset="0"/>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Logo">
            <a:extLst>
              <a:ext uri="{FF2B5EF4-FFF2-40B4-BE49-F238E27FC236}">
                <a16:creationId xmlns:a16="http://schemas.microsoft.com/office/drawing/2014/main" id="{7D430883-348B-4F96-B27B-40097E253643}"/>
              </a:ext>
            </a:extLst>
          </p:cNvPr>
          <p:cNvSpPr/>
          <p:nvPr/>
        </p:nvSpPr>
        <p:spPr>
          <a:xfrm>
            <a:off x="9397252" y="5875721"/>
            <a:ext cx="2253411" cy="440942"/>
          </a:xfrm>
          <a:custGeom>
            <a:avLst/>
            <a:gdLst>
              <a:gd name="connsiteX0" fmla="*/ 1783139 w 2253411"/>
              <a:gd name="connsiteY0" fmla="*/ 136254 h 440942"/>
              <a:gd name="connsiteX1" fmla="*/ 1751520 w 2253411"/>
              <a:gd name="connsiteY1" fmla="*/ 136254 h 440942"/>
              <a:gd name="connsiteX2" fmla="*/ 1751520 w 2253411"/>
              <a:gd name="connsiteY2" fmla="*/ 299806 h 440942"/>
              <a:gd name="connsiteX3" fmla="*/ 1783139 w 2253411"/>
              <a:gd name="connsiteY3" fmla="*/ 299806 h 440942"/>
              <a:gd name="connsiteX4" fmla="*/ 293338 w 2253411"/>
              <a:gd name="connsiteY4" fmla="*/ 409024 h 440942"/>
              <a:gd name="connsiteX5" fmla="*/ 297448 w 2253411"/>
              <a:gd name="connsiteY5" fmla="*/ 413147 h 440942"/>
              <a:gd name="connsiteX6" fmla="*/ 297460 w 2253411"/>
              <a:gd name="connsiteY6" fmla="*/ 413147 h 440942"/>
              <a:gd name="connsiteX7" fmla="*/ 333669 w 2253411"/>
              <a:gd name="connsiteY7" fmla="*/ 413147 h 440942"/>
              <a:gd name="connsiteX8" fmla="*/ 337779 w 2253411"/>
              <a:gd name="connsiteY8" fmla="*/ 409047 h 440942"/>
              <a:gd name="connsiteX9" fmla="*/ 337777 w 2253411"/>
              <a:gd name="connsiteY9" fmla="*/ 409024 h 440942"/>
              <a:gd name="connsiteX10" fmla="*/ 333683 w 2253411"/>
              <a:gd name="connsiteY10" fmla="*/ 404916 h 440942"/>
              <a:gd name="connsiteX11" fmla="*/ 333669 w 2253411"/>
              <a:gd name="connsiteY11" fmla="*/ 404916 h 440942"/>
              <a:gd name="connsiteX12" fmla="*/ 297460 w 2253411"/>
              <a:gd name="connsiteY12" fmla="*/ 404916 h 440942"/>
              <a:gd name="connsiteX13" fmla="*/ 293338 w 2253411"/>
              <a:gd name="connsiteY13" fmla="*/ 409021 h 440942"/>
              <a:gd name="connsiteX14" fmla="*/ 293338 w 2253411"/>
              <a:gd name="connsiteY14" fmla="*/ 409024 h 440942"/>
              <a:gd name="connsiteX15" fmla="*/ 39859 w 2253411"/>
              <a:gd name="connsiteY15" fmla="*/ 409024 h 440942"/>
              <a:gd name="connsiteX16" fmla="*/ 43946 w 2253411"/>
              <a:gd name="connsiteY16" fmla="*/ 413147 h 440942"/>
              <a:gd name="connsiteX17" fmla="*/ 43967 w 2253411"/>
              <a:gd name="connsiteY17" fmla="*/ 413147 h 440942"/>
              <a:gd name="connsiteX18" fmla="*/ 80176 w 2253411"/>
              <a:gd name="connsiteY18" fmla="*/ 413147 h 440942"/>
              <a:gd name="connsiteX19" fmla="*/ 84298 w 2253411"/>
              <a:gd name="connsiteY19" fmla="*/ 409037 h 440942"/>
              <a:gd name="connsiteX20" fmla="*/ 84298 w 2253411"/>
              <a:gd name="connsiteY20" fmla="*/ 409024 h 440942"/>
              <a:gd name="connsiteX21" fmla="*/ 80179 w 2253411"/>
              <a:gd name="connsiteY21" fmla="*/ 404916 h 440942"/>
              <a:gd name="connsiteX22" fmla="*/ 80176 w 2253411"/>
              <a:gd name="connsiteY22" fmla="*/ 404916 h 440942"/>
              <a:gd name="connsiteX23" fmla="*/ 43967 w 2253411"/>
              <a:gd name="connsiteY23" fmla="*/ 404916 h 440942"/>
              <a:gd name="connsiteX24" fmla="*/ 39859 w 2253411"/>
              <a:gd name="connsiteY24" fmla="*/ 409012 h 440942"/>
              <a:gd name="connsiteX25" fmla="*/ 39859 w 2253411"/>
              <a:gd name="connsiteY25" fmla="*/ 409024 h 440942"/>
              <a:gd name="connsiteX26" fmla="*/ 80177 w 2253411"/>
              <a:gd name="connsiteY26" fmla="*/ 339849 h 440942"/>
              <a:gd name="connsiteX27" fmla="*/ 8803 w 2253411"/>
              <a:gd name="connsiteY27" fmla="*/ 339849 h 440942"/>
              <a:gd name="connsiteX28" fmla="*/ 8803 w 2253411"/>
              <a:gd name="connsiteY28" fmla="*/ 177644 h 440942"/>
              <a:gd name="connsiteX29" fmla="*/ 4680 w 2253411"/>
              <a:gd name="connsiteY29" fmla="*/ 173521 h 440942"/>
              <a:gd name="connsiteX30" fmla="*/ 572 w 2253411"/>
              <a:gd name="connsiteY30" fmla="*/ 177639 h 440942"/>
              <a:gd name="connsiteX31" fmla="*/ 572 w 2253411"/>
              <a:gd name="connsiteY31" fmla="*/ 177644 h 440942"/>
              <a:gd name="connsiteX32" fmla="*/ 572 w 2253411"/>
              <a:gd name="connsiteY32" fmla="*/ 343959 h 440942"/>
              <a:gd name="connsiteX33" fmla="*/ 4676 w 2253411"/>
              <a:gd name="connsiteY33" fmla="*/ 348080 h 440942"/>
              <a:gd name="connsiteX34" fmla="*/ 4680 w 2253411"/>
              <a:gd name="connsiteY34" fmla="*/ 348080 h 440942"/>
              <a:gd name="connsiteX35" fmla="*/ 80176 w 2253411"/>
              <a:gd name="connsiteY35" fmla="*/ 348080 h 440942"/>
              <a:gd name="connsiteX36" fmla="*/ 84298 w 2253411"/>
              <a:gd name="connsiteY36" fmla="*/ 343970 h 440942"/>
              <a:gd name="connsiteX37" fmla="*/ 84298 w 2253411"/>
              <a:gd name="connsiteY37" fmla="*/ 343959 h 440942"/>
              <a:gd name="connsiteX38" fmla="*/ 80176 w 2253411"/>
              <a:gd name="connsiteY38" fmla="*/ 339849 h 440942"/>
              <a:gd name="connsiteX39" fmla="*/ 98412 w 2253411"/>
              <a:gd name="connsiteY39" fmla="*/ 45530 h 440942"/>
              <a:gd name="connsiteX40" fmla="*/ 94292 w 2253411"/>
              <a:gd name="connsiteY40" fmla="*/ 41422 h 440942"/>
              <a:gd name="connsiteX41" fmla="*/ 94289 w 2253411"/>
              <a:gd name="connsiteY41" fmla="*/ 41422 h 440942"/>
              <a:gd name="connsiteX42" fmla="*/ 30459 w 2253411"/>
              <a:gd name="connsiteY42" fmla="*/ 41422 h 440942"/>
              <a:gd name="connsiteX43" fmla="*/ 26351 w 2253411"/>
              <a:gd name="connsiteY43" fmla="*/ 45518 h 440942"/>
              <a:gd name="connsiteX44" fmla="*/ 26351 w 2253411"/>
              <a:gd name="connsiteY44" fmla="*/ 45530 h 440942"/>
              <a:gd name="connsiteX45" fmla="*/ 26351 w 2253411"/>
              <a:gd name="connsiteY45" fmla="*/ 133916 h 440942"/>
              <a:gd name="connsiteX46" fmla="*/ 30456 w 2253411"/>
              <a:gd name="connsiteY46" fmla="*/ 138039 h 440942"/>
              <a:gd name="connsiteX47" fmla="*/ 30459 w 2253411"/>
              <a:gd name="connsiteY47" fmla="*/ 138039 h 440942"/>
              <a:gd name="connsiteX48" fmla="*/ 80191 w 2253411"/>
              <a:gd name="connsiteY48" fmla="*/ 138039 h 440942"/>
              <a:gd name="connsiteX49" fmla="*/ 84300 w 2253411"/>
              <a:gd name="connsiteY49" fmla="*/ 133916 h 440942"/>
              <a:gd name="connsiteX50" fmla="*/ 80191 w 2253411"/>
              <a:gd name="connsiteY50" fmla="*/ 129808 h 440942"/>
              <a:gd name="connsiteX51" fmla="*/ 34582 w 2253411"/>
              <a:gd name="connsiteY51" fmla="*/ 129808 h 440942"/>
              <a:gd name="connsiteX52" fmla="*/ 34582 w 2253411"/>
              <a:gd name="connsiteY52" fmla="*/ 49653 h 440942"/>
              <a:gd name="connsiteX53" fmla="*/ 94291 w 2253411"/>
              <a:gd name="connsiteY53" fmla="*/ 49653 h 440942"/>
              <a:gd name="connsiteX54" fmla="*/ 98413 w 2253411"/>
              <a:gd name="connsiteY54" fmla="*/ 45540 h 440942"/>
              <a:gd name="connsiteX55" fmla="*/ 98413 w 2253411"/>
              <a:gd name="connsiteY55" fmla="*/ 45530 h 440942"/>
              <a:gd name="connsiteX56" fmla="*/ 271146 w 2253411"/>
              <a:gd name="connsiteY56" fmla="*/ 190835 h 440942"/>
              <a:gd name="connsiteX57" fmla="*/ 271146 w 2253411"/>
              <a:gd name="connsiteY57" fmla="*/ 150874 h 440942"/>
              <a:gd name="connsiteX58" fmla="*/ 267039 w 2253411"/>
              <a:gd name="connsiteY58" fmla="*/ 146752 h 440942"/>
              <a:gd name="connsiteX59" fmla="*/ 267037 w 2253411"/>
              <a:gd name="connsiteY59" fmla="*/ 146752 h 440942"/>
              <a:gd name="connsiteX60" fmla="*/ 262900 w 2253411"/>
              <a:gd name="connsiteY60" fmla="*/ 150873 h 440942"/>
              <a:gd name="connsiteX61" fmla="*/ 262900 w 2253411"/>
              <a:gd name="connsiteY61" fmla="*/ 150874 h 440942"/>
              <a:gd name="connsiteX62" fmla="*/ 262900 w 2253411"/>
              <a:gd name="connsiteY62" fmla="*/ 186698 h 440942"/>
              <a:gd name="connsiteX63" fmla="*/ 192929 w 2253411"/>
              <a:gd name="connsiteY63" fmla="*/ 186698 h 440942"/>
              <a:gd name="connsiteX64" fmla="*/ 192929 w 2253411"/>
              <a:gd name="connsiteY64" fmla="*/ 93846 h 440942"/>
              <a:gd name="connsiteX65" fmla="*/ 234730 w 2253411"/>
              <a:gd name="connsiteY65" fmla="*/ 93846 h 440942"/>
              <a:gd name="connsiteX66" fmla="*/ 238853 w 2253411"/>
              <a:gd name="connsiteY66" fmla="*/ 89738 h 440942"/>
              <a:gd name="connsiteX67" fmla="*/ 234730 w 2253411"/>
              <a:gd name="connsiteY67" fmla="*/ 85602 h 440942"/>
              <a:gd name="connsiteX68" fmla="*/ 192929 w 2253411"/>
              <a:gd name="connsiteY68" fmla="*/ 85602 h 440942"/>
              <a:gd name="connsiteX69" fmla="*/ 192929 w 2253411"/>
              <a:gd name="connsiteY69" fmla="*/ 8058 h 440942"/>
              <a:gd name="connsiteX70" fmla="*/ 256951 w 2253411"/>
              <a:gd name="connsiteY70" fmla="*/ 8058 h 440942"/>
              <a:gd name="connsiteX71" fmla="*/ 261072 w 2253411"/>
              <a:gd name="connsiteY71" fmla="*/ 3946 h 440942"/>
              <a:gd name="connsiteX72" fmla="*/ 261072 w 2253411"/>
              <a:gd name="connsiteY72" fmla="*/ 3935 h 440942"/>
              <a:gd name="connsiteX73" fmla="*/ 256954 w 2253411"/>
              <a:gd name="connsiteY73" fmla="*/ -175 h 440942"/>
              <a:gd name="connsiteX74" fmla="*/ 256951 w 2253411"/>
              <a:gd name="connsiteY74" fmla="*/ -175 h 440942"/>
              <a:gd name="connsiteX75" fmla="*/ 120686 w 2253411"/>
              <a:gd name="connsiteY75" fmla="*/ -175 h 440942"/>
              <a:gd name="connsiteX76" fmla="*/ 116578 w 2253411"/>
              <a:gd name="connsiteY76" fmla="*/ 3935 h 440942"/>
              <a:gd name="connsiteX77" fmla="*/ 120685 w 2253411"/>
              <a:gd name="connsiteY77" fmla="*/ 8058 h 440942"/>
              <a:gd name="connsiteX78" fmla="*/ 120686 w 2253411"/>
              <a:gd name="connsiteY78" fmla="*/ 8058 h 440942"/>
              <a:gd name="connsiteX79" fmla="*/ 184696 w 2253411"/>
              <a:gd name="connsiteY79" fmla="*/ 8058 h 440942"/>
              <a:gd name="connsiteX80" fmla="*/ 184696 w 2253411"/>
              <a:gd name="connsiteY80" fmla="*/ 85629 h 440942"/>
              <a:gd name="connsiteX81" fmla="*/ 141436 w 2253411"/>
              <a:gd name="connsiteY81" fmla="*/ 85629 h 440942"/>
              <a:gd name="connsiteX82" fmla="*/ 137315 w 2253411"/>
              <a:gd name="connsiteY82" fmla="*/ 89752 h 440942"/>
              <a:gd name="connsiteX83" fmla="*/ 141435 w 2253411"/>
              <a:gd name="connsiteY83" fmla="*/ 93860 h 440942"/>
              <a:gd name="connsiteX84" fmla="*/ 141436 w 2253411"/>
              <a:gd name="connsiteY84" fmla="*/ 93860 h 440942"/>
              <a:gd name="connsiteX85" fmla="*/ 184696 w 2253411"/>
              <a:gd name="connsiteY85" fmla="*/ 93860 h 440942"/>
              <a:gd name="connsiteX86" fmla="*/ 184696 w 2253411"/>
              <a:gd name="connsiteY86" fmla="*/ 186698 h 440942"/>
              <a:gd name="connsiteX87" fmla="*/ 114724 w 2253411"/>
              <a:gd name="connsiteY87" fmla="*/ 186698 h 440942"/>
              <a:gd name="connsiteX88" fmla="*/ 114724 w 2253411"/>
              <a:gd name="connsiteY88" fmla="*/ 150874 h 440942"/>
              <a:gd name="connsiteX89" fmla="*/ 110611 w 2253411"/>
              <a:gd name="connsiteY89" fmla="*/ 146752 h 440942"/>
              <a:gd name="connsiteX90" fmla="*/ 110602 w 2253411"/>
              <a:gd name="connsiteY90" fmla="*/ 146752 h 440942"/>
              <a:gd name="connsiteX91" fmla="*/ 106479 w 2253411"/>
              <a:gd name="connsiteY91" fmla="*/ 150874 h 440942"/>
              <a:gd name="connsiteX92" fmla="*/ 106479 w 2253411"/>
              <a:gd name="connsiteY92" fmla="*/ 190835 h 440942"/>
              <a:gd name="connsiteX93" fmla="*/ 110598 w 2253411"/>
              <a:gd name="connsiteY93" fmla="*/ 194943 h 440942"/>
              <a:gd name="connsiteX94" fmla="*/ 110602 w 2253411"/>
              <a:gd name="connsiteY94" fmla="*/ 194943 h 440942"/>
              <a:gd name="connsiteX95" fmla="*/ 184696 w 2253411"/>
              <a:gd name="connsiteY95" fmla="*/ 194943 h 440942"/>
              <a:gd name="connsiteX96" fmla="*/ 184696 w 2253411"/>
              <a:gd name="connsiteY96" fmla="*/ 302418 h 440942"/>
              <a:gd name="connsiteX97" fmla="*/ 120523 w 2253411"/>
              <a:gd name="connsiteY97" fmla="*/ 302418 h 440942"/>
              <a:gd name="connsiteX98" fmla="*/ 120523 w 2253411"/>
              <a:gd name="connsiteY98" fmla="*/ 253744 h 440942"/>
              <a:gd name="connsiteX99" fmla="*/ 116395 w 2253411"/>
              <a:gd name="connsiteY99" fmla="*/ 249636 h 440942"/>
              <a:gd name="connsiteX100" fmla="*/ 116386 w 2253411"/>
              <a:gd name="connsiteY100" fmla="*/ 249636 h 440942"/>
              <a:gd name="connsiteX101" fmla="*/ 62189 w 2253411"/>
              <a:gd name="connsiteY101" fmla="*/ 249636 h 440942"/>
              <a:gd name="connsiteX102" fmla="*/ 62189 w 2253411"/>
              <a:gd name="connsiteY102" fmla="*/ 210170 h 440942"/>
              <a:gd name="connsiteX103" fmla="*/ 58084 w 2253411"/>
              <a:gd name="connsiteY103" fmla="*/ 206047 h 440942"/>
              <a:gd name="connsiteX104" fmla="*/ 58081 w 2253411"/>
              <a:gd name="connsiteY104" fmla="*/ 206047 h 440942"/>
              <a:gd name="connsiteX105" fmla="*/ 53958 w 2253411"/>
              <a:gd name="connsiteY105" fmla="*/ 210170 h 440942"/>
              <a:gd name="connsiteX106" fmla="*/ 53958 w 2253411"/>
              <a:gd name="connsiteY106" fmla="*/ 253744 h 440942"/>
              <a:gd name="connsiteX107" fmla="*/ 58081 w 2253411"/>
              <a:gd name="connsiteY107" fmla="*/ 257867 h 440942"/>
              <a:gd name="connsiteX108" fmla="*/ 112277 w 2253411"/>
              <a:gd name="connsiteY108" fmla="*/ 257867 h 440942"/>
              <a:gd name="connsiteX109" fmla="*/ 112277 w 2253411"/>
              <a:gd name="connsiteY109" fmla="*/ 380182 h 440942"/>
              <a:gd name="connsiteX110" fmla="*/ 116382 w 2253411"/>
              <a:gd name="connsiteY110" fmla="*/ 384304 h 440942"/>
              <a:gd name="connsiteX111" fmla="*/ 116386 w 2253411"/>
              <a:gd name="connsiteY111" fmla="*/ 384304 h 440942"/>
              <a:gd name="connsiteX112" fmla="*/ 120523 w 2253411"/>
              <a:gd name="connsiteY112" fmla="*/ 380182 h 440942"/>
              <a:gd name="connsiteX113" fmla="*/ 120523 w 2253411"/>
              <a:gd name="connsiteY113" fmla="*/ 310649 h 440942"/>
              <a:gd name="connsiteX114" fmla="*/ 184696 w 2253411"/>
              <a:gd name="connsiteY114" fmla="*/ 310649 h 440942"/>
              <a:gd name="connsiteX115" fmla="*/ 184696 w 2253411"/>
              <a:gd name="connsiteY115" fmla="*/ 432537 h 440942"/>
              <a:gd name="connsiteX116" fmla="*/ 131736 w 2253411"/>
              <a:gd name="connsiteY116" fmla="*/ 432537 h 440942"/>
              <a:gd name="connsiteX117" fmla="*/ 127628 w 2253411"/>
              <a:gd name="connsiteY117" fmla="*/ 436615 h 440942"/>
              <a:gd name="connsiteX118" fmla="*/ 127628 w 2253411"/>
              <a:gd name="connsiteY118" fmla="*/ 436646 h 440942"/>
              <a:gd name="connsiteX119" fmla="*/ 131716 w 2253411"/>
              <a:gd name="connsiteY119" fmla="*/ 440768 h 440942"/>
              <a:gd name="connsiteX120" fmla="*/ 131736 w 2253411"/>
              <a:gd name="connsiteY120" fmla="*/ 440768 h 440942"/>
              <a:gd name="connsiteX121" fmla="*/ 245888 w 2253411"/>
              <a:gd name="connsiteY121" fmla="*/ 440768 h 440942"/>
              <a:gd name="connsiteX122" fmla="*/ 250011 w 2253411"/>
              <a:gd name="connsiteY122" fmla="*/ 436657 h 440942"/>
              <a:gd name="connsiteX123" fmla="*/ 250011 w 2253411"/>
              <a:gd name="connsiteY123" fmla="*/ 436646 h 440942"/>
              <a:gd name="connsiteX124" fmla="*/ 245909 w 2253411"/>
              <a:gd name="connsiteY124" fmla="*/ 432537 h 440942"/>
              <a:gd name="connsiteX125" fmla="*/ 245888 w 2253411"/>
              <a:gd name="connsiteY125" fmla="*/ 432537 h 440942"/>
              <a:gd name="connsiteX126" fmla="*/ 192929 w 2253411"/>
              <a:gd name="connsiteY126" fmla="*/ 432537 h 440942"/>
              <a:gd name="connsiteX127" fmla="*/ 192929 w 2253411"/>
              <a:gd name="connsiteY127" fmla="*/ 310649 h 440942"/>
              <a:gd name="connsiteX128" fmla="*/ 257116 w 2253411"/>
              <a:gd name="connsiteY128" fmla="*/ 310649 h 440942"/>
              <a:gd name="connsiteX129" fmla="*/ 257116 w 2253411"/>
              <a:gd name="connsiteY129" fmla="*/ 380182 h 440942"/>
              <a:gd name="connsiteX130" fmla="*/ 261250 w 2253411"/>
              <a:gd name="connsiteY130" fmla="*/ 384304 h 440942"/>
              <a:gd name="connsiteX131" fmla="*/ 265358 w 2253411"/>
              <a:gd name="connsiteY131" fmla="*/ 380182 h 440942"/>
              <a:gd name="connsiteX132" fmla="*/ 265358 w 2253411"/>
              <a:gd name="connsiteY132" fmla="*/ 257867 h 440942"/>
              <a:gd name="connsiteX133" fmla="*/ 319557 w 2253411"/>
              <a:gd name="connsiteY133" fmla="*/ 257867 h 440942"/>
              <a:gd name="connsiteX134" fmla="*/ 323665 w 2253411"/>
              <a:gd name="connsiteY134" fmla="*/ 253748 h 440942"/>
              <a:gd name="connsiteX135" fmla="*/ 323665 w 2253411"/>
              <a:gd name="connsiteY135" fmla="*/ 253744 h 440942"/>
              <a:gd name="connsiteX136" fmla="*/ 323665 w 2253411"/>
              <a:gd name="connsiteY136" fmla="*/ 210170 h 440942"/>
              <a:gd name="connsiteX137" fmla="*/ 319557 w 2253411"/>
              <a:gd name="connsiteY137" fmla="*/ 206047 h 440942"/>
              <a:gd name="connsiteX138" fmla="*/ 315434 w 2253411"/>
              <a:gd name="connsiteY138" fmla="*/ 210170 h 440942"/>
              <a:gd name="connsiteX139" fmla="*/ 315434 w 2253411"/>
              <a:gd name="connsiteY139" fmla="*/ 249636 h 440942"/>
              <a:gd name="connsiteX140" fmla="*/ 261250 w 2253411"/>
              <a:gd name="connsiteY140" fmla="*/ 249636 h 440942"/>
              <a:gd name="connsiteX141" fmla="*/ 257115 w 2253411"/>
              <a:gd name="connsiteY141" fmla="*/ 253733 h 440942"/>
              <a:gd name="connsiteX142" fmla="*/ 257115 w 2253411"/>
              <a:gd name="connsiteY142" fmla="*/ 253744 h 440942"/>
              <a:gd name="connsiteX143" fmla="*/ 257115 w 2253411"/>
              <a:gd name="connsiteY143" fmla="*/ 302416 h 440942"/>
              <a:gd name="connsiteX144" fmla="*/ 192927 w 2253411"/>
              <a:gd name="connsiteY144" fmla="*/ 302416 h 440942"/>
              <a:gd name="connsiteX145" fmla="*/ 192927 w 2253411"/>
              <a:gd name="connsiteY145" fmla="*/ 194943 h 440942"/>
              <a:gd name="connsiteX146" fmla="*/ 267036 w 2253411"/>
              <a:gd name="connsiteY146" fmla="*/ 194943 h 440942"/>
              <a:gd name="connsiteX147" fmla="*/ 271144 w 2253411"/>
              <a:gd name="connsiteY147" fmla="*/ 190849 h 440942"/>
              <a:gd name="connsiteX148" fmla="*/ 271144 w 2253411"/>
              <a:gd name="connsiteY148" fmla="*/ 190835 h 440942"/>
              <a:gd name="connsiteX149" fmla="*/ 351285 w 2253411"/>
              <a:gd name="connsiteY149" fmla="*/ 133931 h 440942"/>
              <a:gd name="connsiteX150" fmla="*/ 351285 w 2253411"/>
              <a:gd name="connsiteY150" fmla="*/ 45545 h 440942"/>
              <a:gd name="connsiteX151" fmla="*/ 347175 w 2253411"/>
              <a:gd name="connsiteY151" fmla="*/ 41422 h 440942"/>
              <a:gd name="connsiteX152" fmla="*/ 347164 w 2253411"/>
              <a:gd name="connsiteY152" fmla="*/ 41422 h 440942"/>
              <a:gd name="connsiteX153" fmla="*/ 283332 w 2253411"/>
              <a:gd name="connsiteY153" fmla="*/ 41422 h 440942"/>
              <a:gd name="connsiteX154" fmla="*/ 279224 w 2253411"/>
              <a:gd name="connsiteY154" fmla="*/ 45524 h 440942"/>
              <a:gd name="connsiteX155" fmla="*/ 279224 w 2253411"/>
              <a:gd name="connsiteY155" fmla="*/ 45545 h 440942"/>
              <a:gd name="connsiteX156" fmla="*/ 283332 w 2253411"/>
              <a:gd name="connsiteY156" fmla="*/ 49653 h 440942"/>
              <a:gd name="connsiteX157" fmla="*/ 343054 w 2253411"/>
              <a:gd name="connsiteY157" fmla="*/ 49653 h 440942"/>
              <a:gd name="connsiteX158" fmla="*/ 343054 w 2253411"/>
              <a:gd name="connsiteY158" fmla="*/ 129808 h 440942"/>
              <a:gd name="connsiteX159" fmla="*/ 297460 w 2253411"/>
              <a:gd name="connsiteY159" fmla="*/ 129808 h 440942"/>
              <a:gd name="connsiteX160" fmla="*/ 293338 w 2253411"/>
              <a:gd name="connsiteY160" fmla="*/ 133918 h 440942"/>
              <a:gd name="connsiteX161" fmla="*/ 293338 w 2253411"/>
              <a:gd name="connsiteY161" fmla="*/ 133931 h 440942"/>
              <a:gd name="connsiteX162" fmla="*/ 297460 w 2253411"/>
              <a:gd name="connsiteY162" fmla="*/ 138039 h 440942"/>
              <a:gd name="connsiteX163" fmla="*/ 347164 w 2253411"/>
              <a:gd name="connsiteY163" fmla="*/ 138039 h 440942"/>
              <a:gd name="connsiteX164" fmla="*/ 351285 w 2253411"/>
              <a:gd name="connsiteY164" fmla="*/ 133931 h 440942"/>
              <a:gd name="connsiteX165" fmla="*/ 377065 w 2253411"/>
              <a:gd name="connsiteY165" fmla="*/ 343972 h 440942"/>
              <a:gd name="connsiteX166" fmla="*/ 377065 w 2253411"/>
              <a:gd name="connsiteY166" fmla="*/ 177629 h 440942"/>
              <a:gd name="connsiteX167" fmla="*/ 372946 w 2253411"/>
              <a:gd name="connsiteY167" fmla="*/ 173521 h 440942"/>
              <a:gd name="connsiteX168" fmla="*/ 372943 w 2253411"/>
              <a:gd name="connsiteY168" fmla="*/ 173521 h 440942"/>
              <a:gd name="connsiteX169" fmla="*/ 368834 w 2253411"/>
              <a:gd name="connsiteY169" fmla="*/ 177617 h 440942"/>
              <a:gd name="connsiteX170" fmla="*/ 368834 w 2253411"/>
              <a:gd name="connsiteY170" fmla="*/ 177629 h 440942"/>
              <a:gd name="connsiteX171" fmla="*/ 368834 w 2253411"/>
              <a:gd name="connsiteY171" fmla="*/ 339836 h 440942"/>
              <a:gd name="connsiteX172" fmla="*/ 297460 w 2253411"/>
              <a:gd name="connsiteY172" fmla="*/ 339836 h 440942"/>
              <a:gd name="connsiteX173" fmla="*/ 293338 w 2253411"/>
              <a:gd name="connsiteY173" fmla="*/ 343970 h 440942"/>
              <a:gd name="connsiteX174" fmla="*/ 293338 w 2253411"/>
              <a:gd name="connsiteY174" fmla="*/ 343972 h 440942"/>
              <a:gd name="connsiteX175" fmla="*/ 297438 w 2253411"/>
              <a:gd name="connsiteY175" fmla="*/ 348080 h 440942"/>
              <a:gd name="connsiteX176" fmla="*/ 297460 w 2253411"/>
              <a:gd name="connsiteY176" fmla="*/ 348080 h 440942"/>
              <a:gd name="connsiteX177" fmla="*/ 372943 w 2253411"/>
              <a:gd name="connsiteY177" fmla="*/ 348080 h 440942"/>
              <a:gd name="connsiteX178" fmla="*/ 377065 w 2253411"/>
              <a:gd name="connsiteY178" fmla="*/ 343992 h 440942"/>
              <a:gd name="connsiteX179" fmla="*/ 377065 w 2253411"/>
              <a:gd name="connsiteY179" fmla="*/ 343972 h 440942"/>
              <a:gd name="connsiteX180" fmla="*/ 577721 w 2253411"/>
              <a:gd name="connsiteY180" fmla="*/ 299806 h 440942"/>
              <a:gd name="connsiteX181" fmla="*/ 609683 w 2253411"/>
              <a:gd name="connsiteY181" fmla="*/ 299806 h 440942"/>
              <a:gd name="connsiteX182" fmla="*/ 609683 w 2253411"/>
              <a:gd name="connsiteY182" fmla="*/ 196098 h 440942"/>
              <a:gd name="connsiteX183" fmla="*/ 551186 w 2253411"/>
              <a:gd name="connsiteY183" fmla="*/ 131498 h 440942"/>
              <a:gd name="connsiteX184" fmla="*/ 500878 w 2253411"/>
              <a:gd name="connsiteY184" fmla="*/ 159709 h 440942"/>
              <a:gd name="connsiteX185" fmla="*/ 500878 w 2253411"/>
              <a:gd name="connsiteY185" fmla="*/ 136254 h 440942"/>
              <a:gd name="connsiteX186" fmla="*/ 469601 w 2253411"/>
              <a:gd name="connsiteY186" fmla="*/ 136254 h 440942"/>
              <a:gd name="connsiteX187" fmla="*/ 469601 w 2253411"/>
              <a:gd name="connsiteY187" fmla="*/ 299806 h 440942"/>
              <a:gd name="connsiteX188" fmla="*/ 501565 w 2253411"/>
              <a:gd name="connsiteY188" fmla="*/ 299806 h 440942"/>
              <a:gd name="connsiteX189" fmla="*/ 501565 w 2253411"/>
              <a:gd name="connsiteY189" fmla="*/ 205278 h 440942"/>
              <a:gd name="connsiteX190" fmla="*/ 539629 w 2253411"/>
              <a:gd name="connsiteY190" fmla="*/ 160396 h 440942"/>
              <a:gd name="connsiteX191" fmla="*/ 577721 w 2253411"/>
              <a:gd name="connsiteY191" fmla="*/ 201540 h 440942"/>
              <a:gd name="connsiteX192" fmla="*/ 766751 w 2253411"/>
              <a:gd name="connsiteY192" fmla="*/ 201196 h 440942"/>
              <a:gd name="connsiteX193" fmla="*/ 677320 w 2253411"/>
              <a:gd name="connsiteY193" fmla="*/ 201196 h 440942"/>
              <a:gd name="connsiteX194" fmla="*/ 721870 w 2253411"/>
              <a:gd name="connsiteY194" fmla="*/ 159366 h 440942"/>
              <a:gd name="connsiteX195" fmla="*/ 766751 w 2253411"/>
              <a:gd name="connsiteY195" fmla="*/ 201196 h 440942"/>
              <a:gd name="connsiteX196" fmla="*/ 799388 w 2253411"/>
              <a:gd name="connsiteY196" fmla="*/ 227044 h 440942"/>
              <a:gd name="connsiteX197" fmla="*/ 800075 w 2253411"/>
              <a:gd name="connsiteY197" fmla="*/ 216835 h 440942"/>
              <a:gd name="connsiteX198" fmla="*/ 721527 w 2253411"/>
              <a:gd name="connsiteY198" fmla="*/ 131155 h 440942"/>
              <a:gd name="connsiteX199" fmla="*/ 643324 w 2253411"/>
              <a:gd name="connsiteY199" fmla="*/ 217522 h 440942"/>
              <a:gd name="connsiteX200" fmla="*/ 725608 w 2253411"/>
              <a:gd name="connsiteY200" fmla="*/ 304904 h 440942"/>
              <a:gd name="connsiteX201" fmla="*/ 799044 w 2253411"/>
              <a:gd name="connsiteY201" fmla="*/ 253221 h 440942"/>
              <a:gd name="connsiteX202" fmla="*/ 771519 w 2253411"/>
              <a:gd name="connsiteY202" fmla="*/ 243698 h 440942"/>
              <a:gd name="connsiteX203" fmla="*/ 725608 w 2253411"/>
              <a:gd name="connsiteY203" fmla="*/ 276679 h 440942"/>
              <a:gd name="connsiteX204" fmla="*/ 676304 w 2253411"/>
              <a:gd name="connsiteY204" fmla="*/ 227044 h 440942"/>
              <a:gd name="connsiteX205" fmla="*/ 945791 w 2253411"/>
              <a:gd name="connsiteY205" fmla="*/ 299820 h 440942"/>
              <a:gd name="connsiteX206" fmla="*/ 976394 w 2253411"/>
              <a:gd name="connsiteY206" fmla="*/ 299820 h 440942"/>
              <a:gd name="connsiteX207" fmla="*/ 974677 w 2253411"/>
              <a:gd name="connsiteY207" fmla="*/ 269547 h 440942"/>
              <a:gd name="connsiteX208" fmla="*/ 974677 w 2253411"/>
              <a:gd name="connsiteY208" fmla="*/ 136254 h 440942"/>
              <a:gd name="connsiteX209" fmla="*/ 942727 w 2253411"/>
              <a:gd name="connsiteY209" fmla="*/ 136254 h 440942"/>
              <a:gd name="connsiteX210" fmla="*/ 942727 w 2253411"/>
              <a:gd name="connsiteY210" fmla="*/ 234863 h 440942"/>
              <a:gd name="connsiteX211" fmla="*/ 903948 w 2253411"/>
              <a:gd name="connsiteY211" fmla="*/ 276679 h 440942"/>
              <a:gd name="connsiteX212" fmla="*/ 866901 w 2253411"/>
              <a:gd name="connsiteY212" fmla="*/ 234519 h 440942"/>
              <a:gd name="connsiteX213" fmla="*/ 866901 w 2253411"/>
              <a:gd name="connsiteY213" fmla="*/ 136254 h 440942"/>
              <a:gd name="connsiteX214" fmla="*/ 834924 w 2253411"/>
              <a:gd name="connsiteY214" fmla="*/ 136254 h 440942"/>
              <a:gd name="connsiteX215" fmla="*/ 834924 w 2253411"/>
              <a:gd name="connsiteY215" fmla="*/ 239287 h 440942"/>
              <a:gd name="connsiteX216" fmla="*/ 896143 w 2253411"/>
              <a:gd name="connsiteY216" fmla="*/ 304903 h 440942"/>
              <a:gd name="connsiteX217" fmla="*/ 944418 w 2253411"/>
              <a:gd name="connsiteY217" fmla="*/ 280086 h 440942"/>
              <a:gd name="connsiteX218" fmla="*/ 945791 w 2253411"/>
              <a:gd name="connsiteY218" fmla="*/ 299818 h 440942"/>
              <a:gd name="connsiteX219" fmla="*/ 1098324 w 2253411"/>
              <a:gd name="connsiteY219" fmla="*/ 167541 h 440942"/>
              <a:gd name="connsiteX220" fmla="*/ 1112271 w 2253411"/>
              <a:gd name="connsiteY220" fmla="*/ 168559 h 440942"/>
              <a:gd name="connsiteX221" fmla="*/ 1112271 w 2253411"/>
              <a:gd name="connsiteY221" fmla="*/ 134563 h 440942"/>
              <a:gd name="connsiteX222" fmla="*/ 1101731 w 2253411"/>
              <a:gd name="connsiteY222" fmla="*/ 133532 h 440942"/>
              <a:gd name="connsiteX223" fmla="*/ 1052771 w 2253411"/>
              <a:gd name="connsiteY223" fmla="*/ 164808 h 440942"/>
              <a:gd name="connsiteX224" fmla="*/ 1052771 w 2253411"/>
              <a:gd name="connsiteY224" fmla="*/ 136266 h 440942"/>
              <a:gd name="connsiteX225" fmla="*/ 1021481 w 2253411"/>
              <a:gd name="connsiteY225" fmla="*/ 136266 h 440942"/>
              <a:gd name="connsiteX226" fmla="*/ 1021481 w 2253411"/>
              <a:gd name="connsiteY226" fmla="*/ 299806 h 440942"/>
              <a:gd name="connsiteX227" fmla="*/ 1053443 w 2253411"/>
              <a:gd name="connsiteY227" fmla="*/ 299806 h 440942"/>
              <a:gd name="connsiteX228" fmla="*/ 1053443 w 2253411"/>
              <a:gd name="connsiteY228" fmla="*/ 217851 h 440942"/>
              <a:gd name="connsiteX229" fmla="*/ 1098324 w 2253411"/>
              <a:gd name="connsiteY229" fmla="*/ 167543 h 440942"/>
              <a:gd name="connsiteX230" fmla="*/ 1263512 w 2253411"/>
              <a:gd name="connsiteY230" fmla="*/ 217865 h 440942"/>
              <a:gd name="connsiteX231" fmla="*/ 1212518 w 2253411"/>
              <a:gd name="connsiteY231" fmla="*/ 276350 h 440942"/>
              <a:gd name="connsiteX232" fmla="*/ 1161507 w 2253411"/>
              <a:gd name="connsiteY232" fmla="*/ 217865 h 440942"/>
              <a:gd name="connsiteX233" fmla="*/ 1212518 w 2253411"/>
              <a:gd name="connsiteY233" fmla="*/ 159709 h 440942"/>
              <a:gd name="connsiteX234" fmla="*/ 1263512 w 2253411"/>
              <a:gd name="connsiteY234" fmla="*/ 217865 h 440942"/>
              <a:gd name="connsiteX235" fmla="*/ 1296163 w 2253411"/>
              <a:gd name="connsiteY235" fmla="*/ 217865 h 440942"/>
              <a:gd name="connsiteX236" fmla="*/ 1212518 w 2253411"/>
              <a:gd name="connsiteY236" fmla="*/ 131169 h 440942"/>
              <a:gd name="connsiteX237" fmla="*/ 1128871 w 2253411"/>
              <a:gd name="connsiteY237" fmla="*/ 217865 h 440942"/>
              <a:gd name="connsiteX238" fmla="*/ 1212518 w 2253411"/>
              <a:gd name="connsiteY238" fmla="*/ 304904 h 440942"/>
              <a:gd name="connsiteX239" fmla="*/ 1296163 w 2253411"/>
              <a:gd name="connsiteY239" fmla="*/ 217865 h 440942"/>
              <a:gd name="connsiteX240" fmla="*/ 1388657 w 2253411"/>
              <a:gd name="connsiteY240" fmla="*/ 301496 h 440942"/>
              <a:gd name="connsiteX241" fmla="*/ 1410425 w 2253411"/>
              <a:gd name="connsiteY241" fmla="*/ 298446 h 440942"/>
              <a:gd name="connsiteX242" fmla="*/ 1410425 w 2253411"/>
              <a:gd name="connsiteY242" fmla="*/ 271237 h 440942"/>
              <a:gd name="connsiteX243" fmla="*/ 1397836 w 2253411"/>
              <a:gd name="connsiteY243" fmla="*/ 272612 h 440942"/>
              <a:gd name="connsiteX244" fmla="*/ 1375054 w 2253411"/>
              <a:gd name="connsiteY244" fmla="*/ 250158 h 440942"/>
              <a:gd name="connsiteX245" fmla="*/ 1375054 w 2253411"/>
              <a:gd name="connsiteY245" fmla="*/ 165152 h 440942"/>
              <a:gd name="connsiteX246" fmla="*/ 1410423 w 2253411"/>
              <a:gd name="connsiteY246" fmla="*/ 165152 h 440942"/>
              <a:gd name="connsiteX247" fmla="*/ 1410423 w 2253411"/>
              <a:gd name="connsiteY247" fmla="*/ 136254 h 440942"/>
              <a:gd name="connsiteX248" fmla="*/ 1375054 w 2253411"/>
              <a:gd name="connsiteY248" fmla="*/ 136254 h 440942"/>
              <a:gd name="connsiteX249" fmla="*/ 1375054 w 2253411"/>
              <a:gd name="connsiteY249" fmla="*/ 84585 h 440942"/>
              <a:gd name="connsiteX250" fmla="*/ 1345825 w 2253411"/>
              <a:gd name="connsiteY250" fmla="*/ 84585 h 440942"/>
              <a:gd name="connsiteX251" fmla="*/ 1345825 w 2253411"/>
              <a:gd name="connsiteY251" fmla="*/ 111092 h 440942"/>
              <a:gd name="connsiteX252" fmla="*/ 1320665 w 2253411"/>
              <a:gd name="connsiteY252" fmla="*/ 136254 h 440942"/>
              <a:gd name="connsiteX253" fmla="*/ 1311814 w 2253411"/>
              <a:gd name="connsiteY253" fmla="*/ 136254 h 440942"/>
              <a:gd name="connsiteX254" fmla="*/ 1311814 w 2253411"/>
              <a:gd name="connsiteY254" fmla="*/ 165152 h 440942"/>
              <a:gd name="connsiteX255" fmla="*/ 1343105 w 2253411"/>
              <a:gd name="connsiteY255" fmla="*/ 165152 h 440942"/>
              <a:gd name="connsiteX256" fmla="*/ 1343105 w 2253411"/>
              <a:gd name="connsiteY256" fmla="*/ 254911 h 440942"/>
              <a:gd name="connsiteX257" fmla="*/ 1388657 w 2253411"/>
              <a:gd name="connsiteY257" fmla="*/ 301496 h 440942"/>
              <a:gd name="connsiteX258" fmla="*/ 1564344 w 2253411"/>
              <a:gd name="connsiteY258" fmla="*/ 217865 h 440942"/>
              <a:gd name="connsiteX259" fmla="*/ 1513349 w 2253411"/>
              <a:gd name="connsiteY259" fmla="*/ 276350 h 440942"/>
              <a:gd name="connsiteX260" fmla="*/ 1462340 w 2253411"/>
              <a:gd name="connsiteY260" fmla="*/ 217865 h 440942"/>
              <a:gd name="connsiteX261" fmla="*/ 1513349 w 2253411"/>
              <a:gd name="connsiteY261" fmla="*/ 159709 h 440942"/>
              <a:gd name="connsiteX262" fmla="*/ 1564344 w 2253411"/>
              <a:gd name="connsiteY262" fmla="*/ 217865 h 440942"/>
              <a:gd name="connsiteX263" fmla="*/ 1596994 w 2253411"/>
              <a:gd name="connsiteY263" fmla="*/ 217865 h 440942"/>
              <a:gd name="connsiteX264" fmla="*/ 1513349 w 2253411"/>
              <a:gd name="connsiteY264" fmla="*/ 131169 h 440942"/>
              <a:gd name="connsiteX265" fmla="*/ 1429704 w 2253411"/>
              <a:gd name="connsiteY265" fmla="*/ 217865 h 440942"/>
              <a:gd name="connsiteX266" fmla="*/ 1513349 w 2253411"/>
              <a:gd name="connsiteY266" fmla="*/ 304904 h 440942"/>
              <a:gd name="connsiteX267" fmla="*/ 1596994 w 2253411"/>
              <a:gd name="connsiteY267" fmla="*/ 217865 h 440942"/>
              <a:gd name="connsiteX268" fmla="*/ 1709456 w 2253411"/>
              <a:gd name="connsiteY268" fmla="*/ 167543 h 440942"/>
              <a:gd name="connsiteX269" fmla="*/ 1723392 w 2253411"/>
              <a:gd name="connsiteY269" fmla="*/ 168560 h 440942"/>
              <a:gd name="connsiteX270" fmla="*/ 1723392 w 2253411"/>
              <a:gd name="connsiteY270" fmla="*/ 134563 h 440942"/>
              <a:gd name="connsiteX271" fmla="*/ 1712851 w 2253411"/>
              <a:gd name="connsiteY271" fmla="*/ 133532 h 440942"/>
              <a:gd name="connsiteX272" fmla="*/ 1663890 w 2253411"/>
              <a:gd name="connsiteY272" fmla="*/ 164808 h 440942"/>
              <a:gd name="connsiteX273" fmla="*/ 1663890 w 2253411"/>
              <a:gd name="connsiteY273" fmla="*/ 136266 h 440942"/>
              <a:gd name="connsiteX274" fmla="*/ 1632614 w 2253411"/>
              <a:gd name="connsiteY274" fmla="*/ 136266 h 440942"/>
              <a:gd name="connsiteX275" fmla="*/ 1632614 w 2253411"/>
              <a:gd name="connsiteY275" fmla="*/ 299806 h 440942"/>
              <a:gd name="connsiteX276" fmla="*/ 1664564 w 2253411"/>
              <a:gd name="connsiteY276" fmla="*/ 299806 h 440942"/>
              <a:gd name="connsiteX277" fmla="*/ 1664564 w 2253411"/>
              <a:gd name="connsiteY277" fmla="*/ 217851 h 440942"/>
              <a:gd name="connsiteX278" fmla="*/ 1709456 w 2253411"/>
              <a:gd name="connsiteY278" fmla="*/ 167543 h 440942"/>
              <a:gd name="connsiteX279" fmla="*/ 1790286 w 2253411"/>
              <a:gd name="connsiteY279" fmla="*/ 74360 h 440942"/>
              <a:gd name="connsiteX280" fmla="*/ 1767488 w 2253411"/>
              <a:gd name="connsiteY280" fmla="*/ 51248 h 440942"/>
              <a:gd name="connsiteX281" fmla="*/ 1744374 w 2253411"/>
              <a:gd name="connsiteY281" fmla="*/ 74045 h 440942"/>
              <a:gd name="connsiteX282" fmla="*/ 1767159 w 2253411"/>
              <a:gd name="connsiteY282" fmla="*/ 97158 h 440942"/>
              <a:gd name="connsiteX283" fmla="*/ 1790286 w 2253411"/>
              <a:gd name="connsiteY283" fmla="*/ 74401 h 440942"/>
              <a:gd name="connsiteX284" fmla="*/ 1790286 w 2253411"/>
              <a:gd name="connsiteY284" fmla="*/ 74362 h 440942"/>
              <a:gd name="connsiteX285" fmla="*/ 1937899 w 2253411"/>
              <a:gd name="connsiteY285" fmla="*/ 299820 h 440942"/>
              <a:gd name="connsiteX286" fmla="*/ 1968489 w 2253411"/>
              <a:gd name="connsiteY286" fmla="*/ 299820 h 440942"/>
              <a:gd name="connsiteX287" fmla="*/ 1966785 w 2253411"/>
              <a:gd name="connsiteY287" fmla="*/ 269547 h 440942"/>
              <a:gd name="connsiteX288" fmla="*/ 1966785 w 2253411"/>
              <a:gd name="connsiteY288" fmla="*/ 136254 h 440942"/>
              <a:gd name="connsiteX289" fmla="*/ 1934821 w 2253411"/>
              <a:gd name="connsiteY289" fmla="*/ 136254 h 440942"/>
              <a:gd name="connsiteX290" fmla="*/ 1934821 w 2253411"/>
              <a:gd name="connsiteY290" fmla="*/ 234863 h 440942"/>
              <a:gd name="connsiteX291" fmla="*/ 1896069 w 2253411"/>
              <a:gd name="connsiteY291" fmla="*/ 276679 h 440942"/>
              <a:gd name="connsiteX292" fmla="*/ 1859008 w 2253411"/>
              <a:gd name="connsiteY292" fmla="*/ 234519 h 440942"/>
              <a:gd name="connsiteX293" fmla="*/ 1859008 w 2253411"/>
              <a:gd name="connsiteY293" fmla="*/ 136254 h 440942"/>
              <a:gd name="connsiteX294" fmla="*/ 1827032 w 2253411"/>
              <a:gd name="connsiteY294" fmla="*/ 136254 h 440942"/>
              <a:gd name="connsiteX295" fmla="*/ 1827032 w 2253411"/>
              <a:gd name="connsiteY295" fmla="*/ 239287 h 440942"/>
              <a:gd name="connsiteX296" fmla="*/ 1888249 w 2253411"/>
              <a:gd name="connsiteY296" fmla="*/ 304903 h 440942"/>
              <a:gd name="connsiteX297" fmla="*/ 1936524 w 2253411"/>
              <a:gd name="connsiteY297" fmla="*/ 280086 h 440942"/>
              <a:gd name="connsiteX298" fmla="*/ 1937899 w 2253411"/>
              <a:gd name="connsiteY298" fmla="*/ 299818 h 440942"/>
              <a:gd name="connsiteX299" fmla="*/ 2253984 w 2253411"/>
              <a:gd name="connsiteY299" fmla="*/ 299806 h 440942"/>
              <a:gd name="connsiteX300" fmla="*/ 2253984 w 2253411"/>
              <a:gd name="connsiteY300" fmla="*/ 193721 h 440942"/>
              <a:gd name="connsiteX301" fmla="*/ 2197547 w 2253411"/>
              <a:gd name="connsiteY301" fmla="*/ 131498 h 440942"/>
              <a:gd name="connsiteX302" fmla="*/ 2142800 w 2253411"/>
              <a:gd name="connsiteY302" fmla="*/ 162431 h 440942"/>
              <a:gd name="connsiteX303" fmla="*/ 2093839 w 2253411"/>
              <a:gd name="connsiteY303" fmla="*/ 131498 h 440942"/>
              <a:gd name="connsiteX304" fmla="*/ 2044204 w 2253411"/>
              <a:gd name="connsiteY304" fmla="*/ 158005 h 440942"/>
              <a:gd name="connsiteX305" fmla="*/ 2044204 w 2253411"/>
              <a:gd name="connsiteY305" fmla="*/ 136254 h 440942"/>
              <a:gd name="connsiteX306" fmla="*/ 2013588 w 2253411"/>
              <a:gd name="connsiteY306" fmla="*/ 136254 h 440942"/>
              <a:gd name="connsiteX307" fmla="*/ 2013588 w 2253411"/>
              <a:gd name="connsiteY307" fmla="*/ 299806 h 440942"/>
              <a:gd name="connsiteX308" fmla="*/ 2045221 w 2253411"/>
              <a:gd name="connsiteY308" fmla="*/ 299806 h 440942"/>
              <a:gd name="connsiteX309" fmla="*/ 2045221 w 2253411"/>
              <a:gd name="connsiteY309" fmla="*/ 201209 h 440942"/>
              <a:gd name="connsiteX310" fmla="*/ 2083299 w 2253411"/>
              <a:gd name="connsiteY310" fmla="*/ 159709 h 440942"/>
              <a:gd name="connsiteX311" fmla="*/ 2117971 w 2253411"/>
              <a:gd name="connsiteY311" fmla="*/ 197115 h 440942"/>
              <a:gd name="connsiteX312" fmla="*/ 2117971 w 2253411"/>
              <a:gd name="connsiteY312" fmla="*/ 299807 h 440942"/>
              <a:gd name="connsiteX313" fmla="*/ 2149932 w 2253411"/>
              <a:gd name="connsiteY313" fmla="*/ 299807 h 440942"/>
              <a:gd name="connsiteX314" fmla="*/ 2149932 w 2253411"/>
              <a:gd name="connsiteY314" fmla="*/ 200867 h 440942"/>
              <a:gd name="connsiteX315" fmla="*/ 2187682 w 2253411"/>
              <a:gd name="connsiteY315" fmla="*/ 159711 h 440942"/>
              <a:gd name="connsiteX316" fmla="*/ 2222364 w 2253411"/>
              <a:gd name="connsiteY316" fmla="*/ 197115 h 440942"/>
              <a:gd name="connsiteX317" fmla="*/ 2222364 w 2253411"/>
              <a:gd name="connsiteY317" fmla="*/ 299807 h 440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Lst>
            <a:rect l="l" t="t" r="r" b="b"/>
            <a:pathLst>
              <a:path w="2253411" h="440942">
                <a:moveTo>
                  <a:pt x="1783139" y="136254"/>
                </a:moveTo>
                <a:lnTo>
                  <a:pt x="1751520" y="136254"/>
                </a:lnTo>
                <a:lnTo>
                  <a:pt x="1751520" y="299806"/>
                </a:lnTo>
                <a:lnTo>
                  <a:pt x="1783139" y="299806"/>
                </a:lnTo>
                <a:close/>
                <a:moveTo>
                  <a:pt x="293338" y="409024"/>
                </a:moveTo>
                <a:cubicBezTo>
                  <a:pt x="293335" y="411298"/>
                  <a:pt x="295174" y="413144"/>
                  <a:pt x="297448" y="413147"/>
                </a:cubicBezTo>
                <a:cubicBezTo>
                  <a:pt x="297452" y="413147"/>
                  <a:pt x="297456" y="413147"/>
                  <a:pt x="297460" y="413147"/>
                </a:cubicBezTo>
                <a:lnTo>
                  <a:pt x="333669" y="413147"/>
                </a:lnTo>
                <a:cubicBezTo>
                  <a:pt x="335936" y="413150"/>
                  <a:pt x="337776" y="411314"/>
                  <a:pt x="337779" y="409047"/>
                </a:cubicBezTo>
                <a:cubicBezTo>
                  <a:pt x="337779" y="409039"/>
                  <a:pt x="337779" y="409032"/>
                  <a:pt x="337777" y="409024"/>
                </a:cubicBezTo>
                <a:cubicBezTo>
                  <a:pt x="337782" y="406760"/>
                  <a:pt x="335949" y="404921"/>
                  <a:pt x="333683" y="404916"/>
                </a:cubicBezTo>
                <a:cubicBezTo>
                  <a:pt x="333678" y="404916"/>
                  <a:pt x="333674" y="404916"/>
                  <a:pt x="333669" y="404916"/>
                </a:cubicBezTo>
                <a:lnTo>
                  <a:pt x="297460" y="404916"/>
                </a:lnTo>
                <a:cubicBezTo>
                  <a:pt x="295188" y="404911"/>
                  <a:pt x="293342" y="406749"/>
                  <a:pt x="293338" y="409021"/>
                </a:cubicBezTo>
                <a:cubicBezTo>
                  <a:pt x="293338" y="409023"/>
                  <a:pt x="293338" y="409024"/>
                  <a:pt x="293338" y="409024"/>
                </a:cubicBezTo>
                <a:moveTo>
                  <a:pt x="39859" y="409024"/>
                </a:moveTo>
                <a:cubicBezTo>
                  <a:pt x="39849" y="411291"/>
                  <a:pt x="41679" y="413137"/>
                  <a:pt x="43946" y="413147"/>
                </a:cubicBezTo>
                <a:cubicBezTo>
                  <a:pt x="43953" y="413147"/>
                  <a:pt x="43959" y="413147"/>
                  <a:pt x="43967" y="413147"/>
                </a:cubicBezTo>
                <a:lnTo>
                  <a:pt x="80176" y="413147"/>
                </a:lnTo>
                <a:cubicBezTo>
                  <a:pt x="82449" y="413150"/>
                  <a:pt x="84295" y="411311"/>
                  <a:pt x="84298" y="409037"/>
                </a:cubicBezTo>
                <a:cubicBezTo>
                  <a:pt x="84298" y="409032"/>
                  <a:pt x="84298" y="409029"/>
                  <a:pt x="84298" y="409024"/>
                </a:cubicBezTo>
                <a:cubicBezTo>
                  <a:pt x="84295" y="406752"/>
                  <a:pt x="82451" y="404913"/>
                  <a:pt x="80179" y="404916"/>
                </a:cubicBezTo>
                <a:cubicBezTo>
                  <a:pt x="80177" y="404916"/>
                  <a:pt x="80177" y="404916"/>
                  <a:pt x="80176" y="404916"/>
                </a:cubicBezTo>
                <a:lnTo>
                  <a:pt x="43967" y="404916"/>
                </a:lnTo>
                <a:cubicBezTo>
                  <a:pt x="41701" y="404913"/>
                  <a:pt x="39862" y="406746"/>
                  <a:pt x="39859" y="409012"/>
                </a:cubicBezTo>
                <a:cubicBezTo>
                  <a:pt x="39859" y="409016"/>
                  <a:pt x="39859" y="409021"/>
                  <a:pt x="39859" y="409024"/>
                </a:cubicBezTo>
                <a:moveTo>
                  <a:pt x="80177" y="339849"/>
                </a:moveTo>
                <a:lnTo>
                  <a:pt x="8803" y="339849"/>
                </a:lnTo>
                <a:lnTo>
                  <a:pt x="8803" y="177644"/>
                </a:lnTo>
                <a:cubicBezTo>
                  <a:pt x="8801" y="175367"/>
                  <a:pt x="6955" y="173523"/>
                  <a:pt x="4680" y="173521"/>
                </a:cubicBezTo>
                <a:cubicBezTo>
                  <a:pt x="2408" y="173523"/>
                  <a:pt x="569" y="175367"/>
                  <a:pt x="572" y="177639"/>
                </a:cubicBezTo>
                <a:cubicBezTo>
                  <a:pt x="572" y="177640"/>
                  <a:pt x="572" y="177642"/>
                  <a:pt x="572" y="177644"/>
                </a:cubicBezTo>
                <a:lnTo>
                  <a:pt x="572" y="343959"/>
                </a:lnTo>
                <a:cubicBezTo>
                  <a:pt x="567" y="346229"/>
                  <a:pt x="2404" y="348075"/>
                  <a:pt x="4676" y="348080"/>
                </a:cubicBezTo>
                <a:cubicBezTo>
                  <a:pt x="4677" y="348080"/>
                  <a:pt x="4679" y="348080"/>
                  <a:pt x="4680" y="348080"/>
                </a:cubicBezTo>
                <a:lnTo>
                  <a:pt x="80176" y="348080"/>
                </a:lnTo>
                <a:cubicBezTo>
                  <a:pt x="82449" y="348083"/>
                  <a:pt x="84295" y="346244"/>
                  <a:pt x="84298" y="343970"/>
                </a:cubicBezTo>
                <a:cubicBezTo>
                  <a:pt x="84298" y="343965"/>
                  <a:pt x="84298" y="343962"/>
                  <a:pt x="84298" y="343959"/>
                </a:cubicBezTo>
                <a:cubicBezTo>
                  <a:pt x="84290" y="341687"/>
                  <a:pt x="82447" y="339849"/>
                  <a:pt x="80176" y="339849"/>
                </a:cubicBezTo>
                <a:moveTo>
                  <a:pt x="98412" y="45530"/>
                </a:moveTo>
                <a:cubicBezTo>
                  <a:pt x="98409" y="43258"/>
                  <a:pt x="96564" y="41419"/>
                  <a:pt x="94292" y="41422"/>
                </a:cubicBezTo>
                <a:cubicBezTo>
                  <a:pt x="94291" y="41422"/>
                  <a:pt x="94291" y="41422"/>
                  <a:pt x="94289" y="41422"/>
                </a:cubicBezTo>
                <a:lnTo>
                  <a:pt x="30459" y="41422"/>
                </a:lnTo>
                <a:cubicBezTo>
                  <a:pt x="28193" y="41419"/>
                  <a:pt x="26354" y="43252"/>
                  <a:pt x="26351" y="45518"/>
                </a:cubicBezTo>
                <a:cubicBezTo>
                  <a:pt x="26351" y="45521"/>
                  <a:pt x="26351" y="45526"/>
                  <a:pt x="26351" y="45530"/>
                </a:cubicBezTo>
                <a:lnTo>
                  <a:pt x="26351" y="133916"/>
                </a:lnTo>
                <a:cubicBezTo>
                  <a:pt x="26346" y="136188"/>
                  <a:pt x="28184" y="138034"/>
                  <a:pt x="30456" y="138039"/>
                </a:cubicBezTo>
                <a:cubicBezTo>
                  <a:pt x="30458" y="138039"/>
                  <a:pt x="30458" y="138039"/>
                  <a:pt x="30459" y="138039"/>
                </a:cubicBezTo>
                <a:lnTo>
                  <a:pt x="80191" y="138039"/>
                </a:lnTo>
                <a:cubicBezTo>
                  <a:pt x="82460" y="138026"/>
                  <a:pt x="84295" y="136187"/>
                  <a:pt x="84300" y="133916"/>
                </a:cubicBezTo>
                <a:cubicBezTo>
                  <a:pt x="84293" y="131651"/>
                  <a:pt x="82459" y="129814"/>
                  <a:pt x="80191" y="129808"/>
                </a:cubicBezTo>
                <a:lnTo>
                  <a:pt x="34582" y="129808"/>
                </a:lnTo>
                <a:lnTo>
                  <a:pt x="34582" y="49653"/>
                </a:lnTo>
                <a:lnTo>
                  <a:pt x="94291" y="49653"/>
                </a:lnTo>
                <a:cubicBezTo>
                  <a:pt x="96564" y="49656"/>
                  <a:pt x="98410" y="47813"/>
                  <a:pt x="98413" y="45540"/>
                </a:cubicBezTo>
                <a:cubicBezTo>
                  <a:pt x="98413" y="45537"/>
                  <a:pt x="98413" y="45534"/>
                  <a:pt x="98413" y="45530"/>
                </a:cubicBezTo>
                <a:moveTo>
                  <a:pt x="271146" y="190835"/>
                </a:moveTo>
                <a:lnTo>
                  <a:pt x="271146" y="150874"/>
                </a:lnTo>
                <a:cubicBezTo>
                  <a:pt x="271151" y="148602"/>
                  <a:pt x="269311" y="146756"/>
                  <a:pt x="267039" y="146752"/>
                </a:cubicBezTo>
                <a:cubicBezTo>
                  <a:pt x="267039" y="146752"/>
                  <a:pt x="267037" y="146752"/>
                  <a:pt x="267037" y="146752"/>
                </a:cubicBezTo>
                <a:cubicBezTo>
                  <a:pt x="264756" y="146747"/>
                  <a:pt x="262904" y="148593"/>
                  <a:pt x="262900" y="150873"/>
                </a:cubicBezTo>
                <a:cubicBezTo>
                  <a:pt x="262900" y="150873"/>
                  <a:pt x="262900" y="150874"/>
                  <a:pt x="262900" y="150874"/>
                </a:cubicBezTo>
                <a:lnTo>
                  <a:pt x="262900" y="186698"/>
                </a:lnTo>
                <a:lnTo>
                  <a:pt x="192929" y="186698"/>
                </a:lnTo>
                <a:lnTo>
                  <a:pt x="192929" y="93846"/>
                </a:lnTo>
                <a:lnTo>
                  <a:pt x="234730" y="93846"/>
                </a:lnTo>
                <a:cubicBezTo>
                  <a:pt x="236999" y="93841"/>
                  <a:pt x="238840" y="92007"/>
                  <a:pt x="238853" y="89738"/>
                </a:cubicBezTo>
                <a:cubicBezTo>
                  <a:pt x="238852" y="87459"/>
                  <a:pt x="237009" y="85610"/>
                  <a:pt x="234730" y="85602"/>
                </a:cubicBezTo>
                <a:lnTo>
                  <a:pt x="192929" y="85602"/>
                </a:lnTo>
                <a:lnTo>
                  <a:pt x="192929" y="8058"/>
                </a:lnTo>
                <a:lnTo>
                  <a:pt x="256951" y="8058"/>
                </a:lnTo>
                <a:cubicBezTo>
                  <a:pt x="259225" y="8061"/>
                  <a:pt x="261071" y="6220"/>
                  <a:pt x="261072" y="3946"/>
                </a:cubicBezTo>
                <a:cubicBezTo>
                  <a:pt x="261072" y="3943"/>
                  <a:pt x="261072" y="3938"/>
                  <a:pt x="261072" y="3935"/>
                </a:cubicBezTo>
                <a:cubicBezTo>
                  <a:pt x="261071" y="1663"/>
                  <a:pt x="259226" y="-176"/>
                  <a:pt x="256954" y="-175"/>
                </a:cubicBezTo>
                <a:cubicBezTo>
                  <a:pt x="256953" y="-175"/>
                  <a:pt x="256951" y="-175"/>
                  <a:pt x="256951" y="-175"/>
                </a:cubicBezTo>
                <a:lnTo>
                  <a:pt x="120686" y="-175"/>
                </a:lnTo>
                <a:cubicBezTo>
                  <a:pt x="118418" y="-173"/>
                  <a:pt x="116580" y="1666"/>
                  <a:pt x="116578" y="3935"/>
                </a:cubicBezTo>
                <a:cubicBezTo>
                  <a:pt x="116573" y="6207"/>
                  <a:pt x="118411" y="8053"/>
                  <a:pt x="120685" y="8058"/>
                </a:cubicBezTo>
                <a:cubicBezTo>
                  <a:pt x="120685" y="8058"/>
                  <a:pt x="120686" y="8058"/>
                  <a:pt x="120686" y="8058"/>
                </a:cubicBezTo>
                <a:lnTo>
                  <a:pt x="184696" y="8058"/>
                </a:lnTo>
                <a:lnTo>
                  <a:pt x="184696" y="85629"/>
                </a:lnTo>
                <a:lnTo>
                  <a:pt x="141436" y="85629"/>
                </a:lnTo>
                <a:cubicBezTo>
                  <a:pt x="139161" y="85631"/>
                  <a:pt x="137317" y="87475"/>
                  <a:pt x="137315" y="89752"/>
                </a:cubicBezTo>
                <a:cubicBezTo>
                  <a:pt x="137318" y="92024"/>
                  <a:pt x="139163" y="93864"/>
                  <a:pt x="141435" y="93860"/>
                </a:cubicBezTo>
                <a:cubicBezTo>
                  <a:pt x="141435" y="93860"/>
                  <a:pt x="141436" y="93860"/>
                  <a:pt x="141436" y="93860"/>
                </a:cubicBezTo>
                <a:lnTo>
                  <a:pt x="184696" y="93860"/>
                </a:lnTo>
                <a:lnTo>
                  <a:pt x="184696" y="186698"/>
                </a:lnTo>
                <a:lnTo>
                  <a:pt x="114724" y="186698"/>
                </a:lnTo>
                <a:lnTo>
                  <a:pt x="114724" y="150874"/>
                </a:lnTo>
                <a:cubicBezTo>
                  <a:pt x="114727" y="148601"/>
                  <a:pt x="112885" y="146755"/>
                  <a:pt x="110611" y="146752"/>
                </a:cubicBezTo>
                <a:cubicBezTo>
                  <a:pt x="110608" y="146752"/>
                  <a:pt x="110605" y="146752"/>
                  <a:pt x="110602" y="146752"/>
                </a:cubicBezTo>
                <a:cubicBezTo>
                  <a:pt x="108325" y="146753"/>
                  <a:pt x="106481" y="148598"/>
                  <a:pt x="106479" y="150874"/>
                </a:cubicBezTo>
                <a:lnTo>
                  <a:pt x="106479" y="190835"/>
                </a:lnTo>
                <a:cubicBezTo>
                  <a:pt x="106482" y="193107"/>
                  <a:pt x="108326" y="194947"/>
                  <a:pt x="110598" y="194943"/>
                </a:cubicBezTo>
                <a:cubicBezTo>
                  <a:pt x="110598" y="194943"/>
                  <a:pt x="110600" y="194943"/>
                  <a:pt x="110602" y="194943"/>
                </a:cubicBezTo>
                <a:lnTo>
                  <a:pt x="184696" y="194943"/>
                </a:lnTo>
                <a:lnTo>
                  <a:pt x="184696" y="302418"/>
                </a:lnTo>
                <a:lnTo>
                  <a:pt x="120523" y="302418"/>
                </a:lnTo>
                <a:lnTo>
                  <a:pt x="120523" y="253744"/>
                </a:lnTo>
                <a:cubicBezTo>
                  <a:pt x="120518" y="251469"/>
                  <a:pt x="118670" y="249630"/>
                  <a:pt x="116395" y="249636"/>
                </a:cubicBezTo>
                <a:cubicBezTo>
                  <a:pt x="116392" y="249636"/>
                  <a:pt x="116389" y="249636"/>
                  <a:pt x="116386" y="249636"/>
                </a:cubicBezTo>
                <a:lnTo>
                  <a:pt x="62189" y="249636"/>
                </a:lnTo>
                <a:lnTo>
                  <a:pt x="62189" y="210170"/>
                </a:lnTo>
                <a:cubicBezTo>
                  <a:pt x="62194" y="207898"/>
                  <a:pt x="60356" y="206052"/>
                  <a:pt x="58084" y="206047"/>
                </a:cubicBezTo>
                <a:cubicBezTo>
                  <a:pt x="58082" y="206047"/>
                  <a:pt x="58082" y="206047"/>
                  <a:pt x="58081" y="206047"/>
                </a:cubicBezTo>
                <a:cubicBezTo>
                  <a:pt x="55805" y="206054"/>
                  <a:pt x="53964" y="207895"/>
                  <a:pt x="53958" y="210170"/>
                </a:cubicBezTo>
                <a:lnTo>
                  <a:pt x="53958" y="253744"/>
                </a:lnTo>
                <a:cubicBezTo>
                  <a:pt x="53960" y="256020"/>
                  <a:pt x="55804" y="257866"/>
                  <a:pt x="58081" y="257867"/>
                </a:cubicBezTo>
                <a:lnTo>
                  <a:pt x="112277" y="257867"/>
                </a:lnTo>
                <a:lnTo>
                  <a:pt x="112277" y="380182"/>
                </a:lnTo>
                <a:cubicBezTo>
                  <a:pt x="112273" y="382454"/>
                  <a:pt x="114110" y="384300"/>
                  <a:pt x="116382" y="384304"/>
                </a:cubicBezTo>
                <a:cubicBezTo>
                  <a:pt x="116384" y="384304"/>
                  <a:pt x="116386" y="384304"/>
                  <a:pt x="116386" y="384304"/>
                </a:cubicBezTo>
                <a:cubicBezTo>
                  <a:pt x="118666" y="384303"/>
                  <a:pt x="120515" y="382460"/>
                  <a:pt x="120523" y="380182"/>
                </a:cubicBezTo>
                <a:lnTo>
                  <a:pt x="120523" y="310649"/>
                </a:lnTo>
                <a:lnTo>
                  <a:pt x="184696" y="310649"/>
                </a:lnTo>
                <a:lnTo>
                  <a:pt x="184696" y="432537"/>
                </a:lnTo>
                <a:lnTo>
                  <a:pt x="131736" y="432537"/>
                </a:lnTo>
                <a:cubicBezTo>
                  <a:pt x="129475" y="432528"/>
                  <a:pt x="127636" y="434355"/>
                  <a:pt x="127628" y="436615"/>
                </a:cubicBezTo>
                <a:cubicBezTo>
                  <a:pt x="127628" y="436625"/>
                  <a:pt x="127628" y="436635"/>
                  <a:pt x="127628" y="436646"/>
                </a:cubicBezTo>
                <a:cubicBezTo>
                  <a:pt x="127618" y="438913"/>
                  <a:pt x="129448" y="440759"/>
                  <a:pt x="131716" y="440768"/>
                </a:cubicBezTo>
                <a:cubicBezTo>
                  <a:pt x="131722" y="440768"/>
                  <a:pt x="131730" y="440768"/>
                  <a:pt x="131736" y="440768"/>
                </a:cubicBezTo>
                <a:lnTo>
                  <a:pt x="245888" y="440768"/>
                </a:lnTo>
                <a:cubicBezTo>
                  <a:pt x="248162" y="440771"/>
                  <a:pt x="250008" y="438930"/>
                  <a:pt x="250011" y="436657"/>
                </a:cubicBezTo>
                <a:cubicBezTo>
                  <a:pt x="250011" y="436654"/>
                  <a:pt x="250011" y="436649"/>
                  <a:pt x="250011" y="436646"/>
                </a:cubicBezTo>
                <a:cubicBezTo>
                  <a:pt x="250013" y="434378"/>
                  <a:pt x="248176" y="432539"/>
                  <a:pt x="245909" y="432537"/>
                </a:cubicBezTo>
                <a:cubicBezTo>
                  <a:pt x="245903" y="432537"/>
                  <a:pt x="245895" y="432537"/>
                  <a:pt x="245888" y="432537"/>
                </a:cubicBezTo>
                <a:lnTo>
                  <a:pt x="192929" y="432537"/>
                </a:lnTo>
                <a:lnTo>
                  <a:pt x="192929" y="310649"/>
                </a:lnTo>
                <a:lnTo>
                  <a:pt x="257116" y="310649"/>
                </a:lnTo>
                <a:lnTo>
                  <a:pt x="257116" y="380182"/>
                </a:lnTo>
                <a:cubicBezTo>
                  <a:pt x="257124" y="382460"/>
                  <a:pt x="258972" y="384303"/>
                  <a:pt x="261250" y="384304"/>
                </a:cubicBezTo>
                <a:cubicBezTo>
                  <a:pt x="263522" y="384296"/>
                  <a:pt x="265358" y="382454"/>
                  <a:pt x="265358" y="380182"/>
                </a:cubicBezTo>
                <a:lnTo>
                  <a:pt x="265358" y="257867"/>
                </a:lnTo>
                <a:lnTo>
                  <a:pt x="319557" y="257867"/>
                </a:lnTo>
                <a:cubicBezTo>
                  <a:pt x="321829" y="257864"/>
                  <a:pt x="323668" y="256020"/>
                  <a:pt x="323665" y="253748"/>
                </a:cubicBezTo>
                <a:cubicBezTo>
                  <a:pt x="323665" y="253746"/>
                  <a:pt x="323665" y="253744"/>
                  <a:pt x="323665" y="253744"/>
                </a:cubicBezTo>
                <a:lnTo>
                  <a:pt x="323665" y="210170"/>
                </a:lnTo>
                <a:cubicBezTo>
                  <a:pt x="323665" y="207898"/>
                  <a:pt x="321827" y="206055"/>
                  <a:pt x="319557" y="206047"/>
                </a:cubicBezTo>
                <a:cubicBezTo>
                  <a:pt x="317280" y="206049"/>
                  <a:pt x="315436" y="207893"/>
                  <a:pt x="315434" y="210170"/>
                </a:cubicBezTo>
                <a:lnTo>
                  <a:pt x="315434" y="249636"/>
                </a:lnTo>
                <a:lnTo>
                  <a:pt x="261250" y="249636"/>
                </a:lnTo>
                <a:cubicBezTo>
                  <a:pt x="258977" y="249625"/>
                  <a:pt x="257124" y="251460"/>
                  <a:pt x="257115" y="253733"/>
                </a:cubicBezTo>
                <a:cubicBezTo>
                  <a:pt x="257115" y="253737"/>
                  <a:pt x="257115" y="253741"/>
                  <a:pt x="257115" y="253744"/>
                </a:cubicBezTo>
                <a:lnTo>
                  <a:pt x="257115" y="302416"/>
                </a:lnTo>
                <a:lnTo>
                  <a:pt x="192927" y="302416"/>
                </a:lnTo>
                <a:lnTo>
                  <a:pt x="192927" y="194943"/>
                </a:lnTo>
                <a:lnTo>
                  <a:pt x="267036" y="194943"/>
                </a:lnTo>
                <a:cubicBezTo>
                  <a:pt x="269301" y="194948"/>
                  <a:pt x="271141" y="193113"/>
                  <a:pt x="271144" y="190849"/>
                </a:cubicBezTo>
                <a:cubicBezTo>
                  <a:pt x="271144" y="190845"/>
                  <a:pt x="271144" y="190840"/>
                  <a:pt x="271144" y="190835"/>
                </a:cubicBezTo>
                <a:moveTo>
                  <a:pt x="351285" y="133931"/>
                </a:moveTo>
                <a:lnTo>
                  <a:pt x="351285" y="45545"/>
                </a:lnTo>
                <a:cubicBezTo>
                  <a:pt x="351288" y="43271"/>
                  <a:pt x="349449" y="41425"/>
                  <a:pt x="347175" y="41422"/>
                </a:cubicBezTo>
                <a:cubicBezTo>
                  <a:pt x="347170" y="41422"/>
                  <a:pt x="347167" y="41422"/>
                  <a:pt x="347164" y="41422"/>
                </a:cubicBezTo>
                <a:lnTo>
                  <a:pt x="283332" y="41422"/>
                </a:lnTo>
                <a:cubicBezTo>
                  <a:pt x="281065" y="41420"/>
                  <a:pt x="279226" y="43257"/>
                  <a:pt x="279224" y="45524"/>
                </a:cubicBezTo>
                <a:cubicBezTo>
                  <a:pt x="279224" y="45530"/>
                  <a:pt x="279224" y="45538"/>
                  <a:pt x="279224" y="45545"/>
                </a:cubicBezTo>
                <a:cubicBezTo>
                  <a:pt x="279226" y="47813"/>
                  <a:pt x="281065" y="49651"/>
                  <a:pt x="283332" y="49653"/>
                </a:cubicBezTo>
                <a:lnTo>
                  <a:pt x="343054" y="49653"/>
                </a:lnTo>
                <a:lnTo>
                  <a:pt x="343054" y="129808"/>
                </a:lnTo>
                <a:lnTo>
                  <a:pt x="297460" y="129808"/>
                </a:lnTo>
                <a:cubicBezTo>
                  <a:pt x="295187" y="129805"/>
                  <a:pt x="293341" y="131644"/>
                  <a:pt x="293338" y="133918"/>
                </a:cubicBezTo>
                <a:cubicBezTo>
                  <a:pt x="293338" y="133923"/>
                  <a:pt x="293338" y="133926"/>
                  <a:pt x="293338" y="133931"/>
                </a:cubicBezTo>
                <a:cubicBezTo>
                  <a:pt x="293344" y="136201"/>
                  <a:pt x="295188" y="138039"/>
                  <a:pt x="297460" y="138039"/>
                </a:cubicBezTo>
                <a:lnTo>
                  <a:pt x="347164" y="138039"/>
                </a:lnTo>
                <a:cubicBezTo>
                  <a:pt x="349434" y="138039"/>
                  <a:pt x="351279" y="136201"/>
                  <a:pt x="351285" y="133931"/>
                </a:cubicBezTo>
                <a:moveTo>
                  <a:pt x="377065" y="343972"/>
                </a:moveTo>
                <a:lnTo>
                  <a:pt x="377065" y="177629"/>
                </a:lnTo>
                <a:cubicBezTo>
                  <a:pt x="377062" y="175357"/>
                  <a:pt x="375218" y="173518"/>
                  <a:pt x="372946" y="173521"/>
                </a:cubicBezTo>
                <a:cubicBezTo>
                  <a:pt x="372944" y="173521"/>
                  <a:pt x="372943" y="173521"/>
                  <a:pt x="372943" y="173521"/>
                </a:cubicBezTo>
                <a:cubicBezTo>
                  <a:pt x="370677" y="173518"/>
                  <a:pt x="368838" y="175351"/>
                  <a:pt x="368834" y="177617"/>
                </a:cubicBezTo>
                <a:cubicBezTo>
                  <a:pt x="368834" y="177621"/>
                  <a:pt x="368834" y="177625"/>
                  <a:pt x="368834" y="177629"/>
                </a:cubicBezTo>
                <a:lnTo>
                  <a:pt x="368834" y="339836"/>
                </a:lnTo>
                <a:lnTo>
                  <a:pt x="297460" y="339836"/>
                </a:lnTo>
                <a:cubicBezTo>
                  <a:pt x="295179" y="339839"/>
                  <a:pt x="293335" y="341690"/>
                  <a:pt x="293338" y="343970"/>
                </a:cubicBezTo>
                <a:cubicBezTo>
                  <a:pt x="293338" y="343970"/>
                  <a:pt x="293338" y="343972"/>
                  <a:pt x="293338" y="343972"/>
                </a:cubicBezTo>
                <a:cubicBezTo>
                  <a:pt x="293335" y="346239"/>
                  <a:pt x="295171" y="348078"/>
                  <a:pt x="297438" y="348080"/>
                </a:cubicBezTo>
                <a:cubicBezTo>
                  <a:pt x="297446" y="348080"/>
                  <a:pt x="297452" y="348080"/>
                  <a:pt x="297460" y="348080"/>
                </a:cubicBezTo>
                <a:lnTo>
                  <a:pt x="372943" y="348080"/>
                </a:lnTo>
                <a:cubicBezTo>
                  <a:pt x="375210" y="348089"/>
                  <a:pt x="377056" y="346260"/>
                  <a:pt x="377065" y="343992"/>
                </a:cubicBezTo>
                <a:cubicBezTo>
                  <a:pt x="377065" y="343986"/>
                  <a:pt x="377065" y="343978"/>
                  <a:pt x="377065" y="343972"/>
                </a:cubicBezTo>
                <a:moveTo>
                  <a:pt x="577721" y="299806"/>
                </a:moveTo>
                <a:lnTo>
                  <a:pt x="609683" y="299806"/>
                </a:lnTo>
                <a:lnTo>
                  <a:pt x="609683" y="196098"/>
                </a:lnTo>
                <a:cubicBezTo>
                  <a:pt x="609683" y="159709"/>
                  <a:pt x="590294" y="131498"/>
                  <a:pt x="551186" y="131498"/>
                </a:cubicBezTo>
                <a:cubicBezTo>
                  <a:pt x="532153" y="131498"/>
                  <a:pt x="512778" y="139317"/>
                  <a:pt x="500878" y="159709"/>
                </a:cubicBezTo>
                <a:lnTo>
                  <a:pt x="500878" y="136254"/>
                </a:lnTo>
                <a:lnTo>
                  <a:pt x="469601" y="136254"/>
                </a:lnTo>
                <a:lnTo>
                  <a:pt x="469601" y="299806"/>
                </a:lnTo>
                <a:lnTo>
                  <a:pt x="501565" y="299806"/>
                </a:lnTo>
                <a:lnTo>
                  <a:pt x="501565" y="205278"/>
                </a:lnTo>
                <a:cubicBezTo>
                  <a:pt x="501565" y="180447"/>
                  <a:pt x="514481" y="160396"/>
                  <a:pt x="539629" y="160396"/>
                </a:cubicBezTo>
                <a:cubicBezTo>
                  <a:pt x="568198" y="160396"/>
                  <a:pt x="577721" y="178769"/>
                  <a:pt x="577721" y="201540"/>
                </a:cubicBezTo>
                <a:close/>
                <a:moveTo>
                  <a:pt x="766751" y="201196"/>
                </a:moveTo>
                <a:lnTo>
                  <a:pt x="677320" y="201196"/>
                </a:lnTo>
                <a:cubicBezTo>
                  <a:pt x="678681" y="180130"/>
                  <a:pt x="695020" y="159366"/>
                  <a:pt x="721870" y="159366"/>
                </a:cubicBezTo>
                <a:cubicBezTo>
                  <a:pt x="750756" y="159366"/>
                  <a:pt x="766064" y="177739"/>
                  <a:pt x="766751" y="201196"/>
                </a:cubicBezTo>
                <a:moveTo>
                  <a:pt x="799388" y="227044"/>
                </a:moveTo>
                <a:cubicBezTo>
                  <a:pt x="799861" y="223662"/>
                  <a:pt x="800091" y="220250"/>
                  <a:pt x="800075" y="216835"/>
                </a:cubicBezTo>
                <a:cubicBezTo>
                  <a:pt x="800075" y="165839"/>
                  <a:pt x="771836" y="131155"/>
                  <a:pt x="721527" y="131155"/>
                </a:cubicBezTo>
                <a:cubicBezTo>
                  <a:pt x="680385" y="131155"/>
                  <a:pt x="643324" y="166182"/>
                  <a:pt x="643324" y="217522"/>
                </a:cubicBezTo>
                <a:cubicBezTo>
                  <a:pt x="643324" y="272955"/>
                  <a:pt x="681746" y="304904"/>
                  <a:pt x="725608" y="304904"/>
                </a:cubicBezTo>
                <a:cubicBezTo>
                  <a:pt x="763687" y="304904"/>
                  <a:pt x="789865" y="282134"/>
                  <a:pt x="799044" y="253221"/>
                </a:cubicBezTo>
                <a:lnTo>
                  <a:pt x="771519" y="243698"/>
                </a:lnTo>
                <a:cubicBezTo>
                  <a:pt x="765391" y="262058"/>
                  <a:pt x="752130" y="276679"/>
                  <a:pt x="725608" y="276679"/>
                </a:cubicBezTo>
                <a:cubicBezTo>
                  <a:pt x="698057" y="276679"/>
                  <a:pt x="676991" y="256285"/>
                  <a:pt x="676304" y="227044"/>
                </a:cubicBezTo>
                <a:close/>
                <a:moveTo>
                  <a:pt x="945791" y="299820"/>
                </a:moveTo>
                <a:lnTo>
                  <a:pt x="976394" y="299820"/>
                </a:lnTo>
                <a:cubicBezTo>
                  <a:pt x="975261" y="289769"/>
                  <a:pt x="974688" y="279662"/>
                  <a:pt x="974677" y="269547"/>
                </a:cubicBezTo>
                <a:lnTo>
                  <a:pt x="974677" y="136254"/>
                </a:lnTo>
                <a:lnTo>
                  <a:pt x="942727" y="136254"/>
                </a:lnTo>
                <a:lnTo>
                  <a:pt x="942727" y="234863"/>
                </a:lnTo>
                <a:cubicBezTo>
                  <a:pt x="942727" y="259681"/>
                  <a:pt x="929810" y="276679"/>
                  <a:pt x="903948" y="276679"/>
                </a:cubicBezTo>
                <a:cubicBezTo>
                  <a:pt x="877097" y="276679"/>
                  <a:pt x="866901" y="256959"/>
                  <a:pt x="866901" y="234519"/>
                </a:cubicBezTo>
                <a:lnTo>
                  <a:pt x="866901" y="136254"/>
                </a:lnTo>
                <a:lnTo>
                  <a:pt x="834924" y="136254"/>
                </a:lnTo>
                <a:lnTo>
                  <a:pt x="834924" y="239287"/>
                </a:lnTo>
                <a:cubicBezTo>
                  <a:pt x="834924" y="276348"/>
                  <a:pt x="858065" y="304903"/>
                  <a:pt x="896143" y="304903"/>
                </a:cubicBezTo>
                <a:cubicBezTo>
                  <a:pt x="915175" y="304903"/>
                  <a:pt x="935582" y="297084"/>
                  <a:pt x="944418" y="280086"/>
                </a:cubicBezTo>
                <a:cubicBezTo>
                  <a:pt x="944422" y="286687"/>
                  <a:pt x="944881" y="293281"/>
                  <a:pt x="945791" y="299818"/>
                </a:cubicBezTo>
                <a:moveTo>
                  <a:pt x="1098324" y="167541"/>
                </a:moveTo>
                <a:cubicBezTo>
                  <a:pt x="1102992" y="167551"/>
                  <a:pt x="1107652" y="167891"/>
                  <a:pt x="1112271" y="168559"/>
                </a:cubicBezTo>
                <a:lnTo>
                  <a:pt x="1112271" y="134563"/>
                </a:lnTo>
                <a:cubicBezTo>
                  <a:pt x="1108795" y="133908"/>
                  <a:pt x="1105269" y="133563"/>
                  <a:pt x="1101731" y="133532"/>
                </a:cubicBezTo>
                <a:cubicBezTo>
                  <a:pt x="1085077" y="133532"/>
                  <a:pt x="1064671" y="139661"/>
                  <a:pt x="1052771" y="164808"/>
                </a:cubicBezTo>
                <a:lnTo>
                  <a:pt x="1052771" y="136266"/>
                </a:lnTo>
                <a:lnTo>
                  <a:pt x="1021481" y="136266"/>
                </a:lnTo>
                <a:lnTo>
                  <a:pt x="1021481" y="299806"/>
                </a:lnTo>
                <a:lnTo>
                  <a:pt x="1053443" y="299806"/>
                </a:lnTo>
                <a:lnTo>
                  <a:pt x="1053443" y="217851"/>
                </a:lnTo>
                <a:cubicBezTo>
                  <a:pt x="1053443" y="181820"/>
                  <a:pt x="1071474" y="167543"/>
                  <a:pt x="1098324" y="167543"/>
                </a:cubicBezTo>
                <a:moveTo>
                  <a:pt x="1263512" y="217865"/>
                </a:moveTo>
                <a:cubicBezTo>
                  <a:pt x="1263512" y="255943"/>
                  <a:pt x="1239712" y="276350"/>
                  <a:pt x="1212518" y="276350"/>
                </a:cubicBezTo>
                <a:cubicBezTo>
                  <a:pt x="1185308" y="276350"/>
                  <a:pt x="1161507" y="255943"/>
                  <a:pt x="1161507" y="217865"/>
                </a:cubicBezTo>
                <a:cubicBezTo>
                  <a:pt x="1161507" y="180116"/>
                  <a:pt x="1185308" y="159709"/>
                  <a:pt x="1212518" y="159709"/>
                </a:cubicBezTo>
                <a:cubicBezTo>
                  <a:pt x="1239712" y="159709"/>
                  <a:pt x="1263512" y="180116"/>
                  <a:pt x="1263512" y="217865"/>
                </a:cubicBezTo>
                <a:moveTo>
                  <a:pt x="1296163" y="217865"/>
                </a:moveTo>
                <a:cubicBezTo>
                  <a:pt x="1296163" y="168230"/>
                  <a:pt x="1261479" y="131169"/>
                  <a:pt x="1212518" y="131169"/>
                </a:cubicBezTo>
                <a:cubicBezTo>
                  <a:pt x="1163557" y="131169"/>
                  <a:pt x="1128871" y="168230"/>
                  <a:pt x="1128871" y="217865"/>
                </a:cubicBezTo>
                <a:cubicBezTo>
                  <a:pt x="1128871" y="267844"/>
                  <a:pt x="1163555" y="304904"/>
                  <a:pt x="1212518" y="304904"/>
                </a:cubicBezTo>
                <a:cubicBezTo>
                  <a:pt x="1261479" y="304904"/>
                  <a:pt x="1296163" y="267844"/>
                  <a:pt x="1296163" y="217865"/>
                </a:cubicBezTo>
                <a:moveTo>
                  <a:pt x="1388657" y="301496"/>
                </a:moveTo>
                <a:cubicBezTo>
                  <a:pt x="1396028" y="301629"/>
                  <a:pt x="1403374" y="300599"/>
                  <a:pt x="1410425" y="298446"/>
                </a:cubicBezTo>
                <a:lnTo>
                  <a:pt x="1410425" y="271237"/>
                </a:lnTo>
                <a:cubicBezTo>
                  <a:pt x="1406285" y="272108"/>
                  <a:pt x="1402068" y="272569"/>
                  <a:pt x="1397836" y="272612"/>
                </a:cubicBezTo>
                <a:cubicBezTo>
                  <a:pt x="1381182" y="272612"/>
                  <a:pt x="1375054" y="265109"/>
                  <a:pt x="1375054" y="250158"/>
                </a:cubicBezTo>
                <a:lnTo>
                  <a:pt x="1375054" y="165152"/>
                </a:lnTo>
                <a:lnTo>
                  <a:pt x="1410423" y="165152"/>
                </a:lnTo>
                <a:lnTo>
                  <a:pt x="1410423" y="136254"/>
                </a:lnTo>
                <a:lnTo>
                  <a:pt x="1375054" y="136254"/>
                </a:lnTo>
                <a:lnTo>
                  <a:pt x="1375054" y="84585"/>
                </a:lnTo>
                <a:lnTo>
                  <a:pt x="1345825" y="84585"/>
                </a:lnTo>
                <a:lnTo>
                  <a:pt x="1345825" y="111092"/>
                </a:lnTo>
                <a:cubicBezTo>
                  <a:pt x="1345825" y="125383"/>
                  <a:pt x="1338335" y="136254"/>
                  <a:pt x="1320665" y="136254"/>
                </a:cubicBezTo>
                <a:lnTo>
                  <a:pt x="1311814" y="136254"/>
                </a:lnTo>
                <a:lnTo>
                  <a:pt x="1311814" y="165152"/>
                </a:lnTo>
                <a:lnTo>
                  <a:pt x="1343105" y="165152"/>
                </a:lnTo>
                <a:lnTo>
                  <a:pt x="1343105" y="254911"/>
                </a:lnTo>
                <a:cubicBezTo>
                  <a:pt x="1343105" y="284512"/>
                  <a:pt x="1360777" y="301496"/>
                  <a:pt x="1388657" y="301496"/>
                </a:cubicBezTo>
                <a:moveTo>
                  <a:pt x="1564344" y="217865"/>
                </a:moveTo>
                <a:cubicBezTo>
                  <a:pt x="1564344" y="255943"/>
                  <a:pt x="1540543" y="276350"/>
                  <a:pt x="1513349" y="276350"/>
                </a:cubicBezTo>
                <a:cubicBezTo>
                  <a:pt x="1486155" y="276350"/>
                  <a:pt x="1462340" y="255943"/>
                  <a:pt x="1462340" y="217865"/>
                </a:cubicBezTo>
                <a:cubicBezTo>
                  <a:pt x="1462340" y="180116"/>
                  <a:pt x="1486155" y="159709"/>
                  <a:pt x="1513349" y="159709"/>
                </a:cubicBezTo>
                <a:cubicBezTo>
                  <a:pt x="1540544" y="159709"/>
                  <a:pt x="1564344" y="180116"/>
                  <a:pt x="1564344" y="217865"/>
                </a:cubicBezTo>
                <a:moveTo>
                  <a:pt x="1596994" y="217865"/>
                </a:moveTo>
                <a:cubicBezTo>
                  <a:pt x="1596994" y="168230"/>
                  <a:pt x="1562310" y="131169"/>
                  <a:pt x="1513349" y="131169"/>
                </a:cubicBezTo>
                <a:cubicBezTo>
                  <a:pt x="1464388" y="131169"/>
                  <a:pt x="1429704" y="168230"/>
                  <a:pt x="1429704" y="217865"/>
                </a:cubicBezTo>
                <a:cubicBezTo>
                  <a:pt x="1429704" y="267844"/>
                  <a:pt x="1464388" y="304904"/>
                  <a:pt x="1513349" y="304904"/>
                </a:cubicBezTo>
                <a:cubicBezTo>
                  <a:pt x="1562310" y="304904"/>
                  <a:pt x="1596994" y="267844"/>
                  <a:pt x="1596994" y="217865"/>
                </a:cubicBezTo>
                <a:moveTo>
                  <a:pt x="1709456" y="167543"/>
                </a:moveTo>
                <a:cubicBezTo>
                  <a:pt x="1714119" y="167552"/>
                  <a:pt x="1718776" y="167893"/>
                  <a:pt x="1723392" y="168560"/>
                </a:cubicBezTo>
                <a:lnTo>
                  <a:pt x="1723392" y="134563"/>
                </a:lnTo>
                <a:cubicBezTo>
                  <a:pt x="1719915" y="133908"/>
                  <a:pt x="1716387" y="133563"/>
                  <a:pt x="1712851" y="133532"/>
                </a:cubicBezTo>
                <a:cubicBezTo>
                  <a:pt x="1696195" y="133532"/>
                  <a:pt x="1675790" y="139661"/>
                  <a:pt x="1663890" y="164808"/>
                </a:cubicBezTo>
                <a:lnTo>
                  <a:pt x="1663890" y="136266"/>
                </a:lnTo>
                <a:lnTo>
                  <a:pt x="1632614" y="136266"/>
                </a:lnTo>
                <a:lnTo>
                  <a:pt x="1632614" y="299806"/>
                </a:lnTo>
                <a:lnTo>
                  <a:pt x="1664564" y="299806"/>
                </a:lnTo>
                <a:lnTo>
                  <a:pt x="1664564" y="217851"/>
                </a:lnTo>
                <a:cubicBezTo>
                  <a:pt x="1664564" y="181820"/>
                  <a:pt x="1682606" y="167543"/>
                  <a:pt x="1709456" y="167543"/>
                </a:cubicBezTo>
                <a:moveTo>
                  <a:pt x="1790286" y="74360"/>
                </a:moveTo>
                <a:cubicBezTo>
                  <a:pt x="1790373" y="61682"/>
                  <a:pt x="1780166" y="51335"/>
                  <a:pt x="1767488" y="51248"/>
                </a:cubicBezTo>
                <a:cubicBezTo>
                  <a:pt x="1754810" y="51160"/>
                  <a:pt x="1744461" y="61367"/>
                  <a:pt x="1744374" y="74045"/>
                </a:cubicBezTo>
                <a:cubicBezTo>
                  <a:pt x="1744288" y="86717"/>
                  <a:pt x="1754486" y="97064"/>
                  <a:pt x="1767159" y="97158"/>
                </a:cubicBezTo>
                <a:cubicBezTo>
                  <a:pt x="1779829" y="97261"/>
                  <a:pt x="1790184" y="87071"/>
                  <a:pt x="1790286" y="74401"/>
                </a:cubicBezTo>
                <a:cubicBezTo>
                  <a:pt x="1790286" y="74389"/>
                  <a:pt x="1790286" y="74374"/>
                  <a:pt x="1790286" y="74362"/>
                </a:cubicBezTo>
                <a:moveTo>
                  <a:pt x="1937899" y="299820"/>
                </a:moveTo>
                <a:lnTo>
                  <a:pt x="1968489" y="299820"/>
                </a:lnTo>
                <a:cubicBezTo>
                  <a:pt x="1967368" y="289767"/>
                  <a:pt x="1966799" y="279662"/>
                  <a:pt x="1966785" y="269547"/>
                </a:cubicBezTo>
                <a:lnTo>
                  <a:pt x="1966785" y="136254"/>
                </a:lnTo>
                <a:lnTo>
                  <a:pt x="1934821" y="136254"/>
                </a:lnTo>
                <a:lnTo>
                  <a:pt x="1934821" y="234863"/>
                </a:lnTo>
                <a:cubicBezTo>
                  <a:pt x="1934821" y="259681"/>
                  <a:pt x="1921917" y="276679"/>
                  <a:pt x="1896069" y="276679"/>
                </a:cubicBezTo>
                <a:cubicBezTo>
                  <a:pt x="1869204" y="276679"/>
                  <a:pt x="1859008" y="256959"/>
                  <a:pt x="1859008" y="234519"/>
                </a:cubicBezTo>
                <a:lnTo>
                  <a:pt x="1859008" y="136254"/>
                </a:lnTo>
                <a:lnTo>
                  <a:pt x="1827032" y="136254"/>
                </a:lnTo>
                <a:lnTo>
                  <a:pt x="1827032" y="239287"/>
                </a:lnTo>
                <a:cubicBezTo>
                  <a:pt x="1827032" y="276348"/>
                  <a:pt x="1850171" y="304903"/>
                  <a:pt x="1888249" y="304903"/>
                </a:cubicBezTo>
                <a:cubicBezTo>
                  <a:pt x="1907282" y="304903"/>
                  <a:pt x="1927689" y="297084"/>
                  <a:pt x="1936524" y="280086"/>
                </a:cubicBezTo>
                <a:cubicBezTo>
                  <a:pt x="1936529" y="286687"/>
                  <a:pt x="1936988" y="293281"/>
                  <a:pt x="1937899" y="299818"/>
                </a:cubicBezTo>
                <a:moveTo>
                  <a:pt x="2253984" y="299806"/>
                </a:moveTo>
                <a:lnTo>
                  <a:pt x="2253984" y="193721"/>
                </a:lnTo>
                <a:cubicBezTo>
                  <a:pt x="2253984" y="150874"/>
                  <a:pt x="2226102" y="131498"/>
                  <a:pt x="2197547" y="131498"/>
                </a:cubicBezTo>
                <a:cubicBezTo>
                  <a:pt x="2176797" y="131498"/>
                  <a:pt x="2155704" y="138974"/>
                  <a:pt x="2142800" y="162431"/>
                </a:cubicBezTo>
                <a:cubicBezTo>
                  <a:pt x="2133951" y="141365"/>
                  <a:pt x="2114231" y="131498"/>
                  <a:pt x="2093839" y="131498"/>
                </a:cubicBezTo>
                <a:cubicBezTo>
                  <a:pt x="2074793" y="131498"/>
                  <a:pt x="2054387" y="139991"/>
                  <a:pt x="2044204" y="158005"/>
                </a:cubicBezTo>
                <a:lnTo>
                  <a:pt x="2044204" y="136254"/>
                </a:lnTo>
                <a:lnTo>
                  <a:pt x="2013588" y="136254"/>
                </a:lnTo>
                <a:lnTo>
                  <a:pt x="2013588" y="299806"/>
                </a:lnTo>
                <a:lnTo>
                  <a:pt x="2045221" y="299806"/>
                </a:lnTo>
                <a:lnTo>
                  <a:pt x="2045221" y="201209"/>
                </a:lnTo>
                <a:cubicBezTo>
                  <a:pt x="2045221" y="176723"/>
                  <a:pt x="2060516" y="159709"/>
                  <a:pt x="2083299" y="159709"/>
                </a:cubicBezTo>
                <a:cubicBezTo>
                  <a:pt x="2107759" y="159709"/>
                  <a:pt x="2117971" y="176035"/>
                  <a:pt x="2117971" y="197115"/>
                </a:cubicBezTo>
                <a:lnTo>
                  <a:pt x="2117971" y="299807"/>
                </a:lnTo>
                <a:lnTo>
                  <a:pt x="2149932" y="299807"/>
                </a:lnTo>
                <a:lnTo>
                  <a:pt x="2149932" y="200867"/>
                </a:lnTo>
                <a:cubicBezTo>
                  <a:pt x="2149932" y="177410"/>
                  <a:pt x="2165242" y="159711"/>
                  <a:pt x="2187682" y="159711"/>
                </a:cubicBezTo>
                <a:cubicBezTo>
                  <a:pt x="2211824" y="159711"/>
                  <a:pt x="2222364" y="175706"/>
                  <a:pt x="2222364" y="197115"/>
                </a:cubicBezTo>
                <a:lnTo>
                  <a:pt x="2222364" y="299807"/>
                </a:lnTo>
                <a:close/>
              </a:path>
            </a:pathLst>
          </a:custGeom>
          <a:solidFill>
            <a:srgbClr val="3F1A01"/>
          </a:solidFill>
          <a:ln w="1586" cap="flat">
            <a:noFill/>
            <a:prstDash val="solid"/>
            <a:miter/>
          </a:ln>
        </p:spPr>
        <p:txBody>
          <a:bodyPr rtlCol="0" anchor="ctr"/>
          <a:lstStyle/>
          <a:p>
            <a:endParaRPr lang="en-GB"/>
          </a:p>
        </p:txBody>
      </p:sp>
      <p:sp>
        <p:nvSpPr>
          <p:cNvPr id="12" name="ExternalLogo" hidden="1">
            <a:extLst>
              <a:ext uri="{FF2B5EF4-FFF2-40B4-BE49-F238E27FC236}">
                <a16:creationId xmlns:a16="http://schemas.microsoft.com/office/drawing/2014/main" id="{F253FA73-F8E5-49E6-B795-4EEF95E9B435}"/>
              </a:ext>
            </a:extLst>
          </p:cNvPr>
          <p:cNvSpPr/>
          <p:nvPr/>
        </p:nvSpPr>
        <p:spPr>
          <a:xfrm>
            <a:off x="10023475" y="4968741"/>
            <a:ext cx="1627188" cy="636980"/>
          </a:xfrm>
          <a:prstGeom prst="rect">
            <a:avLst/>
          </a:prstGeom>
          <a:solidFill>
            <a:srgbClr val="D1D1D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chorCtr="0">
            <a:noAutofit/>
          </a:bodyPr>
          <a:lstStyle/>
          <a:p>
            <a:pPr algn="ctr"/>
            <a:r>
              <a:rPr lang="en-GB" sz="900">
                <a:solidFill>
                  <a:srgbClr val="FF00FF"/>
                </a:solidFill>
              </a:rPr>
              <a:t>External logo</a:t>
            </a:r>
          </a:p>
        </p:txBody>
      </p:sp>
    </p:spTree>
    <p:extLst>
      <p:ext uri="{BB962C8B-B14F-4D97-AF65-F5344CB8AC3E}">
        <p14:creationId xmlns:p14="http://schemas.microsoft.com/office/powerpoint/2010/main" val="1059068033"/>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Quote - White">
    <p:bg>
      <p:bgPr>
        <a:solidFill>
          <a:schemeClr val="bg1"/>
        </a:solidFill>
        <a:effectLst/>
      </p:bgPr>
    </p:bg>
    <p:spTree>
      <p:nvGrpSpPr>
        <p:cNvPr id="1" name=""/>
        <p:cNvGrpSpPr/>
        <p:nvPr/>
      </p:nvGrpSpPr>
      <p:grpSpPr>
        <a:xfrm>
          <a:off x="0" y="0"/>
          <a:ext cx="0" cy="0"/>
          <a:chOff x="0" y="0"/>
          <a:chExt cx="0" cy="0"/>
        </a:xfrm>
      </p:grpSpPr>
      <p:pic>
        <p:nvPicPr>
          <p:cNvPr id="8" name="Picture 7" descr="Shape&#10;&#10;Description automatically generated with medium confidence">
            <a:extLst>
              <a:ext uri="{FF2B5EF4-FFF2-40B4-BE49-F238E27FC236}">
                <a16:creationId xmlns:a16="http://schemas.microsoft.com/office/drawing/2014/main" id="{046A0194-BE4C-426D-8A2B-CC3963A8B2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8464564-6547-498D-A220-7B346E5B1408}"/>
              </a:ext>
            </a:extLst>
          </p:cNvPr>
          <p:cNvSpPr>
            <a:spLocks noGrp="1"/>
          </p:cNvSpPr>
          <p:nvPr>
            <p:ph type="title"/>
          </p:nvPr>
        </p:nvSpPr>
        <p:spPr>
          <a:xfrm>
            <a:off x="1219200" y="1485000"/>
            <a:ext cx="6642100" cy="2429818"/>
          </a:xfrm>
        </p:spPr>
        <p:txBody>
          <a:bodyPr anchor="b">
            <a:normAutofit/>
          </a:bodyPr>
          <a:lstStyle>
            <a:lvl1pPr>
              <a:defRPr sz="6000" b="0" i="1">
                <a:solidFill>
                  <a:srgbClr val="3F1A01"/>
                </a:solidFill>
                <a:latin typeface="Times New Roman" panose="02020603050405020304" pitchFamily="18" charset="0"/>
                <a:cs typeface="Times New Roman" panose="02020603050405020304" pitchFamily="18" charset="0"/>
              </a:defRPr>
            </a:lvl1p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1592638D-BCB6-4F07-9847-FBAA9B3609B5}"/>
              </a:ext>
            </a:extLst>
          </p:cNvPr>
          <p:cNvSpPr>
            <a:spLocks noGrp="1"/>
          </p:cNvSpPr>
          <p:nvPr>
            <p:ph type="body" idx="1"/>
          </p:nvPr>
        </p:nvSpPr>
        <p:spPr>
          <a:xfrm>
            <a:off x="1219200" y="4238818"/>
            <a:ext cx="6642100" cy="1203175"/>
          </a:xfrm>
          <a:prstGeom prst="rect">
            <a:avLst/>
          </a:prstGeom>
        </p:spPr>
        <p:txBody>
          <a:bodyPr/>
          <a:lstStyle>
            <a:lvl1pPr marL="0" indent="0">
              <a:buNone/>
              <a:defRPr sz="1600">
                <a:solidFill>
                  <a:srgbClr val="3F1A01"/>
                </a:solidFill>
                <a:latin typeface="+mn-lt"/>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6" name="Freeform 9">
            <a:extLst>
              <a:ext uri="{FF2B5EF4-FFF2-40B4-BE49-F238E27FC236}">
                <a16:creationId xmlns:a16="http://schemas.microsoft.com/office/drawing/2014/main" id="{C2D8A25E-CAAF-4846-8D8A-7A9026C78018}"/>
              </a:ext>
            </a:extLst>
          </p:cNvPr>
          <p:cNvSpPr>
            <a:spLocks noEditPoints="1"/>
          </p:cNvSpPr>
          <p:nvPr/>
        </p:nvSpPr>
        <p:spPr bwMode="auto">
          <a:xfrm>
            <a:off x="8102600" y="-2176101"/>
            <a:ext cx="8385175" cy="9817101"/>
          </a:xfrm>
          <a:custGeom>
            <a:avLst/>
            <a:gdLst>
              <a:gd name="T0" fmla="*/ 276 w 2642"/>
              <a:gd name="T1" fmla="*/ 2871 h 3094"/>
              <a:gd name="T2" fmla="*/ 588 w 2642"/>
              <a:gd name="T3" fmla="*/ 2871 h 3094"/>
              <a:gd name="T4" fmla="*/ 2083 w 2642"/>
              <a:gd name="T5" fmla="*/ 2843 h 3094"/>
              <a:gd name="T6" fmla="*/ 2338 w 2642"/>
              <a:gd name="T7" fmla="*/ 2900 h 3094"/>
              <a:gd name="T8" fmla="*/ 29 w 2642"/>
              <a:gd name="T9" fmla="*/ 1219 h 3094"/>
              <a:gd name="T10" fmla="*/ 29 w 2642"/>
              <a:gd name="T11" fmla="*/ 2444 h 3094"/>
              <a:gd name="T12" fmla="*/ 559 w 2642"/>
              <a:gd name="T13" fmla="*/ 2386 h 3094"/>
              <a:gd name="T14" fmla="*/ 29 w 2642"/>
              <a:gd name="T15" fmla="*/ 1219 h 3094"/>
              <a:gd name="T16" fmla="*/ 2584 w 2642"/>
              <a:gd name="T17" fmla="*/ 2386 h 3094"/>
              <a:gd name="T18" fmla="*/ 2083 w 2642"/>
              <a:gd name="T19" fmla="*/ 2444 h 3094"/>
              <a:gd name="T20" fmla="*/ 2642 w 2642"/>
              <a:gd name="T21" fmla="*/ 1248 h 3094"/>
              <a:gd name="T22" fmla="*/ 210 w 2642"/>
              <a:gd name="T23" fmla="*/ 292 h 3094"/>
              <a:gd name="T24" fmla="*/ 210 w 2642"/>
              <a:gd name="T25" fmla="*/ 970 h 3094"/>
              <a:gd name="T26" fmla="*/ 559 w 2642"/>
              <a:gd name="T27" fmla="*/ 912 h 3094"/>
              <a:gd name="T28" fmla="*/ 658 w 2642"/>
              <a:gd name="T29" fmla="*/ 350 h 3094"/>
              <a:gd name="T30" fmla="*/ 2432 w 2642"/>
              <a:gd name="T31" fmla="*/ 292 h 3094"/>
              <a:gd name="T32" fmla="*/ 1984 w 2642"/>
              <a:gd name="T33" fmla="*/ 350 h 3094"/>
              <a:gd name="T34" fmla="*/ 2083 w 2642"/>
              <a:gd name="T35" fmla="*/ 912 h 3094"/>
              <a:gd name="T36" fmla="*/ 2432 w 2642"/>
              <a:gd name="T37" fmla="*/ 970 h 3094"/>
              <a:gd name="T38" fmla="*/ 2432 w 2642"/>
              <a:gd name="T39" fmla="*/ 292 h 3094"/>
              <a:gd name="T40" fmla="*/ 814 w 2642"/>
              <a:gd name="T41" fmla="*/ 29 h 3094"/>
              <a:gd name="T42" fmla="*/ 1292 w 2642"/>
              <a:gd name="T43" fmla="*/ 602 h 3094"/>
              <a:gd name="T44" fmla="*/ 989 w 2642"/>
              <a:gd name="T45" fmla="*/ 660 h 3094"/>
              <a:gd name="T46" fmla="*/ 801 w 2642"/>
              <a:gd name="T47" fmla="*/ 1311 h 3094"/>
              <a:gd name="T48" fmla="*/ 743 w 2642"/>
              <a:gd name="T49" fmla="*/ 1060 h 3094"/>
              <a:gd name="T50" fmla="*/ 1292 w 2642"/>
              <a:gd name="T51" fmla="*/ 1369 h 3094"/>
              <a:gd name="T52" fmla="*/ 842 w 2642"/>
              <a:gd name="T53" fmla="*/ 1782 h 3094"/>
              <a:gd name="T54" fmla="*/ 433 w 2642"/>
              <a:gd name="T55" fmla="*/ 1476 h 3094"/>
              <a:gd name="T56" fmla="*/ 375 w 2642"/>
              <a:gd name="T57" fmla="*/ 1782 h 3094"/>
              <a:gd name="T58" fmla="*/ 784 w 2642"/>
              <a:gd name="T59" fmla="*/ 2669 h 3094"/>
              <a:gd name="T60" fmla="*/ 842 w 2642"/>
              <a:gd name="T61" fmla="*/ 2181 h 3094"/>
              <a:gd name="T62" fmla="*/ 921 w 2642"/>
              <a:gd name="T63" fmla="*/ 3036 h 3094"/>
              <a:gd name="T64" fmla="*/ 1321 w 2642"/>
              <a:gd name="T65" fmla="*/ 3094 h 3094"/>
              <a:gd name="T66" fmla="*/ 1722 w 2642"/>
              <a:gd name="T67" fmla="*/ 3036 h 3094"/>
              <a:gd name="T68" fmla="*/ 1800 w 2642"/>
              <a:gd name="T69" fmla="*/ 2181 h 3094"/>
              <a:gd name="T70" fmla="*/ 1858 w 2642"/>
              <a:gd name="T71" fmla="*/ 2669 h 3094"/>
              <a:gd name="T72" fmla="*/ 2267 w 2642"/>
              <a:gd name="T73" fmla="*/ 1782 h 3094"/>
              <a:gd name="T74" fmla="*/ 2210 w 2642"/>
              <a:gd name="T75" fmla="*/ 1476 h 3094"/>
              <a:gd name="T76" fmla="*/ 1800 w 2642"/>
              <a:gd name="T77" fmla="*/ 1782 h 3094"/>
              <a:gd name="T78" fmla="*/ 1350 w 2642"/>
              <a:gd name="T79" fmla="*/ 1369 h 3094"/>
              <a:gd name="T80" fmla="*/ 1899 w 2642"/>
              <a:gd name="T81" fmla="*/ 1060 h 3094"/>
              <a:gd name="T82" fmla="*/ 1841 w 2642"/>
              <a:gd name="T83" fmla="*/ 1311 h 3094"/>
              <a:gd name="T84" fmla="*/ 1643 w 2642"/>
              <a:gd name="T85" fmla="*/ 660 h 3094"/>
              <a:gd name="T86" fmla="*/ 1350 w 2642"/>
              <a:gd name="T87" fmla="*/ 602 h 3094"/>
              <a:gd name="T88" fmla="*/ 1828 w 2642"/>
              <a:gd name="T89" fmla="*/ 29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42" h="3094">
                <a:moveTo>
                  <a:pt x="559" y="2843"/>
                </a:moveTo>
                <a:cubicBezTo>
                  <a:pt x="305" y="2843"/>
                  <a:pt x="305" y="2843"/>
                  <a:pt x="305" y="2843"/>
                </a:cubicBezTo>
                <a:cubicBezTo>
                  <a:pt x="289" y="2843"/>
                  <a:pt x="276" y="2856"/>
                  <a:pt x="276" y="2871"/>
                </a:cubicBezTo>
                <a:cubicBezTo>
                  <a:pt x="276" y="2887"/>
                  <a:pt x="289" y="2900"/>
                  <a:pt x="305" y="2900"/>
                </a:cubicBezTo>
                <a:cubicBezTo>
                  <a:pt x="559" y="2900"/>
                  <a:pt x="559" y="2900"/>
                  <a:pt x="559" y="2900"/>
                </a:cubicBezTo>
                <a:cubicBezTo>
                  <a:pt x="575" y="2900"/>
                  <a:pt x="588" y="2887"/>
                  <a:pt x="588" y="2871"/>
                </a:cubicBezTo>
                <a:cubicBezTo>
                  <a:pt x="588" y="2856"/>
                  <a:pt x="575" y="2843"/>
                  <a:pt x="559" y="2843"/>
                </a:cubicBezTo>
                <a:moveTo>
                  <a:pt x="2338" y="2843"/>
                </a:moveTo>
                <a:cubicBezTo>
                  <a:pt x="2083" y="2843"/>
                  <a:pt x="2083" y="2843"/>
                  <a:pt x="2083" y="2843"/>
                </a:cubicBezTo>
                <a:cubicBezTo>
                  <a:pt x="2068" y="2843"/>
                  <a:pt x="2055" y="2856"/>
                  <a:pt x="2055" y="2871"/>
                </a:cubicBezTo>
                <a:cubicBezTo>
                  <a:pt x="2055" y="2887"/>
                  <a:pt x="2068" y="2900"/>
                  <a:pt x="2083" y="2900"/>
                </a:cubicBezTo>
                <a:cubicBezTo>
                  <a:pt x="2338" y="2900"/>
                  <a:pt x="2338" y="2900"/>
                  <a:pt x="2338" y="2900"/>
                </a:cubicBezTo>
                <a:cubicBezTo>
                  <a:pt x="2354" y="2900"/>
                  <a:pt x="2366" y="2887"/>
                  <a:pt x="2366" y="2871"/>
                </a:cubicBezTo>
                <a:cubicBezTo>
                  <a:pt x="2366" y="2856"/>
                  <a:pt x="2354" y="2843"/>
                  <a:pt x="2338" y="2843"/>
                </a:cubicBezTo>
                <a:moveTo>
                  <a:pt x="29" y="1219"/>
                </a:moveTo>
                <a:cubicBezTo>
                  <a:pt x="13" y="1219"/>
                  <a:pt x="0" y="1232"/>
                  <a:pt x="0" y="1248"/>
                </a:cubicBezTo>
                <a:cubicBezTo>
                  <a:pt x="0" y="2415"/>
                  <a:pt x="0" y="2415"/>
                  <a:pt x="0" y="2415"/>
                </a:cubicBezTo>
                <a:cubicBezTo>
                  <a:pt x="0" y="2431"/>
                  <a:pt x="13" y="2444"/>
                  <a:pt x="29" y="2444"/>
                </a:cubicBezTo>
                <a:cubicBezTo>
                  <a:pt x="559" y="2444"/>
                  <a:pt x="559" y="2444"/>
                  <a:pt x="559" y="2444"/>
                </a:cubicBezTo>
                <a:cubicBezTo>
                  <a:pt x="575" y="2444"/>
                  <a:pt x="588" y="2431"/>
                  <a:pt x="588" y="2415"/>
                </a:cubicBezTo>
                <a:cubicBezTo>
                  <a:pt x="588" y="2399"/>
                  <a:pt x="575" y="2386"/>
                  <a:pt x="559" y="2386"/>
                </a:cubicBezTo>
                <a:cubicBezTo>
                  <a:pt x="58" y="2386"/>
                  <a:pt x="58" y="2386"/>
                  <a:pt x="58" y="2386"/>
                </a:cubicBezTo>
                <a:cubicBezTo>
                  <a:pt x="58" y="1248"/>
                  <a:pt x="58" y="1248"/>
                  <a:pt x="58" y="1248"/>
                </a:cubicBezTo>
                <a:cubicBezTo>
                  <a:pt x="58" y="1232"/>
                  <a:pt x="45" y="1219"/>
                  <a:pt x="29" y="1219"/>
                </a:cubicBezTo>
                <a:moveTo>
                  <a:pt x="2613" y="1219"/>
                </a:moveTo>
                <a:cubicBezTo>
                  <a:pt x="2597" y="1219"/>
                  <a:pt x="2584" y="1232"/>
                  <a:pt x="2584" y="1248"/>
                </a:cubicBezTo>
                <a:cubicBezTo>
                  <a:pt x="2584" y="2386"/>
                  <a:pt x="2584" y="2386"/>
                  <a:pt x="2584" y="2386"/>
                </a:cubicBezTo>
                <a:cubicBezTo>
                  <a:pt x="2083" y="2386"/>
                  <a:pt x="2083" y="2386"/>
                  <a:pt x="2083" y="2386"/>
                </a:cubicBezTo>
                <a:cubicBezTo>
                  <a:pt x="2067" y="2386"/>
                  <a:pt x="2055" y="2399"/>
                  <a:pt x="2055" y="2415"/>
                </a:cubicBezTo>
                <a:cubicBezTo>
                  <a:pt x="2055" y="2431"/>
                  <a:pt x="2067" y="2444"/>
                  <a:pt x="2083" y="2444"/>
                </a:cubicBezTo>
                <a:cubicBezTo>
                  <a:pt x="2613" y="2444"/>
                  <a:pt x="2613" y="2444"/>
                  <a:pt x="2613" y="2444"/>
                </a:cubicBezTo>
                <a:cubicBezTo>
                  <a:pt x="2629" y="2444"/>
                  <a:pt x="2642" y="2431"/>
                  <a:pt x="2642" y="2415"/>
                </a:cubicBezTo>
                <a:cubicBezTo>
                  <a:pt x="2642" y="1248"/>
                  <a:pt x="2642" y="1248"/>
                  <a:pt x="2642" y="1248"/>
                </a:cubicBezTo>
                <a:cubicBezTo>
                  <a:pt x="2642" y="1232"/>
                  <a:pt x="2629" y="1219"/>
                  <a:pt x="2613" y="1219"/>
                </a:cubicBezTo>
                <a:moveTo>
                  <a:pt x="658" y="292"/>
                </a:moveTo>
                <a:cubicBezTo>
                  <a:pt x="210" y="292"/>
                  <a:pt x="210" y="292"/>
                  <a:pt x="210" y="292"/>
                </a:cubicBezTo>
                <a:cubicBezTo>
                  <a:pt x="194" y="292"/>
                  <a:pt x="181" y="305"/>
                  <a:pt x="181" y="321"/>
                </a:cubicBezTo>
                <a:cubicBezTo>
                  <a:pt x="181" y="941"/>
                  <a:pt x="181" y="941"/>
                  <a:pt x="181" y="941"/>
                </a:cubicBezTo>
                <a:cubicBezTo>
                  <a:pt x="181" y="957"/>
                  <a:pt x="194" y="970"/>
                  <a:pt x="210" y="970"/>
                </a:cubicBezTo>
                <a:cubicBezTo>
                  <a:pt x="559" y="970"/>
                  <a:pt x="559" y="970"/>
                  <a:pt x="559" y="970"/>
                </a:cubicBezTo>
                <a:cubicBezTo>
                  <a:pt x="575" y="970"/>
                  <a:pt x="588" y="957"/>
                  <a:pt x="588" y="941"/>
                </a:cubicBezTo>
                <a:cubicBezTo>
                  <a:pt x="588" y="925"/>
                  <a:pt x="575" y="912"/>
                  <a:pt x="559" y="912"/>
                </a:cubicBezTo>
                <a:cubicBezTo>
                  <a:pt x="239" y="912"/>
                  <a:pt x="239" y="912"/>
                  <a:pt x="239" y="912"/>
                </a:cubicBezTo>
                <a:cubicBezTo>
                  <a:pt x="239" y="350"/>
                  <a:pt x="239" y="350"/>
                  <a:pt x="239" y="350"/>
                </a:cubicBezTo>
                <a:cubicBezTo>
                  <a:pt x="658" y="350"/>
                  <a:pt x="658" y="350"/>
                  <a:pt x="658" y="350"/>
                </a:cubicBezTo>
                <a:cubicBezTo>
                  <a:pt x="674" y="350"/>
                  <a:pt x="687" y="337"/>
                  <a:pt x="687" y="321"/>
                </a:cubicBezTo>
                <a:cubicBezTo>
                  <a:pt x="687" y="305"/>
                  <a:pt x="674" y="292"/>
                  <a:pt x="658" y="292"/>
                </a:cubicBezTo>
                <a:moveTo>
                  <a:pt x="2432" y="292"/>
                </a:moveTo>
                <a:cubicBezTo>
                  <a:pt x="1984" y="292"/>
                  <a:pt x="1984" y="292"/>
                  <a:pt x="1984" y="292"/>
                </a:cubicBezTo>
                <a:cubicBezTo>
                  <a:pt x="1968" y="292"/>
                  <a:pt x="1955" y="305"/>
                  <a:pt x="1955" y="321"/>
                </a:cubicBezTo>
                <a:cubicBezTo>
                  <a:pt x="1955" y="337"/>
                  <a:pt x="1968" y="350"/>
                  <a:pt x="1984" y="350"/>
                </a:cubicBezTo>
                <a:cubicBezTo>
                  <a:pt x="2403" y="350"/>
                  <a:pt x="2403" y="350"/>
                  <a:pt x="2403" y="350"/>
                </a:cubicBezTo>
                <a:cubicBezTo>
                  <a:pt x="2403" y="912"/>
                  <a:pt x="2403" y="912"/>
                  <a:pt x="2403" y="912"/>
                </a:cubicBezTo>
                <a:cubicBezTo>
                  <a:pt x="2083" y="912"/>
                  <a:pt x="2083" y="912"/>
                  <a:pt x="2083" y="912"/>
                </a:cubicBezTo>
                <a:cubicBezTo>
                  <a:pt x="2068" y="912"/>
                  <a:pt x="2055" y="925"/>
                  <a:pt x="2055" y="941"/>
                </a:cubicBezTo>
                <a:cubicBezTo>
                  <a:pt x="2055" y="957"/>
                  <a:pt x="2068" y="970"/>
                  <a:pt x="2083" y="970"/>
                </a:cubicBezTo>
                <a:cubicBezTo>
                  <a:pt x="2432" y="970"/>
                  <a:pt x="2432" y="970"/>
                  <a:pt x="2432" y="970"/>
                </a:cubicBezTo>
                <a:cubicBezTo>
                  <a:pt x="2448" y="970"/>
                  <a:pt x="2461" y="957"/>
                  <a:pt x="2461" y="941"/>
                </a:cubicBezTo>
                <a:cubicBezTo>
                  <a:pt x="2461" y="321"/>
                  <a:pt x="2461" y="321"/>
                  <a:pt x="2461" y="321"/>
                </a:cubicBezTo>
                <a:cubicBezTo>
                  <a:pt x="2461" y="305"/>
                  <a:pt x="2448" y="292"/>
                  <a:pt x="2432" y="292"/>
                </a:cubicBezTo>
                <a:moveTo>
                  <a:pt x="1799" y="0"/>
                </a:moveTo>
                <a:cubicBezTo>
                  <a:pt x="843" y="0"/>
                  <a:pt x="843" y="0"/>
                  <a:pt x="843" y="0"/>
                </a:cubicBezTo>
                <a:cubicBezTo>
                  <a:pt x="827" y="0"/>
                  <a:pt x="814" y="13"/>
                  <a:pt x="814" y="29"/>
                </a:cubicBezTo>
                <a:cubicBezTo>
                  <a:pt x="814" y="45"/>
                  <a:pt x="827" y="58"/>
                  <a:pt x="843" y="58"/>
                </a:cubicBezTo>
                <a:cubicBezTo>
                  <a:pt x="1292" y="58"/>
                  <a:pt x="1292" y="58"/>
                  <a:pt x="1292" y="58"/>
                </a:cubicBezTo>
                <a:cubicBezTo>
                  <a:pt x="1292" y="602"/>
                  <a:pt x="1292" y="602"/>
                  <a:pt x="1292" y="602"/>
                </a:cubicBezTo>
                <a:cubicBezTo>
                  <a:pt x="989" y="602"/>
                  <a:pt x="989" y="602"/>
                  <a:pt x="989" y="602"/>
                </a:cubicBezTo>
                <a:cubicBezTo>
                  <a:pt x="973" y="602"/>
                  <a:pt x="960" y="615"/>
                  <a:pt x="960" y="631"/>
                </a:cubicBezTo>
                <a:cubicBezTo>
                  <a:pt x="960" y="647"/>
                  <a:pt x="973" y="660"/>
                  <a:pt x="989" y="660"/>
                </a:cubicBezTo>
                <a:cubicBezTo>
                  <a:pt x="1292" y="660"/>
                  <a:pt x="1292" y="660"/>
                  <a:pt x="1292" y="660"/>
                </a:cubicBezTo>
                <a:cubicBezTo>
                  <a:pt x="1292" y="1311"/>
                  <a:pt x="1292" y="1311"/>
                  <a:pt x="1292" y="1311"/>
                </a:cubicBezTo>
                <a:cubicBezTo>
                  <a:pt x="801" y="1311"/>
                  <a:pt x="801" y="1311"/>
                  <a:pt x="801" y="1311"/>
                </a:cubicBezTo>
                <a:cubicBezTo>
                  <a:pt x="801" y="1060"/>
                  <a:pt x="801" y="1060"/>
                  <a:pt x="801" y="1060"/>
                </a:cubicBezTo>
                <a:cubicBezTo>
                  <a:pt x="801" y="1044"/>
                  <a:pt x="788" y="1031"/>
                  <a:pt x="772" y="1031"/>
                </a:cubicBezTo>
                <a:cubicBezTo>
                  <a:pt x="756" y="1031"/>
                  <a:pt x="743" y="1044"/>
                  <a:pt x="743" y="1060"/>
                </a:cubicBezTo>
                <a:cubicBezTo>
                  <a:pt x="743" y="1340"/>
                  <a:pt x="743" y="1340"/>
                  <a:pt x="743" y="1340"/>
                </a:cubicBezTo>
                <a:cubicBezTo>
                  <a:pt x="743" y="1356"/>
                  <a:pt x="756" y="1369"/>
                  <a:pt x="772" y="1369"/>
                </a:cubicBezTo>
                <a:cubicBezTo>
                  <a:pt x="1292" y="1369"/>
                  <a:pt x="1292" y="1369"/>
                  <a:pt x="1292" y="1369"/>
                </a:cubicBezTo>
                <a:cubicBezTo>
                  <a:pt x="1292" y="2123"/>
                  <a:pt x="1292" y="2123"/>
                  <a:pt x="1292" y="2123"/>
                </a:cubicBezTo>
                <a:cubicBezTo>
                  <a:pt x="842" y="2123"/>
                  <a:pt x="842" y="2123"/>
                  <a:pt x="842" y="2123"/>
                </a:cubicBezTo>
                <a:cubicBezTo>
                  <a:pt x="842" y="1782"/>
                  <a:pt x="842" y="1782"/>
                  <a:pt x="842" y="1782"/>
                </a:cubicBezTo>
                <a:cubicBezTo>
                  <a:pt x="842" y="1766"/>
                  <a:pt x="829" y="1753"/>
                  <a:pt x="813" y="1753"/>
                </a:cubicBezTo>
                <a:cubicBezTo>
                  <a:pt x="433" y="1753"/>
                  <a:pt x="433" y="1753"/>
                  <a:pt x="433" y="1753"/>
                </a:cubicBezTo>
                <a:cubicBezTo>
                  <a:pt x="433" y="1476"/>
                  <a:pt x="433" y="1476"/>
                  <a:pt x="433" y="1476"/>
                </a:cubicBezTo>
                <a:cubicBezTo>
                  <a:pt x="433" y="1460"/>
                  <a:pt x="420" y="1447"/>
                  <a:pt x="404" y="1447"/>
                </a:cubicBezTo>
                <a:cubicBezTo>
                  <a:pt x="388" y="1447"/>
                  <a:pt x="375" y="1460"/>
                  <a:pt x="375" y="1476"/>
                </a:cubicBezTo>
                <a:cubicBezTo>
                  <a:pt x="375" y="1782"/>
                  <a:pt x="375" y="1782"/>
                  <a:pt x="375" y="1782"/>
                </a:cubicBezTo>
                <a:cubicBezTo>
                  <a:pt x="375" y="1798"/>
                  <a:pt x="388" y="1811"/>
                  <a:pt x="404" y="1811"/>
                </a:cubicBezTo>
                <a:cubicBezTo>
                  <a:pt x="784" y="1811"/>
                  <a:pt x="784" y="1811"/>
                  <a:pt x="784" y="1811"/>
                </a:cubicBezTo>
                <a:cubicBezTo>
                  <a:pt x="784" y="2669"/>
                  <a:pt x="784" y="2669"/>
                  <a:pt x="784" y="2669"/>
                </a:cubicBezTo>
                <a:cubicBezTo>
                  <a:pt x="784" y="2685"/>
                  <a:pt x="797" y="2698"/>
                  <a:pt x="813" y="2698"/>
                </a:cubicBezTo>
                <a:cubicBezTo>
                  <a:pt x="829" y="2698"/>
                  <a:pt x="842" y="2685"/>
                  <a:pt x="842" y="2669"/>
                </a:cubicBezTo>
                <a:cubicBezTo>
                  <a:pt x="842" y="2181"/>
                  <a:pt x="842" y="2181"/>
                  <a:pt x="842" y="2181"/>
                </a:cubicBezTo>
                <a:cubicBezTo>
                  <a:pt x="1292" y="2181"/>
                  <a:pt x="1292" y="2181"/>
                  <a:pt x="1292" y="2181"/>
                </a:cubicBezTo>
                <a:cubicBezTo>
                  <a:pt x="1292" y="3036"/>
                  <a:pt x="1292" y="3036"/>
                  <a:pt x="1292" y="3036"/>
                </a:cubicBezTo>
                <a:cubicBezTo>
                  <a:pt x="921" y="3036"/>
                  <a:pt x="921" y="3036"/>
                  <a:pt x="921" y="3036"/>
                </a:cubicBezTo>
                <a:cubicBezTo>
                  <a:pt x="905" y="3036"/>
                  <a:pt x="892" y="3049"/>
                  <a:pt x="892" y="3065"/>
                </a:cubicBezTo>
                <a:cubicBezTo>
                  <a:pt x="892" y="3081"/>
                  <a:pt x="905" y="3094"/>
                  <a:pt x="921" y="3094"/>
                </a:cubicBezTo>
                <a:cubicBezTo>
                  <a:pt x="1321" y="3094"/>
                  <a:pt x="1321" y="3094"/>
                  <a:pt x="1321" y="3094"/>
                </a:cubicBezTo>
                <a:cubicBezTo>
                  <a:pt x="1722" y="3094"/>
                  <a:pt x="1722" y="3094"/>
                  <a:pt x="1722" y="3094"/>
                </a:cubicBezTo>
                <a:cubicBezTo>
                  <a:pt x="1738" y="3094"/>
                  <a:pt x="1751" y="3081"/>
                  <a:pt x="1751" y="3065"/>
                </a:cubicBezTo>
                <a:cubicBezTo>
                  <a:pt x="1751" y="3049"/>
                  <a:pt x="1738" y="3036"/>
                  <a:pt x="1722" y="3036"/>
                </a:cubicBezTo>
                <a:cubicBezTo>
                  <a:pt x="1350" y="3036"/>
                  <a:pt x="1350" y="3036"/>
                  <a:pt x="1350" y="3036"/>
                </a:cubicBezTo>
                <a:cubicBezTo>
                  <a:pt x="1350" y="2181"/>
                  <a:pt x="1350" y="2181"/>
                  <a:pt x="1350" y="2181"/>
                </a:cubicBezTo>
                <a:cubicBezTo>
                  <a:pt x="1800" y="2181"/>
                  <a:pt x="1800" y="2181"/>
                  <a:pt x="1800" y="2181"/>
                </a:cubicBezTo>
                <a:cubicBezTo>
                  <a:pt x="1800" y="2669"/>
                  <a:pt x="1800" y="2669"/>
                  <a:pt x="1800" y="2669"/>
                </a:cubicBezTo>
                <a:cubicBezTo>
                  <a:pt x="1800" y="2685"/>
                  <a:pt x="1813" y="2698"/>
                  <a:pt x="1829" y="2698"/>
                </a:cubicBezTo>
                <a:cubicBezTo>
                  <a:pt x="1845" y="2698"/>
                  <a:pt x="1858" y="2685"/>
                  <a:pt x="1858" y="2669"/>
                </a:cubicBezTo>
                <a:cubicBezTo>
                  <a:pt x="1858" y="1811"/>
                  <a:pt x="1858" y="1811"/>
                  <a:pt x="1858" y="1811"/>
                </a:cubicBezTo>
                <a:cubicBezTo>
                  <a:pt x="2239" y="1811"/>
                  <a:pt x="2239" y="1811"/>
                  <a:pt x="2239" y="1811"/>
                </a:cubicBezTo>
                <a:cubicBezTo>
                  <a:pt x="2254" y="1811"/>
                  <a:pt x="2267" y="1798"/>
                  <a:pt x="2267" y="1782"/>
                </a:cubicBezTo>
                <a:cubicBezTo>
                  <a:pt x="2267" y="1476"/>
                  <a:pt x="2267" y="1476"/>
                  <a:pt x="2267" y="1476"/>
                </a:cubicBezTo>
                <a:cubicBezTo>
                  <a:pt x="2267" y="1460"/>
                  <a:pt x="2254" y="1447"/>
                  <a:pt x="2239" y="1447"/>
                </a:cubicBezTo>
                <a:cubicBezTo>
                  <a:pt x="2223" y="1447"/>
                  <a:pt x="2210" y="1460"/>
                  <a:pt x="2210" y="1476"/>
                </a:cubicBezTo>
                <a:cubicBezTo>
                  <a:pt x="2210" y="1753"/>
                  <a:pt x="2210" y="1753"/>
                  <a:pt x="2210" y="1753"/>
                </a:cubicBezTo>
                <a:cubicBezTo>
                  <a:pt x="1829" y="1753"/>
                  <a:pt x="1829" y="1753"/>
                  <a:pt x="1829" y="1753"/>
                </a:cubicBezTo>
                <a:cubicBezTo>
                  <a:pt x="1813" y="1753"/>
                  <a:pt x="1800" y="1766"/>
                  <a:pt x="1800" y="1782"/>
                </a:cubicBezTo>
                <a:cubicBezTo>
                  <a:pt x="1800" y="2123"/>
                  <a:pt x="1800" y="2123"/>
                  <a:pt x="1800" y="2123"/>
                </a:cubicBezTo>
                <a:cubicBezTo>
                  <a:pt x="1350" y="2123"/>
                  <a:pt x="1350" y="2123"/>
                  <a:pt x="1350" y="2123"/>
                </a:cubicBezTo>
                <a:cubicBezTo>
                  <a:pt x="1350" y="1369"/>
                  <a:pt x="1350" y="1369"/>
                  <a:pt x="1350" y="1369"/>
                </a:cubicBezTo>
                <a:cubicBezTo>
                  <a:pt x="1870" y="1369"/>
                  <a:pt x="1870" y="1369"/>
                  <a:pt x="1870" y="1369"/>
                </a:cubicBezTo>
                <a:cubicBezTo>
                  <a:pt x="1886" y="1369"/>
                  <a:pt x="1899" y="1356"/>
                  <a:pt x="1899" y="1340"/>
                </a:cubicBezTo>
                <a:cubicBezTo>
                  <a:pt x="1899" y="1060"/>
                  <a:pt x="1899" y="1060"/>
                  <a:pt x="1899" y="1060"/>
                </a:cubicBezTo>
                <a:cubicBezTo>
                  <a:pt x="1899" y="1044"/>
                  <a:pt x="1886" y="1031"/>
                  <a:pt x="1870" y="1031"/>
                </a:cubicBezTo>
                <a:cubicBezTo>
                  <a:pt x="1854" y="1031"/>
                  <a:pt x="1841" y="1044"/>
                  <a:pt x="1841" y="1060"/>
                </a:cubicBezTo>
                <a:cubicBezTo>
                  <a:pt x="1841" y="1311"/>
                  <a:pt x="1841" y="1311"/>
                  <a:pt x="1841" y="1311"/>
                </a:cubicBezTo>
                <a:cubicBezTo>
                  <a:pt x="1350" y="1311"/>
                  <a:pt x="1350" y="1311"/>
                  <a:pt x="1350" y="1311"/>
                </a:cubicBezTo>
                <a:cubicBezTo>
                  <a:pt x="1350" y="660"/>
                  <a:pt x="1350" y="660"/>
                  <a:pt x="1350" y="660"/>
                </a:cubicBezTo>
                <a:cubicBezTo>
                  <a:pt x="1643" y="660"/>
                  <a:pt x="1643" y="660"/>
                  <a:pt x="1643" y="660"/>
                </a:cubicBezTo>
                <a:cubicBezTo>
                  <a:pt x="1659" y="660"/>
                  <a:pt x="1672" y="647"/>
                  <a:pt x="1672" y="631"/>
                </a:cubicBezTo>
                <a:cubicBezTo>
                  <a:pt x="1672" y="615"/>
                  <a:pt x="1659" y="602"/>
                  <a:pt x="1643" y="602"/>
                </a:cubicBezTo>
                <a:cubicBezTo>
                  <a:pt x="1350" y="602"/>
                  <a:pt x="1350" y="602"/>
                  <a:pt x="1350" y="602"/>
                </a:cubicBezTo>
                <a:cubicBezTo>
                  <a:pt x="1350" y="58"/>
                  <a:pt x="1350" y="58"/>
                  <a:pt x="1350" y="58"/>
                </a:cubicBezTo>
                <a:cubicBezTo>
                  <a:pt x="1799" y="58"/>
                  <a:pt x="1799" y="58"/>
                  <a:pt x="1799" y="58"/>
                </a:cubicBezTo>
                <a:cubicBezTo>
                  <a:pt x="1815" y="58"/>
                  <a:pt x="1828" y="45"/>
                  <a:pt x="1828" y="29"/>
                </a:cubicBezTo>
                <a:cubicBezTo>
                  <a:pt x="1828" y="13"/>
                  <a:pt x="1815" y="0"/>
                  <a:pt x="1799" y="0"/>
                </a:cubicBezTo>
              </a:path>
            </a:pathLst>
          </a:custGeom>
          <a:solidFill>
            <a:srgbClr val="B2B2B2">
              <a:alpha val="10000"/>
            </a:srgbClr>
          </a:solidFill>
          <a:ln>
            <a:noFill/>
          </a:ln>
        </p:spPr>
        <p:txBody>
          <a:bodyPr vert="horz" wrap="square" lIns="91440" tIns="45720" rIns="91440" bIns="45720" numCol="1" anchor="t" anchorCtr="0" compatLnSpc="1">
            <a:prstTxWarp prst="textNoShape">
              <a:avLst/>
            </a:prstTxWarp>
          </a:bodyPr>
          <a:lstStyle/>
          <a:p>
            <a:endParaRPr lang="en-GB"/>
          </a:p>
        </p:txBody>
      </p:sp>
      <p:sp>
        <p:nvSpPr>
          <p:cNvPr id="12" name="TextBox 11">
            <a:extLst>
              <a:ext uri="{FF2B5EF4-FFF2-40B4-BE49-F238E27FC236}">
                <a16:creationId xmlns:a16="http://schemas.microsoft.com/office/drawing/2014/main" id="{2D286C11-828A-4F0B-B5E1-F318F95635E1}"/>
              </a:ext>
            </a:extLst>
          </p:cNvPr>
          <p:cNvSpPr txBox="1"/>
          <p:nvPr/>
        </p:nvSpPr>
        <p:spPr>
          <a:xfrm>
            <a:off x="546100" y="540000"/>
            <a:ext cx="671457" cy="621000"/>
          </a:xfrm>
          <a:custGeom>
            <a:avLst/>
            <a:gdLst/>
            <a:ahLst/>
            <a:cxnLst/>
            <a:rect l="l" t="t" r="r" b="b"/>
            <a:pathLst>
              <a:path w="444141" h="410766">
                <a:moveTo>
                  <a:pt x="278979" y="0"/>
                </a:moveTo>
                <a:lnTo>
                  <a:pt x="444141" y="0"/>
                </a:lnTo>
                <a:lnTo>
                  <a:pt x="444141" y="141201"/>
                </a:lnTo>
                <a:cubicBezTo>
                  <a:pt x="444141" y="217649"/>
                  <a:pt x="435298" y="272703"/>
                  <a:pt x="417612" y="306363"/>
                </a:cubicBezTo>
                <a:cubicBezTo>
                  <a:pt x="393080" y="352574"/>
                  <a:pt x="354856" y="387375"/>
                  <a:pt x="302940" y="410766"/>
                </a:cubicBezTo>
                <a:lnTo>
                  <a:pt x="265286" y="350007"/>
                </a:lnTo>
                <a:cubicBezTo>
                  <a:pt x="296094" y="337455"/>
                  <a:pt x="319057" y="317630"/>
                  <a:pt x="334175" y="290531"/>
                </a:cubicBezTo>
                <a:cubicBezTo>
                  <a:pt x="349294" y="263432"/>
                  <a:pt x="357709" y="226206"/>
                  <a:pt x="359420" y="178854"/>
                </a:cubicBezTo>
                <a:lnTo>
                  <a:pt x="278979" y="178854"/>
                </a:lnTo>
                <a:close/>
                <a:moveTo>
                  <a:pt x="13692" y="0"/>
                </a:moveTo>
                <a:lnTo>
                  <a:pt x="178854" y="0"/>
                </a:lnTo>
                <a:lnTo>
                  <a:pt x="178854" y="141201"/>
                </a:lnTo>
                <a:cubicBezTo>
                  <a:pt x="178854" y="217649"/>
                  <a:pt x="170012" y="272703"/>
                  <a:pt x="152326" y="306363"/>
                </a:cubicBezTo>
                <a:cubicBezTo>
                  <a:pt x="127794" y="352574"/>
                  <a:pt x="89570" y="387375"/>
                  <a:pt x="37654" y="410766"/>
                </a:cubicBezTo>
                <a:lnTo>
                  <a:pt x="0" y="350007"/>
                </a:lnTo>
                <a:cubicBezTo>
                  <a:pt x="30808" y="337455"/>
                  <a:pt x="53771" y="317630"/>
                  <a:pt x="68889" y="290531"/>
                </a:cubicBezTo>
                <a:cubicBezTo>
                  <a:pt x="84007" y="263432"/>
                  <a:pt x="92422" y="226206"/>
                  <a:pt x="94134" y="178854"/>
                </a:cubicBezTo>
                <a:lnTo>
                  <a:pt x="13692" y="178854"/>
                </a:lnTo>
                <a:close/>
              </a:path>
            </a:pathLst>
          </a:custGeom>
          <a:solidFill>
            <a:schemeClr val="accent2"/>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GB" sz="13800">
              <a:solidFill>
                <a:srgbClr val="B59E5F"/>
              </a:solidFill>
            </a:endParaRPr>
          </a:p>
        </p:txBody>
      </p:sp>
      <p:sp>
        <p:nvSpPr>
          <p:cNvPr id="10" name="Pladsholder til tekst 4">
            <a:extLst>
              <a:ext uri="{FF2B5EF4-FFF2-40B4-BE49-F238E27FC236}">
                <a16:creationId xmlns:a16="http://schemas.microsoft.com/office/drawing/2014/main" id="{4ADEA91C-0F29-4DA2-BC16-BC86BFD342DD}"/>
              </a:ext>
            </a:extLst>
          </p:cNvPr>
          <p:cNvSpPr>
            <a:spLocks noGrp="1"/>
          </p:cNvSpPr>
          <p:nvPr>
            <p:ph type="body" sz="quarter" idx="18" hasCustomPrompt="1"/>
          </p:nvPr>
        </p:nvSpPr>
        <p:spPr>
          <a:xfrm>
            <a:off x="539749" y="6102000"/>
            <a:ext cx="9213851" cy="619200"/>
          </a:xfrm>
          <a:prstGeom prst="rect">
            <a:avLst/>
          </a:prstGeom>
        </p:spPr>
        <p:txBody>
          <a:bodyPr anchor="b" anchorCtr="0">
            <a:noAutofit/>
          </a:bodyPr>
          <a:lstStyle>
            <a:lvl1pPr marL="0" indent="0">
              <a:spcBef>
                <a:spcPts val="0"/>
              </a:spcBef>
              <a:buFont typeface="+mj-lt"/>
              <a:buNone/>
              <a:defRPr sz="950" i="0">
                <a:solidFill>
                  <a:schemeClr val="accent2">
                    <a:lumMod val="50000"/>
                  </a:schemeClr>
                </a:solidFill>
                <a:latin typeface="Times New Roman" panose="02020603050405020304" pitchFamily="18" charset="0"/>
                <a:cs typeface="Times New Roman" panose="02020603050405020304" pitchFamily="18" charset="0"/>
              </a:defRPr>
            </a:lvl1pPr>
            <a:lvl2pPr marL="457200" indent="0">
              <a:buNone/>
              <a:defRPr/>
            </a:lvl2pPr>
          </a:lstStyle>
          <a:p>
            <a:pPr lvl="0"/>
            <a:r>
              <a:rPr lang="en-GB" dirty="0"/>
              <a:t>Reference text</a:t>
            </a:r>
          </a:p>
        </p:txBody>
      </p:sp>
      <p:sp>
        <p:nvSpPr>
          <p:cNvPr id="11" name="Slide Number Placeholder 5">
            <a:extLst>
              <a:ext uri="{FF2B5EF4-FFF2-40B4-BE49-F238E27FC236}">
                <a16:creationId xmlns:a16="http://schemas.microsoft.com/office/drawing/2014/main" id="{DF8FFBA0-9BCF-4FDE-8EB5-7E1BFEB8987B}"/>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a:p>
        </p:txBody>
      </p:sp>
    </p:spTree>
    <p:extLst>
      <p:ext uri="{BB962C8B-B14F-4D97-AF65-F5344CB8AC3E}">
        <p14:creationId xmlns:p14="http://schemas.microsoft.com/office/powerpoint/2010/main" val="640385570"/>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7" name="Text Placeholder 23">
            <a:extLst>
              <a:ext uri="{FF2B5EF4-FFF2-40B4-BE49-F238E27FC236}">
                <a16:creationId xmlns:a16="http://schemas.microsoft.com/office/drawing/2014/main" id="{9F380D97-DAE4-4E3E-B133-3EBC8A64F5F6}"/>
              </a:ext>
            </a:extLst>
          </p:cNvPr>
          <p:cNvSpPr>
            <a:spLocks noGrp="1"/>
          </p:cNvSpPr>
          <p:nvPr>
            <p:ph type="body" sz="quarter" idx="17"/>
          </p:nvPr>
        </p:nvSpPr>
        <p:spPr>
          <a:xfrm>
            <a:off x="539749" y="539750"/>
            <a:ext cx="9213851" cy="266676"/>
          </a:xfrm>
          <a:prstGeom prst="rect">
            <a:avLst/>
          </a:prstGeom>
        </p:spPr>
        <p:txBody>
          <a:bodyPr wrap="square" lIns="0" tIns="0" rIns="0" bIns="0">
            <a:noAutofit/>
          </a:bodyPr>
          <a:lstStyle>
            <a:lvl1pPr marL="0" indent="0">
              <a:buNone/>
              <a:defRPr sz="1400">
                <a:solidFill>
                  <a:schemeClr val="accent2">
                    <a:lumMod val="50000"/>
                  </a:schemeClr>
                </a:solidFill>
                <a:latin typeface="Times New Roman" panose="02020603050405020304" pitchFamily="18" charset="0"/>
                <a:cs typeface="Times New Roman" panose="02020603050405020304" pitchFamily="18" charset="0"/>
              </a:defRPr>
            </a:lvl1pPr>
          </a:lstStyle>
          <a:p>
            <a:pPr lvl="0"/>
            <a:r>
              <a:rPr lang="en-US"/>
              <a:t>Click to edit Master text styles</a:t>
            </a:r>
          </a:p>
        </p:txBody>
      </p:sp>
      <p:sp>
        <p:nvSpPr>
          <p:cNvPr id="11" name="Title Placeholder 1">
            <a:extLst>
              <a:ext uri="{FF2B5EF4-FFF2-40B4-BE49-F238E27FC236}">
                <a16:creationId xmlns:a16="http://schemas.microsoft.com/office/drawing/2014/main" id="{EF3772DB-6000-4985-8EBA-51858DFE2832}"/>
              </a:ext>
            </a:extLst>
          </p:cNvPr>
          <p:cNvSpPr>
            <a:spLocks noGrp="1"/>
          </p:cNvSpPr>
          <p:nvPr>
            <p:ph type="title"/>
          </p:nvPr>
        </p:nvSpPr>
        <p:spPr>
          <a:xfrm>
            <a:off x="539749" y="814386"/>
            <a:ext cx="9213851" cy="332399"/>
          </a:xfrm>
          <a:prstGeom prst="rect">
            <a:avLst/>
          </a:prstGeom>
        </p:spPr>
        <p:txBody>
          <a:bodyPr vert="horz" lIns="0" tIns="0" rIns="0" bIns="0" rtlCol="0" anchor="b" anchorCtr="0">
            <a:noAutofit/>
          </a:bodyPr>
          <a:lstStyle>
            <a:lvl1pPr>
              <a:defRPr>
                <a:solidFill>
                  <a:srgbClr val="3F1A01"/>
                </a:solidFill>
              </a:defRPr>
            </a:lvl1pPr>
          </a:lstStyle>
          <a:p>
            <a:r>
              <a:rPr lang="en-US"/>
              <a:t>Click to edit Master title style</a:t>
            </a:r>
            <a:endParaRPr lang="en-GB" dirty="0"/>
          </a:p>
        </p:txBody>
      </p:sp>
      <p:sp>
        <p:nvSpPr>
          <p:cNvPr id="9" name="Pladsholder til tekst 4">
            <a:extLst>
              <a:ext uri="{FF2B5EF4-FFF2-40B4-BE49-F238E27FC236}">
                <a16:creationId xmlns:a16="http://schemas.microsoft.com/office/drawing/2014/main" id="{EB9918F4-186C-4F1E-9988-CE4FE67D853D}"/>
              </a:ext>
            </a:extLst>
          </p:cNvPr>
          <p:cNvSpPr>
            <a:spLocks noGrp="1"/>
          </p:cNvSpPr>
          <p:nvPr>
            <p:ph type="body" sz="quarter" idx="18" hasCustomPrompt="1"/>
          </p:nvPr>
        </p:nvSpPr>
        <p:spPr>
          <a:xfrm>
            <a:off x="539749" y="6102000"/>
            <a:ext cx="9213851" cy="619200"/>
          </a:xfrm>
          <a:prstGeom prst="rect">
            <a:avLst/>
          </a:prstGeom>
        </p:spPr>
        <p:txBody>
          <a:bodyPr anchor="b" anchorCtr="0">
            <a:noAutofit/>
          </a:bodyPr>
          <a:lstStyle>
            <a:lvl1pPr marL="0" indent="0">
              <a:spcBef>
                <a:spcPts val="0"/>
              </a:spcBef>
              <a:buFont typeface="+mj-lt"/>
              <a:buNone/>
              <a:defRPr sz="950" i="0">
                <a:solidFill>
                  <a:schemeClr val="accent2">
                    <a:lumMod val="50000"/>
                  </a:schemeClr>
                </a:solidFill>
                <a:latin typeface="Times New Roman" panose="02020603050405020304" pitchFamily="18" charset="0"/>
                <a:cs typeface="Times New Roman" panose="02020603050405020304" pitchFamily="18" charset="0"/>
              </a:defRPr>
            </a:lvl1pPr>
            <a:lvl2pPr marL="457200" indent="0">
              <a:buNone/>
              <a:defRPr/>
            </a:lvl2pPr>
          </a:lstStyle>
          <a:p>
            <a:pPr lvl="0"/>
            <a:r>
              <a:rPr lang="en-GB" dirty="0"/>
              <a:t>Reference text</a:t>
            </a:r>
          </a:p>
        </p:txBody>
      </p:sp>
      <p:sp>
        <p:nvSpPr>
          <p:cNvPr id="6" name="Slide Number Placeholder 5">
            <a:extLst>
              <a:ext uri="{FF2B5EF4-FFF2-40B4-BE49-F238E27FC236}">
                <a16:creationId xmlns:a16="http://schemas.microsoft.com/office/drawing/2014/main" id="{EA66928B-E5D4-4FB2-B7C6-A2880BA21980}"/>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a:p>
        </p:txBody>
      </p:sp>
    </p:spTree>
    <p:extLst>
      <p:ext uri="{BB962C8B-B14F-4D97-AF65-F5344CB8AC3E}">
        <p14:creationId xmlns:p14="http://schemas.microsoft.com/office/powerpoint/2010/main" val="108846719"/>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97200634-BE12-408B-B3E1-ADF3BFE2B1D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210663" y="524930"/>
            <a:ext cx="1440000" cy="281496"/>
          </a:xfrm>
          <a:prstGeom prst="rect">
            <a:avLst/>
          </a:prstGeom>
        </p:spPr>
      </p:pic>
      <p:sp>
        <p:nvSpPr>
          <p:cNvPr id="6" name="Slide Number Placeholder 5">
            <a:extLst>
              <a:ext uri="{FF2B5EF4-FFF2-40B4-BE49-F238E27FC236}">
                <a16:creationId xmlns:a16="http://schemas.microsoft.com/office/drawing/2014/main" id="{8A463EA2-0B07-4BBE-B465-49B379782DA1}"/>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a:p>
        </p:txBody>
      </p:sp>
    </p:spTree>
    <p:extLst>
      <p:ext uri="{BB962C8B-B14F-4D97-AF65-F5344CB8AC3E}">
        <p14:creationId xmlns:p14="http://schemas.microsoft.com/office/powerpoint/2010/main" val="424493022"/>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ection Header - Dark Grey">
    <p:bg>
      <p:bgPr>
        <a:solidFill>
          <a:srgbClr val="717171"/>
        </a:solidFill>
        <a:effectLst/>
      </p:bgPr>
    </p:bg>
    <p:spTree>
      <p:nvGrpSpPr>
        <p:cNvPr id="1" name=""/>
        <p:cNvGrpSpPr/>
        <p:nvPr/>
      </p:nvGrpSpPr>
      <p:grpSpPr>
        <a:xfrm>
          <a:off x="0" y="0"/>
          <a:ext cx="0" cy="0"/>
          <a:chOff x="0" y="0"/>
          <a:chExt cx="0" cy="0"/>
        </a:xfrm>
      </p:grpSpPr>
      <p:sp>
        <p:nvSpPr>
          <p:cNvPr id="8" name="ColoredBackground">
            <a:extLst>
              <a:ext uri="{FF2B5EF4-FFF2-40B4-BE49-F238E27FC236}">
                <a16:creationId xmlns:a16="http://schemas.microsoft.com/office/drawing/2014/main" id="{1FFDC5C2-3165-4D61-99DD-D9666F0EA897}"/>
              </a:ext>
            </a:extLst>
          </p:cNvPr>
          <p:cNvSpPr/>
          <p:nvPr/>
        </p:nvSpPr>
        <p:spPr>
          <a:xfrm>
            <a:off x="0" y="-1"/>
            <a:ext cx="12192000" cy="6858000"/>
          </a:xfrm>
          <a:prstGeom prst="rect">
            <a:avLst/>
          </a:prstGeom>
          <a:solidFill>
            <a:srgbClr val="7171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Noise" descr="Shape&#10;&#10;Description automatically generated with medium confidence">
            <a:extLst>
              <a:ext uri="{FF2B5EF4-FFF2-40B4-BE49-F238E27FC236}">
                <a16:creationId xmlns:a16="http://schemas.microsoft.com/office/drawing/2014/main" id="{CE9D16BA-266C-4197-8301-D366A7B298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8464564-6547-498D-A220-7B346E5B1408}"/>
              </a:ext>
            </a:extLst>
          </p:cNvPr>
          <p:cNvSpPr>
            <a:spLocks noGrp="1"/>
          </p:cNvSpPr>
          <p:nvPr>
            <p:ph type="title"/>
          </p:nvPr>
        </p:nvSpPr>
        <p:spPr>
          <a:xfrm>
            <a:off x="1219200" y="546100"/>
            <a:ext cx="6642100" cy="2105818"/>
          </a:xfrm>
        </p:spPr>
        <p:txBody>
          <a:bodyPr anchor="b"/>
          <a:lstStyle>
            <a:lvl1pPr>
              <a:defRPr sz="4000">
                <a:solidFill>
                  <a:srgbClr val="3F1A01"/>
                </a:solidFill>
              </a:defRPr>
            </a:lvl1p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1592638D-BCB6-4F07-9847-FBAA9B3609B5}"/>
              </a:ext>
            </a:extLst>
          </p:cNvPr>
          <p:cNvSpPr>
            <a:spLocks noGrp="1"/>
          </p:cNvSpPr>
          <p:nvPr>
            <p:ph type="body" idx="1"/>
          </p:nvPr>
        </p:nvSpPr>
        <p:spPr>
          <a:xfrm>
            <a:off x="1219200" y="2678906"/>
            <a:ext cx="6642100" cy="1500187"/>
          </a:xfrm>
          <a:prstGeom prst="rect">
            <a:avLst/>
          </a:prstGeom>
        </p:spPr>
        <p:txBody>
          <a:bodyPr/>
          <a:lstStyle>
            <a:lvl1pPr marL="0" indent="0">
              <a:buNone/>
              <a:defRPr sz="2400">
                <a:solidFill>
                  <a:srgbClr val="B2B2B2"/>
                </a:solidFill>
                <a:latin typeface="Times New Roman" panose="02020603050405020304" pitchFamily="18" charset="0"/>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Grafik">
            <a:extLst>
              <a:ext uri="{FF2B5EF4-FFF2-40B4-BE49-F238E27FC236}">
                <a16:creationId xmlns:a16="http://schemas.microsoft.com/office/drawing/2014/main" id="{F99A5728-0C52-43BA-9A39-F36DCDDF47DF}"/>
              </a:ext>
            </a:extLst>
          </p:cNvPr>
          <p:cNvSpPr>
            <a:spLocks noEditPoints="1"/>
          </p:cNvSpPr>
          <p:nvPr/>
        </p:nvSpPr>
        <p:spPr bwMode="auto">
          <a:xfrm rot="5400000">
            <a:off x="7458075" y="-2243138"/>
            <a:ext cx="8385175" cy="9817101"/>
          </a:xfrm>
          <a:custGeom>
            <a:avLst/>
            <a:gdLst>
              <a:gd name="T0" fmla="*/ 276 w 2642"/>
              <a:gd name="T1" fmla="*/ 2871 h 3094"/>
              <a:gd name="T2" fmla="*/ 588 w 2642"/>
              <a:gd name="T3" fmla="*/ 2871 h 3094"/>
              <a:gd name="T4" fmla="*/ 2083 w 2642"/>
              <a:gd name="T5" fmla="*/ 2843 h 3094"/>
              <a:gd name="T6" fmla="*/ 2338 w 2642"/>
              <a:gd name="T7" fmla="*/ 2900 h 3094"/>
              <a:gd name="T8" fmla="*/ 29 w 2642"/>
              <a:gd name="T9" fmla="*/ 1219 h 3094"/>
              <a:gd name="T10" fmla="*/ 29 w 2642"/>
              <a:gd name="T11" fmla="*/ 2444 h 3094"/>
              <a:gd name="T12" fmla="*/ 559 w 2642"/>
              <a:gd name="T13" fmla="*/ 2386 h 3094"/>
              <a:gd name="T14" fmla="*/ 29 w 2642"/>
              <a:gd name="T15" fmla="*/ 1219 h 3094"/>
              <a:gd name="T16" fmla="*/ 2584 w 2642"/>
              <a:gd name="T17" fmla="*/ 2386 h 3094"/>
              <a:gd name="T18" fmla="*/ 2083 w 2642"/>
              <a:gd name="T19" fmla="*/ 2444 h 3094"/>
              <a:gd name="T20" fmla="*/ 2642 w 2642"/>
              <a:gd name="T21" fmla="*/ 1248 h 3094"/>
              <a:gd name="T22" fmla="*/ 210 w 2642"/>
              <a:gd name="T23" fmla="*/ 292 h 3094"/>
              <a:gd name="T24" fmla="*/ 210 w 2642"/>
              <a:gd name="T25" fmla="*/ 970 h 3094"/>
              <a:gd name="T26" fmla="*/ 559 w 2642"/>
              <a:gd name="T27" fmla="*/ 912 h 3094"/>
              <a:gd name="T28" fmla="*/ 658 w 2642"/>
              <a:gd name="T29" fmla="*/ 350 h 3094"/>
              <a:gd name="T30" fmla="*/ 2432 w 2642"/>
              <a:gd name="T31" fmla="*/ 292 h 3094"/>
              <a:gd name="T32" fmla="*/ 1984 w 2642"/>
              <a:gd name="T33" fmla="*/ 350 h 3094"/>
              <a:gd name="T34" fmla="*/ 2083 w 2642"/>
              <a:gd name="T35" fmla="*/ 912 h 3094"/>
              <a:gd name="T36" fmla="*/ 2432 w 2642"/>
              <a:gd name="T37" fmla="*/ 970 h 3094"/>
              <a:gd name="T38" fmla="*/ 2432 w 2642"/>
              <a:gd name="T39" fmla="*/ 292 h 3094"/>
              <a:gd name="T40" fmla="*/ 814 w 2642"/>
              <a:gd name="T41" fmla="*/ 29 h 3094"/>
              <a:gd name="T42" fmla="*/ 1292 w 2642"/>
              <a:gd name="T43" fmla="*/ 602 h 3094"/>
              <a:gd name="T44" fmla="*/ 989 w 2642"/>
              <a:gd name="T45" fmla="*/ 660 h 3094"/>
              <a:gd name="T46" fmla="*/ 801 w 2642"/>
              <a:gd name="T47" fmla="*/ 1311 h 3094"/>
              <a:gd name="T48" fmla="*/ 743 w 2642"/>
              <a:gd name="T49" fmla="*/ 1060 h 3094"/>
              <a:gd name="T50" fmla="*/ 1292 w 2642"/>
              <a:gd name="T51" fmla="*/ 1369 h 3094"/>
              <a:gd name="T52" fmla="*/ 842 w 2642"/>
              <a:gd name="T53" fmla="*/ 1782 h 3094"/>
              <a:gd name="T54" fmla="*/ 433 w 2642"/>
              <a:gd name="T55" fmla="*/ 1476 h 3094"/>
              <a:gd name="T56" fmla="*/ 375 w 2642"/>
              <a:gd name="T57" fmla="*/ 1782 h 3094"/>
              <a:gd name="T58" fmla="*/ 784 w 2642"/>
              <a:gd name="T59" fmla="*/ 2669 h 3094"/>
              <a:gd name="T60" fmla="*/ 842 w 2642"/>
              <a:gd name="T61" fmla="*/ 2181 h 3094"/>
              <a:gd name="T62" fmla="*/ 921 w 2642"/>
              <a:gd name="T63" fmla="*/ 3036 h 3094"/>
              <a:gd name="T64" fmla="*/ 1321 w 2642"/>
              <a:gd name="T65" fmla="*/ 3094 h 3094"/>
              <a:gd name="T66" fmla="*/ 1722 w 2642"/>
              <a:gd name="T67" fmla="*/ 3036 h 3094"/>
              <a:gd name="T68" fmla="*/ 1800 w 2642"/>
              <a:gd name="T69" fmla="*/ 2181 h 3094"/>
              <a:gd name="T70" fmla="*/ 1858 w 2642"/>
              <a:gd name="T71" fmla="*/ 2669 h 3094"/>
              <a:gd name="T72" fmla="*/ 2267 w 2642"/>
              <a:gd name="T73" fmla="*/ 1782 h 3094"/>
              <a:gd name="T74" fmla="*/ 2210 w 2642"/>
              <a:gd name="T75" fmla="*/ 1476 h 3094"/>
              <a:gd name="T76" fmla="*/ 1800 w 2642"/>
              <a:gd name="T77" fmla="*/ 1782 h 3094"/>
              <a:gd name="T78" fmla="*/ 1350 w 2642"/>
              <a:gd name="T79" fmla="*/ 1369 h 3094"/>
              <a:gd name="T80" fmla="*/ 1899 w 2642"/>
              <a:gd name="T81" fmla="*/ 1060 h 3094"/>
              <a:gd name="T82" fmla="*/ 1841 w 2642"/>
              <a:gd name="T83" fmla="*/ 1311 h 3094"/>
              <a:gd name="T84" fmla="*/ 1643 w 2642"/>
              <a:gd name="T85" fmla="*/ 660 h 3094"/>
              <a:gd name="T86" fmla="*/ 1350 w 2642"/>
              <a:gd name="T87" fmla="*/ 602 h 3094"/>
              <a:gd name="T88" fmla="*/ 1828 w 2642"/>
              <a:gd name="T89" fmla="*/ 29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42" h="3094">
                <a:moveTo>
                  <a:pt x="559" y="2843"/>
                </a:moveTo>
                <a:cubicBezTo>
                  <a:pt x="305" y="2843"/>
                  <a:pt x="305" y="2843"/>
                  <a:pt x="305" y="2843"/>
                </a:cubicBezTo>
                <a:cubicBezTo>
                  <a:pt x="289" y="2843"/>
                  <a:pt x="276" y="2856"/>
                  <a:pt x="276" y="2871"/>
                </a:cubicBezTo>
                <a:cubicBezTo>
                  <a:pt x="276" y="2887"/>
                  <a:pt x="289" y="2900"/>
                  <a:pt x="305" y="2900"/>
                </a:cubicBezTo>
                <a:cubicBezTo>
                  <a:pt x="559" y="2900"/>
                  <a:pt x="559" y="2900"/>
                  <a:pt x="559" y="2900"/>
                </a:cubicBezTo>
                <a:cubicBezTo>
                  <a:pt x="575" y="2900"/>
                  <a:pt x="588" y="2887"/>
                  <a:pt x="588" y="2871"/>
                </a:cubicBezTo>
                <a:cubicBezTo>
                  <a:pt x="588" y="2856"/>
                  <a:pt x="575" y="2843"/>
                  <a:pt x="559" y="2843"/>
                </a:cubicBezTo>
                <a:moveTo>
                  <a:pt x="2338" y="2843"/>
                </a:moveTo>
                <a:cubicBezTo>
                  <a:pt x="2083" y="2843"/>
                  <a:pt x="2083" y="2843"/>
                  <a:pt x="2083" y="2843"/>
                </a:cubicBezTo>
                <a:cubicBezTo>
                  <a:pt x="2068" y="2843"/>
                  <a:pt x="2055" y="2856"/>
                  <a:pt x="2055" y="2871"/>
                </a:cubicBezTo>
                <a:cubicBezTo>
                  <a:pt x="2055" y="2887"/>
                  <a:pt x="2068" y="2900"/>
                  <a:pt x="2083" y="2900"/>
                </a:cubicBezTo>
                <a:cubicBezTo>
                  <a:pt x="2338" y="2900"/>
                  <a:pt x="2338" y="2900"/>
                  <a:pt x="2338" y="2900"/>
                </a:cubicBezTo>
                <a:cubicBezTo>
                  <a:pt x="2354" y="2900"/>
                  <a:pt x="2366" y="2887"/>
                  <a:pt x="2366" y="2871"/>
                </a:cubicBezTo>
                <a:cubicBezTo>
                  <a:pt x="2366" y="2856"/>
                  <a:pt x="2354" y="2843"/>
                  <a:pt x="2338" y="2843"/>
                </a:cubicBezTo>
                <a:moveTo>
                  <a:pt x="29" y="1219"/>
                </a:moveTo>
                <a:cubicBezTo>
                  <a:pt x="13" y="1219"/>
                  <a:pt x="0" y="1232"/>
                  <a:pt x="0" y="1248"/>
                </a:cubicBezTo>
                <a:cubicBezTo>
                  <a:pt x="0" y="2415"/>
                  <a:pt x="0" y="2415"/>
                  <a:pt x="0" y="2415"/>
                </a:cubicBezTo>
                <a:cubicBezTo>
                  <a:pt x="0" y="2431"/>
                  <a:pt x="13" y="2444"/>
                  <a:pt x="29" y="2444"/>
                </a:cubicBezTo>
                <a:cubicBezTo>
                  <a:pt x="559" y="2444"/>
                  <a:pt x="559" y="2444"/>
                  <a:pt x="559" y="2444"/>
                </a:cubicBezTo>
                <a:cubicBezTo>
                  <a:pt x="575" y="2444"/>
                  <a:pt x="588" y="2431"/>
                  <a:pt x="588" y="2415"/>
                </a:cubicBezTo>
                <a:cubicBezTo>
                  <a:pt x="588" y="2399"/>
                  <a:pt x="575" y="2386"/>
                  <a:pt x="559" y="2386"/>
                </a:cubicBezTo>
                <a:cubicBezTo>
                  <a:pt x="58" y="2386"/>
                  <a:pt x="58" y="2386"/>
                  <a:pt x="58" y="2386"/>
                </a:cubicBezTo>
                <a:cubicBezTo>
                  <a:pt x="58" y="1248"/>
                  <a:pt x="58" y="1248"/>
                  <a:pt x="58" y="1248"/>
                </a:cubicBezTo>
                <a:cubicBezTo>
                  <a:pt x="58" y="1232"/>
                  <a:pt x="45" y="1219"/>
                  <a:pt x="29" y="1219"/>
                </a:cubicBezTo>
                <a:moveTo>
                  <a:pt x="2613" y="1219"/>
                </a:moveTo>
                <a:cubicBezTo>
                  <a:pt x="2597" y="1219"/>
                  <a:pt x="2584" y="1232"/>
                  <a:pt x="2584" y="1248"/>
                </a:cubicBezTo>
                <a:cubicBezTo>
                  <a:pt x="2584" y="2386"/>
                  <a:pt x="2584" y="2386"/>
                  <a:pt x="2584" y="2386"/>
                </a:cubicBezTo>
                <a:cubicBezTo>
                  <a:pt x="2083" y="2386"/>
                  <a:pt x="2083" y="2386"/>
                  <a:pt x="2083" y="2386"/>
                </a:cubicBezTo>
                <a:cubicBezTo>
                  <a:pt x="2067" y="2386"/>
                  <a:pt x="2055" y="2399"/>
                  <a:pt x="2055" y="2415"/>
                </a:cubicBezTo>
                <a:cubicBezTo>
                  <a:pt x="2055" y="2431"/>
                  <a:pt x="2067" y="2444"/>
                  <a:pt x="2083" y="2444"/>
                </a:cubicBezTo>
                <a:cubicBezTo>
                  <a:pt x="2613" y="2444"/>
                  <a:pt x="2613" y="2444"/>
                  <a:pt x="2613" y="2444"/>
                </a:cubicBezTo>
                <a:cubicBezTo>
                  <a:pt x="2629" y="2444"/>
                  <a:pt x="2642" y="2431"/>
                  <a:pt x="2642" y="2415"/>
                </a:cubicBezTo>
                <a:cubicBezTo>
                  <a:pt x="2642" y="1248"/>
                  <a:pt x="2642" y="1248"/>
                  <a:pt x="2642" y="1248"/>
                </a:cubicBezTo>
                <a:cubicBezTo>
                  <a:pt x="2642" y="1232"/>
                  <a:pt x="2629" y="1219"/>
                  <a:pt x="2613" y="1219"/>
                </a:cubicBezTo>
                <a:moveTo>
                  <a:pt x="658" y="292"/>
                </a:moveTo>
                <a:cubicBezTo>
                  <a:pt x="210" y="292"/>
                  <a:pt x="210" y="292"/>
                  <a:pt x="210" y="292"/>
                </a:cubicBezTo>
                <a:cubicBezTo>
                  <a:pt x="194" y="292"/>
                  <a:pt x="181" y="305"/>
                  <a:pt x="181" y="321"/>
                </a:cubicBezTo>
                <a:cubicBezTo>
                  <a:pt x="181" y="941"/>
                  <a:pt x="181" y="941"/>
                  <a:pt x="181" y="941"/>
                </a:cubicBezTo>
                <a:cubicBezTo>
                  <a:pt x="181" y="957"/>
                  <a:pt x="194" y="970"/>
                  <a:pt x="210" y="970"/>
                </a:cubicBezTo>
                <a:cubicBezTo>
                  <a:pt x="559" y="970"/>
                  <a:pt x="559" y="970"/>
                  <a:pt x="559" y="970"/>
                </a:cubicBezTo>
                <a:cubicBezTo>
                  <a:pt x="575" y="970"/>
                  <a:pt x="588" y="957"/>
                  <a:pt x="588" y="941"/>
                </a:cubicBezTo>
                <a:cubicBezTo>
                  <a:pt x="588" y="925"/>
                  <a:pt x="575" y="912"/>
                  <a:pt x="559" y="912"/>
                </a:cubicBezTo>
                <a:cubicBezTo>
                  <a:pt x="239" y="912"/>
                  <a:pt x="239" y="912"/>
                  <a:pt x="239" y="912"/>
                </a:cubicBezTo>
                <a:cubicBezTo>
                  <a:pt x="239" y="350"/>
                  <a:pt x="239" y="350"/>
                  <a:pt x="239" y="350"/>
                </a:cubicBezTo>
                <a:cubicBezTo>
                  <a:pt x="658" y="350"/>
                  <a:pt x="658" y="350"/>
                  <a:pt x="658" y="350"/>
                </a:cubicBezTo>
                <a:cubicBezTo>
                  <a:pt x="674" y="350"/>
                  <a:pt x="687" y="337"/>
                  <a:pt x="687" y="321"/>
                </a:cubicBezTo>
                <a:cubicBezTo>
                  <a:pt x="687" y="305"/>
                  <a:pt x="674" y="292"/>
                  <a:pt x="658" y="292"/>
                </a:cubicBezTo>
                <a:moveTo>
                  <a:pt x="2432" y="292"/>
                </a:moveTo>
                <a:cubicBezTo>
                  <a:pt x="1984" y="292"/>
                  <a:pt x="1984" y="292"/>
                  <a:pt x="1984" y="292"/>
                </a:cubicBezTo>
                <a:cubicBezTo>
                  <a:pt x="1968" y="292"/>
                  <a:pt x="1955" y="305"/>
                  <a:pt x="1955" y="321"/>
                </a:cubicBezTo>
                <a:cubicBezTo>
                  <a:pt x="1955" y="337"/>
                  <a:pt x="1968" y="350"/>
                  <a:pt x="1984" y="350"/>
                </a:cubicBezTo>
                <a:cubicBezTo>
                  <a:pt x="2403" y="350"/>
                  <a:pt x="2403" y="350"/>
                  <a:pt x="2403" y="350"/>
                </a:cubicBezTo>
                <a:cubicBezTo>
                  <a:pt x="2403" y="912"/>
                  <a:pt x="2403" y="912"/>
                  <a:pt x="2403" y="912"/>
                </a:cubicBezTo>
                <a:cubicBezTo>
                  <a:pt x="2083" y="912"/>
                  <a:pt x="2083" y="912"/>
                  <a:pt x="2083" y="912"/>
                </a:cubicBezTo>
                <a:cubicBezTo>
                  <a:pt x="2068" y="912"/>
                  <a:pt x="2055" y="925"/>
                  <a:pt x="2055" y="941"/>
                </a:cubicBezTo>
                <a:cubicBezTo>
                  <a:pt x="2055" y="957"/>
                  <a:pt x="2068" y="970"/>
                  <a:pt x="2083" y="970"/>
                </a:cubicBezTo>
                <a:cubicBezTo>
                  <a:pt x="2432" y="970"/>
                  <a:pt x="2432" y="970"/>
                  <a:pt x="2432" y="970"/>
                </a:cubicBezTo>
                <a:cubicBezTo>
                  <a:pt x="2448" y="970"/>
                  <a:pt x="2461" y="957"/>
                  <a:pt x="2461" y="941"/>
                </a:cubicBezTo>
                <a:cubicBezTo>
                  <a:pt x="2461" y="321"/>
                  <a:pt x="2461" y="321"/>
                  <a:pt x="2461" y="321"/>
                </a:cubicBezTo>
                <a:cubicBezTo>
                  <a:pt x="2461" y="305"/>
                  <a:pt x="2448" y="292"/>
                  <a:pt x="2432" y="292"/>
                </a:cubicBezTo>
                <a:moveTo>
                  <a:pt x="1799" y="0"/>
                </a:moveTo>
                <a:cubicBezTo>
                  <a:pt x="843" y="0"/>
                  <a:pt x="843" y="0"/>
                  <a:pt x="843" y="0"/>
                </a:cubicBezTo>
                <a:cubicBezTo>
                  <a:pt x="827" y="0"/>
                  <a:pt x="814" y="13"/>
                  <a:pt x="814" y="29"/>
                </a:cubicBezTo>
                <a:cubicBezTo>
                  <a:pt x="814" y="45"/>
                  <a:pt x="827" y="58"/>
                  <a:pt x="843" y="58"/>
                </a:cubicBezTo>
                <a:cubicBezTo>
                  <a:pt x="1292" y="58"/>
                  <a:pt x="1292" y="58"/>
                  <a:pt x="1292" y="58"/>
                </a:cubicBezTo>
                <a:cubicBezTo>
                  <a:pt x="1292" y="602"/>
                  <a:pt x="1292" y="602"/>
                  <a:pt x="1292" y="602"/>
                </a:cubicBezTo>
                <a:cubicBezTo>
                  <a:pt x="989" y="602"/>
                  <a:pt x="989" y="602"/>
                  <a:pt x="989" y="602"/>
                </a:cubicBezTo>
                <a:cubicBezTo>
                  <a:pt x="973" y="602"/>
                  <a:pt x="960" y="615"/>
                  <a:pt x="960" y="631"/>
                </a:cubicBezTo>
                <a:cubicBezTo>
                  <a:pt x="960" y="647"/>
                  <a:pt x="973" y="660"/>
                  <a:pt x="989" y="660"/>
                </a:cubicBezTo>
                <a:cubicBezTo>
                  <a:pt x="1292" y="660"/>
                  <a:pt x="1292" y="660"/>
                  <a:pt x="1292" y="660"/>
                </a:cubicBezTo>
                <a:cubicBezTo>
                  <a:pt x="1292" y="1311"/>
                  <a:pt x="1292" y="1311"/>
                  <a:pt x="1292" y="1311"/>
                </a:cubicBezTo>
                <a:cubicBezTo>
                  <a:pt x="801" y="1311"/>
                  <a:pt x="801" y="1311"/>
                  <a:pt x="801" y="1311"/>
                </a:cubicBezTo>
                <a:cubicBezTo>
                  <a:pt x="801" y="1060"/>
                  <a:pt x="801" y="1060"/>
                  <a:pt x="801" y="1060"/>
                </a:cubicBezTo>
                <a:cubicBezTo>
                  <a:pt x="801" y="1044"/>
                  <a:pt x="788" y="1031"/>
                  <a:pt x="772" y="1031"/>
                </a:cubicBezTo>
                <a:cubicBezTo>
                  <a:pt x="756" y="1031"/>
                  <a:pt x="743" y="1044"/>
                  <a:pt x="743" y="1060"/>
                </a:cubicBezTo>
                <a:cubicBezTo>
                  <a:pt x="743" y="1340"/>
                  <a:pt x="743" y="1340"/>
                  <a:pt x="743" y="1340"/>
                </a:cubicBezTo>
                <a:cubicBezTo>
                  <a:pt x="743" y="1356"/>
                  <a:pt x="756" y="1369"/>
                  <a:pt x="772" y="1369"/>
                </a:cubicBezTo>
                <a:cubicBezTo>
                  <a:pt x="1292" y="1369"/>
                  <a:pt x="1292" y="1369"/>
                  <a:pt x="1292" y="1369"/>
                </a:cubicBezTo>
                <a:cubicBezTo>
                  <a:pt x="1292" y="2123"/>
                  <a:pt x="1292" y="2123"/>
                  <a:pt x="1292" y="2123"/>
                </a:cubicBezTo>
                <a:cubicBezTo>
                  <a:pt x="842" y="2123"/>
                  <a:pt x="842" y="2123"/>
                  <a:pt x="842" y="2123"/>
                </a:cubicBezTo>
                <a:cubicBezTo>
                  <a:pt x="842" y="1782"/>
                  <a:pt x="842" y="1782"/>
                  <a:pt x="842" y="1782"/>
                </a:cubicBezTo>
                <a:cubicBezTo>
                  <a:pt x="842" y="1766"/>
                  <a:pt x="829" y="1753"/>
                  <a:pt x="813" y="1753"/>
                </a:cubicBezTo>
                <a:cubicBezTo>
                  <a:pt x="433" y="1753"/>
                  <a:pt x="433" y="1753"/>
                  <a:pt x="433" y="1753"/>
                </a:cubicBezTo>
                <a:cubicBezTo>
                  <a:pt x="433" y="1476"/>
                  <a:pt x="433" y="1476"/>
                  <a:pt x="433" y="1476"/>
                </a:cubicBezTo>
                <a:cubicBezTo>
                  <a:pt x="433" y="1460"/>
                  <a:pt x="420" y="1447"/>
                  <a:pt x="404" y="1447"/>
                </a:cubicBezTo>
                <a:cubicBezTo>
                  <a:pt x="388" y="1447"/>
                  <a:pt x="375" y="1460"/>
                  <a:pt x="375" y="1476"/>
                </a:cubicBezTo>
                <a:cubicBezTo>
                  <a:pt x="375" y="1782"/>
                  <a:pt x="375" y="1782"/>
                  <a:pt x="375" y="1782"/>
                </a:cubicBezTo>
                <a:cubicBezTo>
                  <a:pt x="375" y="1798"/>
                  <a:pt x="388" y="1811"/>
                  <a:pt x="404" y="1811"/>
                </a:cubicBezTo>
                <a:cubicBezTo>
                  <a:pt x="784" y="1811"/>
                  <a:pt x="784" y="1811"/>
                  <a:pt x="784" y="1811"/>
                </a:cubicBezTo>
                <a:cubicBezTo>
                  <a:pt x="784" y="2669"/>
                  <a:pt x="784" y="2669"/>
                  <a:pt x="784" y="2669"/>
                </a:cubicBezTo>
                <a:cubicBezTo>
                  <a:pt x="784" y="2685"/>
                  <a:pt x="797" y="2698"/>
                  <a:pt x="813" y="2698"/>
                </a:cubicBezTo>
                <a:cubicBezTo>
                  <a:pt x="829" y="2698"/>
                  <a:pt x="842" y="2685"/>
                  <a:pt x="842" y="2669"/>
                </a:cubicBezTo>
                <a:cubicBezTo>
                  <a:pt x="842" y="2181"/>
                  <a:pt x="842" y="2181"/>
                  <a:pt x="842" y="2181"/>
                </a:cubicBezTo>
                <a:cubicBezTo>
                  <a:pt x="1292" y="2181"/>
                  <a:pt x="1292" y="2181"/>
                  <a:pt x="1292" y="2181"/>
                </a:cubicBezTo>
                <a:cubicBezTo>
                  <a:pt x="1292" y="3036"/>
                  <a:pt x="1292" y="3036"/>
                  <a:pt x="1292" y="3036"/>
                </a:cubicBezTo>
                <a:cubicBezTo>
                  <a:pt x="921" y="3036"/>
                  <a:pt x="921" y="3036"/>
                  <a:pt x="921" y="3036"/>
                </a:cubicBezTo>
                <a:cubicBezTo>
                  <a:pt x="905" y="3036"/>
                  <a:pt x="892" y="3049"/>
                  <a:pt x="892" y="3065"/>
                </a:cubicBezTo>
                <a:cubicBezTo>
                  <a:pt x="892" y="3081"/>
                  <a:pt x="905" y="3094"/>
                  <a:pt x="921" y="3094"/>
                </a:cubicBezTo>
                <a:cubicBezTo>
                  <a:pt x="1321" y="3094"/>
                  <a:pt x="1321" y="3094"/>
                  <a:pt x="1321" y="3094"/>
                </a:cubicBezTo>
                <a:cubicBezTo>
                  <a:pt x="1722" y="3094"/>
                  <a:pt x="1722" y="3094"/>
                  <a:pt x="1722" y="3094"/>
                </a:cubicBezTo>
                <a:cubicBezTo>
                  <a:pt x="1738" y="3094"/>
                  <a:pt x="1751" y="3081"/>
                  <a:pt x="1751" y="3065"/>
                </a:cubicBezTo>
                <a:cubicBezTo>
                  <a:pt x="1751" y="3049"/>
                  <a:pt x="1738" y="3036"/>
                  <a:pt x="1722" y="3036"/>
                </a:cubicBezTo>
                <a:cubicBezTo>
                  <a:pt x="1350" y="3036"/>
                  <a:pt x="1350" y="3036"/>
                  <a:pt x="1350" y="3036"/>
                </a:cubicBezTo>
                <a:cubicBezTo>
                  <a:pt x="1350" y="2181"/>
                  <a:pt x="1350" y="2181"/>
                  <a:pt x="1350" y="2181"/>
                </a:cubicBezTo>
                <a:cubicBezTo>
                  <a:pt x="1800" y="2181"/>
                  <a:pt x="1800" y="2181"/>
                  <a:pt x="1800" y="2181"/>
                </a:cubicBezTo>
                <a:cubicBezTo>
                  <a:pt x="1800" y="2669"/>
                  <a:pt x="1800" y="2669"/>
                  <a:pt x="1800" y="2669"/>
                </a:cubicBezTo>
                <a:cubicBezTo>
                  <a:pt x="1800" y="2685"/>
                  <a:pt x="1813" y="2698"/>
                  <a:pt x="1829" y="2698"/>
                </a:cubicBezTo>
                <a:cubicBezTo>
                  <a:pt x="1845" y="2698"/>
                  <a:pt x="1858" y="2685"/>
                  <a:pt x="1858" y="2669"/>
                </a:cubicBezTo>
                <a:cubicBezTo>
                  <a:pt x="1858" y="1811"/>
                  <a:pt x="1858" y="1811"/>
                  <a:pt x="1858" y="1811"/>
                </a:cubicBezTo>
                <a:cubicBezTo>
                  <a:pt x="2239" y="1811"/>
                  <a:pt x="2239" y="1811"/>
                  <a:pt x="2239" y="1811"/>
                </a:cubicBezTo>
                <a:cubicBezTo>
                  <a:pt x="2254" y="1811"/>
                  <a:pt x="2267" y="1798"/>
                  <a:pt x="2267" y="1782"/>
                </a:cubicBezTo>
                <a:cubicBezTo>
                  <a:pt x="2267" y="1476"/>
                  <a:pt x="2267" y="1476"/>
                  <a:pt x="2267" y="1476"/>
                </a:cubicBezTo>
                <a:cubicBezTo>
                  <a:pt x="2267" y="1460"/>
                  <a:pt x="2254" y="1447"/>
                  <a:pt x="2239" y="1447"/>
                </a:cubicBezTo>
                <a:cubicBezTo>
                  <a:pt x="2223" y="1447"/>
                  <a:pt x="2210" y="1460"/>
                  <a:pt x="2210" y="1476"/>
                </a:cubicBezTo>
                <a:cubicBezTo>
                  <a:pt x="2210" y="1753"/>
                  <a:pt x="2210" y="1753"/>
                  <a:pt x="2210" y="1753"/>
                </a:cubicBezTo>
                <a:cubicBezTo>
                  <a:pt x="1829" y="1753"/>
                  <a:pt x="1829" y="1753"/>
                  <a:pt x="1829" y="1753"/>
                </a:cubicBezTo>
                <a:cubicBezTo>
                  <a:pt x="1813" y="1753"/>
                  <a:pt x="1800" y="1766"/>
                  <a:pt x="1800" y="1782"/>
                </a:cubicBezTo>
                <a:cubicBezTo>
                  <a:pt x="1800" y="2123"/>
                  <a:pt x="1800" y="2123"/>
                  <a:pt x="1800" y="2123"/>
                </a:cubicBezTo>
                <a:cubicBezTo>
                  <a:pt x="1350" y="2123"/>
                  <a:pt x="1350" y="2123"/>
                  <a:pt x="1350" y="2123"/>
                </a:cubicBezTo>
                <a:cubicBezTo>
                  <a:pt x="1350" y="1369"/>
                  <a:pt x="1350" y="1369"/>
                  <a:pt x="1350" y="1369"/>
                </a:cubicBezTo>
                <a:cubicBezTo>
                  <a:pt x="1870" y="1369"/>
                  <a:pt x="1870" y="1369"/>
                  <a:pt x="1870" y="1369"/>
                </a:cubicBezTo>
                <a:cubicBezTo>
                  <a:pt x="1886" y="1369"/>
                  <a:pt x="1899" y="1356"/>
                  <a:pt x="1899" y="1340"/>
                </a:cubicBezTo>
                <a:cubicBezTo>
                  <a:pt x="1899" y="1060"/>
                  <a:pt x="1899" y="1060"/>
                  <a:pt x="1899" y="1060"/>
                </a:cubicBezTo>
                <a:cubicBezTo>
                  <a:pt x="1899" y="1044"/>
                  <a:pt x="1886" y="1031"/>
                  <a:pt x="1870" y="1031"/>
                </a:cubicBezTo>
                <a:cubicBezTo>
                  <a:pt x="1854" y="1031"/>
                  <a:pt x="1841" y="1044"/>
                  <a:pt x="1841" y="1060"/>
                </a:cubicBezTo>
                <a:cubicBezTo>
                  <a:pt x="1841" y="1311"/>
                  <a:pt x="1841" y="1311"/>
                  <a:pt x="1841" y="1311"/>
                </a:cubicBezTo>
                <a:cubicBezTo>
                  <a:pt x="1350" y="1311"/>
                  <a:pt x="1350" y="1311"/>
                  <a:pt x="1350" y="1311"/>
                </a:cubicBezTo>
                <a:cubicBezTo>
                  <a:pt x="1350" y="660"/>
                  <a:pt x="1350" y="660"/>
                  <a:pt x="1350" y="660"/>
                </a:cubicBezTo>
                <a:cubicBezTo>
                  <a:pt x="1643" y="660"/>
                  <a:pt x="1643" y="660"/>
                  <a:pt x="1643" y="660"/>
                </a:cubicBezTo>
                <a:cubicBezTo>
                  <a:pt x="1659" y="660"/>
                  <a:pt x="1672" y="647"/>
                  <a:pt x="1672" y="631"/>
                </a:cubicBezTo>
                <a:cubicBezTo>
                  <a:pt x="1672" y="615"/>
                  <a:pt x="1659" y="602"/>
                  <a:pt x="1643" y="602"/>
                </a:cubicBezTo>
                <a:cubicBezTo>
                  <a:pt x="1350" y="602"/>
                  <a:pt x="1350" y="602"/>
                  <a:pt x="1350" y="602"/>
                </a:cubicBezTo>
                <a:cubicBezTo>
                  <a:pt x="1350" y="58"/>
                  <a:pt x="1350" y="58"/>
                  <a:pt x="1350" y="58"/>
                </a:cubicBezTo>
                <a:cubicBezTo>
                  <a:pt x="1799" y="58"/>
                  <a:pt x="1799" y="58"/>
                  <a:pt x="1799" y="58"/>
                </a:cubicBezTo>
                <a:cubicBezTo>
                  <a:pt x="1815" y="58"/>
                  <a:pt x="1828" y="45"/>
                  <a:pt x="1828" y="29"/>
                </a:cubicBezTo>
                <a:cubicBezTo>
                  <a:pt x="1828" y="13"/>
                  <a:pt x="1815" y="0"/>
                  <a:pt x="1799" y="0"/>
                </a:cubicBezTo>
              </a:path>
            </a:pathLst>
          </a:custGeom>
          <a:solidFill>
            <a:srgbClr val="B2B2B2">
              <a:alpha val="9804"/>
            </a:srgbClr>
          </a:solidFill>
          <a:ln>
            <a:noFill/>
          </a:ln>
        </p:spPr>
        <p:txBody>
          <a:bodyPr vert="horz" wrap="square" lIns="91440" tIns="45720" rIns="91440" bIns="45720" numCol="1" anchor="t" anchorCtr="0" compatLnSpc="1">
            <a:prstTxWarp prst="textNoShape">
              <a:avLst/>
            </a:prstTxWarp>
          </a:bodyPr>
          <a:lstStyle/>
          <a:p>
            <a:endParaRPr lang="en-GB"/>
          </a:p>
        </p:txBody>
      </p:sp>
      <p:sp>
        <p:nvSpPr>
          <p:cNvPr id="11" name="Logo">
            <a:extLst>
              <a:ext uri="{FF2B5EF4-FFF2-40B4-BE49-F238E27FC236}">
                <a16:creationId xmlns:a16="http://schemas.microsoft.com/office/drawing/2014/main" id="{4FEAB3C7-1F67-4064-B58F-EF2762E1660F}"/>
              </a:ext>
            </a:extLst>
          </p:cNvPr>
          <p:cNvSpPr/>
          <p:nvPr/>
        </p:nvSpPr>
        <p:spPr>
          <a:xfrm>
            <a:off x="9397252" y="5875721"/>
            <a:ext cx="2253411" cy="440942"/>
          </a:xfrm>
          <a:custGeom>
            <a:avLst/>
            <a:gdLst>
              <a:gd name="connsiteX0" fmla="*/ 1783139 w 2253411"/>
              <a:gd name="connsiteY0" fmla="*/ 136254 h 440942"/>
              <a:gd name="connsiteX1" fmla="*/ 1751520 w 2253411"/>
              <a:gd name="connsiteY1" fmla="*/ 136254 h 440942"/>
              <a:gd name="connsiteX2" fmla="*/ 1751520 w 2253411"/>
              <a:gd name="connsiteY2" fmla="*/ 299806 h 440942"/>
              <a:gd name="connsiteX3" fmla="*/ 1783139 w 2253411"/>
              <a:gd name="connsiteY3" fmla="*/ 299806 h 440942"/>
              <a:gd name="connsiteX4" fmla="*/ 293338 w 2253411"/>
              <a:gd name="connsiteY4" fmla="*/ 409024 h 440942"/>
              <a:gd name="connsiteX5" fmla="*/ 297448 w 2253411"/>
              <a:gd name="connsiteY5" fmla="*/ 413147 h 440942"/>
              <a:gd name="connsiteX6" fmla="*/ 297460 w 2253411"/>
              <a:gd name="connsiteY6" fmla="*/ 413147 h 440942"/>
              <a:gd name="connsiteX7" fmla="*/ 333669 w 2253411"/>
              <a:gd name="connsiteY7" fmla="*/ 413147 h 440942"/>
              <a:gd name="connsiteX8" fmla="*/ 337779 w 2253411"/>
              <a:gd name="connsiteY8" fmla="*/ 409047 h 440942"/>
              <a:gd name="connsiteX9" fmla="*/ 337777 w 2253411"/>
              <a:gd name="connsiteY9" fmla="*/ 409024 h 440942"/>
              <a:gd name="connsiteX10" fmla="*/ 333683 w 2253411"/>
              <a:gd name="connsiteY10" fmla="*/ 404916 h 440942"/>
              <a:gd name="connsiteX11" fmla="*/ 333669 w 2253411"/>
              <a:gd name="connsiteY11" fmla="*/ 404916 h 440942"/>
              <a:gd name="connsiteX12" fmla="*/ 297460 w 2253411"/>
              <a:gd name="connsiteY12" fmla="*/ 404916 h 440942"/>
              <a:gd name="connsiteX13" fmla="*/ 293338 w 2253411"/>
              <a:gd name="connsiteY13" fmla="*/ 409021 h 440942"/>
              <a:gd name="connsiteX14" fmla="*/ 293338 w 2253411"/>
              <a:gd name="connsiteY14" fmla="*/ 409024 h 440942"/>
              <a:gd name="connsiteX15" fmla="*/ 39859 w 2253411"/>
              <a:gd name="connsiteY15" fmla="*/ 409024 h 440942"/>
              <a:gd name="connsiteX16" fmla="*/ 43946 w 2253411"/>
              <a:gd name="connsiteY16" fmla="*/ 413147 h 440942"/>
              <a:gd name="connsiteX17" fmla="*/ 43967 w 2253411"/>
              <a:gd name="connsiteY17" fmla="*/ 413147 h 440942"/>
              <a:gd name="connsiteX18" fmla="*/ 80176 w 2253411"/>
              <a:gd name="connsiteY18" fmla="*/ 413147 h 440942"/>
              <a:gd name="connsiteX19" fmla="*/ 84298 w 2253411"/>
              <a:gd name="connsiteY19" fmla="*/ 409037 h 440942"/>
              <a:gd name="connsiteX20" fmla="*/ 84298 w 2253411"/>
              <a:gd name="connsiteY20" fmla="*/ 409024 h 440942"/>
              <a:gd name="connsiteX21" fmla="*/ 80179 w 2253411"/>
              <a:gd name="connsiteY21" fmla="*/ 404916 h 440942"/>
              <a:gd name="connsiteX22" fmla="*/ 80176 w 2253411"/>
              <a:gd name="connsiteY22" fmla="*/ 404916 h 440942"/>
              <a:gd name="connsiteX23" fmla="*/ 43967 w 2253411"/>
              <a:gd name="connsiteY23" fmla="*/ 404916 h 440942"/>
              <a:gd name="connsiteX24" fmla="*/ 39859 w 2253411"/>
              <a:gd name="connsiteY24" fmla="*/ 409012 h 440942"/>
              <a:gd name="connsiteX25" fmla="*/ 39859 w 2253411"/>
              <a:gd name="connsiteY25" fmla="*/ 409024 h 440942"/>
              <a:gd name="connsiteX26" fmla="*/ 80177 w 2253411"/>
              <a:gd name="connsiteY26" fmla="*/ 339849 h 440942"/>
              <a:gd name="connsiteX27" fmla="*/ 8803 w 2253411"/>
              <a:gd name="connsiteY27" fmla="*/ 339849 h 440942"/>
              <a:gd name="connsiteX28" fmla="*/ 8803 w 2253411"/>
              <a:gd name="connsiteY28" fmla="*/ 177644 h 440942"/>
              <a:gd name="connsiteX29" fmla="*/ 4680 w 2253411"/>
              <a:gd name="connsiteY29" fmla="*/ 173521 h 440942"/>
              <a:gd name="connsiteX30" fmla="*/ 572 w 2253411"/>
              <a:gd name="connsiteY30" fmla="*/ 177639 h 440942"/>
              <a:gd name="connsiteX31" fmla="*/ 572 w 2253411"/>
              <a:gd name="connsiteY31" fmla="*/ 177644 h 440942"/>
              <a:gd name="connsiteX32" fmla="*/ 572 w 2253411"/>
              <a:gd name="connsiteY32" fmla="*/ 343959 h 440942"/>
              <a:gd name="connsiteX33" fmla="*/ 4676 w 2253411"/>
              <a:gd name="connsiteY33" fmla="*/ 348080 h 440942"/>
              <a:gd name="connsiteX34" fmla="*/ 4680 w 2253411"/>
              <a:gd name="connsiteY34" fmla="*/ 348080 h 440942"/>
              <a:gd name="connsiteX35" fmla="*/ 80176 w 2253411"/>
              <a:gd name="connsiteY35" fmla="*/ 348080 h 440942"/>
              <a:gd name="connsiteX36" fmla="*/ 84298 w 2253411"/>
              <a:gd name="connsiteY36" fmla="*/ 343970 h 440942"/>
              <a:gd name="connsiteX37" fmla="*/ 84298 w 2253411"/>
              <a:gd name="connsiteY37" fmla="*/ 343959 h 440942"/>
              <a:gd name="connsiteX38" fmla="*/ 80176 w 2253411"/>
              <a:gd name="connsiteY38" fmla="*/ 339849 h 440942"/>
              <a:gd name="connsiteX39" fmla="*/ 98412 w 2253411"/>
              <a:gd name="connsiteY39" fmla="*/ 45530 h 440942"/>
              <a:gd name="connsiteX40" fmla="*/ 94292 w 2253411"/>
              <a:gd name="connsiteY40" fmla="*/ 41422 h 440942"/>
              <a:gd name="connsiteX41" fmla="*/ 94289 w 2253411"/>
              <a:gd name="connsiteY41" fmla="*/ 41422 h 440942"/>
              <a:gd name="connsiteX42" fmla="*/ 30459 w 2253411"/>
              <a:gd name="connsiteY42" fmla="*/ 41422 h 440942"/>
              <a:gd name="connsiteX43" fmla="*/ 26351 w 2253411"/>
              <a:gd name="connsiteY43" fmla="*/ 45518 h 440942"/>
              <a:gd name="connsiteX44" fmla="*/ 26351 w 2253411"/>
              <a:gd name="connsiteY44" fmla="*/ 45530 h 440942"/>
              <a:gd name="connsiteX45" fmla="*/ 26351 w 2253411"/>
              <a:gd name="connsiteY45" fmla="*/ 133916 h 440942"/>
              <a:gd name="connsiteX46" fmla="*/ 30456 w 2253411"/>
              <a:gd name="connsiteY46" fmla="*/ 138039 h 440942"/>
              <a:gd name="connsiteX47" fmla="*/ 30459 w 2253411"/>
              <a:gd name="connsiteY47" fmla="*/ 138039 h 440942"/>
              <a:gd name="connsiteX48" fmla="*/ 80191 w 2253411"/>
              <a:gd name="connsiteY48" fmla="*/ 138039 h 440942"/>
              <a:gd name="connsiteX49" fmla="*/ 84300 w 2253411"/>
              <a:gd name="connsiteY49" fmla="*/ 133916 h 440942"/>
              <a:gd name="connsiteX50" fmla="*/ 80191 w 2253411"/>
              <a:gd name="connsiteY50" fmla="*/ 129808 h 440942"/>
              <a:gd name="connsiteX51" fmla="*/ 34582 w 2253411"/>
              <a:gd name="connsiteY51" fmla="*/ 129808 h 440942"/>
              <a:gd name="connsiteX52" fmla="*/ 34582 w 2253411"/>
              <a:gd name="connsiteY52" fmla="*/ 49653 h 440942"/>
              <a:gd name="connsiteX53" fmla="*/ 94291 w 2253411"/>
              <a:gd name="connsiteY53" fmla="*/ 49653 h 440942"/>
              <a:gd name="connsiteX54" fmla="*/ 98413 w 2253411"/>
              <a:gd name="connsiteY54" fmla="*/ 45540 h 440942"/>
              <a:gd name="connsiteX55" fmla="*/ 98413 w 2253411"/>
              <a:gd name="connsiteY55" fmla="*/ 45530 h 440942"/>
              <a:gd name="connsiteX56" fmla="*/ 271146 w 2253411"/>
              <a:gd name="connsiteY56" fmla="*/ 190835 h 440942"/>
              <a:gd name="connsiteX57" fmla="*/ 271146 w 2253411"/>
              <a:gd name="connsiteY57" fmla="*/ 150874 h 440942"/>
              <a:gd name="connsiteX58" fmla="*/ 267039 w 2253411"/>
              <a:gd name="connsiteY58" fmla="*/ 146752 h 440942"/>
              <a:gd name="connsiteX59" fmla="*/ 267037 w 2253411"/>
              <a:gd name="connsiteY59" fmla="*/ 146752 h 440942"/>
              <a:gd name="connsiteX60" fmla="*/ 262900 w 2253411"/>
              <a:gd name="connsiteY60" fmla="*/ 150873 h 440942"/>
              <a:gd name="connsiteX61" fmla="*/ 262900 w 2253411"/>
              <a:gd name="connsiteY61" fmla="*/ 150874 h 440942"/>
              <a:gd name="connsiteX62" fmla="*/ 262900 w 2253411"/>
              <a:gd name="connsiteY62" fmla="*/ 186698 h 440942"/>
              <a:gd name="connsiteX63" fmla="*/ 192929 w 2253411"/>
              <a:gd name="connsiteY63" fmla="*/ 186698 h 440942"/>
              <a:gd name="connsiteX64" fmla="*/ 192929 w 2253411"/>
              <a:gd name="connsiteY64" fmla="*/ 93846 h 440942"/>
              <a:gd name="connsiteX65" fmla="*/ 234730 w 2253411"/>
              <a:gd name="connsiteY65" fmla="*/ 93846 h 440942"/>
              <a:gd name="connsiteX66" fmla="*/ 238853 w 2253411"/>
              <a:gd name="connsiteY66" fmla="*/ 89738 h 440942"/>
              <a:gd name="connsiteX67" fmla="*/ 234730 w 2253411"/>
              <a:gd name="connsiteY67" fmla="*/ 85602 h 440942"/>
              <a:gd name="connsiteX68" fmla="*/ 192929 w 2253411"/>
              <a:gd name="connsiteY68" fmla="*/ 85602 h 440942"/>
              <a:gd name="connsiteX69" fmla="*/ 192929 w 2253411"/>
              <a:gd name="connsiteY69" fmla="*/ 8058 h 440942"/>
              <a:gd name="connsiteX70" fmla="*/ 256951 w 2253411"/>
              <a:gd name="connsiteY70" fmla="*/ 8058 h 440942"/>
              <a:gd name="connsiteX71" fmla="*/ 261072 w 2253411"/>
              <a:gd name="connsiteY71" fmla="*/ 3946 h 440942"/>
              <a:gd name="connsiteX72" fmla="*/ 261072 w 2253411"/>
              <a:gd name="connsiteY72" fmla="*/ 3935 h 440942"/>
              <a:gd name="connsiteX73" fmla="*/ 256954 w 2253411"/>
              <a:gd name="connsiteY73" fmla="*/ -175 h 440942"/>
              <a:gd name="connsiteX74" fmla="*/ 256951 w 2253411"/>
              <a:gd name="connsiteY74" fmla="*/ -175 h 440942"/>
              <a:gd name="connsiteX75" fmla="*/ 120686 w 2253411"/>
              <a:gd name="connsiteY75" fmla="*/ -175 h 440942"/>
              <a:gd name="connsiteX76" fmla="*/ 116578 w 2253411"/>
              <a:gd name="connsiteY76" fmla="*/ 3935 h 440942"/>
              <a:gd name="connsiteX77" fmla="*/ 120685 w 2253411"/>
              <a:gd name="connsiteY77" fmla="*/ 8058 h 440942"/>
              <a:gd name="connsiteX78" fmla="*/ 120686 w 2253411"/>
              <a:gd name="connsiteY78" fmla="*/ 8058 h 440942"/>
              <a:gd name="connsiteX79" fmla="*/ 184696 w 2253411"/>
              <a:gd name="connsiteY79" fmla="*/ 8058 h 440942"/>
              <a:gd name="connsiteX80" fmla="*/ 184696 w 2253411"/>
              <a:gd name="connsiteY80" fmla="*/ 85629 h 440942"/>
              <a:gd name="connsiteX81" fmla="*/ 141436 w 2253411"/>
              <a:gd name="connsiteY81" fmla="*/ 85629 h 440942"/>
              <a:gd name="connsiteX82" fmla="*/ 137315 w 2253411"/>
              <a:gd name="connsiteY82" fmla="*/ 89752 h 440942"/>
              <a:gd name="connsiteX83" fmla="*/ 141435 w 2253411"/>
              <a:gd name="connsiteY83" fmla="*/ 93860 h 440942"/>
              <a:gd name="connsiteX84" fmla="*/ 141436 w 2253411"/>
              <a:gd name="connsiteY84" fmla="*/ 93860 h 440942"/>
              <a:gd name="connsiteX85" fmla="*/ 184696 w 2253411"/>
              <a:gd name="connsiteY85" fmla="*/ 93860 h 440942"/>
              <a:gd name="connsiteX86" fmla="*/ 184696 w 2253411"/>
              <a:gd name="connsiteY86" fmla="*/ 186698 h 440942"/>
              <a:gd name="connsiteX87" fmla="*/ 114724 w 2253411"/>
              <a:gd name="connsiteY87" fmla="*/ 186698 h 440942"/>
              <a:gd name="connsiteX88" fmla="*/ 114724 w 2253411"/>
              <a:gd name="connsiteY88" fmla="*/ 150874 h 440942"/>
              <a:gd name="connsiteX89" fmla="*/ 110611 w 2253411"/>
              <a:gd name="connsiteY89" fmla="*/ 146752 h 440942"/>
              <a:gd name="connsiteX90" fmla="*/ 110602 w 2253411"/>
              <a:gd name="connsiteY90" fmla="*/ 146752 h 440942"/>
              <a:gd name="connsiteX91" fmla="*/ 106479 w 2253411"/>
              <a:gd name="connsiteY91" fmla="*/ 150874 h 440942"/>
              <a:gd name="connsiteX92" fmla="*/ 106479 w 2253411"/>
              <a:gd name="connsiteY92" fmla="*/ 190835 h 440942"/>
              <a:gd name="connsiteX93" fmla="*/ 110598 w 2253411"/>
              <a:gd name="connsiteY93" fmla="*/ 194943 h 440942"/>
              <a:gd name="connsiteX94" fmla="*/ 110602 w 2253411"/>
              <a:gd name="connsiteY94" fmla="*/ 194943 h 440942"/>
              <a:gd name="connsiteX95" fmla="*/ 184696 w 2253411"/>
              <a:gd name="connsiteY95" fmla="*/ 194943 h 440942"/>
              <a:gd name="connsiteX96" fmla="*/ 184696 w 2253411"/>
              <a:gd name="connsiteY96" fmla="*/ 302418 h 440942"/>
              <a:gd name="connsiteX97" fmla="*/ 120523 w 2253411"/>
              <a:gd name="connsiteY97" fmla="*/ 302418 h 440942"/>
              <a:gd name="connsiteX98" fmla="*/ 120523 w 2253411"/>
              <a:gd name="connsiteY98" fmla="*/ 253744 h 440942"/>
              <a:gd name="connsiteX99" fmla="*/ 116395 w 2253411"/>
              <a:gd name="connsiteY99" fmla="*/ 249636 h 440942"/>
              <a:gd name="connsiteX100" fmla="*/ 116386 w 2253411"/>
              <a:gd name="connsiteY100" fmla="*/ 249636 h 440942"/>
              <a:gd name="connsiteX101" fmla="*/ 62189 w 2253411"/>
              <a:gd name="connsiteY101" fmla="*/ 249636 h 440942"/>
              <a:gd name="connsiteX102" fmla="*/ 62189 w 2253411"/>
              <a:gd name="connsiteY102" fmla="*/ 210170 h 440942"/>
              <a:gd name="connsiteX103" fmla="*/ 58084 w 2253411"/>
              <a:gd name="connsiteY103" fmla="*/ 206047 h 440942"/>
              <a:gd name="connsiteX104" fmla="*/ 58081 w 2253411"/>
              <a:gd name="connsiteY104" fmla="*/ 206047 h 440942"/>
              <a:gd name="connsiteX105" fmla="*/ 53958 w 2253411"/>
              <a:gd name="connsiteY105" fmla="*/ 210170 h 440942"/>
              <a:gd name="connsiteX106" fmla="*/ 53958 w 2253411"/>
              <a:gd name="connsiteY106" fmla="*/ 253744 h 440942"/>
              <a:gd name="connsiteX107" fmla="*/ 58081 w 2253411"/>
              <a:gd name="connsiteY107" fmla="*/ 257867 h 440942"/>
              <a:gd name="connsiteX108" fmla="*/ 112277 w 2253411"/>
              <a:gd name="connsiteY108" fmla="*/ 257867 h 440942"/>
              <a:gd name="connsiteX109" fmla="*/ 112277 w 2253411"/>
              <a:gd name="connsiteY109" fmla="*/ 380182 h 440942"/>
              <a:gd name="connsiteX110" fmla="*/ 116382 w 2253411"/>
              <a:gd name="connsiteY110" fmla="*/ 384304 h 440942"/>
              <a:gd name="connsiteX111" fmla="*/ 116386 w 2253411"/>
              <a:gd name="connsiteY111" fmla="*/ 384304 h 440942"/>
              <a:gd name="connsiteX112" fmla="*/ 120523 w 2253411"/>
              <a:gd name="connsiteY112" fmla="*/ 380182 h 440942"/>
              <a:gd name="connsiteX113" fmla="*/ 120523 w 2253411"/>
              <a:gd name="connsiteY113" fmla="*/ 310649 h 440942"/>
              <a:gd name="connsiteX114" fmla="*/ 184696 w 2253411"/>
              <a:gd name="connsiteY114" fmla="*/ 310649 h 440942"/>
              <a:gd name="connsiteX115" fmla="*/ 184696 w 2253411"/>
              <a:gd name="connsiteY115" fmla="*/ 432537 h 440942"/>
              <a:gd name="connsiteX116" fmla="*/ 131736 w 2253411"/>
              <a:gd name="connsiteY116" fmla="*/ 432537 h 440942"/>
              <a:gd name="connsiteX117" fmla="*/ 127628 w 2253411"/>
              <a:gd name="connsiteY117" fmla="*/ 436615 h 440942"/>
              <a:gd name="connsiteX118" fmla="*/ 127628 w 2253411"/>
              <a:gd name="connsiteY118" fmla="*/ 436646 h 440942"/>
              <a:gd name="connsiteX119" fmla="*/ 131716 w 2253411"/>
              <a:gd name="connsiteY119" fmla="*/ 440768 h 440942"/>
              <a:gd name="connsiteX120" fmla="*/ 131736 w 2253411"/>
              <a:gd name="connsiteY120" fmla="*/ 440768 h 440942"/>
              <a:gd name="connsiteX121" fmla="*/ 245888 w 2253411"/>
              <a:gd name="connsiteY121" fmla="*/ 440768 h 440942"/>
              <a:gd name="connsiteX122" fmla="*/ 250011 w 2253411"/>
              <a:gd name="connsiteY122" fmla="*/ 436657 h 440942"/>
              <a:gd name="connsiteX123" fmla="*/ 250011 w 2253411"/>
              <a:gd name="connsiteY123" fmla="*/ 436646 h 440942"/>
              <a:gd name="connsiteX124" fmla="*/ 245909 w 2253411"/>
              <a:gd name="connsiteY124" fmla="*/ 432537 h 440942"/>
              <a:gd name="connsiteX125" fmla="*/ 245888 w 2253411"/>
              <a:gd name="connsiteY125" fmla="*/ 432537 h 440942"/>
              <a:gd name="connsiteX126" fmla="*/ 192929 w 2253411"/>
              <a:gd name="connsiteY126" fmla="*/ 432537 h 440942"/>
              <a:gd name="connsiteX127" fmla="*/ 192929 w 2253411"/>
              <a:gd name="connsiteY127" fmla="*/ 310649 h 440942"/>
              <a:gd name="connsiteX128" fmla="*/ 257116 w 2253411"/>
              <a:gd name="connsiteY128" fmla="*/ 310649 h 440942"/>
              <a:gd name="connsiteX129" fmla="*/ 257116 w 2253411"/>
              <a:gd name="connsiteY129" fmla="*/ 380182 h 440942"/>
              <a:gd name="connsiteX130" fmla="*/ 261250 w 2253411"/>
              <a:gd name="connsiteY130" fmla="*/ 384304 h 440942"/>
              <a:gd name="connsiteX131" fmla="*/ 265358 w 2253411"/>
              <a:gd name="connsiteY131" fmla="*/ 380182 h 440942"/>
              <a:gd name="connsiteX132" fmla="*/ 265358 w 2253411"/>
              <a:gd name="connsiteY132" fmla="*/ 257867 h 440942"/>
              <a:gd name="connsiteX133" fmla="*/ 319557 w 2253411"/>
              <a:gd name="connsiteY133" fmla="*/ 257867 h 440942"/>
              <a:gd name="connsiteX134" fmla="*/ 323665 w 2253411"/>
              <a:gd name="connsiteY134" fmla="*/ 253748 h 440942"/>
              <a:gd name="connsiteX135" fmla="*/ 323665 w 2253411"/>
              <a:gd name="connsiteY135" fmla="*/ 253744 h 440942"/>
              <a:gd name="connsiteX136" fmla="*/ 323665 w 2253411"/>
              <a:gd name="connsiteY136" fmla="*/ 210170 h 440942"/>
              <a:gd name="connsiteX137" fmla="*/ 319557 w 2253411"/>
              <a:gd name="connsiteY137" fmla="*/ 206047 h 440942"/>
              <a:gd name="connsiteX138" fmla="*/ 315434 w 2253411"/>
              <a:gd name="connsiteY138" fmla="*/ 210170 h 440942"/>
              <a:gd name="connsiteX139" fmla="*/ 315434 w 2253411"/>
              <a:gd name="connsiteY139" fmla="*/ 249636 h 440942"/>
              <a:gd name="connsiteX140" fmla="*/ 261250 w 2253411"/>
              <a:gd name="connsiteY140" fmla="*/ 249636 h 440942"/>
              <a:gd name="connsiteX141" fmla="*/ 257115 w 2253411"/>
              <a:gd name="connsiteY141" fmla="*/ 253733 h 440942"/>
              <a:gd name="connsiteX142" fmla="*/ 257115 w 2253411"/>
              <a:gd name="connsiteY142" fmla="*/ 253744 h 440942"/>
              <a:gd name="connsiteX143" fmla="*/ 257115 w 2253411"/>
              <a:gd name="connsiteY143" fmla="*/ 302416 h 440942"/>
              <a:gd name="connsiteX144" fmla="*/ 192927 w 2253411"/>
              <a:gd name="connsiteY144" fmla="*/ 302416 h 440942"/>
              <a:gd name="connsiteX145" fmla="*/ 192927 w 2253411"/>
              <a:gd name="connsiteY145" fmla="*/ 194943 h 440942"/>
              <a:gd name="connsiteX146" fmla="*/ 267036 w 2253411"/>
              <a:gd name="connsiteY146" fmla="*/ 194943 h 440942"/>
              <a:gd name="connsiteX147" fmla="*/ 271144 w 2253411"/>
              <a:gd name="connsiteY147" fmla="*/ 190849 h 440942"/>
              <a:gd name="connsiteX148" fmla="*/ 271144 w 2253411"/>
              <a:gd name="connsiteY148" fmla="*/ 190835 h 440942"/>
              <a:gd name="connsiteX149" fmla="*/ 351285 w 2253411"/>
              <a:gd name="connsiteY149" fmla="*/ 133931 h 440942"/>
              <a:gd name="connsiteX150" fmla="*/ 351285 w 2253411"/>
              <a:gd name="connsiteY150" fmla="*/ 45545 h 440942"/>
              <a:gd name="connsiteX151" fmla="*/ 347175 w 2253411"/>
              <a:gd name="connsiteY151" fmla="*/ 41422 h 440942"/>
              <a:gd name="connsiteX152" fmla="*/ 347164 w 2253411"/>
              <a:gd name="connsiteY152" fmla="*/ 41422 h 440942"/>
              <a:gd name="connsiteX153" fmla="*/ 283332 w 2253411"/>
              <a:gd name="connsiteY153" fmla="*/ 41422 h 440942"/>
              <a:gd name="connsiteX154" fmla="*/ 279224 w 2253411"/>
              <a:gd name="connsiteY154" fmla="*/ 45524 h 440942"/>
              <a:gd name="connsiteX155" fmla="*/ 279224 w 2253411"/>
              <a:gd name="connsiteY155" fmla="*/ 45545 h 440942"/>
              <a:gd name="connsiteX156" fmla="*/ 283332 w 2253411"/>
              <a:gd name="connsiteY156" fmla="*/ 49653 h 440942"/>
              <a:gd name="connsiteX157" fmla="*/ 343054 w 2253411"/>
              <a:gd name="connsiteY157" fmla="*/ 49653 h 440942"/>
              <a:gd name="connsiteX158" fmla="*/ 343054 w 2253411"/>
              <a:gd name="connsiteY158" fmla="*/ 129808 h 440942"/>
              <a:gd name="connsiteX159" fmla="*/ 297460 w 2253411"/>
              <a:gd name="connsiteY159" fmla="*/ 129808 h 440942"/>
              <a:gd name="connsiteX160" fmla="*/ 293338 w 2253411"/>
              <a:gd name="connsiteY160" fmla="*/ 133918 h 440942"/>
              <a:gd name="connsiteX161" fmla="*/ 293338 w 2253411"/>
              <a:gd name="connsiteY161" fmla="*/ 133931 h 440942"/>
              <a:gd name="connsiteX162" fmla="*/ 297460 w 2253411"/>
              <a:gd name="connsiteY162" fmla="*/ 138039 h 440942"/>
              <a:gd name="connsiteX163" fmla="*/ 347164 w 2253411"/>
              <a:gd name="connsiteY163" fmla="*/ 138039 h 440942"/>
              <a:gd name="connsiteX164" fmla="*/ 351285 w 2253411"/>
              <a:gd name="connsiteY164" fmla="*/ 133931 h 440942"/>
              <a:gd name="connsiteX165" fmla="*/ 377065 w 2253411"/>
              <a:gd name="connsiteY165" fmla="*/ 343972 h 440942"/>
              <a:gd name="connsiteX166" fmla="*/ 377065 w 2253411"/>
              <a:gd name="connsiteY166" fmla="*/ 177629 h 440942"/>
              <a:gd name="connsiteX167" fmla="*/ 372946 w 2253411"/>
              <a:gd name="connsiteY167" fmla="*/ 173521 h 440942"/>
              <a:gd name="connsiteX168" fmla="*/ 372943 w 2253411"/>
              <a:gd name="connsiteY168" fmla="*/ 173521 h 440942"/>
              <a:gd name="connsiteX169" fmla="*/ 368834 w 2253411"/>
              <a:gd name="connsiteY169" fmla="*/ 177617 h 440942"/>
              <a:gd name="connsiteX170" fmla="*/ 368834 w 2253411"/>
              <a:gd name="connsiteY170" fmla="*/ 177629 h 440942"/>
              <a:gd name="connsiteX171" fmla="*/ 368834 w 2253411"/>
              <a:gd name="connsiteY171" fmla="*/ 339836 h 440942"/>
              <a:gd name="connsiteX172" fmla="*/ 297460 w 2253411"/>
              <a:gd name="connsiteY172" fmla="*/ 339836 h 440942"/>
              <a:gd name="connsiteX173" fmla="*/ 293338 w 2253411"/>
              <a:gd name="connsiteY173" fmla="*/ 343970 h 440942"/>
              <a:gd name="connsiteX174" fmla="*/ 293338 w 2253411"/>
              <a:gd name="connsiteY174" fmla="*/ 343972 h 440942"/>
              <a:gd name="connsiteX175" fmla="*/ 297438 w 2253411"/>
              <a:gd name="connsiteY175" fmla="*/ 348080 h 440942"/>
              <a:gd name="connsiteX176" fmla="*/ 297460 w 2253411"/>
              <a:gd name="connsiteY176" fmla="*/ 348080 h 440942"/>
              <a:gd name="connsiteX177" fmla="*/ 372943 w 2253411"/>
              <a:gd name="connsiteY177" fmla="*/ 348080 h 440942"/>
              <a:gd name="connsiteX178" fmla="*/ 377065 w 2253411"/>
              <a:gd name="connsiteY178" fmla="*/ 343992 h 440942"/>
              <a:gd name="connsiteX179" fmla="*/ 377065 w 2253411"/>
              <a:gd name="connsiteY179" fmla="*/ 343972 h 440942"/>
              <a:gd name="connsiteX180" fmla="*/ 577721 w 2253411"/>
              <a:gd name="connsiteY180" fmla="*/ 299806 h 440942"/>
              <a:gd name="connsiteX181" fmla="*/ 609683 w 2253411"/>
              <a:gd name="connsiteY181" fmla="*/ 299806 h 440942"/>
              <a:gd name="connsiteX182" fmla="*/ 609683 w 2253411"/>
              <a:gd name="connsiteY182" fmla="*/ 196098 h 440942"/>
              <a:gd name="connsiteX183" fmla="*/ 551186 w 2253411"/>
              <a:gd name="connsiteY183" fmla="*/ 131498 h 440942"/>
              <a:gd name="connsiteX184" fmla="*/ 500878 w 2253411"/>
              <a:gd name="connsiteY184" fmla="*/ 159709 h 440942"/>
              <a:gd name="connsiteX185" fmla="*/ 500878 w 2253411"/>
              <a:gd name="connsiteY185" fmla="*/ 136254 h 440942"/>
              <a:gd name="connsiteX186" fmla="*/ 469601 w 2253411"/>
              <a:gd name="connsiteY186" fmla="*/ 136254 h 440942"/>
              <a:gd name="connsiteX187" fmla="*/ 469601 w 2253411"/>
              <a:gd name="connsiteY187" fmla="*/ 299806 h 440942"/>
              <a:gd name="connsiteX188" fmla="*/ 501565 w 2253411"/>
              <a:gd name="connsiteY188" fmla="*/ 299806 h 440942"/>
              <a:gd name="connsiteX189" fmla="*/ 501565 w 2253411"/>
              <a:gd name="connsiteY189" fmla="*/ 205278 h 440942"/>
              <a:gd name="connsiteX190" fmla="*/ 539629 w 2253411"/>
              <a:gd name="connsiteY190" fmla="*/ 160396 h 440942"/>
              <a:gd name="connsiteX191" fmla="*/ 577721 w 2253411"/>
              <a:gd name="connsiteY191" fmla="*/ 201540 h 440942"/>
              <a:gd name="connsiteX192" fmla="*/ 766751 w 2253411"/>
              <a:gd name="connsiteY192" fmla="*/ 201196 h 440942"/>
              <a:gd name="connsiteX193" fmla="*/ 677320 w 2253411"/>
              <a:gd name="connsiteY193" fmla="*/ 201196 h 440942"/>
              <a:gd name="connsiteX194" fmla="*/ 721870 w 2253411"/>
              <a:gd name="connsiteY194" fmla="*/ 159366 h 440942"/>
              <a:gd name="connsiteX195" fmla="*/ 766751 w 2253411"/>
              <a:gd name="connsiteY195" fmla="*/ 201196 h 440942"/>
              <a:gd name="connsiteX196" fmla="*/ 799388 w 2253411"/>
              <a:gd name="connsiteY196" fmla="*/ 227044 h 440942"/>
              <a:gd name="connsiteX197" fmla="*/ 800075 w 2253411"/>
              <a:gd name="connsiteY197" fmla="*/ 216835 h 440942"/>
              <a:gd name="connsiteX198" fmla="*/ 721527 w 2253411"/>
              <a:gd name="connsiteY198" fmla="*/ 131155 h 440942"/>
              <a:gd name="connsiteX199" fmla="*/ 643324 w 2253411"/>
              <a:gd name="connsiteY199" fmla="*/ 217522 h 440942"/>
              <a:gd name="connsiteX200" fmla="*/ 725608 w 2253411"/>
              <a:gd name="connsiteY200" fmla="*/ 304904 h 440942"/>
              <a:gd name="connsiteX201" fmla="*/ 799044 w 2253411"/>
              <a:gd name="connsiteY201" fmla="*/ 253221 h 440942"/>
              <a:gd name="connsiteX202" fmla="*/ 771519 w 2253411"/>
              <a:gd name="connsiteY202" fmla="*/ 243698 h 440942"/>
              <a:gd name="connsiteX203" fmla="*/ 725608 w 2253411"/>
              <a:gd name="connsiteY203" fmla="*/ 276679 h 440942"/>
              <a:gd name="connsiteX204" fmla="*/ 676304 w 2253411"/>
              <a:gd name="connsiteY204" fmla="*/ 227044 h 440942"/>
              <a:gd name="connsiteX205" fmla="*/ 945791 w 2253411"/>
              <a:gd name="connsiteY205" fmla="*/ 299820 h 440942"/>
              <a:gd name="connsiteX206" fmla="*/ 976394 w 2253411"/>
              <a:gd name="connsiteY206" fmla="*/ 299820 h 440942"/>
              <a:gd name="connsiteX207" fmla="*/ 974677 w 2253411"/>
              <a:gd name="connsiteY207" fmla="*/ 269547 h 440942"/>
              <a:gd name="connsiteX208" fmla="*/ 974677 w 2253411"/>
              <a:gd name="connsiteY208" fmla="*/ 136254 h 440942"/>
              <a:gd name="connsiteX209" fmla="*/ 942727 w 2253411"/>
              <a:gd name="connsiteY209" fmla="*/ 136254 h 440942"/>
              <a:gd name="connsiteX210" fmla="*/ 942727 w 2253411"/>
              <a:gd name="connsiteY210" fmla="*/ 234863 h 440942"/>
              <a:gd name="connsiteX211" fmla="*/ 903948 w 2253411"/>
              <a:gd name="connsiteY211" fmla="*/ 276679 h 440942"/>
              <a:gd name="connsiteX212" fmla="*/ 866901 w 2253411"/>
              <a:gd name="connsiteY212" fmla="*/ 234519 h 440942"/>
              <a:gd name="connsiteX213" fmla="*/ 866901 w 2253411"/>
              <a:gd name="connsiteY213" fmla="*/ 136254 h 440942"/>
              <a:gd name="connsiteX214" fmla="*/ 834924 w 2253411"/>
              <a:gd name="connsiteY214" fmla="*/ 136254 h 440942"/>
              <a:gd name="connsiteX215" fmla="*/ 834924 w 2253411"/>
              <a:gd name="connsiteY215" fmla="*/ 239287 h 440942"/>
              <a:gd name="connsiteX216" fmla="*/ 896143 w 2253411"/>
              <a:gd name="connsiteY216" fmla="*/ 304903 h 440942"/>
              <a:gd name="connsiteX217" fmla="*/ 944418 w 2253411"/>
              <a:gd name="connsiteY217" fmla="*/ 280086 h 440942"/>
              <a:gd name="connsiteX218" fmla="*/ 945791 w 2253411"/>
              <a:gd name="connsiteY218" fmla="*/ 299818 h 440942"/>
              <a:gd name="connsiteX219" fmla="*/ 1098324 w 2253411"/>
              <a:gd name="connsiteY219" fmla="*/ 167541 h 440942"/>
              <a:gd name="connsiteX220" fmla="*/ 1112271 w 2253411"/>
              <a:gd name="connsiteY220" fmla="*/ 168559 h 440942"/>
              <a:gd name="connsiteX221" fmla="*/ 1112271 w 2253411"/>
              <a:gd name="connsiteY221" fmla="*/ 134563 h 440942"/>
              <a:gd name="connsiteX222" fmla="*/ 1101731 w 2253411"/>
              <a:gd name="connsiteY222" fmla="*/ 133532 h 440942"/>
              <a:gd name="connsiteX223" fmla="*/ 1052771 w 2253411"/>
              <a:gd name="connsiteY223" fmla="*/ 164808 h 440942"/>
              <a:gd name="connsiteX224" fmla="*/ 1052771 w 2253411"/>
              <a:gd name="connsiteY224" fmla="*/ 136266 h 440942"/>
              <a:gd name="connsiteX225" fmla="*/ 1021481 w 2253411"/>
              <a:gd name="connsiteY225" fmla="*/ 136266 h 440942"/>
              <a:gd name="connsiteX226" fmla="*/ 1021481 w 2253411"/>
              <a:gd name="connsiteY226" fmla="*/ 299806 h 440942"/>
              <a:gd name="connsiteX227" fmla="*/ 1053443 w 2253411"/>
              <a:gd name="connsiteY227" fmla="*/ 299806 h 440942"/>
              <a:gd name="connsiteX228" fmla="*/ 1053443 w 2253411"/>
              <a:gd name="connsiteY228" fmla="*/ 217851 h 440942"/>
              <a:gd name="connsiteX229" fmla="*/ 1098324 w 2253411"/>
              <a:gd name="connsiteY229" fmla="*/ 167543 h 440942"/>
              <a:gd name="connsiteX230" fmla="*/ 1263512 w 2253411"/>
              <a:gd name="connsiteY230" fmla="*/ 217865 h 440942"/>
              <a:gd name="connsiteX231" fmla="*/ 1212518 w 2253411"/>
              <a:gd name="connsiteY231" fmla="*/ 276350 h 440942"/>
              <a:gd name="connsiteX232" fmla="*/ 1161507 w 2253411"/>
              <a:gd name="connsiteY232" fmla="*/ 217865 h 440942"/>
              <a:gd name="connsiteX233" fmla="*/ 1212518 w 2253411"/>
              <a:gd name="connsiteY233" fmla="*/ 159709 h 440942"/>
              <a:gd name="connsiteX234" fmla="*/ 1263512 w 2253411"/>
              <a:gd name="connsiteY234" fmla="*/ 217865 h 440942"/>
              <a:gd name="connsiteX235" fmla="*/ 1296163 w 2253411"/>
              <a:gd name="connsiteY235" fmla="*/ 217865 h 440942"/>
              <a:gd name="connsiteX236" fmla="*/ 1212518 w 2253411"/>
              <a:gd name="connsiteY236" fmla="*/ 131169 h 440942"/>
              <a:gd name="connsiteX237" fmla="*/ 1128871 w 2253411"/>
              <a:gd name="connsiteY237" fmla="*/ 217865 h 440942"/>
              <a:gd name="connsiteX238" fmla="*/ 1212518 w 2253411"/>
              <a:gd name="connsiteY238" fmla="*/ 304904 h 440942"/>
              <a:gd name="connsiteX239" fmla="*/ 1296163 w 2253411"/>
              <a:gd name="connsiteY239" fmla="*/ 217865 h 440942"/>
              <a:gd name="connsiteX240" fmla="*/ 1388657 w 2253411"/>
              <a:gd name="connsiteY240" fmla="*/ 301496 h 440942"/>
              <a:gd name="connsiteX241" fmla="*/ 1410425 w 2253411"/>
              <a:gd name="connsiteY241" fmla="*/ 298446 h 440942"/>
              <a:gd name="connsiteX242" fmla="*/ 1410425 w 2253411"/>
              <a:gd name="connsiteY242" fmla="*/ 271237 h 440942"/>
              <a:gd name="connsiteX243" fmla="*/ 1397836 w 2253411"/>
              <a:gd name="connsiteY243" fmla="*/ 272612 h 440942"/>
              <a:gd name="connsiteX244" fmla="*/ 1375054 w 2253411"/>
              <a:gd name="connsiteY244" fmla="*/ 250158 h 440942"/>
              <a:gd name="connsiteX245" fmla="*/ 1375054 w 2253411"/>
              <a:gd name="connsiteY245" fmla="*/ 165152 h 440942"/>
              <a:gd name="connsiteX246" fmla="*/ 1410423 w 2253411"/>
              <a:gd name="connsiteY246" fmla="*/ 165152 h 440942"/>
              <a:gd name="connsiteX247" fmla="*/ 1410423 w 2253411"/>
              <a:gd name="connsiteY247" fmla="*/ 136254 h 440942"/>
              <a:gd name="connsiteX248" fmla="*/ 1375054 w 2253411"/>
              <a:gd name="connsiteY248" fmla="*/ 136254 h 440942"/>
              <a:gd name="connsiteX249" fmla="*/ 1375054 w 2253411"/>
              <a:gd name="connsiteY249" fmla="*/ 84585 h 440942"/>
              <a:gd name="connsiteX250" fmla="*/ 1345825 w 2253411"/>
              <a:gd name="connsiteY250" fmla="*/ 84585 h 440942"/>
              <a:gd name="connsiteX251" fmla="*/ 1345825 w 2253411"/>
              <a:gd name="connsiteY251" fmla="*/ 111092 h 440942"/>
              <a:gd name="connsiteX252" fmla="*/ 1320665 w 2253411"/>
              <a:gd name="connsiteY252" fmla="*/ 136254 h 440942"/>
              <a:gd name="connsiteX253" fmla="*/ 1311814 w 2253411"/>
              <a:gd name="connsiteY253" fmla="*/ 136254 h 440942"/>
              <a:gd name="connsiteX254" fmla="*/ 1311814 w 2253411"/>
              <a:gd name="connsiteY254" fmla="*/ 165152 h 440942"/>
              <a:gd name="connsiteX255" fmla="*/ 1343105 w 2253411"/>
              <a:gd name="connsiteY255" fmla="*/ 165152 h 440942"/>
              <a:gd name="connsiteX256" fmla="*/ 1343105 w 2253411"/>
              <a:gd name="connsiteY256" fmla="*/ 254911 h 440942"/>
              <a:gd name="connsiteX257" fmla="*/ 1388657 w 2253411"/>
              <a:gd name="connsiteY257" fmla="*/ 301496 h 440942"/>
              <a:gd name="connsiteX258" fmla="*/ 1564344 w 2253411"/>
              <a:gd name="connsiteY258" fmla="*/ 217865 h 440942"/>
              <a:gd name="connsiteX259" fmla="*/ 1513349 w 2253411"/>
              <a:gd name="connsiteY259" fmla="*/ 276350 h 440942"/>
              <a:gd name="connsiteX260" fmla="*/ 1462340 w 2253411"/>
              <a:gd name="connsiteY260" fmla="*/ 217865 h 440942"/>
              <a:gd name="connsiteX261" fmla="*/ 1513349 w 2253411"/>
              <a:gd name="connsiteY261" fmla="*/ 159709 h 440942"/>
              <a:gd name="connsiteX262" fmla="*/ 1564344 w 2253411"/>
              <a:gd name="connsiteY262" fmla="*/ 217865 h 440942"/>
              <a:gd name="connsiteX263" fmla="*/ 1596994 w 2253411"/>
              <a:gd name="connsiteY263" fmla="*/ 217865 h 440942"/>
              <a:gd name="connsiteX264" fmla="*/ 1513349 w 2253411"/>
              <a:gd name="connsiteY264" fmla="*/ 131169 h 440942"/>
              <a:gd name="connsiteX265" fmla="*/ 1429704 w 2253411"/>
              <a:gd name="connsiteY265" fmla="*/ 217865 h 440942"/>
              <a:gd name="connsiteX266" fmla="*/ 1513349 w 2253411"/>
              <a:gd name="connsiteY266" fmla="*/ 304904 h 440942"/>
              <a:gd name="connsiteX267" fmla="*/ 1596994 w 2253411"/>
              <a:gd name="connsiteY267" fmla="*/ 217865 h 440942"/>
              <a:gd name="connsiteX268" fmla="*/ 1709456 w 2253411"/>
              <a:gd name="connsiteY268" fmla="*/ 167543 h 440942"/>
              <a:gd name="connsiteX269" fmla="*/ 1723392 w 2253411"/>
              <a:gd name="connsiteY269" fmla="*/ 168560 h 440942"/>
              <a:gd name="connsiteX270" fmla="*/ 1723392 w 2253411"/>
              <a:gd name="connsiteY270" fmla="*/ 134563 h 440942"/>
              <a:gd name="connsiteX271" fmla="*/ 1712851 w 2253411"/>
              <a:gd name="connsiteY271" fmla="*/ 133532 h 440942"/>
              <a:gd name="connsiteX272" fmla="*/ 1663890 w 2253411"/>
              <a:gd name="connsiteY272" fmla="*/ 164808 h 440942"/>
              <a:gd name="connsiteX273" fmla="*/ 1663890 w 2253411"/>
              <a:gd name="connsiteY273" fmla="*/ 136266 h 440942"/>
              <a:gd name="connsiteX274" fmla="*/ 1632614 w 2253411"/>
              <a:gd name="connsiteY274" fmla="*/ 136266 h 440942"/>
              <a:gd name="connsiteX275" fmla="*/ 1632614 w 2253411"/>
              <a:gd name="connsiteY275" fmla="*/ 299806 h 440942"/>
              <a:gd name="connsiteX276" fmla="*/ 1664564 w 2253411"/>
              <a:gd name="connsiteY276" fmla="*/ 299806 h 440942"/>
              <a:gd name="connsiteX277" fmla="*/ 1664564 w 2253411"/>
              <a:gd name="connsiteY277" fmla="*/ 217851 h 440942"/>
              <a:gd name="connsiteX278" fmla="*/ 1709456 w 2253411"/>
              <a:gd name="connsiteY278" fmla="*/ 167543 h 440942"/>
              <a:gd name="connsiteX279" fmla="*/ 1790286 w 2253411"/>
              <a:gd name="connsiteY279" fmla="*/ 74360 h 440942"/>
              <a:gd name="connsiteX280" fmla="*/ 1767488 w 2253411"/>
              <a:gd name="connsiteY280" fmla="*/ 51248 h 440942"/>
              <a:gd name="connsiteX281" fmla="*/ 1744374 w 2253411"/>
              <a:gd name="connsiteY281" fmla="*/ 74045 h 440942"/>
              <a:gd name="connsiteX282" fmla="*/ 1767159 w 2253411"/>
              <a:gd name="connsiteY282" fmla="*/ 97158 h 440942"/>
              <a:gd name="connsiteX283" fmla="*/ 1790286 w 2253411"/>
              <a:gd name="connsiteY283" fmla="*/ 74401 h 440942"/>
              <a:gd name="connsiteX284" fmla="*/ 1790286 w 2253411"/>
              <a:gd name="connsiteY284" fmla="*/ 74362 h 440942"/>
              <a:gd name="connsiteX285" fmla="*/ 1937899 w 2253411"/>
              <a:gd name="connsiteY285" fmla="*/ 299820 h 440942"/>
              <a:gd name="connsiteX286" fmla="*/ 1968489 w 2253411"/>
              <a:gd name="connsiteY286" fmla="*/ 299820 h 440942"/>
              <a:gd name="connsiteX287" fmla="*/ 1966785 w 2253411"/>
              <a:gd name="connsiteY287" fmla="*/ 269547 h 440942"/>
              <a:gd name="connsiteX288" fmla="*/ 1966785 w 2253411"/>
              <a:gd name="connsiteY288" fmla="*/ 136254 h 440942"/>
              <a:gd name="connsiteX289" fmla="*/ 1934821 w 2253411"/>
              <a:gd name="connsiteY289" fmla="*/ 136254 h 440942"/>
              <a:gd name="connsiteX290" fmla="*/ 1934821 w 2253411"/>
              <a:gd name="connsiteY290" fmla="*/ 234863 h 440942"/>
              <a:gd name="connsiteX291" fmla="*/ 1896069 w 2253411"/>
              <a:gd name="connsiteY291" fmla="*/ 276679 h 440942"/>
              <a:gd name="connsiteX292" fmla="*/ 1859008 w 2253411"/>
              <a:gd name="connsiteY292" fmla="*/ 234519 h 440942"/>
              <a:gd name="connsiteX293" fmla="*/ 1859008 w 2253411"/>
              <a:gd name="connsiteY293" fmla="*/ 136254 h 440942"/>
              <a:gd name="connsiteX294" fmla="*/ 1827032 w 2253411"/>
              <a:gd name="connsiteY294" fmla="*/ 136254 h 440942"/>
              <a:gd name="connsiteX295" fmla="*/ 1827032 w 2253411"/>
              <a:gd name="connsiteY295" fmla="*/ 239287 h 440942"/>
              <a:gd name="connsiteX296" fmla="*/ 1888249 w 2253411"/>
              <a:gd name="connsiteY296" fmla="*/ 304903 h 440942"/>
              <a:gd name="connsiteX297" fmla="*/ 1936524 w 2253411"/>
              <a:gd name="connsiteY297" fmla="*/ 280086 h 440942"/>
              <a:gd name="connsiteX298" fmla="*/ 1937899 w 2253411"/>
              <a:gd name="connsiteY298" fmla="*/ 299818 h 440942"/>
              <a:gd name="connsiteX299" fmla="*/ 2253984 w 2253411"/>
              <a:gd name="connsiteY299" fmla="*/ 299806 h 440942"/>
              <a:gd name="connsiteX300" fmla="*/ 2253984 w 2253411"/>
              <a:gd name="connsiteY300" fmla="*/ 193721 h 440942"/>
              <a:gd name="connsiteX301" fmla="*/ 2197547 w 2253411"/>
              <a:gd name="connsiteY301" fmla="*/ 131498 h 440942"/>
              <a:gd name="connsiteX302" fmla="*/ 2142800 w 2253411"/>
              <a:gd name="connsiteY302" fmla="*/ 162431 h 440942"/>
              <a:gd name="connsiteX303" fmla="*/ 2093839 w 2253411"/>
              <a:gd name="connsiteY303" fmla="*/ 131498 h 440942"/>
              <a:gd name="connsiteX304" fmla="*/ 2044204 w 2253411"/>
              <a:gd name="connsiteY304" fmla="*/ 158005 h 440942"/>
              <a:gd name="connsiteX305" fmla="*/ 2044204 w 2253411"/>
              <a:gd name="connsiteY305" fmla="*/ 136254 h 440942"/>
              <a:gd name="connsiteX306" fmla="*/ 2013588 w 2253411"/>
              <a:gd name="connsiteY306" fmla="*/ 136254 h 440942"/>
              <a:gd name="connsiteX307" fmla="*/ 2013588 w 2253411"/>
              <a:gd name="connsiteY307" fmla="*/ 299806 h 440942"/>
              <a:gd name="connsiteX308" fmla="*/ 2045221 w 2253411"/>
              <a:gd name="connsiteY308" fmla="*/ 299806 h 440942"/>
              <a:gd name="connsiteX309" fmla="*/ 2045221 w 2253411"/>
              <a:gd name="connsiteY309" fmla="*/ 201209 h 440942"/>
              <a:gd name="connsiteX310" fmla="*/ 2083299 w 2253411"/>
              <a:gd name="connsiteY310" fmla="*/ 159709 h 440942"/>
              <a:gd name="connsiteX311" fmla="*/ 2117971 w 2253411"/>
              <a:gd name="connsiteY311" fmla="*/ 197115 h 440942"/>
              <a:gd name="connsiteX312" fmla="*/ 2117971 w 2253411"/>
              <a:gd name="connsiteY312" fmla="*/ 299807 h 440942"/>
              <a:gd name="connsiteX313" fmla="*/ 2149932 w 2253411"/>
              <a:gd name="connsiteY313" fmla="*/ 299807 h 440942"/>
              <a:gd name="connsiteX314" fmla="*/ 2149932 w 2253411"/>
              <a:gd name="connsiteY314" fmla="*/ 200867 h 440942"/>
              <a:gd name="connsiteX315" fmla="*/ 2187682 w 2253411"/>
              <a:gd name="connsiteY315" fmla="*/ 159711 h 440942"/>
              <a:gd name="connsiteX316" fmla="*/ 2222364 w 2253411"/>
              <a:gd name="connsiteY316" fmla="*/ 197115 h 440942"/>
              <a:gd name="connsiteX317" fmla="*/ 2222364 w 2253411"/>
              <a:gd name="connsiteY317" fmla="*/ 299807 h 440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Lst>
            <a:rect l="l" t="t" r="r" b="b"/>
            <a:pathLst>
              <a:path w="2253411" h="440942">
                <a:moveTo>
                  <a:pt x="1783139" y="136254"/>
                </a:moveTo>
                <a:lnTo>
                  <a:pt x="1751520" y="136254"/>
                </a:lnTo>
                <a:lnTo>
                  <a:pt x="1751520" y="299806"/>
                </a:lnTo>
                <a:lnTo>
                  <a:pt x="1783139" y="299806"/>
                </a:lnTo>
                <a:close/>
                <a:moveTo>
                  <a:pt x="293338" y="409024"/>
                </a:moveTo>
                <a:cubicBezTo>
                  <a:pt x="293335" y="411298"/>
                  <a:pt x="295174" y="413144"/>
                  <a:pt x="297448" y="413147"/>
                </a:cubicBezTo>
                <a:cubicBezTo>
                  <a:pt x="297452" y="413147"/>
                  <a:pt x="297456" y="413147"/>
                  <a:pt x="297460" y="413147"/>
                </a:cubicBezTo>
                <a:lnTo>
                  <a:pt x="333669" y="413147"/>
                </a:lnTo>
                <a:cubicBezTo>
                  <a:pt x="335936" y="413150"/>
                  <a:pt x="337776" y="411314"/>
                  <a:pt x="337779" y="409047"/>
                </a:cubicBezTo>
                <a:cubicBezTo>
                  <a:pt x="337779" y="409039"/>
                  <a:pt x="337779" y="409032"/>
                  <a:pt x="337777" y="409024"/>
                </a:cubicBezTo>
                <a:cubicBezTo>
                  <a:pt x="337782" y="406760"/>
                  <a:pt x="335949" y="404921"/>
                  <a:pt x="333683" y="404916"/>
                </a:cubicBezTo>
                <a:cubicBezTo>
                  <a:pt x="333678" y="404916"/>
                  <a:pt x="333674" y="404916"/>
                  <a:pt x="333669" y="404916"/>
                </a:cubicBezTo>
                <a:lnTo>
                  <a:pt x="297460" y="404916"/>
                </a:lnTo>
                <a:cubicBezTo>
                  <a:pt x="295188" y="404911"/>
                  <a:pt x="293342" y="406749"/>
                  <a:pt x="293338" y="409021"/>
                </a:cubicBezTo>
                <a:cubicBezTo>
                  <a:pt x="293338" y="409023"/>
                  <a:pt x="293338" y="409024"/>
                  <a:pt x="293338" y="409024"/>
                </a:cubicBezTo>
                <a:moveTo>
                  <a:pt x="39859" y="409024"/>
                </a:moveTo>
                <a:cubicBezTo>
                  <a:pt x="39849" y="411291"/>
                  <a:pt x="41679" y="413137"/>
                  <a:pt x="43946" y="413147"/>
                </a:cubicBezTo>
                <a:cubicBezTo>
                  <a:pt x="43953" y="413147"/>
                  <a:pt x="43959" y="413147"/>
                  <a:pt x="43967" y="413147"/>
                </a:cubicBezTo>
                <a:lnTo>
                  <a:pt x="80176" y="413147"/>
                </a:lnTo>
                <a:cubicBezTo>
                  <a:pt x="82449" y="413150"/>
                  <a:pt x="84295" y="411311"/>
                  <a:pt x="84298" y="409037"/>
                </a:cubicBezTo>
                <a:cubicBezTo>
                  <a:pt x="84298" y="409032"/>
                  <a:pt x="84298" y="409029"/>
                  <a:pt x="84298" y="409024"/>
                </a:cubicBezTo>
                <a:cubicBezTo>
                  <a:pt x="84295" y="406752"/>
                  <a:pt x="82451" y="404913"/>
                  <a:pt x="80179" y="404916"/>
                </a:cubicBezTo>
                <a:cubicBezTo>
                  <a:pt x="80177" y="404916"/>
                  <a:pt x="80177" y="404916"/>
                  <a:pt x="80176" y="404916"/>
                </a:cubicBezTo>
                <a:lnTo>
                  <a:pt x="43967" y="404916"/>
                </a:lnTo>
                <a:cubicBezTo>
                  <a:pt x="41701" y="404913"/>
                  <a:pt x="39862" y="406746"/>
                  <a:pt x="39859" y="409012"/>
                </a:cubicBezTo>
                <a:cubicBezTo>
                  <a:pt x="39859" y="409016"/>
                  <a:pt x="39859" y="409021"/>
                  <a:pt x="39859" y="409024"/>
                </a:cubicBezTo>
                <a:moveTo>
                  <a:pt x="80177" y="339849"/>
                </a:moveTo>
                <a:lnTo>
                  <a:pt x="8803" y="339849"/>
                </a:lnTo>
                <a:lnTo>
                  <a:pt x="8803" y="177644"/>
                </a:lnTo>
                <a:cubicBezTo>
                  <a:pt x="8801" y="175367"/>
                  <a:pt x="6955" y="173523"/>
                  <a:pt x="4680" y="173521"/>
                </a:cubicBezTo>
                <a:cubicBezTo>
                  <a:pt x="2408" y="173523"/>
                  <a:pt x="569" y="175367"/>
                  <a:pt x="572" y="177639"/>
                </a:cubicBezTo>
                <a:cubicBezTo>
                  <a:pt x="572" y="177640"/>
                  <a:pt x="572" y="177642"/>
                  <a:pt x="572" y="177644"/>
                </a:cubicBezTo>
                <a:lnTo>
                  <a:pt x="572" y="343959"/>
                </a:lnTo>
                <a:cubicBezTo>
                  <a:pt x="567" y="346229"/>
                  <a:pt x="2404" y="348075"/>
                  <a:pt x="4676" y="348080"/>
                </a:cubicBezTo>
                <a:cubicBezTo>
                  <a:pt x="4677" y="348080"/>
                  <a:pt x="4679" y="348080"/>
                  <a:pt x="4680" y="348080"/>
                </a:cubicBezTo>
                <a:lnTo>
                  <a:pt x="80176" y="348080"/>
                </a:lnTo>
                <a:cubicBezTo>
                  <a:pt x="82449" y="348083"/>
                  <a:pt x="84295" y="346244"/>
                  <a:pt x="84298" y="343970"/>
                </a:cubicBezTo>
                <a:cubicBezTo>
                  <a:pt x="84298" y="343965"/>
                  <a:pt x="84298" y="343962"/>
                  <a:pt x="84298" y="343959"/>
                </a:cubicBezTo>
                <a:cubicBezTo>
                  <a:pt x="84290" y="341687"/>
                  <a:pt x="82447" y="339849"/>
                  <a:pt x="80176" y="339849"/>
                </a:cubicBezTo>
                <a:moveTo>
                  <a:pt x="98412" y="45530"/>
                </a:moveTo>
                <a:cubicBezTo>
                  <a:pt x="98409" y="43258"/>
                  <a:pt x="96564" y="41419"/>
                  <a:pt x="94292" y="41422"/>
                </a:cubicBezTo>
                <a:cubicBezTo>
                  <a:pt x="94291" y="41422"/>
                  <a:pt x="94291" y="41422"/>
                  <a:pt x="94289" y="41422"/>
                </a:cubicBezTo>
                <a:lnTo>
                  <a:pt x="30459" y="41422"/>
                </a:lnTo>
                <a:cubicBezTo>
                  <a:pt x="28193" y="41419"/>
                  <a:pt x="26354" y="43252"/>
                  <a:pt x="26351" y="45518"/>
                </a:cubicBezTo>
                <a:cubicBezTo>
                  <a:pt x="26351" y="45521"/>
                  <a:pt x="26351" y="45526"/>
                  <a:pt x="26351" y="45530"/>
                </a:cubicBezTo>
                <a:lnTo>
                  <a:pt x="26351" y="133916"/>
                </a:lnTo>
                <a:cubicBezTo>
                  <a:pt x="26346" y="136188"/>
                  <a:pt x="28184" y="138034"/>
                  <a:pt x="30456" y="138039"/>
                </a:cubicBezTo>
                <a:cubicBezTo>
                  <a:pt x="30458" y="138039"/>
                  <a:pt x="30458" y="138039"/>
                  <a:pt x="30459" y="138039"/>
                </a:cubicBezTo>
                <a:lnTo>
                  <a:pt x="80191" y="138039"/>
                </a:lnTo>
                <a:cubicBezTo>
                  <a:pt x="82460" y="138026"/>
                  <a:pt x="84295" y="136187"/>
                  <a:pt x="84300" y="133916"/>
                </a:cubicBezTo>
                <a:cubicBezTo>
                  <a:pt x="84293" y="131651"/>
                  <a:pt x="82459" y="129814"/>
                  <a:pt x="80191" y="129808"/>
                </a:cubicBezTo>
                <a:lnTo>
                  <a:pt x="34582" y="129808"/>
                </a:lnTo>
                <a:lnTo>
                  <a:pt x="34582" y="49653"/>
                </a:lnTo>
                <a:lnTo>
                  <a:pt x="94291" y="49653"/>
                </a:lnTo>
                <a:cubicBezTo>
                  <a:pt x="96564" y="49656"/>
                  <a:pt x="98410" y="47813"/>
                  <a:pt x="98413" y="45540"/>
                </a:cubicBezTo>
                <a:cubicBezTo>
                  <a:pt x="98413" y="45537"/>
                  <a:pt x="98413" y="45534"/>
                  <a:pt x="98413" y="45530"/>
                </a:cubicBezTo>
                <a:moveTo>
                  <a:pt x="271146" y="190835"/>
                </a:moveTo>
                <a:lnTo>
                  <a:pt x="271146" y="150874"/>
                </a:lnTo>
                <a:cubicBezTo>
                  <a:pt x="271151" y="148602"/>
                  <a:pt x="269311" y="146756"/>
                  <a:pt x="267039" y="146752"/>
                </a:cubicBezTo>
                <a:cubicBezTo>
                  <a:pt x="267039" y="146752"/>
                  <a:pt x="267037" y="146752"/>
                  <a:pt x="267037" y="146752"/>
                </a:cubicBezTo>
                <a:cubicBezTo>
                  <a:pt x="264756" y="146747"/>
                  <a:pt x="262904" y="148593"/>
                  <a:pt x="262900" y="150873"/>
                </a:cubicBezTo>
                <a:cubicBezTo>
                  <a:pt x="262900" y="150873"/>
                  <a:pt x="262900" y="150874"/>
                  <a:pt x="262900" y="150874"/>
                </a:cubicBezTo>
                <a:lnTo>
                  <a:pt x="262900" y="186698"/>
                </a:lnTo>
                <a:lnTo>
                  <a:pt x="192929" y="186698"/>
                </a:lnTo>
                <a:lnTo>
                  <a:pt x="192929" y="93846"/>
                </a:lnTo>
                <a:lnTo>
                  <a:pt x="234730" y="93846"/>
                </a:lnTo>
                <a:cubicBezTo>
                  <a:pt x="236999" y="93841"/>
                  <a:pt x="238840" y="92007"/>
                  <a:pt x="238853" y="89738"/>
                </a:cubicBezTo>
                <a:cubicBezTo>
                  <a:pt x="238852" y="87459"/>
                  <a:pt x="237009" y="85610"/>
                  <a:pt x="234730" y="85602"/>
                </a:cubicBezTo>
                <a:lnTo>
                  <a:pt x="192929" y="85602"/>
                </a:lnTo>
                <a:lnTo>
                  <a:pt x="192929" y="8058"/>
                </a:lnTo>
                <a:lnTo>
                  <a:pt x="256951" y="8058"/>
                </a:lnTo>
                <a:cubicBezTo>
                  <a:pt x="259225" y="8061"/>
                  <a:pt x="261071" y="6220"/>
                  <a:pt x="261072" y="3946"/>
                </a:cubicBezTo>
                <a:cubicBezTo>
                  <a:pt x="261072" y="3943"/>
                  <a:pt x="261072" y="3938"/>
                  <a:pt x="261072" y="3935"/>
                </a:cubicBezTo>
                <a:cubicBezTo>
                  <a:pt x="261071" y="1663"/>
                  <a:pt x="259226" y="-176"/>
                  <a:pt x="256954" y="-175"/>
                </a:cubicBezTo>
                <a:cubicBezTo>
                  <a:pt x="256953" y="-175"/>
                  <a:pt x="256951" y="-175"/>
                  <a:pt x="256951" y="-175"/>
                </a:cubicBezTo>
                <a:lnTo>
                  <a:pt x="120686" y="-175"/>
                </a:lnTo>
                <a:cubicBezTo>
                  <a:pt x="118418" y="-173"/>
                  <a:pt x="116580" y="1666"/>
                  <a:pt x="116578" y="3935"/>
                </a:cubicBezTo>
                <a:cubicBezTo>
                  <a:pt x="116573" y="6207"/>
                  <a:pt x="118411" y="8053"/>
                  <a:pt x="120685" y="8058"/>
                </a:cubicBezTo>
                <a:cubicBezTo>
                  <a:pt x="120685" y="8058"/>
                  <a:pt x="120686" y="8058"/>
                  <a:pt x="120686" y="8058"/>
                </a:cubicBezTo>
                <a:lnTo>
                  <a:pt x="184696" y="8058"/>
                </a:lnTo>
                <a:lnTo>
                  <a:pt x="184696" y="85629"/>
                </a:lnTo>
                <a:lnTo>
                  <a:pt x="141436" y="85629"/>
                </a:lnTo>
                <a:cubicBezTo>
                  <a:pt x="139161" y="85631"/>
                  <a:pt x="137317" y="87475"/>
                  <a:pt x="137315" y="89752"/>
                </a:cubicBezTo>
                <a:cubicBezTo>
                  <a:pt x="137318" y="92024"/>
                  <a:pt x="139163" y="93864"/>
                  <a:pt x="141435" y="93860"/>
                </a:cubicBezTo>
                <a:cubicBezTo>
                  <a:pt x="141435" y="93860"/>
                  <a:pt x="141436" y="93860"/>
                  <a:pt x="141436" y="93860"/>
                </a:cubicBezTo>
                <a:lnTo>
                  <a:pt x="184696" y="93860"/>
                </a:lnTo>
                <a:lnTo>
                  <a:pt x="184696" y="186698"/>
                </a:lnTo>
                <a:lnTo>
                  <a:pt x="114724" y="186698"/>
                </a:lnTo>
                <a:lnTo>
                  <a:pt x="114724" y="150874"/>
                </a:lnTo>
                <a:cubicBezTo>
                  <a:pt x="114727" y="148601"/>
                  <a:pt x="112885" y="146755"/>
                  <a:pt x="110611" y="146752"/>
                </a:cubicBezTo>
                <a:cubicBezTo>
                  <a:pt x="110608" y="146752"/>
                  <a:pt x="110605" y="146752"/>
                  <a:pt x="110602" y="146752"/>
                </a:cubicBezTo>
                <a:cubicBezTo>
                  <a:pt x="108325" y="146753"/>
                  <a:pt x="106481" y="148598"/>
                  <a:pt x="106479" y="150874"/>
                </a:cubicBezTo>
                <a:lnTo>
                  <a:pt x="106479" y="190835"/>
                </a:lnTo>
                <a:cubicBezTo>
                  <a:pt x="106482" y="193107"/>
                  <a:pt x="108326" y="194947"/>
                  <a:pt x="110598" y="194943"/>
                </a:cubicBezTo>
                <a:cubicBezTo>
                  <a:pt x="110598" y="194943"/>
                  <a:pt x="110600" y="194943"/>
                  <a:pt x="110602" y="194943"/>
                </a:cubicBezTo>
                <a:lnTo>
                  <a:pt x="184696" y="194943"/>
                </a:lnTo>
                <a:lnTo>
                  <a:pt x="184696" y="302418"/>
                </a:lnTo>
                <a:lnTo>
                  <a:pt x="120523" y="302418"/>
                </a:lnTo>
                <a:lnTo>
                  <a:pt x="120523" y="253744"/>
                </a:lnTo>
                <a:cubicBezTo>
                  <a:pt x="120518" y="251469"/>
                  <a:pt x="118670" y="249630"/>
                  <a:pt x="116395" y="249636"/>
                </a:cubicBezTo>
                <a:cubicBezTo>
                  <a:pt x="116392" y="249636"/>
                  <a:pt x="116389" y="249636"/>
                  <a:pt x="116386" y="249636"/>
                </a:cubicBezTo>
                <a:lnTo>
                  <a:pt x="62189" y="249636"/>
                </a:lnTo>
                <a:lnTo>
                  <a:pt x="62189" y="210170"/>
                </a:lnTo>
                <a:cubicBezTo>
                  <a:pt x="62194" y="207898"/>
                  <a:pt x="60356" y="206052"/>
                  <a:pt x="58084" y="206047"/>
                </a:cubicBezTo>
                <a:cubicBezTo>
                  <a:pt x="58082" y="206047"/>
                  <a:pt x="58082" y="206047"/>
                  <a:pt x="58081" y="206047"/>
                </a:cubicBezTo>
                <a:cubicBezTo>
                  <a:pt x="55805" y="206054"/>
                  <a:pt x="53964" y="207895"/>
                  <a:pt x="53958" y="210170"/>
                </a:cubicBezTo>
                <a:lnTo>
                  <a:pt x="53958" y="253744"/>
                </a:lnTo>
                <a:cubicBezTo>
                  <a:pt x="53960" y="256020"/>
                  <a:pt x="55804" y="257866"/>
                  <a:pt x="58081" y="257867"/>
                </a:cubicBezTo>
                <a:lnTo>
                  <a:pt x="112277" y="257867"/>
                </a:lnTo>
                <a:lnTo>
                  <a:pt x="112277" y="380182"/>
                </a:lnTo>
                <a:cubicBezTo>
                  <a:pt x="112273" y="382454"/>
                  <a:pt x="114110" y="384300"/>
                  <a:pt x="116382" y="384304"/>
                </a:cubicBezTo>
                <a:cubicBezTo>
                  <a:pt x="116384" y="384304"/>
                  <a:pt x="116386" y="384304"/>
                  <a:pt x="116386" y="384304"/>
                </a:cubicBezTo>
                <a:cubicBezTo>
                  <a:pt x="118666" y="384303"/>
                  <a:pt x="120515" y="382460"/>
                  <a:pt x="120523" y="380182"/>
                </a:cubicBezTo>
                <a:lnTo>
                  <a:pt x="120523" y="310649"/>
                </a:lnTo>
                <a:lnTo>
                  <a:pt x="184696" y="310649"/>
                </a:lnTo>
                <a:lnTo>
                  <a:pt x="184696" y="432537"/>
                </a:lnTo>
                <a:lnTo>
                  <a:pt x="131736" y="432537"/>
                </a:lnTo>
                <a:cubicBezTo>
                  <a:pt x="129475" y="432528"/>
                  <a:pt x="127636" y="434355"/>
                  <a:pt x="127628" y="436615"/>
                </a:cubicBezTo>
                <a:cubicBezTo>
                  <a:pt x="127628" y="436625"/>
                  <a:pt x="127628" y="436635"/>
                  <a:pt x="127628" y="436646"/>
                </a:cubicBezTo>
                <a:cubicBezTo>
                  <a:pt x="127618" y="438913"/>
                  <a:pt x="129448" y="440759"/>
                  <a:pt x="131716" y="440768"/>
                </a:cubicBezTo>
                <a:cubicBezTo>
                  <a:pt x="131722" y="440768"/>
                  <a:pt x="131730" y="440768"/>
                  <a:pt x="131736" y="440768"/>
                </a:cubicBezTo>
                <a:lnTo>
                  <a:pt x="245888" y="440768"/>
                </a:lnTo>
                <a:cubicBezTo>
                  <a:pt x="248162" y="440771"/>
                  <a:pt x="250008" y="438930"/>
                  <a:pt x="250011" y="436657"/>
                </a:cubicBezTo>
                <a:cubicBezTo>
                  <a:pt x="250011" y="436654"/>
                  <a:pt x="250011" y="436649"/>
                  <a:pt x="250011" y="436646"/>
                </a:cubicBezTo>
                <a:cubicBezTo>
                  <a:pt x="250013" y="434378"/>
                  <a:pt x="248176" y="432539"/>
                  <a:pt x="245909" y="432537"/>
                </a:cubicBezTo>
                <a:cubicBezTo>
                  <a:pt x="245903" y="432537"/>
                  <a:pt x="245895" y="432537"/>
                  <a:pt x="245888" y="432537"/>
                </a:cubicBezTo>
                <a:lnTo>
                  <a:pt x="192929" y="432537"/>
                </a:lnTo>
                <a:lnTo>
                  <a:pt x="192929" y="310649"/>
                </a:lnTo>
                <a:lnTo>
                  <a:pt x="257116" y="310649"/>
                </a:lnTo>
                <a:lnTo>
                  <a:pt x="257116" y="380182"/>
                </a:lnTo>
                <a:cubicBezTo>
                  <a:pt x="257124" y="382460"/>
                  <a:pt x="258972" y="384303"/>
                  <a:pt x="261250" y="384304"/>
                </a:cubicBezTo>
                <a:cubicBezTo>
                  <a:pt x="263522" y="384296"/>
                  <a:pt x="265358" y="382454"/>
                  <a:pt x="265358" y="380182"/>
                </a:cubicBezTo>
                <a:lnTo>
                  <a:pt x="265358" y="257867"/>
                </a:lnTo>
                <a:lnTo>
                  <a:pt x="319557" y="257867"/>
                </a:lnTo>
                <a:cubicBezTo>
                  <a:pt x="321829" y="257864"/>
                  <a:pt x="323668" y="256020"/>
                  <a:pt x="323665" y="253748"/>
                </a:cubicBezTo>
                <a:cubicBezTo>
                  <a:pt x="323665" y="253746"/>
                  <a:pt x="323665" y="253744"/>
                  <a:pt x="323665" y="253744"/>
                </a:cubicBezTo>
                <a:lnTo>
                  <a:pt x="323665" y="210170"/>
                </a:lnTo>
                <a:cubicBezTo>
                  <a:pt x="323665" y="207898"/>
                  <a:pt x="321827" y="206055"/>
                  <a:pt x="319557" y="206047"/>
                </a:cubicBezTo>
                <a:cubicBezTo>
                  <a:pt x="317280" y="206049"/>
                  <a:pt x="315436" y="207893"/>
                  <a:pt x="315434" y="210170"/>
                </a:cubicBezTo>
                <a:lnTo>
                  <a:pt x="315434" y="249636"/>
                </a:lnTo>
                <a:lnTo>
                  <a:pt x="261250" y="249636"/>
                </a:lnTo>
                <a:cubicBezTo>
                  <a:pt x="258977" y="249625"/>
                  <a:pt x="257124" y="251460"/>
                  <a:pt x="257115" y="253733"/>
                </a:cubicBezTo>
                <a:cubicBezTo>
                  <a:pt x="257115" y="253737"/>
                  <a:pt x="257115" y="253741"/>
                  <a:pt x="257115" y="253744"/>
                </a:cubicBezTo>
                <a:lnTo>
                  <a:pt x="257115" y="302416"/>
                </a:lnTo>
                <a:lnTo>
                  <a:pt x="192927" y="302416"/>
                </a:lnTo>
                <a:lnTo>
                  <a:pt x="192927" y="194943"/>
                </a:lnTo>
                <a:lnTo>
                  <a:pt x="267036" y="194943"/>
                </a:lnTo>
                <a:cubicBezTo>
                  <a:pt x="269301" y="194948"/>
                  <a:pt x="271141" y="193113"/>
                  <a:pt x="271144" y="190849"/>
                </a:cubicBezTo>
                <a:cubicBezTo>
                  <a:pt x="271144" y="190845"/>
                  <a:pt x="271144" y="190840"/>
                  <a:pt x="271144" y="190835"/>
                </a:cubicBezTo>
                <a:moveTo>
                  <a:pt x="351285" y="133931"/>
                </a:moveTo>
                <a:lnTo>
                  <a:pt x="351285" y="45545"/>
                </a:lnTo>
                <a:cubicBezTo>
                  <a:pt x="351288" y="43271"/>
                  <a:pt x="349449" y="41425"/>
                  <a:pt x="347175" y="41422"/>
                </a:cubicBezTo>
                <a:cubicBezTo>
                  <a:pt x="347170" y="41422"/>
                  <a:pt x="347167" y="41422"/>
                  <a:pt x="347164" y="41422"/>
                </a:cubicBezTo>
                <a:lnTo>
                  <a:pt x="283332" y="41422"/>
                </a:lnTo>
                <a:cubicBezTo>
                  <a:pt x="281065" y="41420"/>
                  <a:pt x="279226" y="43257"/>
                  <a:pt x="279224" y="45524"/>
                </a:cubicBezTo>
                <a:cubicBezTo>
                  <a:pt x="279224" y="45530"/>
                  <a:pt x="279224" y="45538"/>
                  <a:pt x="279224" y="45545"/>
                </a:cubicBezTo>
                <a:cubicBezTo>
                  <a:pt x="279226" y="47813"/>
                  <a:pt x="281065" y="49651"/>
                  <a:pt x="283332" y="49653"/>
                </a:cubicBezTo>
                <a:lnTo>
                  <a:pt x="343054" y="49653"/>
                </a:lnTo>
                <a:lnTo>
                  <a:pt x="343054" y="129808"/>
                </a:lnTo>
                <a:lnTo>
                  <a:pt x="297460" y="129808"/>
                </a:lnTo>
                <a:cubicBezTo>
                  <a:pt x="295187" y="129805"/>
                  <a:pt x="293341" y="131644"/>
                  <a:pt x="293338" y="133918"/>
                </a:cubicBezTo>
                <a:cubicBezTo>
                  <a:pt x="293338" y="133923"/>
                  <a:pt x="293338" y="133926"/>
                  <a:pt x="293338" y="133931"/>
                </a:cubicBezTo>
                <a:cubicBezTo>
                  <a:pt x="293344" y="136201"/>
                  <a:pt x="295188" y="138039"/>
                  <a:pt x="297460" y="138039"/>
                </a:cubicBezTo>
                <a:lnTo>
                  <a:pt x="347164" y="138039"/>
                </a:lnTo>
                <a:cubicBezTo>
                  <a:pt x="349434" y="138039"/>
                  <a:pt x="351279" y="136201"/>
                  <a:pt x="351285" y="133931"/>
                </a:cubicBezTo>
                <a:moveTo>
                  <a:pt x="377065" y="343972"/>
                </a:moveTo>
                <a:lnTo>
                  <a:pt x="377065" y="177629"/>
                </a:lnTo>
                <a:cubicBezTo>
                  <a:pt x="377062" y="175357"/>
                  <a:pt x="375218" y="173518"/>
                  <a:pt x="372946" y="173521"/>
                </a:cubicBezTo>
                <a:cubicBezTo>
                  <a:pt x="372944" y="173521"/>
                  <a:pt x="372943" y="173521"/>
                  <a:pt x="372943" y="173521"/>
                </a:cubicBezTo>
                <a:cubicBezTo>
                  <a:pt x="370677" y="173518"/>
                  <a:pt x="368838" y="175351"/>
                  <a:pt x="368834" y="177617"/>
                </a:cubicBezTo>
                <a:cubicBezTo>
                  <a:pt x="368834" y="177621"/>
                  <a:pt x="368834" y="177625"/>
                  <a:pt x="368834" y="177629"/>
                </a:cubicBezTo>
                <a:lnTo>
                  <a:pt x="368834" y="339836"/>
                </a:lnTo>
                <a:lnTo>
                  <a:pt x="297460" y="339836"/>
                </a:lnTo>
                <a:cubicBezTo>
                  <a:pt x="295179" y="339839"/>
                  <a:pt x="293335" y="341690"/>
                  <a:pt x="293338" y="343970"/>
                </a:cubicBezTo>
                <a:cubicBezTo>
                  <a:pt x="293338" y="343970"/>
                  <a:pt x="293338" y="343972"/>
                  <a:pt x="293338" y="343972"/>
                </a:cubicBezTo>
                <a:cubicBezTo>
                  <a:pt x="293335" y="346239"/>
                  <a:pt x="295171" y="348078"/>
                  <a:pt x="297438" y="348080"/>
                </a:cubicBezTo>
                <a:cubicBezTo>
                  <a:pt x="297446" y="348080"/>
                  <a:pt x="297452" y="348080"/>
                  <a:pt x="297460" y="348080"/>
                </a:cubicBezTo>
                <a:lnTo>
                  <a:pt x="372943" y="348080"/>
                </a:lnTo>
                <a:cubicBezTo>
                  <a:pt x="375210" y="348089"/>
                  <a:pt x="377056" y="346260"/>
                  <a:pt x="377065" y="343992"/>
                </a:cubicBezTo>
                <a:cubicBezTo>
                  <a:pt x="377065" y="343986"/>
                  <a:pt x="377065" y="343978"/>
                  <a:pt x="377065" y="343972"/>
                </a:cubicBezTo>
                <a:moveTo>
                  <a:pt x="577721" y="299806"/>
                </a:moveTo>
                <a:lnTo>
                  <a:pt x="609683" y="299806"/>
                </a:lnTo>
                <a:lnTo>
                  <a:pt x="609683" y="196098"/>
                </a:lnTo>
                <a:cubicBezTo>
                  <a:pt x="609683" y="159709"/>
                  <a:pt x="590294" y="131498"/>
                  <a:pt x="551186" y="131498"/>
                </a:cubicBezTo>
                <a:cubicBezTo>
                  <a:pt x="532153" y="131498"/>
                  <a:pt x="512778" y="139317"/>
                  <a:pt x="500878" y="159709"/>
                </a:cubicBezTo>
                <a:lnTo>
                  <a:pt x="500878" y="136254"/>
                </a:lnTo>
                <a:lnTo>
                  <a:pt x="469601" y="136254"/>
                </a:lnTo>
                <a:lnTo>
                  <a:pt x="469601" y="299806"/>
                </a:lnTo>
                <a:lnTo>
                  <a:pt x="501565" y="299806"/>
                </a:lnTo>
                <a:lnTo>
                  <a:pt x="501565" y="205278"/>
                </a:lnTo>
                <a:cubicBezTo>
                  <a:pt x="501565" y="180447"/>
                  <a:pt x="514481" y="160396"/>
                  <a:pt x="539629" y="160396"/>
                </a:cubicBezTo>
                <a:cubicBezTo>
                  <a:pt x="568198" y="160396"/>
                  <a:pt x="577721" y="178769"/>
                  <a:pt x="577721" y="201540"/>
                </a:cubicBezTo>
                <a:close/>
                <a:moveTo>
                  <a:pt x="766751" y="201196"/>
                </a:moveTo>
                <a:lnTo>
                  <a:pt x="677320" y="201196"/>
                </a:lnTo>
                <a:cubicBezTo>
                  <a:pt x="678681" y="180130"/>
                  <a:pt x="695020" y="159366"/>
                  <a:pt x="721870" y="159366"/>
                </a:cubicBezTo>
                <a:cubicBezTo>
                  <a:pt x="750756" y="159366"/>
                  <a:pt x="766064" y="177739"/>
                  <a:pt x="766751" y="201196"/>
                </a:cubicBezTo>
                <a:moveTo>
                  <a:pt x="799388" y="227044"/>
                </a:moveTo>
                <a:cubicBezTo>
                  <a:pt x="799861" y="223662"/>
                  <a:pt x="800091" y="220250"/>
                  <a:pt x="800075" y="216835"/>
                </a:cubicBezTo>
                <a:cubicBezTo>
                  <a:pt x="800075" y="165839"/>
                  <a:pt x="771836" y="131155"/>
                  <a:pt x="721527" y="131155"/>
                </a:cubicBezTo>
                <a:cubicBezTo>
                  <a:pt x="680385" y="131155"/>
                  <a:pt x="643324" y="166182"/>
                  <a:pt x="643324" y="217522"/>
                </a:cubicBezTo>
                <a:cubicBezTo>
                  <a:pt x="643324" y="272955"/>
                  <a:pt x="681746" y="304904"/>
                  <a:pt x="725608" y="304904"/>
                </a:cubicBezTo>
                <a:cubicBezTo>
                  <a:pt x="763687" y="304904"/>
                  <a:pt x="789865" y="282134"/>
                  <a:pt x="799044" y="253221"/>
                </a:cubicBezTo>
                <a:lnTo>
                  <a:pt x="771519" y="243698"/>
                </a:lnTo>
                <a:cubicBezTo>
                  <a:pt x="765391" y="262058"/>
                  <a:pt x="752130" y="276679"/>
                  <a:pt x="725608" y="276679"/>
                </a:cubicBezTo>
                <a:cubicBezTo>
                  <a:pt x="698057" y="276679"/>
                  <a:pt x="676991" y="256285"/>
                  <a:pt x="676304" y="227044"/>
                </a:cubicBezTo>
                <a:close/>
                <a:moveTo>
                  <a:pt x="945791" y="299820"/>
                </a:moveTo>
                <a:lnTo>
                  <a:pt x="976394" y="299820"/>
                </a:lnTo>
                <a:cubicBezTo>
                  <a:pt x="975261" y="289769"/>
                  <a:pt x="974688" y="279662"/>
                  <a:pt x="974677" y="269547"/>
                </a:cubicBezTo>
                <a:lnTo>
                  <a:pt x="974677" y="136254"/>
                </a:lnTo>
                <a:lnTo>
                  <a:pt x="942727" y="136254"/>
                </a:lnTo>
                <a:lnTo>
                  <a:pt x="942727" y="234863"/>
                </a:lnTo>
                <a:cubicBezTo>
                  <a:pt x="942727" y="259681"/>
                  <a:pt x="929810" y="276679"/>
                  <a:pt x="903948" y="276679"/>
                </a:cubicBezTo>
                <a:cubicBezTo>
                  <a:pt x="877097" y="276679"/>
                  <a:pt x="866901" y="256959"/>
                  <a:pt x="866901" y="234519"/>
                </a:cubicBezTo>
                <a:lnTo>
                  <a:pt x="866901" y="136254"/>
                </a:lnTo>
                <a:lnTo>
                  <a:pt x="834924" y="136254"/>
                </a:lnTo>
                <a:lnTo>
                  <a:pt x="834924" y="239287"/>
                </a:lnTo>
                <a:cubicBezTo>
                  <a:pt x="834924" y="276348"/>
                  <a:pt x="858065" y="304903"/>
                  <a:pt x="896143" y="304903"/>
                </a:cubicBezTo>
                <a:cubicBezTo>
                  <a:pt x="915175" y="304903"/>
                  <a:pt x="935582" y="297084"/>
                  <a:pt x="944418" y="280086"/>
                </a:cubicBezTo>
                <a:cubicBezTo>
                  <a:pt x="944422" y="286687"/>
                  <a:pt x="944881" y="293281"/>
                  <a:pt x="945791" y="299818"/>
                </a:cubicBezTo>
                <a:moveTo>
                  <a:pt x="1098324" y="167541"/>
                </a:moveTo>
                <a:cubicBezTo>
                  <a:pt x="1102992" y="167551"/>
                  <a:pt x="1107652" y="167891"/>
                  <a:pt x="1112271" y="168559"/>
                </a:cubicBezTo>
                <a:lnTo>
                  <a:pt x="1112271" y="134563"/>
                </a:lnTo>
                <a:cubicBezTo>
                  <a:pt x="1108795" y="133908"/>
                  <a:pt x="1105269" y="133563"/>
                  <a:pt x="1101731" y="133532"/>
                </a:cubicBezTo>
                <a:cubicBezTo>
                  <a:pt x="1085077" y="133532"/>
                  <a:pt x="1064671" y="139661"/>
                  <a:pt x="1052771" y="164808"/>
                </a:cubicBezTo>
                <a:lnTo>
                  <a:pt x="1052771" y="136266"/>
                </a:lnTo>
                <a:lnTo>
                  <a:pt x="1021481" y="136266"/>
                </a:lnTo>
                <a:lnTo>
                  <a:pt x="1021481" y="299806"/>
                </a:lnTo>
                <a:lnTo>
                  <a:pt x="1053443" y="299806"/>
                </a:lnTo>
                <a:lnTo>
                  <a:pt x="1053443" y="217851"/>
                </a:lnTo>
                <a:cubicBezTo>
                  <a:pt x="1053443" y="181820"/>
                  <a:pt x="1071474" y="167543"/>
                  <a:pt x="1098324" y="167543"/>
                </a:cubicBezTo>
                <a:moveTo>
                  <a:pt x="1263512" y="217865"/>
                </a:moveTo>
                <a:cubicBezTo>
                  <a:pt x="1263512" y="255943"/>
                  <a:pt x="1239712" y="276350"/>
                  <a:pt x="1212518" y="276350"/>
                </a:cubicBezTo>
                <a:cubicBezTo>
                  <a:pt x="1185308" y="276350"/>
                  <a:pt x="1161507" y="255943"/>
                  <a:pt x="1161507" y="217865"/>
                </a:cubicBezTo>
                <a:cubicBezTo>
                  <a:pt x="1161507" y="180116"/>
                  <a:pt x="1185308" y="159709"/>
                  <a:pt x="1212518" y="159709"/>
                </a:cubicBezTo>
                <a:cubicBezTo>
                  <a:pt x="1239712" y="159709"/>
                  <a:pt x="1263512" y="180116"/>
                  <a:pt x="1263512" y="217865"/>
                </a:cubicBezTo>
                <a:moveTo>
                  <a:pt x="1296163" y="217865"/>
                </a:moveTo>
                <a:cubicBezTo>
                  <a:pt x="1296163" y="168230"/>
                  <a:pt x="1261479" y="131169"/>
                  <a:pt x="1212518" y="131169"/>
                </a:cubicBezTo>
                <a:cubicBezTo>
                  <a:pt x="1163557" y="131169"/>
                  <a:pt x="1128871" y="168230"/>
                  <a:pt x="1128871" y="217865"/>
                </a:cubicBezTo>
                <a:cubicBezTo>
                  <a:pt x="1128871" y="267844"/>
                  <a:pt x="1163555" y="304904"/>
                  <a:pt x="1212518" y="304904"/>
                </a:cubicBezTo>
                <a:cubicBezTo>
                  <a:pt x="1261479" y="304904"/>
                  <a:pt x="1296163" y="267844"/>
                  <a:pt x="1296163" y="217865"/>
                </a:cubicBezTo>
                <a:moveTo>
                  <a:pt x="1388657" y="301496"/>
                </a:moveTo>
                <a:cubicBezTo>
                  <a:pt x="1396028" y="301629"/>
                  <a:pt x="1403374" y="300599"/>
                  <a:pt x="1410425" y="298446"/>
                </a:cubicBezTo>
                <a:lnTo>
                  <a:pt x="1410425" y="271237"/>
                </a:lnTo>
                <a:cubicBezTo>
                  <a:pt x="1406285" y="272108"/>
                  <a:pt x="1402068" y="272569"/>
                  <a:pt x="1397836" y="272612"/>
                </a:cubicBezTo>
                <a:cubicBezTo>
                  <a:pt x="1381182" y="272612"/>
                  <a:pt x="1375054" y="265109"/>
                  <a:pt x="1375054" y="250158"/>
                </a:cubicBezTo>
                <a:lnTo>
                  <a:pt x="1375054" y="165152"/>
                </a:lnTo>
                <a:lnTo>
                  <a:pt x="1410423" y="165152"/>
                </a:lnTo>
                <a:lnTo>
                  <a:pt x="1410423" y="136254"/>
                </a:lnTo>
                <a:lnTo>
                  <a:pt x="1375054" y="136254"/>
                </a:lnTo>
                <a:lnTo>
                  <a:pt x="1375054" y="84585"/>
                </a:lnTo>
                <a:lnTo>
                  <a:pt x="1345825" y="84585"/>
                </a:lnTo>
                <a:lnTo>
                  <a:pt x="1345825" y="111092"/>
                </a:lnTo>
                <a:cubicBezTo>
                  <a:pt x="1345825" y="125383"/>
                  <a:pt x="1338335" y="136254"/>
                  <a:pt x="1320665" y="136254"/>
                </a:cubicBezTo>
                <a:lnTo>
                  <a:pt x="1311814" y="136254"/>
                </a:lnTo>
                <a:lnTo>
                  <a:pt x="1311814" y="165152"/>
                </a:lnTo>
                <a:lnTo>
                  <a:pt x="1343105" y="165152"/>
                </a:lnTo>
                <a:lnTo>
                  <a:pt x="1343105" y="254911"/>
                </a:lnTo>
                <a:cubicBezTo>
                  <a:pt x="1343105" y="284512"/>
                  <a:pt x="1360777" y="301496"/>
                  <a:pt x="1388657" y="301496"/>
                </a:cubicBezTo>
                <a:moveTo>
                  <a:pt x="1564344" y="217865"/>
                </a:moveTo>
                <a:cubicBezTo>
                  <a:pt x="1564344" y="255943"/>
                  <a:pt x="1540543" y="276350"/>
                  <a:pt x="1513349" y="276350"/>
                </a:cubicBezTo>
                <a:cubicBezTo>
                  <a:pt x="1486155" y="276350"/>
                  <a:pt x="1462340" y="255943"/>
                  <a:pt x="1462340" y="217865"/>
                </a:cubicBezTo>
                <a:cubicBezTo>
                  <a:pt x="1462340" y="180116"/>
                  <a:pt x="1486155" y="159709"/>
                  <a:pt x="1513349" y="159709"/>
                </a:cubicBezTo>
                <a:cubicBezTo>
                  <a:pt x="1540544" y="159709"/>
                  <a:pt x="1564344" y="180116"/>
                  <a:pt x="1564344" y="217865"/>
                </a:cubicBezTo>
                <a:moveTo>
                  <a:pt x="1596994" y="217865"/>
                </a:moveTo>
                <a:cubicBezTo>
                  <a:pt x="1596994" y="168230"/>
                  <a:pt x="1562310" y="131169"/>
                  <a:pt x="1513349" y="131169"/>
                </a:cubicBezTo>
                <a:cubicBezTo>
                  <a:pt x="1464388" y="131169"/>
                  <a:pt x="1429704" y="168230"/>
                  <a:pt x="1429704" y="217865"/>
                </a:cubicBezTo>
                <a:cubicBezTo>
                  <a:pt x="1429704" y="267844"/>
                  <a:pt x="1464388" y="304904"/>
                  <a:pt x="1513349" y="304904"/>
                </a:cubicBezTo>
                <a:cubicBezTo>
                  <a:pt x="1562310" y="304904"/>
                  <a:pt x="1596994" y="267844"/>
                  <a:pt x="1596994" y="217865"/>
                </a:cubicBezTo>
                <a:moveTo>
                  <a:pt x="1709456" y="167543"/>
                </a:moveTo>
                <a:cubicBezTo>
                  <a:pt x="1714119" y="167552"/>
                  <a:pt x="1718776" y="167893"/>
                  <a:pt x="1723392" y="168560"/>
                </a:cubicBezTo>
                <a:lnTo>
                  <a:pt x="1723392" y="134563"/>
                </a:lnTo>
                <a:cubicBezTo>
                  <a:pt x="1719915" y="133908"/>
                  <a:pt x="1716387" y="133563"/>
                  <a:pt x="1712851" y="133532"/>
                </a:cubicBezTo>
                <a:cubicBezTo>
                  <a:pt x="1696195" y="133532"/>
                  <a:pt x="1675790" y="139661"/>
                  <a:pt x="1663890" y="164808"/>
                </a:cubicBezTo>
                <a:lnTo>
                  <a:pt x="1663890" y="136266"/>
                </a:lnTo>
                <a:lnTo>
                  <a:pt x="1632614" y="136266"/>
                </a:lnTo>
                <a:lnTo>
                  <a:pt x="1632614" y="299806"/>
                </a:lnTo>
                <a:lnTo>
                  <a:pt x="1664564" y="299806"/>
                </a:lnTo>
                <a:lnTo>
                  <a:pt x="1664564" y="217851"/>
                </a:lnTo>
                <a:cubicBezTo>
                  <a:pt x="1664564" y="181820"/>
                  <a:pt x="1682606" y="167543"/>
                  <a:pt x="1709456" y="167543"/>
                </a:cubicBezTo>
                <a:moveTo>
                  <a:pt x="1790286" y="74360"/>
                </a:moveTo>
                <a:cubicBezTo>
                  <a:pt x="1790373" y="61682"/>
                  <a:pt x="1780166" y="51335"/>
                  <a:pt x="1767488" y="51248"/>
                </a:cubicBezTo>
                <a:cubicBezTo>
                  <a:pt x="1754810" y="51160"/>
                  <a:pt x="1744461" y="61367"/>
                  <a:pt x="1744374" y="74045"/>
                </a:cubicBezTo>
                <a:cubicBezTo>
                  <a:pt x="1744288" y="86717"/>
                  <a:pt x="1754486" y="97064"/>
                  <a:pt x="1767159" y="97158"/>
                </a:cubicBezTo>
                <a:cubicBezTo>
                  <a:pt x="1779829" y="97261"/>
                  <a:pt x="1790184" y="87071"/>
                  <a:pt x="1790286" y="74401"/>
                </a:cubicBezTo>
                <a:cubicBezTo>
                  <a:pt x="1790286" y="74389"/>
                  <a:pt x="1790286" y="74374"/>
                  <a:pt x="1790286" y="74362"/>
                </a:cubicBezTo>
                <a:moveTo>
                  <a:pt x="1937899" y="299820"/>
                </a:moveTo>
                <a:lnTo>
                  <a:pt x="1968489" y="299820"/>
                </a:lnTo>
                <a:cubicBezTo>
                  <a:pt x="1967368" y="289767"/>
                  <a:pt x="1966799" y="279662"/>
                  <a:pt x="1966785" y="269547"/>
                </a:cubicBezTo>
                <a:lnTo>
                  <a:pt x="1966785" y="136254"/>
                </a:lnTo>
                <a:lnTo>
                  <a:pt x="1934821" y="136254"/>
                </a:lnTo>
                <a:lnTo>
                  <a:pt x="1934821" y="234863"/>
                </a:lnTo>
                <a:cubicBezTo>
                  <a:pt x="1934821" y="259681"/>
                  <a:pt x="1921917" y="276679"/>
                  <a:pt x="1896069" y="276679"/>
                </a:cubicBezTo>
                <a:cubicBezTo>
                  <a:pt x="1869204" y="276679"/>
                  <a:pt x="1859008" y="256959"/>
                  <a:pt x="1859008" y="234519"/>
                </a:cubicBezTo>
                <a:lnTo>
                  <a:pt x="1859008" y="136254"/>
                </a:lnTo>
                <a:lnTo>
                  <a:pt x="1827032" y="136254"/>
                </a:lnTo>
                <a:lnTo>
                  <a:pt x="1827032" y="239287"/>
                </a:lnTo>
                <a:cubicBezTo>
                  <a:pt x="1827032" y="276348"/>
                  <a:pt x="1850171" y="304903"/>
                  <a:pt x="1888249" y="304903"/>
                </a:cubicBezTo>
                <a:cubicBezTo>
                  <a:pt x="1907282" y="304903"/>
                  <a:pt x="1927689" y="297084"/>
                  <a:pt x="1936524" y="280086"/>
                </a:cubicBezTo>
                <a:cubicBezTo>
                  <a:pt x="1936529" y="286687"/>
                  <a:pt x="1936988" y="293281"/>
                  <a:pt x="1937899" y="299818"/>
                </a:cubicBezTo>
                <a:moveTo>
                  <a:pt x="2253984" y="299806"/>
                </a:moveTo>
                <a:lnTo>
                  <a:pt x="2253984" y="193721"/>
                </a:lnTo>
                <a:cubicBezTo>
                  <a:pt x="2253984" y="150874"/>
                  <a:pt x="2226102" y="131498"/>
                  <a:pt x="2197547" y="131498"/>
                </a:cubicBezTo>
                <a:cubicBezTo>
                  <a:pt x="2176797" y="131498"/>
                  <a:pt x="2155704" y="138974"/>
                  <a:pt x="2142800" y="162431"/>
                </a:cubicBezTo>
                <a:cubicBezTo>
                  <a:pt x="2133951" y="141365"/>
                  <a:pt x="2114231" y="131498"/>
                  <a:pt x="2093839" y="131498"/>
                </a:cubicBezTo>
                <a:cubicBezTo>
                  <a:pt x="2074793" y="131498"/>
                  <a:pt x="2054387" y="139991"/>
                  <a:pt x="2044204" y="158005"/>
                </a:cubicBezTo>
                <a:lnTo>
                  <a:pt x="2044204" y="136254"/>
                </a:lnTo>
                <a:lnTo>
                  <a:pt x="2013588" y="136254"/>
                </a:lnTo>
                <a:lnTo>
                  <a:pt x="2013588" y="299806"/>
                </a:lnTo>
                <a:lnTo>
                  <a:pt x="2045221" y="299806"/>
                </a:lnTo>
                <a:lnTo>
                  <a:pt x="2045221" y="201209"/>
                </a:lnTo>
                <a:cubicBezTo>
                  <a:pt x="2045221" y="176723"/>
                  <a:pt x="2060516" y="159709"/>
                  <a:pt x="2083299" y="159709"/>
                </a:cubicBezTo>
                <a:cubicBezTo>
                  <a:pt x="2107759" y="159709"/>
                  <a:pt x="2117971" y="176035"/>
                  <a:pt x="2117971" y="197115"/>
                </a:cubicBezTo>
                <a:lnTo>
                  <a:pt x="2117971" y="299807"/>
                </a:lnTo>
                <a:lnTo>
                  <a:pt x="2149932" y="299807"/>
                </a:lnTo>
                <a:lnTo>
                  <a:pt x="2149932" y="200867"/>
                </a:lnTo>
                <a:cubicBezTo>
                  <a:pt x="2149932" y="177410"/>
                  <a:pt x="2165242" y="159711"/>
                  <a:pt x="2187682" y="159711"/>
                </a:cubicBezTo>
                <a:cubicBezTo>
                  <a:pt x="2211824" y="159711"/>
                  <a:pt x="2222364" y="175706"/>
                  <a:pt x="2222364" y="197115"/>
                </a:cubicBezTo>
                <a:lnTo>
                  <a:pt x="2222364" y="299807"/>
                </a:lnTo>
                <a:close/>
              </a:path>
            </a:pathLst>
          </a:custGeom>
          <a:solidFill>
            <a:srgbClr val="3F1A01"/>
          </a:solidFill>
          <a:ln w="1586" cap="flat">
            <a:noFill/>
            <a:prstDash val="solid"/>
            <a:miter/>
          </a:ln>
        </p:spPr>
        <p:txBody>
          <a:bodyPr rtlCol="0" anchor="ctr"/>
          <a:lstStyle/>
          <a:p>
            <a:endParaRPr lang="en-GB"/>
          </a:p>
        </p:txBody>
      </p:sp>
      <p:sp>
        <p:nvSpPr>
          <p:cNvPr id="9" name="ExternalLogo" hidden="1">
            <a:extLst>
              <a:ext uri="{FF2B5EF4-FFF2-40B4-BE49-F238E27FC236}">
                <a16:creationId xmlns:a16="http://schemas.microsoft.com/office/drawing/2014/main" id="{FD50EF6D-554E-48C8-946C-CD540205D228}"/>
              </a:ext>
            </a:extLst>
          </p:cNvPr>
          <p:cNvSpPr/>
          <p:nvPr/>
        </p:nvSpPr>
        <p:spPr>
          <a:xfrm>
            <a:off x="10023475" y="4968741"/>
            <a:ext cx="1627188" cy="636980"/>
          </a:xfrm>
          <a:prstGeom prst="rect">
            <a:avLst/>
          </a:prstGeom>
          <a:solidFill>
            <a:srgbClr val="D1D1D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chorCtr="0">
            <a:noAutofit/>
          </a:bodyPr>
          <a:lstStyle/>
          <a:p>
            <a:pPr algn="ctr"/>
            <a:r>
              <a:rPr lang="en-GB" sz="900">
                <a:solidFill>
                  <a:srgbClr val="FF00FF"/>
                </a:solidFill>
              </a:rPr>
              <a:t>External logo</a:t>
            </a:r>
          </a:p>
        </p:txBody>
      </p:sp>
    </p:spTree>
    <p:extLst>
      <p:ext uri="{BB962C8B-B14F-4D97-AF65-F5344CB8AC3E}">
        <p14:creationId xmlns:p14="http://schemas.microsoft.com/office/powerpoint/2010/main" val="340293732"/>
      </p:ext>
    </p:extLst>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 Medium Grey">
    <p:bg>
      <p:bgPr>
        <a:solidFill>
          <a:srgbClr val="B2B2B2"/>
        </a:solidFill>
        <a:effectLst/>
      </p:bgPr>
    </p:bg>
    <p:spTree>
      <p:nvGrpSpPr>
        <p:cNvPr id="1" name=""/>
        <p:cNvGrpSpPr/>
        <p:nvPr/>
      </p:nvGrpSpPr>
      <p:grpSpPr>
        <a:xfrm>
          <a:off x="0" y="0"/>
          <a:ext cx="0" cy="0"/>
          <a:chOff x="0" y="0"/>
          <a:chExt cx="0" cy="0"/>
        </a:xfrm>
      </p:grpSpPr>
      <p:sp>
        <p:nvSpPr>
          <p:cNvPr id="8" name="ColoredBackground">
            <a:extLst>
              <a:ext uri="{FF2B5EF4-FFF2-40B4-BE49-F238E27FC236}">
                <a16:creationId xmlns:a16="http://schemas.microsoft.com/office/drawing/2014/main" id="{7CF42EF8-E198-468D-A6C7-F1244AFF66A8}"/>
              </a:ext>
            </a:extLst>
          </p:cNvPr>
          <p:cNvSpPr/>
          <p:nvPr/>
        </p:nvSpPr>
        <p:spPr>
          <a:xfrm>
            <a:off x="0" y="-1"/>
            <a:ext cx="12192000" cy="6858000"/>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5" descr="Shape&#10;&#10;Description automatically generated with medium confidence">
            <a:extLst>
              <a:ext uri="{FF2B5EF4-FFF2-40B4-BE49-F238E27FC236}">
                <a16:creationId xmlns:a16="http://schemas.microsoft.com/office/drawing/2014/main" id="{E337853C-CD16-437A-8B48-2252E90391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8464564-6547-498D-A220-7B346E5B1408}"/>
              </a:ext>
            </a:extLst>
          </p:cNvPr>
          <p:cNvSpPr>
            <a:spLocks noGrp="1"/>
          </p:cNvSpPr>
          <p:nvPr>
            <p:ph type="title"/>
          </p:nvPr>
        </p:nvSpPr>
        <p:spPr>
          <a:xfrm>
            <a:off x="1219200" y="546100"/>
            <a:ext cx="6642100" cy="2105818"/>
          </a:xfrm>
        </p:spPr>
        <p:txBody>
          <a:bodyPr anchor="b"/>
          <a:lstStyle>
            <a:lvl1pPr>
              <a:defRPr sz="4000">
                <a:solidFill>
                  <a:srgbClr val="3F1A01"/>
                </a:solidFill>
              </a:defRPr>
            </a:lvl1p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1592638D-BCB6-4F07-9847-FBAA9B3609B5}"/>
              </a:ext>
            </a:extLst>
          </p:cNvPr>
          <p:cNvSpPr>
            <a:spLocks noGrp="1"/>
          </p:cNvSpPr>
          <p:nvPr>
            <p:ph type="body" idx="1"/>
          </p:nvPr>
        </p:nvSpPr>
        <p:spPr>
          <a:xfrm>
            <a:off x="1219200" y="2678906"/>
            <a:ext cx="6642100" cy="1500187"/>
          </a:xfrm>
          <a:prstGeom prst="rect">
            <a:avLst/>
          </a:prstGeom>
        </p:spPr>
        <p:txBody>
          <a:bodyPr/>
          <a:lstStyle>
            <a:lvl1pPr marL="0" indent="0">
              <a:buNone/>
              <a:defRPr sz="2400">
                <a:solidFill>
                  <a:schemeClr val="accent1"/>
                </a:solidFill>
                <a:latin typeface="Times New Roman" panose="02020603050405020304" pitchFamily="18" charset="0"/>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Freeform 9">
            <a:extLst>
              <a:ext uri="{FF2B5EF4-FFF2-40B4-BE49-F238E27FC236}">
                <a16:creationId xmlns:a16="http://schemas.microsoft.com/office/drawing/2014/main" id="{1BC6753F-764E-4733-B343-5BC93ED602E4}"/>
              </a:ext>
            </a:extLst>
          </p:cNvPr>
          <p:cNvSpPr>
            <a:spLocks noEditPoints="1"/>
          </p:cNvSpPr>
          <p:nvPr/>
        </p:nvSpPr>
        <p:spPr bwMode="auto">
          <a:xfrm rot="5400000">
            <a:off x="7458075" y="-2243138"/>
            <a:ext cx="8385175" cy="9817101"/>
          </a:xfrm>
          <a:custGeom>
            <a:avLst/>
            <a:gdLst>
              <a:gd name="T0" fmla="*/ 276 w 2642"/>
              <a:gd name="T1" fmla="*/ 2871 h 3094"/>
              <a:gd name="T2" fmla="*/ 588 w 2642"/>
              <a:gd name="T3" fmla="*/ 2871 h 3094"/>
              <a:gd name="T4" fmla="*/ 2083 w 2642"/>
              <a:gd name="T5" fmla="*/ 2843 h 3094"/>
              <a:gd name="T6" fmla="*/ 2338 w 2642"/>
              <a:gd name="T7" fmla="*/ 2900 h 3094"/>
              <a:gd name="T8" fmla="*/ 29 w 2642"/>
              <a:gd name="T9" fmla="*/ 1219 h 3094"/>
              <a:gd name="T10" fmla="*/ 29 w 2642"/>
              <a:gd name="T11" fmla="*/ 2444 h 3094"/>
              <a:gd name="T12" fmla="*/ 559 w 2642"/>
              <a:gd name="T13" fmla="*/ 2386 h 3094"/>
              <a:gd name="T14" fmla="*/ 29 w 2642"/>
              <a:gd name="T15" fmla="*/ 1219 h 3094"/>
              <a:gd name="T16" fmla="*/ 2584 w 2642"/>
              <a:gd name="T17" fmla="*/ 2386 h 3094"/>
              <a:gd name="T18" fmla="*/ 2083 w 2642"/>
              <a:gd name="T19" fmla="*/ 2444 h 3094"/>
              <a:gd name="T20" fmla="*/ 2642 w 2642"/>
              <a:gd name="T21" fmla="*/ 1248 h 3094"/>
              <a:gd name="T22" fmla="*/ 210 w 2642"/>
              <a:gd name="T23" fmla="*/ 292 h 3094"/>
              <a:gd name="T24" fmla="*/ 210 w 2642"/>
              <a:gd name="T25" fmla="*/ 970 h 3094"/>
              <a:gd name="T26" fmla="*/ 559 w 2642"/>
              <a:gd name="T27" fmla="*/ 912 h 3094"/>
              <a:gd name="T28" fmla="*/ 658 w 2642"/>
              <a:gd name="T29" fmla="*/ 350 h 3094"/>
              <a:gd name="T30" fmla="*/ 2432 w 2642"/>
              <a:gd name="T31" fmla="*/ 292 h 3094"/>
              <a:gd name="T32" fmla="*/ 1984 w 2642"/>
              <a:gd name="T33" fmla="*/ 350 h 3094"/>
              <a:gd name="T34" fmla="*/ 2083 w 2642"/>
              <a:gd name="T35" fmla="*/ 912 h 3094"/>
              <a:gd name="T36" fmla="*/ 2432 w 2642"/>
              <a:gd name="T37" fmla="*/ 970 h 3094"/>
              <a:gd name="T38" fmla="*/ 2432 w 2642"/>
              <a:gd name="T39" fmla="*/ 292 h 3094"/>
              <a:gd name="T40" fmla="*/ 814 w 2642"/>
              <a:gd name="T41" fmla="*/ 29 h 3094"/>
              <a:gd name="T42" fmla="*/ 1292 w 2642"/>
              <a:gd name="T43" fmla="*/ 602 h 3094"/>
              <a:gd name="T44" fmla="*/ 989 w 2642"/>
              <a:gd name="T45" fmla="*/ 660 h 3094"/>
              <a:gd name="T46" fmla="*/ 801 w 2642"/>
              <a:gd name="T47" fmla="*/ 1311 h 3094"/>
              <a:gd name="T48" fmla="*/ 743 w 2642"/>
              <a:gd name="T49" fmla="*/ 1060 h 3094"/>
              <a:gd name="T50" fmla="*/ 1292 w 2642"/>
              <a:gd name="T51" fmla="*/ 1369 h 3094"/>
              <a:gd name="T52" fmla="*/ 842 w 2642"/>
              <a:gd name="T53" fmla="*/ 1782 h 3094"/>
              <a:gd name="T54" fmla="*/ 433 w 2642"/>
              <a:gd name="T55" fmla="*/ 1476 h 3094"/>
              <a:gd name="T56" fmla="*/ 375 w 2642"/>
              <a:gd name="T57" fmla="*/ 1782 h 3094"/>
              <a:gd name="T58" fmla="*/ 784 w 2642"/>
              <a:gd name="T59" fmla="*/ 2669 h 3094"/>
              <a:gd name="T60" fmla="*/ 842 w 2642"/>
              <a:gd name="T61" fmla="*/ 2181 h 3094"/>
              <a:gd name="T62" fmla="*/ 921 w 2642"/>
              <a:gd name="T63" fmla="*/ 3036 h 3094"/>
              <a:gd name="T64" fmla="*/ 1321 w 2642"/>
              <a:gd name="T65" fmla="*/ 3094 h 3094"/>
              <a:gd name="T66" fmla="*/ 1722 w 2642"/>
              <a:gd name="T67" fmla="*/ 3036 h 3094"/>
              <a:gd name="T68" fmla="*/ 1800 w 2642"/>
              <a:gd name="T69" fmla="*/ 2181 h 3094"/>
              <a:gd name="T70" fmla="*/ 1858 w 2642"/>
              <a:gd name="T71" fmla="*/ 2669 h 3094"/>
              <a:gd name="T72" fmla="*/ 2267 w 2642"/>
              <a:gd name="T73" fmla="*/ 1782 h 3094"/>
              <a:gd name="T74" fmla="*/ 2210 w 2642"/>
              <a:gd name="T75" fmla="*/ 1476 h 3094"/>
              <a:gd name="T76" fmla="*/ 1800 w 2642"/>
              <a:gd name="T77" fmla="*/ 1782 h 3094"/>
              <a:gd name="T78" fmla="*/ 1350 w 2642"/>
              <a:gd name="T79" fmla="*/ 1369 h 3094"/>
              <a:gd name="T80" fmla="*/ 1899 w 2642"/>
              <a:gd name="T81" fmla="*/ 1060 h 3094"/>
              <a:gd name="T82" fmla="*/ 1841 w 2642"/>
              <a:gd name="T83" fmla="*/ 1311 h 3094"/>
              <a:gd name="T84" fmla="*/ 1643 w 2642"/>
              <a:gd name="T85" fmla="*/ 660 h 3094"/>
              <a:gd name="T86" fmla="*/ 1350 w 2642"/>
              <a:gd name="T87" fmla="*/ 602 h 3094"/>
              <a:gd name="T88" fmla="*/ 1828 w 2642"/>
              <a:gd name="T89" fmla="*/ 29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42" h="3094">
                <a:moveTo>
                  <a:pt x="559" y="2843"/>
                </a:moveTo>
                <a:cubicBezTo>
                  <a:pt x="305" y="2843"/>
                  <a:pt x="305" y="2843"/>
                  <a:pt x="305" y="2843"/>
                </a:cubicBezTo>
                <a:cubicBezTo>
                  <a:pt x="289" y="2843"/>
                  <a:pt x="276" y="2856"/>
                  <a:pt x="276" y="2871"/>
                </a:cubicBezTo>
                <a:cubicBezTo>
                  <a:pt x="276" y="2887"/>
                  <a:pt x="289" y="2900"/>
                  <a:pt x="305" y="2900"/>
                </a:cubicBezTo>
                <a:cubicBezTo>
                  <a:pt x="559" y="2900"/>
                  <a:pt x="559" y="2900"/>
                  <a:pt x="559" y="2900"/>
                </a:cubicBezTo>
                <a:cubicBezTo>
                  <a:pt x="575" y="2900"/>
                  <a:pt x="588" y="2887"/>
                  <a:pt x="588" y="2871"/>
                </a:cubicBezTo>
                <a:cubicBezTo>
                  <a:pt x="588" y="2856"/>
                  <a:pt x="575" y="2843"/>
                  <a:pt x="559" y="2843"/>
                </a:cubicBezTo>
                <a:moveTo>
                  <a:pt x="2338" y="2843"/>
                </a:moveTo>
                <a:cubicBezTo>
                  <a:pt x="2083" y="2843"/>
                  <a:pt x="2083" y="2843"/>
                  <a:pt x="2083" y="2843"/>
                </a:cubicBezTo>
                <a:cubicBezTo>
                  <a:pt x="2068" y="2843"/>
                  <a:pt x="2055" y="2856"/>
                  <a:pt x="2055" y="2871"/>
                </a:cubicBezTo>
                <a:cubicBezTo>
                  <a:pt x="2055" y="2887"/>
                  <a:pt x="2068" y="2900"/>
                  <a:pt x="2083" y="2900"/>
                </a:cubicBezTo>
                <a:cubicBezTo>
                  <a:pt x="2338" y="2900"/>
                  <a:pt x="2338" y="2900"/>
                  <a:pt x="2338" y="2900"/>
                </a:cubicBezTo>
                <a:cubicBezTo>
                  <a:pt x="2354" y="2900"/>
                  <a:pt x="2366" y="2887"/>
                  <a:pt x="2366" y="2871"/>
                </a:cubicBezTo>
                <a:cubicBezTo>
                  <a:pt x="2366" y="2856"/>
                  <a:pt x="2354" y="2843"/>
                  <a:pt x="2338" y="2843"/>
                </a:cubicBezTo>
                <a:moveTo>
                  <a:pt x="29" y="1219"/>
                </a:moveTo>
                <a:cubicBezTo>
                  <a:pt x="13" y="1219"/>
                  <a:pt x="0" y="1232"/>
                  <a:pt x="0" y="1248"/>
                </a:cubicBezTo>
                <a:cubicBezTo>
                  <a:pt x="0" y="2415"/>
                  <a:pt x="0" y="2415"/>
                  <a:pt x="0" y="2415"/>
                </a:cubicBezTo>
                <a:cubicBezTo>
                  <a:pt x="0" y="2431"/>
                  <a:pt x="13" y="2444"/>
                  <a:pt x="29" y="2444"/>
                </a:cubicBezTo>
                <a:cubicBezTo>
                  <a:pt x="559" y="2444"/>
                  <a:pt x="559" y="2444"/>
                  <a:pt x="559" y="2444"/>
                </a:cubicBezTo>
                <a:cubicBezTo>
                  <a:pt x="575" y="2444"/>
                  <a:pt x="588" y="2431"/>
                  <a:pt x="588" y="2415"/>
                </a:cubicBezTo>
                <a:cubicBezTo>
                  <a:pt x="588" y="2399"/>
                  <a:pt x="575" y="2386"/>
                  <a:pt x="559" y="2386"/>
                </a:cubicBezTo>
                <a:cubicBezTo>
                  <a:pt x="58" y="2386"/>
                  <a:pt x="58" y="2386"/>
                  <a:pt x="58" y="2386"/>
                </a:cubicBezTo>
                <a:cubicBezTo>
                  <a:pt x="58" y="1248"/>
                  <a:pt x="58" y="1248"/>
                  <a:pt x="58" y="1248"/>
                </a:cubicBezTo>
                <a:cubicBezTo>
                  <a:pt x="58" y="1232"/>
                  <a:pt x="45" y="1219"/>
                  <a:pt x="29" y="1219"/>
                </a:cubicBezTo>
                <a:moveTo>
                  <a:pt x="2613" y="1219"/>
                </a:moveTo>
                <a:cubicBezTo>
                  <a:pt x="2597" y="1219"/>
                  <a:pt x="2584" y="1232"/>
                  <a:pt x="2584" y="1248"/>
                </a:cubicBezTo>
                <a:cubicBezTo>
                  <a:pt x="2584" y="2386"/>
                  <a:pt x="2584" y="2386"/>
                  <a:pt x="2584" y="2386"/>
                </a:cubicBezTo>
                <a:cubicBezTo>
                  <a:pt x="2083" y="2386"/>
                  <a:pt x="2083" y="2386"/>
                  <a:pt x="2083" y="2386"/>
                </a:cubicBezTo>
                <a:cubicBezTo>
                  <a:pt x="2067" y="2386"/>
                  <a:pt x="2055" y="2399"/>
                  <a:pt x="2055" y="2415"/>
                </a:cubicBezTo>
                <a:cubicBezTo>
                  <a:pt x="2055" y="2431"/>
                  <a:pt x="2067" y="2444"/>
                  <a:pt x="2083" y="2444"/>
                </a:cubicBezTo>
                <a:cubicBezTo>
                  <a:pt x="2613" y="2444"/>
                  <a:pt x="2613" y="2444"/>
                  <a:pt x="2613" y="2444"/>
                </a:cubicBezTo>
                <a:cubicBezTo>
                  <a:pt x="2629" y="2444"/>
                  <a:pt x="2642" y="2431"/>
                  <a:pt x="2642" y="2415"/>
                </a:cubicBezTo>
                <a:cubicBezTo>
                  <a:pt x="2642" y="1248"/>
                  <a:pt x="2642" y="1248"/>
                  <a:pt x="2642" y="1248"/>
                </a:cubicBezTo>
                <a:cubicBezTo>
                  <a:pt x="2642" y="1232"/>
                  <a:pt x="2629" y="1219"/>
                  <a:pt x="2613" y="1219"/>
                </a:cubicBezTo>
                <a:moveTo>
                  <a:pt x="658" y="292"/>
                </a:moveTo>
                <a:cubicBezTo>
                  <a:pt x="210" y="292"/>
                  <a:pt x="210" y="292"/>
                  <a:pt x="210" y="292"/>
                </a:cubicBezTo>
                <a:cubicBezTo>
                  <a:pt x="194" y="292"/>
                  <a:pt x="181" y="305"/>
                  <a:pt x="181" y="321"/>
                </a:cubicBezTo>
                <a:cubicBezTo>
                  <a:pt x="181" y="941"/>
                  <a:pt x="181" y="941"/>
                  <a:pt x="181" y="941"/>
                </a:cubicBezTo>
                <a:cubicBezTo>
                  <a:pt x="181" y="957"/>
                  <a:pt x="194" y="970"/>
                  <a:pt x="210" y="970"/>
                </a:cubicBezTo>
                <a:cubicBezTo>
                  <a:pt x="559" y="970"/>
                  <a:pt x="559" y="970"/>
                  <a:pt x="559" y="970"/>
                </a:cubicBezTo>
                <a:cubicBezTo>
                  <a:pt x="575" y="970"/>
                  <a:pt x="588" y="957"/>
                  <a:pt x="588" y="941"/>
                </a:cubicBezTo>
                <a:cubicBezTo>
                  <a:pt x="588" y="925"/>
                  <a:pt x="575" y="912"/>
                  <a:pt x="559" y="912"/>
                </a:cubicBezTo>
                <a:cubicBezTo>
                  <a:pt x="239" y="912"/>
                  <a:pt x="239" y="912"/>
                  <a:pt x="239" y="912"/>
                </a:cubicBezTo>
                <a:cubicBezTo>
                  <a:pt x="239" y="350"/>
                  <a:pt x="239" y="350"/>
                  <a:pt x="239" y="350"/>
                </a:cubicBezTo>
                <a:cubicBezTo>
                  <a:pt x="658" y="350"/>
                  <a:pt x="658" y="350"/>
                  <a:pt x="658" y="350"/>
                </a:cubicBezTo>
                <a:cubicBezTo>
                  <a:pt x="674" y="350"/>
                  <a:pt x="687" y="337"/>
                  <a:pt x="687" y="321"/>
                </a:cubicBezTo>
                <a:cubicBezTo>
                  <a:pt x="687" y="305"/>
                  <a:pt x="674" y="292"/>
                  <a:pt x="658" y="292"/>
                </a:cubicBezTo>
                <a:moveTo>
                  <a:pt x="2432" y="292"/>
                </a:moveTo>
                <a:cubicBezTo>
                  <a:pt x="1984" y="292"/>
                  <a:pt x="1984" y="292"/>
                  <a:pt x="1984" y="292"/>
                </a:cubicBezTo>
                <a:cubicBezTo>
                  <a:pt x="1968" y="292"/>
                  <a:pt x="1955" y="305"/>
                  <a:pt x="1955" y="321"/>
                </a:cubicBezTo>
                <a:cubicBezTo>
                  <a:pt x="1955" y="337"/>
                  <a:pt x="1968" y="350"/>
                  <a:pt x="1984" y="350"/>
                </a:cubicBezTo>
                <a:cubicBezTo>
                  <a:pt x="2403" y="350"/>
                  <a:pt x="2403" y="350"/>
                  <a:pt x="2403" y="350"/>
                </a:cubicBezTo>
                <a:cubicBezTo>
                  <a:pt x="2403" y="912"/>
                  <a:pt x="2403" y="912"/>
                  <a:pt x="2403" y="912"/>
                </a:cubicBezTo>
                <a:cubicBezTo>
                  <a:pt x="2083" y="912"/>
                  <a:pt x="2083" y="912"/>
                  <a:pt x="2083" y="912"/>
                </a:cubicBezTo>
                <a:cubicBezTo>
                  <a:pt x="2068" y="912"/>
                  <a:pt x="2055" y="925"/>
                  <a:pt x="2055" y="941"/>
                </a:cubicBezTo>
                <a:cubicBezTo>
                  <a:pt x="2055" y="957"/>
                  <a:pt x="2068" y="970"/>
                  <a:pt x="2083" y="970"/>
                </a:cubicBezTo>
                <a:cubicBezTo>
                  <a:pt x="2432" y="970"/>
                  <a:pt x="2432" y="970"/>
                  <a:pt x="2432" y="970"/>
                </a:cubicBezTo>
                <a:cubicBezTo>
                  <a:pt x="2448" y="970"/>
                  <a:pt x="2461" y="957"/>
                  <a:pt x="2461" y="941"/>
                </a:cubicBezTo>
                <a:cubicBezTo>
                  <a:pt x="2461" y="321"/>
                  <a:pt x="2461" y="321"/>
                  <a:pt x="2461" y="321"/>
                </a:cubicBezTo>
                <a:cubicBezTo>
                  <a:pt x="2461" y="305"/>
                  <a:pt x="2448" y="292"/>
                  <a:pt x="2432" y="292"/>
                </a:cubicBezTo>
                <a:moveTo>
                  <a:pt x="1799" y="0"/>
                </a:moveTo>
                <a:cubicBezTo>
                  <a:pt x="843" y="0"/>
                  <a:pt x="843" y="0"/>
                  <a:pt x="843" y="0"/>
                </a:cubicBezTo>
                <a:cubicBezTo>
                  <a:pt x="827" y="0"/>
                  <a:pt x="814" y="13"/>
                  <a:pt x="814" y="29"/>
                </a:cubicBezTo>
                <a:cubicBezTo>
                  <a:pt x="814" y="45"/>
                  <a:pt x="827" y="58"/>
                  <a:pt x="843" y="58"/>
                </a:cubicBezTo>
                <a:cubicBezTo>
                  <a:pt x="1292" y="58"/>
                  <a:pt x="1292" y="58"/>
                  <a:pt x="1292" y="58"/>
                </a:cubicBezTo>
                <a:cubicBezTo>
                  <a:pt x="1292" y="602"/>
                  <a:pt x="1292" y="602"/>
                  <a:pt x="1292" y="602"/>
                </a:cubicBezTo>
                <a:cubicBezTo>
                  <a:pt x="989" y="602"/>
                  <a:pt x="989" y="602"/>
                  <a:pt x="989" y="602"/>
                </a:cubicBezTo>
                <a:cubicBezTo>
                  <a:pt x="973" y="602"/>
                  <a:pt x="960" y="615"/>
                  <a:pt x="960" y="631"/>
                </a:cubicBezTo>
                <a:cubicBezTo>
                  <a:pt x="960" y="647"/>
                  <a:pt x="973" y="660"/>
                  <a:pt x="989" y="660"/>
                </a:cubicBezTo>
                <a:cubicBezTo>
                  <a:pt x="1292" y="660"/>
                  <a:pt x="1292" y="660"/>
                  <a:pt x="1292" y="660"/>
                </a:cubicBezTo>
                <a:cubicBezTo>
                  <a:pt x="1292" y="1311"/>
                  <a:pt x="1292" y="1311"/>
                  <a:pt x="1292" y="1311"/>
                </a:cubicBezTo>
                <a:cubicBezTo>
                  <a:pt x="801" y="1311"/>
                  <a:pt x="801" y="1311"/>
                  <a:pt x="801" y="1311"/>
                </a:cubicBezTo>
                <a:cubicBezTo>
                  <a:pt x="801" y="1060"/>
                  <a:pt x="801" y="1060"/>
                  <a:pt x="801" y="1060"/>
                </a:cubicBezTo>
                <a:cubicBezTo>
                  <a:pt x="801" y="1044"/>
                  <a:pt x="788" y="1031"/>
                  <a:pt x="772" y="1031"/>
                </a:cubicBezTo>
                <a:cubicBezTo>
                  <a:pt x="756" y="1031"/>
                  <a:pt x="743" y="1044"/>
                  <a:pt x="743" y="1060"/>
                </a:cubicBezTo>
                <a:cubicBezTo>
                  <a:pt x="743" y="1340"/>
                  <a:pt x="743" y="1340"/>
                  <a:pt x="743" y="1340"/>
                </a:cubicBezTo>
                <a:cubicBezTo>
                  <a:pt x="743" y="1356"/>
                  <a:pt x="756" y="1369"/>
                  <a:pt x="772" y="1369"/>
                </a:cubicBezTo>
                <a:cubicBezTo>
                  <a:pt x="1292" y="1369"/>
                  <a:pt x="1292" y="1369"/>
                  <a:pt x="1292" y="1369"/>
                </a:cubicBezTo>
                <a:cubicBezTo>
                  <a:pt x="1292" y="2123"/>
                  <a:pt x="1292" y="2123"/>
                  <a:pt x="1292" y="2123"/>
                </a:cubicBezTo>
                <a:cubicBezTo>
                  <a:pt x="842" y="2123"/>
                  <a:pt x="842" y="2123"/>
                  <a:pt x="842" y="2123"/>
                </a:cubicBezTo>
                <a:cubicBezTo>
                  <a:pt x="842" y="1782"/>
                  <a:pt x="842" y="1782"/>
                  <a:pt x="842" y="1782"/>
                </a:cubicBezTo>
                <a:cubicBezTo>
                  <a:pt x="842" y="1766"/>
                  <a:pt x="829" y="1753"/>
                  <a:pt x="813" y="1753"/>
                </a:cubicBezTo>
                <a:cubicBezTo>
                  <a:pt x="433" y="1753"/>
                  <a:pt x="433" y="1753"/>
                  <a:pt x="433" y="1753"/>
                </a:cubicBezTo>
                <a:cubicBezTo>
                  <a:pt x="433" y="1476"/>
                  <a:pt x="433" y="1476"/>
                  <a:pt x="433" y="1476"/>
                </a:cubicBezTo>
                <a:cubicBezTo>
                  <a:pt x="433" y="1460"/>
                  <a:pt x="420" y="1447"/>
                  <a:pt x="404" y="1447"/>
                </a:cubicBezTo>
                <a:cubicBezTo>
                  <a:pt x="388" y="1447"/>
                  <a:pt x="375" y="1460"/>
                  <a:pt x="375" y="1476"/>
                </a:cubicBezTo>
                <a:cubicBezTo>
                  <a:pt x="375" y="1782"/>
                  <a:pt x="375" y="1782"/>
                  <a:pt x="375" y="1782"/>
                </a:cubicBezTo>
                <a:cubicBezTo>
                  <a:pt x="375" y="1798"/>
                  <a:pt x="388" y="1811"/>
                  <a:pt x="404" y="1811"/>
                </a:cubicBezTo>
                <a:cubicBezTo>
                  <a:pt x="784" y="1811"/>
                  <a:pt x="784" y="1811"/>
                  <a:pt x="784" y="1811"/>
                </a:cubicBezTo>
                <a:cubicBezTo>
                  <a:pt x="784" y="2669"/>
                  <a:pt x="784" y="2669"/>
                  <a:pt x="784" y="2669"/>
                </a:cubicBezTo>
                <a:cubicBezTo>
                  <a:pt x="784" y="2685"/>
                  <a:pt x="797" y="2698"/>
                  <a:pt x="813" y="2698"/>
                </a:cubicBezTo>
                <a:cubicBezTo>
                  <a:pt x="829" y="2698"/>
                  <a:pt x="842" y="2685"/>
                  <a:pt x="842" y="2669"/>
                </a:cubicBezTo>
                <a:cubicBezTo>
                  <a:pt x="842" y="2181"/>
                  <a:pt x="842" y="2181"/>
                  <a:pt x="842" y="2181"/>
                </a:cubicBezTo>
                <a:cubicBezTo>
                  <a:pt x="1292" y="2181"/>
                  <a:pt x="1292" y="2181"/>
                  <a:pt x="1292" y="2181"/>
                </a:cubicBezTo>
                <a:cubicBezTo>
                  <a:pt x="1292" y="3036"/>
                  <a:pt x="1292" y="3036"/>
                  <a:pt x="1292" y="3036"/>
                </a:cubicBezTo>
                <a:cubicBezTo>
                  <a:pt x="921" y="3036"/>
                  <a:pt x="921" y="3036"/>
                  <a:pt x="921" y="3036"/>
                </a:cubicBezTo>
                <a:cubicBezTo>
                  <a:pt x="905" y="3036"/>
                  <a:pt x="892" y="3049"/>
                  <a:pt x="892" y="3065"/>
                </a:cubicBezTo>
                <a:cubicBezTo>
                  <a:pt x="892" y="3081"/>
                  <a:pt x="905" y="3094"/>
                  <a:pt x="921" y="3094"/>
                </a:cubicBezTo>
                <a:cubicBezTo>
                  <a:pt x="1321" y="3094"/>
                  <a:pt x="1321" y="3094"/>
                  <a:pt x="1321" y="3094"/>
                </a:cubicBezTo>
                <a:cubicBezTo>
                  <a:pt x="1722" y="3094"/>
                  <a:pt x="1722" y="3094"/>
                  <a:pt x="1722" y="3094"/>
                </a:cubicBezTo>
                <a:cubicBezTo>
                  <a:pt x="1738" y="3094"/>
                  <a:pt x="1751" y="3081"/>
                  <a:pt x="1751" y="3065"/>
                </a:cubicBezTo>
                <a:cubicBezTo>
                  <a:pt x="1751" y="3049"/>
                  <a:pt x="1738" y="3036"/>
                  <a:pt x="1722" y="3036"/>
                </a:cubicBezTo>
                <a:cubicBezTo>
                  <a:pt x="1350" y="3036"/>
                  <a:pt x="1350" y="3036"/>
                  <a:pt x="1350" y="3036"/>
                </a:cubicBezTo>
                <a:cubicBezTo>
                  <a:pt x="1350" y="2181"/>
                  <a:pt x="1350" y="2181"/>
                  <a:pt x="1350" y="2181"/>
                </a:cubicBezTo>
                <a:cubicBezTo>
                  <a:pt x="1800" y="2181"/>
                  <a:pt x="1800" y="2181"/>
                  <a:pt x="1800" y="2181"/>
                </a:cubicBezTo>
                <a:cubicBezTo>
                  <a:pt x="1800" y="2669"/>
                  <a:pt x="1800" y="2669"/>
                  <a:pt x="1800" y="2669"/>
                </a:cubicBezTo>
                <a:cubicBezTo>
                  <a:pt x="1800" y="2685"/>
                  <a:pt x="1813" y="2698"/>
                  <a:pt x="1829" y="2698"/>
                </a:cubicBezTo>
                <a:cubicBezTo>
                  <a:pt x="1845" y="2698"/>
                  <a:pt x="1858" y="2685"/>
                  <a:pt x="1858" y="2669"/>
                </a:cubicBezTo>
                <a:cubicBezTo>
                  <a:pt x="1858" y="1811"/>
                  <a:pt x="1858" y="1811"/>
                  <a:pt x="1858" y="1811"/>
                </a:cubicBezTo>
                <a:cubicBezTo>
                  <a:pt x="2239" y="1811"/>
                  <a:pt x="2239" y="1811"/>
                  <a:pt x="2239" y="1811"/>
                </a:cubicBezTo>
                <a:cubicBezTo>
                  <a:pt x="2254" y="1811"/>
                  <a:pt x="2267" y="1798"/>
                  <a:pt x="2267" y="1782"/>
                </a:cubicBezTo>
                <a:cubicBezTo>
                  <a:pt x="2267" y="1476"/>
                  <a:pt x="2267" y="1476"/>
                  <a:pt x="2267" y="1476"/>
                </a:cubicBezTo>
                <a:cubicBezTo>
                  <a:pt x="2267" y="1460"/>
                  <a:pt x="2254" y="1447"/>
                  <a:pt x="2239" y="1447"/>
                </a:cubicBezTo>
                <a:cubicBezTo>
                  <a:pt x="2223" y="1447"/>
                  <a:pt x="2210" y="1460"/>
                  <a:pt x="2210" y="1476"/>
                </a:cubicBezTo>
                <a:cubicBezTo>
                  <a:pt x="2210" y="1753"/>
                  <a:pt x="2210" y="1753"/>
                  <a:pt x="2210" y="1753"/>
                </a:cubicBezTo>
                <a:cubicBezTo>
                  <a:pt x="1829" y="1753"/>
                  <a:pt x="1829" y="1753"/>
                  <a:pt x="1829" y="1753"/>
                </a:cubicBezTo>
                <a:cubicBezTo>
                  <a:pt x="1813" y="1753"/>
                  <a:pt x="1800" y="1766"/>
                  <a:pt x="1800" y="1782"/>
                </a:cubicBezTo>
                <a:cubicBezTo>
                  <a:pt x="1800" y="2123"/>
                  <a:pt x="1800" y="2123"/>
                  <a:pt x="1800" y="2123"/>
                </a:cubicBezTo>
                <a:cubicBezTo>
                  <a:pt x="1350" y="2123"/>
                  <a:pt x="1350" y="2123"/>
                  <a:pt x="1350" y="2123"/>
                </a:cubicBezTo>
                <a:cubicBezTo>
                  <a:pt x="1350" y="1369"/>
                  <a:pt x="1350" y="1369"/>
                  <a:pt x="1350" y="1369"/>
                </a:cubicBezTo>
                <a:cubicBezTo>
                  <a:pt x="1870" y="1369"/>
                  <a:pt x="1870" y="1369"/>
                  <a:pt x="1870" y="1369"/>
                </a:cubicBezTo>
                <a:cubicBezTo>
                  <a:pt x="1886" y="1369"/>
                  <a:pt x="1899" y="1356"/>
                  <a:pt x="1899" y="1340"/>
                </a:cubicBezTo>
                <a:cubicBezTo>
                  <a:pt x="1899" y="1060"/>
                  <a:pt x="1899" y="1060"/>
                  <a:pt x="1899" y="1060"/>
                </a:cubicBezTo>
                <a:cubicBezTo>
                  <a:pt x="1899" y="1044"/>
                  <a:pt x="1886" y="1031"/>
                  <a:pt x="1870" y="1031"/>
                </a:cubicBezTo>
                <a:cubicBezTo>
                  <a:pt x="1854" y="1031"/>
                  <a:pt x="1841" y="1044"/>
                  <a:pt x="1841" y="1060"/>
                </a:cubicBezTo>
                <a:cubicBezTo>
                  <a:pt x="1841" y="1311"/>
                  <a:pt x="1841" y="1311"/>
                  <a:pt x="1841" y="1311"/>
                </a:cubicBezTo>
                <a:cubicBezTo>
                  <a:pt x="1350" y="1311"/>
                  <a:pt x="1350" y="1311"/>
                  <a:pt x="1350" y="1311"/>
                </a:cubicBezTo>
                <a:cubicBezTo>
                  <a:pt x="1350" y="660"/>
                  <a:pt x="1350" y="660"/>
                  <a:pt x="1350" y="660"/>
                </a:cubicBezTo>
                <a:cubicBezTo>
                  <a:pt x="1643" y="660"/>
                  <a:pt x="1643" y="660"/>
                  <a:pt x="1643" y="660"/>
                </a:cubicBezTo>
                <a:cubicBezTo>
                  <a:pt x="1659" y="660"/>
                  <a:pt x="1672" y="647"/>
                  <a:pt x="1672" y="631"/>
                </a:cubicBezTo>
                <a:cubicBezTo>
                  <a:pt x="1672" y="615"/>
                  <a:pt x="1659" y="602"/>
                  <a:pt x="1643" y="602"/>
                </a:cubicBezTo>
                <a:cubicBezTo>
                  <a:pt x="1350" y="602"/>
                  <a:pt x="1350" y="602"/>
                  <a:pt x="1350" y="602"/>
                </a:cubicBezTo>
                <a:cubicBezTo>
                  <a:pt x="1350" y="58"/>
                  <a:pt x="1350" y="58"/>
                  <a:pt x="1350" y="58"/>
                </a:cubicBezTo>
                <a:cubicBezTo>
                  <a:pt x="1799" y="58"/>
                  <a:pt x="1799" y="58"/>
                  <a:pt x="1799" y="58"/>
                </a:cubicBezTo>
                <a:cubicBezTo>
                  <a:pt x="1815" y="58"/>
                  <a:pt x="1828" y="45"/>
                  <a:pt x="1828" y="29"/>
                </a:cubicBezTo>
                <a:cubicBezTo>
                  <a:pt x="1828" y="13"/>
                  <a:pt x="1815" y="0"/>
                  <a:pt x="1799" y="0"/>
                </a:cubicBezTo>
              </a:path>
            </a:pathLst>
          </a:custGeom>
          <a:solidFill>
            <a:schemeClr val="accent1">
              <a:alpha val="9804"/>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10" name="Logo">
            <a:extLst>
              <a:ext uri="{FF2B5EF4-FFF2-40B4-BE49-F238E27FC236}">
                <a16:creationId xmlns:a16="http://schemas.microsoft.com/office/drawing/2014/main" id="{7D430883-348B-4F96-B27B-40097E253643}"/>
              </a:ext>
            </a:extLst>
          </p:cNvPr>
          <p:cNvSpPr/>
          <p:nvPr/>
        </p:nvSpPr>
        <p:spPr>
          <a:xfrm>
            <a:off x="9397252" y="5875721"/>
            <a:ext cx="2253411" cy="440942"/>
          </a:xfrm>
          <a:custGeom>
            <a:avLst/>
            <a:gdLst>
              <a:gd name="connsiteX0" fmla="*/ 1783139 w 2253411"/>
              <a:gd name="connsiteY0" fmla="*/ 136254 h 440942"/>
              <a:gd name="connsiteX1" fmla="*/ 1751520 w 2253411"/>
              <a:gd name="connsiteY1" fmla="*/ 136254 h 440942"/>
              <a:gd name="connsiteX2" fmla="*/ 1751520 w 2253411"/>
              <a:gd name="connsiteY2" fmla="*/ 299806 h 440942"/>
              <a:gd name="connsiteX3" fmla="*/ 1783139 w 2253411"/>
              <a:gd name="connsiteY3" fmla="*/ 299806 h 440942"/>
              <a:gd name="connsiteX4" fmla="*/ 293338 w 2253411"/>
              <a:gd name="connsiteY4" fmla="*/ 409024 h 440942"/>
              <a:gd name="connsiteX5" fmla="*/ 297448 w 2253411"/>
              <a:gd name="connsiteY5" fmla="*/ 413147 h 440942"/>
              <a:gd name="connsiteX6" fmla="*/ 297460 w 2253411"/>
              <a:gd name="connsiteY6" fmla="*/ 413147 h 440942"/>
              <a:gd name="connsiteX7" fmla="*/ 333669 w 2253411"/>
              <a:gd name="connsiteY7" fmla="*/ 413147 h 440942"/>
              <a:gd name="connsiteX8" fmla="*/ 337779 w 2253411"/>
              <a:gd name="connsiteY8" fmla="*/ 409047 h 440942"/>
              <a:gd name="connsiteX9" fmla="*/ 337777 w 2253411"/>
              <a:gd name="connsiteY9" fmla="*/ 409024 h 440942"/>
              <a:gd name="connsiteX10" fmla="*/ 333683 w 2253411"/>
              <a:gd name="connsiteY10" fmla="*/ 404916 h 440942"/>
              <a:gd name="connsiteX11" fmla="*/ 333669 w 2253411"/>
              <a:gd name="connsiteY11" fmla="*/ 404916 h 440942"/>
              <a:gd name="connsiteX12" fmla="*/ 297460 w 2253411"/>
              <a:gd name="connsiteY12" fmla="*/ 404916 h 440942"/>
              <a:gd name="connsiteX13" fmla="*/ 293338 w 2253411"/>
              <a:gd name="connsiteY13" fmla="*/ 409021 h 440942"/>
              <a:gd name="connsiteX14" fmla="*/ 293338 w 2253411"/>
              <a:gd name="connsiteY14" fmla="*/ 409024 h 440942"/>
              <a:gd name="connsiteX15" fmla="*/ 39859 w 2253411"/>
              <a:gd name="connsiteY15" fmla="*/ 409024 h 440942"/>
              <a:gd name="connsiteX16" fmla="*/ 43946 w 2253411"/>
              <a:gd name="connsiteY16" fmla="*/ 413147 h 440942"/>
              <a:gd name="connsiteX17" fmla="*/ 43967 w 2253411"/>
              <a:gd name="connsiteY17" fmla="*/ 413147 h 440942"/>
              <a:gd name="connsiteX18" fmla="*/ 80176 w 2253411"/>
              <a:gd name="connsiteY18" fmla="*/ 413147 h 440942"/>
              <a:gd name="connsiteX19" fmla="*/ 84298 w 2253411"/>
              <a:gd name="connsiteY19" fmla="*/ 409037 h 440942"/>
              <a:gd name="connsiteX20" fmla="*/ 84298 w 2253411"/>
              <a:gd name="connsiteY20" fmla="*/ 409024 h 440942"/>
              <a:gd name="connsiteX21" fmla="*/ 80179 w 2253411"/>
              <a:gd name="connsiteY21" fmla="*/ 404916 h 440942"/>
              <a:gd name="connsiteX22" fmla="*/ 80176 w 2253411"/>
              <a:gd name="connsiteY22" fmla="*/ 404916 h 440942"/>
              <a:gd name="connsiteX23" fmla="*/ 43967 w 2253411"/>
              <a:gd name="connsiteY23" fmla="*/ 404916 h 440942"/>
              <a:gd name="connsiteX24" fmla="*/ 39859 w 2253411"/>
              <a:gd name="connsiteY24" fmla="*/ 409012 h 440942"/>
              <a:gd name="connsiteX25" fmla="*/ 39859 w 2253411"/>
              <a:gd name="connsiteY25" fmla="*/ 409024 h 440942"/>
              <a:gd name="connsiteX26" fmla="*/ 80177 w 2253411"/>
              <a:gd name="connsiteY26" fmla="*/ 339849 h 440942"/>
              <a:gd name="connsiteX27" fmla="*/ 8803 w 2253411"/>
              <a:gd name="connsiteY27" fmla="*/ 339849 h 440942"/>
              <a:gd name="connsiteX28" fmla="*/ 8803 w 2253411"/>
              <a:gd name="connsiteY28" fmla="*/ 177644 h 440942"/>
              <a:gd name="connsiteX29" fmla="*/ 4680 w 2253411"/>
              <a:gd name="connsiteY29" fmla="*/ 173521 h 440942"/>
              <a:gd name="connsiteX30" fmla="*/ 572 w 2253411"/>
              <a:gd name="connsiteY30" fmla="*/ 177639 h 440942"/>
              <a:gd name="connsiteX31" fmla="*/ 572 w 2253411"/>
              <a:gd name="connsiteY31" fmla="*/ 177644 h 440942"/>
              <a:gd name="connsiteX32" fmla="*/ 572 w 2253411"/>
              <a:gd name="connsiteY32" fmla="*/ 343959 h 440942"/>
              <a:gd name="connsiteX33" fmla="*/ 4676 w 2253411"/>
              <a:gd name="connsiteY33" fmla="*/ 348080 h 440942"/>
              <a:gd name="connsiteX34" fmla="*/ 4680 w 2253411"/>
              <a:gd name="connsiteY34" fmla="*/ 348080 h 440942"/>
              <a:gd name="connsiteX35" fmla="*/ 80176 w 2253411"/>
              <a:gd name="connsiteY35" fmla="*/ 348080 h 440942"/>
              <a:gd name="connsiteX36" fmla="*/ 84298 w 2253411"/>
              <a:gd name="connsiteY36" fmla="*/ 343970 h 440942"/>
              <a:gd name="connsiteX37" fmla="*/ 84298 w 2253411"/>
              <a:gd name="connsiteY37" fmla="*/ 343959 h 440942"/>
              <a:gd name="connsiteX38" fmla="*/ 80176 w 2253411"/>
              <a:gd name="connsiteY38" fmla="*/ 339849 h 440942"/>
              <a:gd name="connsiteX39" fmla="*/ 98412 w 2253411"/>
              <a:gd name="connsiteY39" fmla="*/ 45530 h 440942"/>
              <a:gd name="connsiteX40" fmla="*/ 94292 w 2253411"/>
              <a:gd name="connsiteY40" fmla="*/ 41422 h 440942"/>
              <a:gd name="connsiteX41" fmla="*/ 94289 w 2253411"/>
              <a:gd name="connsiteY41" fmla="*/ 41422 h 440942"/>
              <a:gd name="connsiteX42" fmla="*/ 30459 w 2253411"/>
              <a:gd name="connsiteY42" fmla="*/ 41422 h 440942"/>
              <a:gd name="connsiteX43" fmla="*/ 26351 w 2253411"/>
              <a:gd name="connsiteY43" fmla="*/ 45518 h 440942"/>
              <a:gd name="connsiteX44" fmla="*/ 26351 w 2253411"/>
              <a:gd name="connsiteY44" fmla="*/ 45530 h 440942"/>
              <a:gd name="connsiteX45" fmla="*/ 26351 w 2253411"/>
              <a:gd name="connsiteY45" fmla="*/ 133916 h 440942"/>
              <a:gd name="connsiteX46" fmla="*/ 30456 w 2253411"/>
              <a:gd name="connsiteY46" fmla="*/ 138039 h 440942"/>
              <a:gd name="connsiteX47" fmla="*/ 30459 w 2253411"/>
              <a:gd name="connsiteY47" fmla="*/ 138039 h 440942"/>
              <a:gd name="connsiteX48" fmla="*/ 80191 w 2253411"/>
              <a:gd name="connsiteY48" fmla="*/ 138039 h 440942"/>
              <a:gd name="connsiteX49" fmla="*/ 84300 w 2253411"/>
              <a:gd name="connsiteY49" fmla="*/ 133916 h 440942"/>
              <a:gd name="connsiteX50" fmla="*/ 80191 w 2253411"/>
              <a:gd name="connsiteY50" fmla="*/ 129808 h 440942"/>
              <a:gd name="connsiteX51" fmla="*/ 34582 w 2253411"/>
              <a:gd name="connsiteY51" fmla="*/ 129808 h 440942"/>
              <a:gd name="connsiteX52" fmla="*/ 34582 w 2253411"/>
              <a:gd name="connsiteY52" fmla="*/ 49653 h 440942"/>
              <a:gd name="connsiteX53" fmla="*/ 94291 w 2253411"/>
              <a:gd name="connsiteY53" fmla="*/ 49653 h 440942"/>
              <a:gd name="connsiteX54" fmla="*/ 98413 w 2253411"/>
              <a:gd name="connsiteY54" fmla="*/ 45540 h 440942"/>
              <a:gd name="connsiteX55" fmla="*/ 98413 w 2253411"/>
              <a:gd name="connsiteY55" fmla="*/ 45530 h 440942"/>
              <a:gd name="connsiteX56" fmla="*/ 271146 w 2253411"/>
              <a:gd name="connsiteY56" fmla="*/ 190835 h 440942"/>
              <a:gd name="connsiteX57" fmla="*/ 271146 w 2253411"/>
              <a:gd name="connsiteY57" fmla="*/ 150874 h 440942"/>
              <a:gd name="connsiteX58" fmla="*/ 267039 w 2253411"/>
              <a:gd name="connsiteY58" fmla="*/ 146752 h 440942"/>
              <a:gd name="connsiteX59" fmla="*/ 267037 w 2253411"/>
              <a:gd name="connsiteY59" fmla="*/ 146752 h 440942"/>
              <a:gd name="connsiteX60" fmla="*/ 262900 w 2253411"/>
              <a:gd name="connsiteY60" fmla="*/ 150873 h 440942"/>
              <a:gd name="connsiteX61" fmla="*/ 262900 w 2253411"/>
              <a:gd name="connsiteY61" fmla="*/ 150874 h 440942"/>
              <a:gd name="connsiteX62" fmla="*/ 262900 w 2253411"/>
              <a:gd name="connsiteY62" fmla="*/ 186698 h 440942"/>
              <a:gd name="connsiteX63" fmla="*/ 192929 w 2253411"/>
              <a:gd name="connsiteY63" fmla="*/ 186698 h 440942"/>
              <a:gd name="connsiteX64" fmla="*/ 192929 w 2253411"/>
              <a:gd name="connsiteY64" fmla="*/ 93846 h 440942"/>
              <a:gd name="connsiteX65" fmla="*/ 234730 w 2253411"/>
              <a:gd name="connsiteY65" fmla="*/ 93846 h 440942"/>
              <a:gd name="connsiteX66" fmla="*/ 238853 w 2253411"/>
              <a:gd name="connsiteY66" fmla="*/ 89738 h 440942"/>
              <a:gd name="connsiteX67" fmla="*/ 234730 w 2253411"/>
              <a:gd name="connsiteY67" fmla="*/ 85602 h 440942"/>
              <a:gd name="connsiteX68" fmla="*/ 192929 w 2253411"/>
              <a:gd name="connsiteY68" fmla="*/ 85602 h 440942"/>
              <a:gd name="connsiteX69" fmla="*/ 192929 w 2253411"/>
              <a:gd name="connsiteY69" fmla="*/ 8058 h 440942"/>
              <a:gd name="connsiteX70" fmla="*/ 256951 w 2253411"/>
              <a:gd name="connsiteY70" fmla="*/ 8058 h 440942"/>
              <a:gd name="connsiteX71" fmla="*/ 261072 w 2253411"/>
              <a:gd name="connsiteY71" fmla="*/ 3946 h 440942"/>
              <a:gd name="connsiteX72" fmla="*/ 261072 w 2253411"/>
              <a:gd name="connsiteY72" fmla="*/ 3935 h 440942"/>
              <a:gd name="connsiteX73" fmla="*/ 256954 w 2253411"/>
              <a:gd name="connsiteY73" fmla="*/ -175 h 440942"/>
              <a:gd name="connsiteX74" fmla="*/ 256951 w 2253411"/>
              <a:gd name="connsiteY74" fmla="*/ -175 h 440942"/>
              <a:gd name="connsiteX75" fmla="*/ 120686 w 2253411"/>
              <a:gd name="connsiteY75" fmla="*/ -175 h 440942"/>
              <a:gd name="connsiteX76" fmla="*/ 116578 w 2253411"/>
              <a:gd name="connsiteY76" fmla="*/ 3935 h 440942"/>
              <a:gd name="connsiteX77" fmla="*/ 120685 w 2253411"/>
              <a:gd name="connsiteY77" fmla="*/ 8058 h 440942"/>
              <a:gd name="connsiteX78" fmla="*/ 120686 w 2253411"/>
              <a:gd name="connsiteY78" fmla="*/ 8058 h 440942"/>
              <a:gd name="connsiteX79" fmla="*/ 184696 w 2253411"/>
              <a:gd name="connsiteY79" fmla="*/ 8058 h 440942"/>
              <a:gd name="connsiteX80" fmla="*/ 184696 w 2253411"/>
              <a:gd name="connsiteY80" fmla="*/ 85629 h 440942"/>
              <a:gd name="connsiteX81" fmla="*/ 141436 w 2253411"/>
              <a:gd name="connsiteY81" fmla="*/ 85629 h 440942"/>
              <a:gd name="connsiteX82" fmla="*/ 137315 w 2253411"/>
              <a:gd name="connsiteY82" fmla="*/ 89752 h 440942"/>
              <a:gd name="connsiteX83" fmla="*/ 141435 w 2253411"/>
              <a:gd name="connsiteY83" fmla="*/ 93860 h 440942"/>
              <a:gd name="connsiteX84" fmla="*/ 141436 w 2253411"/>
              <a:gd name="connsiteY84" fmla="*/ 93860 h 440942"/>
              <a:gd name="connsiteX85" fmla="*/ 184696 w 2253411"/>
              <a:gd name="connsiteY85" fmla="*/ 93860 h 440942"/>
              <a:gd name="connsiteX86" fmla="*/ 184696 w 2253411"/>
              <a:gd name="connsiteY86" fmla="*/ 186698 h 440942"/>
              <a:gd name="connsiteX87" fmla="*/ 114724 w 2253411"/>
              <a:gd name="connsiteY87" fmla="*/ 186698 h 440942"/>
              <a:gd name="connsiteX88" fmla="*/ 114724 w 2253411"/>
              <a:gd name="connsiteY88" fmla="*/ 150874 h 440942"/>
              <a:gd name="connsiteX89" fmla="*/ 110611 w 2253411"/>
              <a:gd name="connsiteY89" fmla="*/ 146752 h 440942"/>
              <a:gd name="connsiteX90" fmla="*/ 110602 w 2253411"/>
              <a:gd name="connsiteY90" fmla="*/ 146752 h 440942"/>
              <a:gd name="connsiteX91" fmla="*/ 106479 w 2253411"/>
              <a:gd name="connsiteY91" fmla="*/ 150874 h 440942"/>
              <a:gd name="connsiteX92" fmla="*/ 106479 w 2253411"/>
              <a:gd name="connsiteY92" fmla="*/ 190835 h 440942"/>
              <a:gd name="connsiteX93" fmla="*/ 110598 w 2253411"/>
              <a:gd name="connsiteY93" fmla="*/ 194943 h 440942"/>
              <a:gd name="connsiteX94" fmla="*/ 110602 w 2253411"/>
              <a:gd name="connsiteY94" fmla="*/ 194943 h 440942"/>
              <a:gd name="connsiteX95" fmla="*/ 184696 w 2253411"/>
              <a:gd name="connsiteY95" fmla="*/ 194943 h 440942"/>
              <a:gd name="connsiteX96" fmla="*/ 184696 w 2253411"/>
              <a:gd name="connsiteY96" fmla="*/ 302418 h 440942"/>
              <a:gd name="connsiteX97" fmla="*/ 120523 w 2253411"/>
              <a:gd name="connsiteY97" fmla="*/ 302418 h 440942"/>
              <a:gd name="connsiteX98" fmla="*/ 120523 w 2253411"/>
              <a:gd name="connsiteY98" fmla="*/ 253744 h 440942"/>
              <a:gd name="connsiteX99" fmla="*/ 116395 w 2253411"/>
              <a:gd name="connsiteY99" fmla="*/ 249636 h 440942"/>
              <a:gd name="connsiteX100" fmla="*/ 116386 w 2253411"/>
              <a:gd name="connsiteY100" fmla="*/ 249636 h 440942"/>
              <a:gd name="connsiteX101" fmla="*/ 62189 w 2253411"/>
              <a:gd name="connsiteY101" fmla="*/ 249636 h 440942"/>
              <a:gd name="connsiteX102" fmla="*/ 62189 w 2253411"/>
              <a:gd name="connsiteY102" fmla="*/ 210170 h 440942"/>
              <a:gd name="connsiteX103" fmla="*/ 58084 w 2253411"/>
              <a:gd name="connsiteY103" fmla="*/ 206047 h 440942"/>
              <a:gd name="connsiteX104" fmla="*/ 58081 w 2253411"/>
              <a:gd name="connsiteY104" fmla="*/ 206047 h 440942"/>
              <a:gd name="connsiteX105" fmla="*/ 53958 w 2253411"/>
              <a:gd name="connsiteY105" fmla="*/ 210170 h 440942"/>
              <a:gd name="connsiteX106" fmla="*/ 53958 w 2253411"/>
              <a:gd name="connsiteY106" fmla="*/ 253744 h 440942"/>
              <a:gd name="connsiteX107" fmla="*/ 58081 w 2253411"/>
              <a:gd name="connsiteY107" fmla="*/ 257867 h 440942"/>
              <a:gd name="connsiteX108" fmla="*/ 112277 w 2253411"/>
              <a:gd name="connsiteY108" fmla="*/ 257867 h 440942"/>
              <a:gd name="connsiteX109" fmla="*/ 112277 w 2253411"/>
              <a:gd name="connsiteY109" fmla="*/ 380182 h 440942"/>
              <a:gd name="connsiteX110" fmla="*/ 116382 w 2253411"/>
              <a:gd name="connsiteY110" fmla="*/ 384304 h 440942"/>
              <a:gd name="connsiteX111" fmla="*/ 116386 w 2253411"/>
              <a:gd name="connsiteY111" fmla="*/ 384304 h 440942"/>
              <a:gd name="connsiteX112" fmla="*/ 120523 w 2253411"/>
              <a:gd name="connsiteY112" fmla="*/ 380182 h 440942"/>
              <a:gd name="connsiteX113" fmla="*/ 120523 w 2253411"/>
              <a:gd name="connsiteY113" fmla="*/ 310649 h 440942"/>
              <a:gd name="connsiteX114" fmla="*/ 184696 w 2253411"/>
              <a:gd name="connsiteY114" fmla="*/ 310649 h 440942"/>
              <a:gd name="connsiteX115" fmla="*/ 184696 w 2253411"/>
              <a:gd name="connsiteY115" fmla="*/ 432537 h 440942"/>
              <a:gd name="connsiteX116" fmla="*/ 131736 w 2253411"/>
              <a:gd name="connsiteY116" fmla="*/ 432537 h 440942"/>
              <a:gd name="connsiteX117" fmla="*/ 127628 w 2253411"/>
              <a:gd name="connsiteY117" fmla="*/ 436615 h 440942"/>
              <a:gd name="connsiteX118" fmla="*/ 127628 w 2253411"/>
              <a:gd name="connsiteY118" fmla="*/ 436646 h 440942"/>
              <a:gd name="connsiteX119" fmla="*/ 131716 w 2253411"/>
              <a:gd name="connsiteY119" fmla="*/ 440768 h 440942"/>
              <a:gd name="connsiteX120" fmla="*/ 131736 w 2253411"/>
              <a:gd name="connsiteY120" fmla="*/ 440768 h 440942"/>
              <a:gd name="connsiteX121" fmla="*/ 245888 w 2253411"/>
              <a:gd name="connsiteY121" fmla="*/ 440768 h 440942"/>
              <a:gd name="connsiteX122" fmla="*/ 250011 w 2253411"/>
              <a:gd name="connsiteY122" fmla="*/ 436657 h 440942"/>
              <a:gd name="connsiteX123" fmla="*/ 250011 w 2253411"/>
              <a:gd name="connsiteY123" fmla="*/ 436646 h 440942"/>
              <a:gd name="connsiteX124" fmla="*/ 245909 w 2253411"/>
              <a:gd name="connsiteY124" fmla="*/ 432537 h 440942"/>
              <a:gd name="connsiteX125" fmla="*/ 245888 w 2253411"/>
              <a:gd name="connsiteY125" fmla="*/ 432537 h 440942"/>
              <a:gd name="connsiteX126" fmla="*/ 192929 w 2253411"/>
              <a:gd name="connsiteY126" fmla="*/ 432537 h 440942"/>
              <a:gd name="connsiteX127" fmla="*/ 192929 w 2253411"/>
              <a:gd name="connsiteY127" fmla="*/ 310649 h 440942"/>
              <a:gd name="connsiteX128" fmla="*/ 257116 w 2253411"/>
              <a:gd name="connsiteY128" fmla="*/ 310649 h 440942"/>
              <a:gd name="connsiteX129" fmla="*/ 257116 w 2253411"/>
              <a:gd name="connsiteY129" fmla="*/ 380182 h 440942"/>
              <a:gd name="connsiteX130" fmla="*/ 261250 w 2253411"/>
              <a:gd name="connsiteY130" fmla="*/ 384304 h 440942"/>
              <a:gd name="connsiteX131" fmla="*/ 265358 w 2253411"/>
              <a:gd name="connsiteY131" fmla="*/ 380182 h 440942"/>
              <a:gd name="connsiteX132" fmla="*/ 265358 w 2253411"/>
              <a:gd name="connsiteY132" fmla="*/ 257867 h 440942"/>
              <a:gd name="connsiteX133" fmla="*/ 319557 w 2253411"/>
              <a:gd name="connsiteY133" fmla="*/ 257867 h 440942"/>
              <a:gd name="connsiteX134" fmla="*/ 323665 w 2253411"/>
              <a:gd name="connsiteY134" fmla="*/ 253748 h 440942"/>
              <a:gd name="connsiteX135" fmla="*/ 323665 w 2253411"/>
              <a:gd name="connsiteY135" fmla="*/ 253744 h 440942"/>
              <a:gd name="connsiteX136" fmla="*/ 323665 w 2253411"/>
              <a:gd name="connsiteY136" fmla="*/ 210170 h 440942"/>
              <a:gd name="connsiteX137" fmla="*/ 319557 w 2253411"/>
              <a:gd name="connsiteY137" fmla="*/ 206047 h 440942"/>
              <a:gd name="connsiteX138" fmla="*/ 315434 w 2253411"/>
              <a:gd name="connsiteY138" fmla="*/ 210170 h 440942"/>
              <a:gd name="connsiteX139" fmla="*/ 315434 w 2253411"/>
              <a:gd name="connsiteY139" fmla="*/ 249636 h 440942"/>
              <a:gd name="connsiteX140" fmla="*/ 261250 w 2253411"/>
              <a:gd name="connsiteY140" fmla="*/ 249636 h 440942"/>
              <a:gd name="connsiteX141" fmla="*/ 257115 w 2253411"/>
              <a:gd name="connsiteY141" fmla="*/ 253733 h 440942"/>
              <a:gd name="connsiteX142" fmla="*/ 257115 w 2253411"/>
              <a:gd name="connsiteY142" fmla="*/ 253744 h 440942"/>
              <a:gd name="connsiteX143" fmla="*/ 257115 w 2253411"/>
              <a:gd name="connsiteY143" fmla="*/ 302416 h 440942"/>
              <a:gd name="connsiteX144" fmla="*/ 192927 w 2253411"/>
              <a:gd name="connsiteY144" fmla="*/ 302416 h 440942"/>
              <a:gd name="connsiteX145" fmla="*/ 192927 w 2253411"/>
              <a:gd name="connsiteY145" fmla="*/ 194943 h 440942"/>
              <a:gd name="connsiteX146" fmla="*/ 267036 w 2253411"/>
              <a:gd name="connsiteY146" fmla="*/ 194943 h 440942"/>
              <a:gd name="connsiteX147" fmla="*/ 271144 w 2253411"/>
              <a:gd name="connsiteY147" fmla="*/ 190849 h 440942"/>
              <a:gd name="connsiteX148" fmla="*/ 271144 w 2253411"/>
              <a:gd name="connsiteY148" fmla="*/ 190835 h 440942"/>
              <a:gd name="connsiteX149" fmla="*/ 351285 w 2253411"/>
              <a:gd name="connsiteY149" fmla="*/ 133931 h 440942"/>
              <a:gd name="connsiteX150" fmla="*/ 351285 w 2253411"/>
              <a:gd name="connsiteY150" fmla="*/ 45545 h 440942"/>
              <a:gd name="connsiteX151" fmla="*/ 347175 w 2253411"/>
              <a:gd name="connsiteY151" fmla="*/ 41422 h 440942"/>
              <a:gd name="connsiteX152" fmla="*/ 347164 w 2253411"/>
              <a:gd name="connsiteY152" fmla="*/ 41422 h 440942"/>
              <a:gd name="connsiteX153" fmla="*/ 283332 w 2253411"/>
              <a:gd name="connsiteY153" fmla="*/ 41422 h 440942"/>
              <a:gd name="connsiteX154" fmla="*/ 279224 w 2253411"/>
              <a:gd name="connsiteY154" fmla="*/ 45524 h 440942"/>
              <a:gd name="connsiteX155" fmla="*/ 279224 w 2253411"/>
              <a:gd name="connsiteY155" fmla="*/ 45545 h 440942"/>
              <a:gd name="connsiteX156" fmla="*/ 283332 w 2253411"/>
              <a:gd name="connsiteY156" fmla="*/ 49653 h 440942"/>
              <a:gd name="connsiteX157" fmla="*/ 343054 w 2253411"/>
              <a:gd name="connsiteY157" fmla="*/ 49653 h 440942"/>
              <a:gd name="connsiteX158" fmla="*/ 343054 w 2253411"/>
              <a:gd name="connsiteY158" fmla="*/ 129808 h 440942"/>
              <a:gd name="connsiteX159" fmla="*/ 297460 w 2253411"/>
              <a:gd name="connsiteY159" fmla="*/ 129808 h 440942"/>
              <a:gd name="connsiteX160" fmla="*/ 293338 w 2253411"/>
              <a:gd name="connsiteY160" fmla="*/ 133918 h 440942"/>
              <a:gd name="connsiteX161" fmla="*/ 293338 w 2253411"/>
              <a:gd name="connsiteY161" fmla="*/ 133931 h 440942"/>
              <a:gd name="connsiteX162" fmla="*/ 297460 w 2253411"/>
              <a:gd name="connsiteY162" fmla="*/ 138039 h 440942"/>
              <a:gd name="connsiteX163" fmla="*/ 347164 w 2253411"/>
              <a:gd name="connsiteY163" fmla="*/ 138039 h 440942"/>
              <a:gd name="connsiteX164" fmla="*/ 351285 w 2253411"/>
              <a:gd name="connsiteY164" fmla="*/ 133931 h 440942"/>
              <a:gd name="connsiteX165" fmla="*/ 377065 w 2253411"/>
              <a:gd name="connsiteY165" fmla="*/ 343972 h 440942"/>
              <a:gd name="connsiteX166" fmla="*/ 377065 w 2253411"/>
              <a:gd name="connsiteY166" fmla="*/ 177629 h 440942"/>
              <a:gd name="connsiteX167" fmla="*/ 372946 w 2253411"/>
              <a:gd name="connsiteY167" fmla="*/ 173521 h 440942"/>
              <a:gd name="connsiteX168" fmla="*/ 372943 w 2253411"/>
              <a:gd name="connsiteY168" fmla="*/ 173521 h 440942"/>
              <a:gd name="connsiteX169" fmla="*/ 368834 w 2253411"/>
              <a:gd name="connsiteY169" fmla="*/ 177617 h 440942"/>
              <a:gd name="connsiteX170" fmla="*/ 368834 w 2253411"/>
              <a:gd name="connsiteY170" fmla="*/ 177629 h 440942"/>
              <a:gd name="connsiteX171" fmla="*/ 368834 w 2253411"/>
              <a:gd name="connsiteY171" fmla="*/ 339836 h 440942"/>
              <a:gd name="connsiteX172" fmla="*/ 297460 w 2253411"/>
              <a:gd name="connsiteY172" fmla="*/ 339836 h 440942"/>
              <a:gd name="connsiteX173" fmla="*/ 293338 w 2253411"/>
              <a:gd name="connsiteY173" fmla="*/ 343970 h 440942"/>
              <a:gd name="connsiteX174" fmla="*/ 293338 w 2253411"/>
              <a:gd name="connsiteY174" fmla="*/ 343972 h 440942"/>
              <a:gd name="connsiteX175" fmla="*/ 297438 w 2253411"/>
              <a:gd name="connsiteY175" fmla="*/ 348080 h 440942"/>
              <a:gd name="connsiteX176" fmla="*/ 297460 w 2253411"/>
              <a:gd name="connsiteY176" fmla="*/ 348080 h 440942"/>
              <a:gd name="connsiteX177" fmla="*/ 372943 w 2253411"/>
              <a:gd name="connsiteY177" fmla="*/ 348080 h 440942"/>
              <a:gd name="connsiteX178" fmla="*/ 377065 w 2253411"/>
              <a:gd name="connsiteY178" fmla="*/ 343992 h 440942"/>
              <a:gd name="connsiteX179" fmla="*/ 377065 w 2253411"/>
              <a:gd name="connsiteY179" fmla="*/ 343972 h 440942"/>
              <a:gd name="connsiteX180" fmla="*/ 577721 w 2253411"/>
              <a:gd name="connsiteY180" fmla="*/ 299806 h 440942"/>
              <a:gd name="connsiteX181" fmla="*/ 609683 w 2253411"/>
              <a:gd name="connsiteY181" fmla="*/ 299806 h 440942"/>
              <a:gd name="connsiteX182" fmla="*/ 609683 w 2253411"/>
              <a:gd name="connsiteY182" fmla="*/ 196098 h 440942"/>
              <a:gd name="connsiteX183" fmla="*/ 551186 w 2253411"/>
              <a:gd name="connsiteY183" fmla="*/ 131498 h 440942"/>
              <a:gd name="connsiteX184" fmla="*/ 500878 w 2253411"/>
              <a:gd name="connsiteY184" fmla="*/ 159709 h 440942"/>
              <a:gd name="connsiteX185" fmla="*/ 500878 w 2253411"/>
              <a:gd name="connsiteY185" fmla="*/ 136254 h 440942"/>
              <a:gd name="connsiteX186" fmla="*/ 469601 w 2253411"/>
              <a:gd name="connsiteY186" fmla="*/ 136254 h 440942"/>
              <a:gd name="connsiteX187" fmla="*/ 469601 w 2253411"/>
              <a:gd name="connsiteY187" fmla="*/ 299806 h 440942"/>
              <a:gd name="connsiteX188" fmla="*/ 501565 w 2253411"/>
              <a:gd name="connsiteY188" fmla="*/ 299806 h 440942"/>
              <a:gd name="connsiteX189" fmla="*/ 501565 w 2253411"/>
              <a:gd name="connsiteY189" fmla="*/ 205278 h 440942"/>
              <a:gd name="connsiteX190" fmla="*/ 539629 w 2253411"/>
              <a:gd name="connsiteY190" fmla="*/ 160396 h 440942"/>
              <a:gd name="connsiteX191" fmla="*/ 577721 w 2253411"/>
              <a:gd name="connsiteY191" fmla="*/ 201540 h 440942"/>
              <a:gd name="connsiteX192" fmla="*/ 766751 w 2253411"/>
              <a:gd name="connsiteY192" fmla="*/ 201196 h 440942"/>
              <a:gd name="connsiteX193" fmla="*/ 677320 w 2253411"/>
              <a:gd name="connsiteY193" fmla="*/ 201196 h 440942"/>
              <a:gd name="connsiteX194" fmla="*/ 721870 w 2253411"/>
              <a:gd name="connsiteY194" fmla="*/ 159366 h 440942"/>
              <a:gd name="connsiteX195" fmla="*/ 766751 w 2253411"/>
              <a:gd name="connsiteY195" fmla="*/ 201196 h 440942"/>
              <a:gd name="connsiteX196" fmla="*/ 799388 w 2253411"/>
              <a:gd name="connsiteY196" fmla="*/ 227044 h 440942"/>
              <a:gd name="connsiteX197" fmla="*/ 800075 w 2253411"/>
              <a:gd name="connsiteY197" fmla="*/ 216835 h 440942"/>
              <a:gd name="connsiteX198" fmla="*/ 721527 w 2253411"/>
              <a:gd name="connsiteY198" fmla="*/ 131155 h 440942"/>
              <a:gd name="connsiteX199" fmla="*/ 643324 w 2253411"/>
              <a:gd name="connsiteY199" fmla="*/ 217522 h 440942"/>
              <a:gd name="connsiteX200" fmla="*/ 725608 w 2253411"/>
              <a:gd name="connsiteY200" fmla="*/ 304904 h 440942"/>
              <a:gd name="connsiteX201" fmla="*/ 799044 w 2253411"/>
              <a:gd name="connsiteY201" fmla="*/ 253221 h 440942"/>
              <a:gd name="connsiteX202" fmla="*/ 771519 w 2253411"/>
              <a:gd name="connsiteY202" fmla="*/ 243698 h 440942"/>
              <a:gd name="connsiteX203" fmla="*/ 725608 w 2253411"/>
              <a:gd name="connsiteY203" fmla="*/ 276679 h 440942"/>
              <a:gd name="connsiteX204" fmla="*/ 676304 w 2253411"/>
              <a:gd name="connsiteY204" fmla="*/ 227044 h 440942"/>
              <a:gd name="connsiteX205" fmla="*/ 945791 w 2253411"/>
              <a:gd name="connsiteY205" fmla="*/ 299820 h 440942"/>
              <a:gd name="connsiteX206" fmla="*/ 976394 w 2253411"/>
              <a:gd name="connsiteY206" fmla="*/ 299820 h 440942"/>
              <a:gd name="connsiteX207" fmla="*/ 974677 w 2253411"/>
              <a:gd name="connsiteY207" fmla="*/ 269547 h 440942"/>
              <a:gd name="connsiteX208" fmla="*/ 974677 w 2253411"/>
              <a:gd name="connsiteY208" fmla="*/ 136254 h 440942"/>
              <a:gd name="connsiteX209" fmla="*/ 942727 w 2253411"/>
              <a:gd name="connsiteY209" fmla="*/ 136254 h 440942"/>
              <a:gd name="connsiteX210" fmla="*/ 942727 w 2253411"/>
              <a:gd name="connsiteY210" fmla="*/ 234863 h 440942"/>
              <a:gd name="connsiteX211" fmla="*/ 903948 w 2253411"/>
              <a:gd name="connsiteY211" fmla="*/ 276679 h 440942"/>
              <a:gd name="connsiteX212" fmla="*/ 866901 w 2253411"/>
              <a:gd name="connsiteY212" fmla="*/ 234519 h 440942"/>
              <a:gd name="connsiteX213" fmla="*/ 866901 w 2253411"/>
              <a:gd name="connsiteY213" fmla="*/ 136254 h 440942"/>
              <a:gd name="connsiteX214" fmla="*/ 834924 w 2253411"/>
              <a:gd name="connsiteY214" fmla="*/ 136254 h 440942"/>
              <a:gd name="connsiteX215" fmla="*/ 834924 w 2253411"/>
              <a:gd name="connsiteY215" fmla="*/ 239287 h 440942"/>
              <a:gd name="connsiteX216" fmla="*/ 896143 w 2253411"/>
              <a:gd name="connsiteY216" fmla="*/ 304903 h 440942"/>
              <a:gd name="connsiteX217" fmla="*/ 944418 w 2253411"/>
              <a:gd name="connsiteY217" fmla="*/ 280086 h 440942"/>
              <a:gd name="connsiteX218" fmla="*/ 945791 w 2253411"/>
              <a:gd name="connsiteY218" fmla="*/ 299818 h 440942"/>
              <a:gd name="connsiteX219" fmla="*/ 1098324 w 2253411"/>
              <a:gd name="connsiteY219" fmla="*/ 167541 h 440942"/>
              <a:gd name="connsiteX220" fmla="*/ 1112271 w 2253411"/>
              <a:gd name="connsiteY220" fmla="*/ 168559 h 440942"/>
              <a:gd name="connsiteX221" fmla="*/ 1112271 w 2253411"/>
              <a:gd name="connsiteY221" fmla="*/ 134563 h 440942"/>
              <a:gd name="connsiteX222" fmla="*/ 1101731 w 2253411"/>
              <a:gd name="connsiteY222" fmla="*/ 133532 h 440942"/>
              <a:gd name="connsiteX223" fmla="*/ 1052771 w 2253411"/>
              <a:gd name="connsiteY223" fmla="*/ 164808 h 440942"/>
              <a:gd name="connsiteX224" fmla="*/ 1052771 w 2253411"/>
              <a:gd name="connsiteY224" fmla="*/ 136266 h 440942"/>
              <a:gd name="connsiteX225" fmla="*/ 1021481 w 2253411"/>
              <a:gd name="connsiteY225" fmla="*/ 136266 h 440942"/>
              <a:gd name="connsiteX226" fmla="*/ 1021481 w 2253411"/>
              <a:gd name="connsiteY226" fmla="*/ 299806 h 440942"/>
              <a:gd name="connsiteX227" fmla="*/ 1053443 w 2253411"/>
              <a:gd name="connsiteY227" fmla="*/ 299806 h 440942"/>
              <a:gd name="connsiteX228" fmla="*/ 1053443 w 2253411"/>
              <a:gd name="connsiteY228" fmla="*/ 217851 h 440942"/>
              <a:gd name="connsiteX229" fmla="*/ 1098324 w 2253411"/>
              <a:gd name="connsiteY229" fmla="*/ 167543 h 440942"/>
              <a:gd name="connsiteX230" fmla="*/ 1263512 w 2253411"/>
              <a:gd name="connsiteY230" fmla="*/ 217865 h 440942"/>
              <a:gd name="connsiteX231" fmla="*/ 1212518 w 2253411"/>
              <a:gd name="connsiteY231" fmla="*/ 276350 h 440942"/>
              <a:gd name="connsiteX232" fmla="*/ 1161507 w 2253411"/>
              <a:gd name="connsiteY232" fmla="*/ 217865 h 440942"/>
              <a:gd name="connsiteX233" fmla="*/ 1212518 w 2253411"/>
              <a:gd name="connsiteY233" fmla="*/ 159709 h 440942"/>
              <a:gd name="connsiteX234" fmla="*/ 1263512 w 2253411"/>
              <a:gd name="connsiteY234" fmla="*/ 217865 h 440942"/>
              <a:gd name="connsiteX235" fmla="*/ 1296163 w 2253411"/>
              <a:gd name="connsiteY235" fmla="*/ 217865 h 440942"/>
              <a:gd name="connsiteX236" fmla="*/ 1212518 w 2253411"/>
              <a:gd name="connsiteY236" fmla="*/ 131169 h 440942"/>
              <a:gd name="connsiteX237" fmla="*/ 1128871 w 2253411"/>
              <a:gd name="connsiteY237" fmla="*/ 217865 h 440942"/>
              <a:gd name="connsiteX238" fmla="*/ 1212518 w 2253411"/>
              <a:gd name="connsiteY238" fmla="*/ 304904 h 440942"/>
              <a:gd name="connsiteX239" fmla="*/ 1296163 w 2253411"/>
              <a:gd name="connsiteY239" fmla="*/ 217865 h 440942"/>
              <a:gd name="connsiteX240" fmla="*/ 1388657 w 2253411"/>
              <a:gd name="connsiteY240" fmla="*/ 301496 h 440942"/>
              <a:gd name="connsiteX241" fmla="*/ 1410425 w 2253411"/>
              <a:gd name="connsiteY241" fmla="*/ 298446 h 440942"/>
              <a:gd name="connsiteX242" fmla="*/ 1410425 w 2253411"/>
              <a:gd name="connsiteY242" fmla="*/ 271237 h 440942"/>
              <a:gd name="connsiteX243" fmla="*/ 1397836 w 2253411"/>
              <a:gd name="connsiteY243" fmla="*/ 272612 h 440942"/>
              <a:gd name="connsiteX244" fmla="*/ 1375054 w 2253411"/>
              <a:gd name="connsiteY244" fmla="*/ 250158 h 440942"/>
              <a:gd name="connsiteX245" fmla="*/ 1375054 w 2253411"/>
              <a:gd name="connsiteY245" fmla="*/ 165152 h 440942"/>
              <a:gd name="connsiteX246" fmla="*/ 1410423 w 2253411"/>
              <a:gd name="connsiteY246" fmla="*/ 165152 h 440942"/>
              <a:gd name="connsiteX247" fmla="*/ 1410423 w 2253411"/>
              <a:gd name="connsiteY247" fmla="*/ 136254 h 440942"/>
              <a:gd name="connsiteX248" fmla="*/ 1375054 w 2253411"/>
              <a:gd name="connsiteY248" fmla="*/ 136254 h 440942"/>
              <a:gd name="connsiteX249" fmla="*/ 1375054 w 2253411"/>
              <a:gd name="connsiteY249" fmla="*/ 84585 h 440942"/>
              <a:gd name="connsiteX250" fmla="*/ 1345825 w 2253411"/>
              <a:gd name="connsiteY250" fmla="*/ 84585 h 440942"/>
              <a:gd name="connsiteX251" fmla="*/ 1345825 w 2253411"/>
              <a:gd name="connsiteY251" fmla="*/ 111092 h 440942"/>
              <a:gd name="connsiteX252" fmla="*/ 1320665 w 2253411"/>
              <a:gd name="connsiteY252" fmla="*/ 136254 h 440942"/>
              <a:gd name="connsiteX253" fmla="*/ 1311814 w 2253411"/>
              <a:gd name="connsiteY253" fmla="*/ 136254 h 440942"/>
              <a:gd name="connsiteX254" fmla="*/ 1311814 w 2253411"/>
              <a:gd name="connsiteY254" fmla="*/ 165152 h 440942"/>
              <a:gd name="connsiteX255" fmla="*/ 1343105 w 2253411"/>
              <a:gd name="connsiteY255" fmla="*/ 165152 h 440942"/>
              <a:gd name="connsiteX256" fmla="*/ 1343105 w 2253411"/>
              <a:gd name="connsiteY256" fmla="*/ 254911 h 440942"/>
              <a:gd name="connsiteX257" fmla="*/ 1388657 w 2253411"/>
              <a:gd name="connsiteY257" fmla="*/ 301496 h 440942"/>
              <a:gd name="connsiteX258" fmla="*/ 1564344 w 2253411"/>
              <a:gd name="connsiteY258" fmla="*/ 217865 h 440942"/>
              <a:gd name="connsiteX259" fmla="*/ 1513349 w 2253411"/>
              <a:gd name="connsiteY259" fmla="*/ 276350 h 440942"/>
              <a:gd name="connsiteX260" fmla="*/ 1462340 w 2253411"/>
              <a:gd name="connsiteY260" fmla="*/ 217865 h 440942"/>
              <a:gd name="connsiteX261" fmla="*/ 1513349 w 2253411"/>
              <a:gd name="connsiteY261" fmla="*/ 159709 h 440942"/>
              <a:gd name="connsiteX262" fmla="*/ 1564344 w 2253411"/>
              <a:gd name="connsiteY262" fmla="*/ 217865 h 440942"/>
              <a:gd name="connsiteX263" fmla="*/ 1596994 w 2253411"/>
              <a:gd name="connsiteY263" fmla="*/ 217865 h 440942"/>
              <a:gd name="connsiteX264" fmla="*/ 1513349 w 2253411"/>
              <a:gd name="connsiteY264" fmla="*/ 131169 h 440942"/>
              <a:gd name="connsiteX265" fmla="*/ 1429704 w 2253411"/>
              <a:gd name="connsiteY265" fmla="*/ 217865 h 440942"/>
              <a:gd name="connsiteX266" fmla="*/ 1513349 w 2253411"/>
              <a:gd name="connsiteY266" fmla="*/ 304904 h 440942"/>
              <a:gd name="connsiteX267" fmla="*/ 1596994 w 2253411"/>
              <a:gd name="connsiteY267" fmla="*/ 217865 h 440942"/>
              <a:gd name="connsiteX268" fmla="*/ 1709456 w 2253411"/>
              <a:gd name="connsiteY268" fmla="*/ 167543 h 440942"/>
              <a:gd name="connsiteX269" fmla="*/ 1723392 w 2253411"/>
              <a:gd name="connsiteY269" fmla="*/ 168560 h 440942"/>
              <a:gd name="connsiteX270" fmla="*/ 1723392 w 2253411"/>
              <a:gd name="connsiteY270" fmla="*/ 134563 h 440942"/>
              <a:gd name="connsiteX271" fmla="*/ 1712851 w 2253411"/>
              <a:gd name="connsiteY271" fmla="*/ 133532 h 440942"/>
              <a:gd name="connsiteX272" fmla="*/ 1663890 w 2253411"/>
              <a:gd name="connsiteY272" fmla="*/ 164808 h 440942"/>
              <a:gd name="connsiteX273" fmla="*/ 1663890 w 2253411"/>
              <a:gd name="connsiteY273" fmla="*/ 136266 h 440942"/>
              <a:gd name="connsiteX274" fmla="*/ 1632614 w 2253411"/>
              <a:gd name="connsiteY274" fmla="*/ 136266 h 440942"/>
              <a:gd name="connsiteX275" fmla="*/ 1632614 w 2253411"/>
              <a:gd name="connsiteY275" fmla="*/ 299806 h 440942"/>
              <a:gd name="connsiteX276" fmla="*/ 1664564 w 2253411"/>
              <a:gd name="connsiteY276" fmla="*/ 299806 h 440942"/>
              <a:gd name="connsiteX277" fmla="*/ 1664564 w 2253411"/>
              <a:gd name="connsiteY277" fmla="*/ 217851 h 440942"/>
              <a:gd name="connsiteX278" fmla="*/ 1709456 w 2253411"/>
              <a:gd name="connsiteY278" fmla="*/ 167543 h 440942"/>
              <a:gd name="connsiteX279" fmla="*/ 1790286 w 2253411"/>
              <a:gd name="connsiteY279" fmla="*/ 74360 h 440942"/>
              <a:gd name="connsiteX280" fmla="*/ 1767488 w 2253411"/>
              <a:gd name="connsiteY280" fmla="*/ 51248 h 440942"/>
              <a:gd name="connsiteX281" fmla="*/ 1744374 w 2253411"/>
              <a:gd name="connsiteY281" fmla="*/ 74045 h 440942"/>
              <a:gd name="connsiteX282" fmla="*/ 1767159 w 2253411"/>
              <a:gd name="connsiteY282" fmla="*/ 97158 h 440942"/>
              <a:gd name="connsiteX283" fmla="*/ 1790286 w 2253411"/>
              <a:gd name="connsiteY283" fmla="*/ 74401 h 440942"/>
              <a:gd name="connsiteX284" fmla="*/ 1790286 w 2253411"/>
              <a:gd name="connsiteY284" fmla="*/ 74362 h 440942"/>
              <a:gd name="connsiteX285" fmla="*/ 1937899 w 2253411"/>
              <a:gd name="connsiteY285" fmla="*/ 299820 h 440942"/>
              <a:gd name="connsiteX286" fmla="*/ 1968489 w 2253411"/>
              <a:gd name="connsiteY286" fmla="*/ 299820 h 440942"/>
              <a:gd name="connsiteX287" fmla="*/ 1966785 w 2253411"/>
              <a:gd name="connsiteY287" fmla="*/ 269547 h 440942"/>
              <a:gd name="connsiteX288" fmla="*/ 1966785 w 2253411"/>
              <a:gd name="connsiteY288" fmla="*/ 136254 h 440942"/>
              <a:gd name="connsiteX289" fmla="*/ 1934821 w 2253411"/>
              <a:gd name="connsiteY289" fmla="*/ 136254 h 440942"/>
              <a:gd name="connsiteX290" fmla="*/ 1934821 w 2253411"/>
              <a:gd name="connsiteY290" fmla="*/ 234863 h 440942"/>
              <a:gd name="connsiteX291" fmla="*/ 1896069 w 2253411"/>
              <a:gd name="connsiteY291" fmla="*/ 276679 h 440942"/>
              <a:gd name="connsiteX292" fmla="*/ 1859008 w 2253411"/>
              <a:gd name="connsiteY292" fmla="*/ 234519 h 440942"/>
              <a:gd name="connsiteX293" fmla="*/ 1859008 w 2253411"/>
              <a:gd name="connsiteY293" fmla="*/ 136254 h 440942"/>
              <a:gd name="connsiteX294" fmla="*/ 1827032 w 2253411"/>
              <a:gd name="connsiteY294" fmla="*/ 136254 h 440942"/>
              <a:gd name="connsiteX295" fmla="*/ 1827032 w 2253411"/>
              <a:gd name="connsiteY295" fmla="*/ 239287 h 440942"/>
              <a:gd name="connsiteX296" fmla="*/ 1888249 w 2253411"/>
              <a:gd name="connsiteY296" fmla="*/ 304903 h 440942"/>
              <a:gd name="connsiteX297" fmla="*/ 1936524 w 2253411"/>
              <a:gd name="connsiteY297" fmla="*/ 280086 h 440942"/>
              <a:gd name="connsiteX298" fmla="*/ 1937899 w 2253411"/>
              <a:gd name="connsiteY298" fmla="*/ 299818 h 440942"/>
              <a:gd name="connsiteX299" fmla="*/ 2253984 w 2253411"/>
              <a:gd name="connsiteY299" fmla="*/ 299806 h 440942"/>
              <a:gd name="connsiteX300" fmla="*/ 2253984 w 2253411"/>
              <a:gd name="connsiteY300" fmla="*/ 193721 h 440942"/>
              <a:gd name="connsiteX301" fmla="*/ 2197547 w 2253411"/>
              <a:gd name="connsiteY301" fmla="*/ 131498 h 440942"/>
              <a:gd name="connsiteX302" fmla="*/ 2142800 w 2253411"/>
              <a:gd name="connsiteY302" fmla="*/ 162431 h 440942"/>
              <a:gd name="connsiteX303" fmla="*/ 2093839 w 2253411"/>
              <a:gd name="connsiteY303" fmla="*/ 131498 h 440942"/>
              <a:gd name="connsiteX304" fmla="*/ 2044204 w 2253411"/>
              <a:gd name="connsiteY304" fmla="*/ 158005 h 440942"/>
              <a:gd name="connsiteX305" fmla="*/ 2044204 w 2253411"/>
              <a:gd name="connsiteY305" fmla="*/ 136254 h 440942"/>
              <a:gd name="connsiteX306" fmla="*/ 2013588 w 2253411"/>
              <a:gd name="connsiteY306" fmla="*/ 136254 h 440942"/>
              <a:gd name="connsiteX307" fmla="*/ 2013588 w 2253411"/>
              <a:gd name="connsiteY307" fmla="*/ 299806 h 440942"/>
              <a:gd name="connsiteX308" fmla="*/ 2045221 w 2253411"/>
              <a:gd name="connsiteY308" fmla="*/ 299806 h 440942"/>
              <a:gd name="connsiteX309" fmla="*/ 2045221 w 2253411"/>
              <a:gd name="connsiteY309" fmla="*/ 201209 h 440942"/>
              <a:gd name="connsiteX310" fmla="*/ 2083299 w 2253411"/>
              <a:gd name="connsiteY310" fmla="*/ 159709 h 440942"/>
              <a:gd name="connsiteX311" fmla="*/ 2117971 w 2253411"/>
              <a:gd name="connsiteY311" fmla="*/ 197115 h 440942"/>
              <a:gd name="connsiteX312" fmla="*/ 2117971 w 2253411"/>
              <a:gd name="connsiteY312" fmla="*/ 299807 h 440942"/>
              <a:gd name="connsiteX313" fmla="*/ 2149932 w 2253411"/>
              <a:gd name="connsiteY313" fmla="*/ 299807 h 440942"/>
              <a:gd name="connsiteX314" fmla="*/ 2149932 w 2253411"/>
              <a:gd name="connsiteY314" fmla="*/ 200867 h 440942"/>
              <a:gd name="connsiteX315" fmla="*/ 2187682 w 2253411"/>
              <a:gd name="connsiteY315" fmla="*/ 159711 h 440942"/>
              <a:gd name="connsiteX316" fmla="*/ 2222364 w 2253411"/>
              <a:gd name="connsiteY316" fmla="*/ 197115 h 440942"/>
              <a:gd name="connsiteX317" fmla="*/ 2222364 w 2253411"/>
              <a:gd name="connsiteY317" fmla="*/ 299807 h 440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Lst>
            <a:rect l="l" t="t" r="r" b="b"/>
            <a:pathLst>
              <a:path w="2253411" h="440942">
                <a:moveTo>
                  <a:pt x="1783139" y="136254"/>
                </a:moveTo>
                <a:lnTo>
                  <a:pt x="1751520" y="136254"/>
                </a:lnTo>
                <a:lnTo>
                  <a:pt x="1751520" y="299806"/>
                </a:lnTo>
                <a:lnTo>
                  <a:pt x="1783139" y="299806"/>
                </a:lnTo>
                <a:close/>
                <a:moveTo>
                  <a:pt x="293338" y="409024"/>
                </a:moveTo>
                <a:cubicBezTo>
                  <a:pt x="293335" y="411298"/>
                  <a:pt x="295174" y="413144"/>
                  <a:pt x="297448" y="413147"/>
                </a:cubicBezTo>
                <a:cubicBezTo>
                  <a:pt x="297452" y="413147"/>
                  <a:pt x="297456" y="413147"/>
                  <a:pt x="297460" y="413147"/>
                </a:cubicBezTo>
                <a:lnTo>
                  <a:pt x="333669" y="413147"/>
                </a:lnTo>
                <a:cubicBezTo>
                  <a:pt x="335936" y="413150"/>
                  <a:pt x="337776" y="411314"/>
                  <a:pt x="337779" y="409047"/>
                </a:cubicBezTo>
                <a:cubicBezTo>
                  <a:pt x="337779" y="409039"/>
                  <a:pt x="337779" y="409032"/>
                  <a:pt x="337777" y="409024"/>
                </a:cubicBezTo>
                <a:cubicBezTo>
                  <a:pt x="337782" y="406760"/>
                  <a:pt x="335949" y="404921"/>
                  <a:pt x="333683" y="404916"/>
                </a:cubicBezTo>
                <a:cubicBezTo>
                  <a:pt x="333678" y="404916"/>
                  <a:pt x="333674" y="404916"/>
                  <a:pt x="333669" y="404916"/>
                </a:cubicBezTo>
                <a:lnTo>
                  <a:pt x="297460" y="404916"/>
                </a:lnTo>
                <a:cubicBezTo>
                  <a:pt x="295188" y="404911"/>
                  <a:pt x="293342" y="406749"/>
                  <a:pt x="293338" y="409021"/>
                </a:cubicBezTo>
                <a:cubicBezTo>
                  <a:pt x="293338" y="409023"/>
                  <a:pt x="293338" y="409024"/>
                  <a:pt x="293338" y="409024"/>
                </a:cubicBezTo>
                <a:moveTo>
                  <a:pt x="39859" y="409024"/>
                </a:moveTo>
                <a:cubicBezTo>
                  <a:pt x="39849" y="411291"/>
                  <a:pt x="41679" y="413137"/>
                  <a:pt x="43946" y="413147"/>
                </a:cubicBezTo>
                <a:cubicBezTo>
                  <a:pt x="43953" y="413147"/>
                  <a:pt x="43959" y="413147"/>
                  <a:pt x="43967" y="413147"/>
                </a:cubicBezTo>
                <a:lnTo>
                  <a:pt x="80176" y="413147"/>
                </a:lnTo>
                <a:cubicBezTo>
                  <a:pt x="82449" y="413150"/>
                  <a:pt x="84295" y="411311"/>
                  <a:pt x="84298" y="409037"/>
                </a:cubicBezTo>
                <a:cubicBezTo>
                  <a:pt x="84298" y="409032"/>
                  <a:pt x="84298" y="409029"/>
                  <a:pt x="84298" y="409024"/>
                </a:cubicBezTo>
                <a:cubicBezTo>
                  <a:pt x="84295" y="406752"/>
                  <a:pt x="82451" y="404913"/>
                  <a:pt x="80179" y="404916"/>
                </a:cubicBezTo>
                <a:cubicBezTo>
                  <a:pt x="80177" y="404916"/>
                  <a:pt x="80177" y="404916"/>
                  <a:pt x="80176" y="404916"/>
                </a:cubicBezTo>
                <a:lnTo>
                  <a:pt x="43967" y="404916"/>
                </a:lnTo>
                <a:cubicBezTo>
                  <a:pt x="41701" y="404913"/>
                  <a:pt x="39862" y="406746"/>
                  <a:pt x="39859" y="409012"/>
                </a:cubicBezTo>
                <a:cubicBezTo>
                  <a:pt x="39859" y="409016"/>
                  <a:pt x="39859" y="409021"/>
                  <a:pt x="39859" y="409024"/>
                </a:cubicBezTo>
                <a:moveTo>
                  <a:pt x="80177" y="339849"/>
                </a:moveTo>
                <a:lnTo>
                  <a:pt x="8803" y="339849"/>
                </a:lnTo>
                <a:lnTo>
                  <a:pt x="8803" y="177644"/>
                </a:lnTo>
                <a:cubicBezTo>
                  <a:pt x="8801" y="175367"/>
                  <a:pt x="6955" y="173523"/>
                  <a:pt x="4680" y="173521"/>
                </a:cubicBezTo>
                <a:cubicBezTo>
                  <a:pt x="2408" y="173523"/>
                  <a:pt x="569" y="175367"/>
                  <a:pt x="572" y="177639"/>
                </a:cubicBezTo>
                <a:cubicBezTo>
                  <a:pt x="572" y="177640"/>
                  <a:pt x="572" y="177642"/>
                  <a:pt x="572" y="177644"/>
                </a:cubicBezTo>
                <a:lnTo>
                  <a:pt x="572" y="343959"/>
                </a:lnTo>
                <a:cubicBezTo>
                  <a:pt x="567" y="346229"/>
                  <a:pt x="2404" y="348075"/>
                  <a:pt x="4676" y="348080"/>
                </a:cubicBezTo>
                <a:cubicBezTo>
                  <a:pt x="4677" y="348080"/>
                  <a:pt x="4679" y="348080"/>
                  <a:pt x="4680" y="348080"/>
                </a:cubicBezTo>
                <a:lnTo>
                  <a:pt x="80176" y="348080"/>
                </a:lnTo>
                <a:cubicBezTo>
                  <a:pt x="82449" y="348083"/>
                  <a:pt x="84295" y="346244"/>
                  <a:pt x="84298" y="343970"/>
                </a:cubicBezTo>
                <a:cubicBezTo>
                  <a:pt x="84298" y="343965"/>
                  <a:pt x="84298" y="343962"/>
                  <a:pt x="84298" y="343959"/>
                </a:cubicBezTo>
                <a:cubicBezTo>
                  <a:pt x="84290" y="341687"/>
                  <a:pt x="82447" y="339849"/>
                  <a:pt x="80176" y="339849"/>
                </a:cubicBezTo>
                <a:moveTo>
                  <a:pt x="98412" y="45530"/>
                </a:moveTo>
                <a:cubicBezTo>
                  <a:pt x="98409" y="43258"/>
                  <a:pt x="96564" y="41419"/>
                  <a:pt x="94292" y="41422"/>
                </a:cubicBezTo>
                <a:cubicBezTo>
                  <a:pt x="94291" y="41422"/>
                  <a:pt x="94291" y="41422"/>
                  <a:pt x="94289" y="41422"/>
                </a:cubicBezTo>
                <a:lnTo>
                  <a:pt x="30459" y="41422"/>
                </a:lnTo>
                <a:cubicBezTo>
                  <a:pt x="28193" y="41419"/>
                  <a:pt x="26354" y="43252"/>
                  <a:pt x="26351" y="45518"/>
                </a:cubicBezTo>
                <a:cubicBezTo>
                  <a:pt x="26351" y="45521"/>
                  <a:pt x="26351" y="45526"/>
                  <a:pt x="26351" y="45530"/>
                </a:cubicBezTo>
                <a:lnTo>
                  <a:pt x="26351" y="133916"/>
                </a:lnTo>
                <a:cubicBezTo>
                  <a:pt x="26346" y="136188"/>
                  <a:pt x="28184" y="138034"/>
                  <a:pt x="30456" y="138039"/>
                </a:cubicBezTo>
                <a:cubicBezTo>
                  <a:pt x="30458" y="138039"/>
                  <a:pt x="30458" y="138039"/>
                  <a:pt x="30459" y="138039"/>
                </a:cubicBezTo>
                <a:lnTo>
                  <a:pt x="80191" y="138039"/>
                </a:lnTo>
                <a:cubicBezTo>
                  <a:pt x="82460" y="138026"/>
                  <a:pt x="84295" y="136187"/>
                  <a:pt x="84300" y="133916"/>
                </a:cubicBezTo>
                <a:cubicBezTo>
                  <a:pt x="84293" y="131651"/>
                  <a:pt x="82459" y="129814"/>
                  <a:pt x="80191" y="129808"/>
                </a:cubicBezTo>
                <a:lnTo>
                  <a:pt x="34582" y="129808"/>
                </a:lnTo>
                <a:lnTo>
                  <a:pt x="34582" y="49653"/>
                </a:lnTo>
                <a:lnTo>
                  <a:pt x="94291" y="49653"/>
                </a:lnTo>
                <a:cubicBezTo>
                  <a:pt x="96564" y="49656"/>
                  <a:pt x="98410" y="47813"/>
                  <a:pt x="98413" y="45540"/>
                </a:cubicBezTo>
                <a:cubicBezTo>
                  <a:pt x="98413" y="45537"/>
                  <a:pt x="98413" y="45534"/>
                  <a:pt x="98413" y="45530"/>
                </a:cubicBezTo>
                <a:moveTo>
                  <a:pt x="271146" y="190835"/>
                </a:moveTo>
                <a:lnTo>
                  <a:pt x="271146" y="150874"/>
                </a:lnTo>
                <a:cubicBezTo>
                  <a:pt x="271151" y="148602"/>
                  <a:pt x="269311" y="146756"/>
                  <a:pt x="267039" y="146752"/>
                </a:cubicBezTo>
                <a:cubicBezTo>
                  <a:pt x="267039" y="146752"/>
                  <a:pt x="267037" y="146752"/>
                  <a:pt x="267037" y="146752"/>
                </a:cubicBezTo>
                <a:cubicBezTo>
                  <a:pt x="264756" y="146747"/>
                  <a:pt x="262904" y="148593"/>
                  <a:pt x="262900" y="150873"/>
                </a:cubicBezTo>
                <a:cubicBezTo>
                  <a:pt x="262900" y="150873"/>
                  <a:pt x="262900" y="150874"/>
                  <a:pt x="262900" y="150874"/>
                </a:cubicBezTo>
                <a:lnTo>
                  <a:pt x="262900" y="186698"/>
                </a:lnTo>
                <a:lnTo>
                  <a:pt x="192929" y="186698"/>
                </a:lnTo>
                <a:lnTo>
                  <a:pt x="192929" y="93846"/>
                </a:lnTo>
                <a:lnTo>
                  <a:pt x="234730" y="93846"/>
                </a:lnTo>
                <a:cubicBezTo>
                  <a:pt x="236999" y="93841"/>
                  <a:pt x="238840" y="92007"/>
                  <a:pt x="238853" y="89738"/>
                </a:cubicBezTo>
                <a:cubicBezTo>
                  <a:pt x="238852" y="87459"/>
                  <a:pt x="237009" y="85610"/>
                  <a:pt x="234730" y="85602"/>
                </a:cubicBezTo>
                <a:lnTo>
                  <a:pt x="192929" y="85602"/>
                </a:lnTo>
                <a:lnTo>
                  <a:pt x="192929" y="8058"/>
                </a:lnTo>
                <a:lnTo>
                  <a:pt x="256951" y="8058"/>
                </a:lnTo>
                <a:cubicBezTo>
                  <a:pt x="259225" y="8061"/>
                  <a:pt x="261071" y="6220"/>
                  <a:pt x="261072" y="3946"/>
                </a:cubicBezTo>
                <a:cubicBezTo>
                  <a:pt x="261072" y="3943"/>
                  <a:pt x="261072" y="3938"/>
                  <a:pt x="261072" y="3935"/>
                </a:cubicBezTo>
                <a:cubicBezTo>
                  <a:pt x="261071" y="1663"/>
                  <a:pt x="259226" y="-176"/>
                  <a:pt x="256954" y="-175"/>
                </a:cubicBezTo>
                <a:cubicBezTo>
                  <a:pt x="256953" y="-175"/>
                  <a:pt x="256951" y="-175"/>
                  <a:pt x="256951" y="-175"/>
                </a:cubicBezTo>
                <a:lnTo>
                  <a:pt x="120686" y="-175"/>
                </a:lnTo>
                <a:cubicBezTo>
                  <a:pt x="118418" y="-173"/>
                  <a:pt x="116580" y="1666"/>
                  <a:pt x="116578" y="3935"/>
                </a:cubicBezTo>
                <a:cubicBezTo>
                  <a:pt x="116573" y="6207"/>
                  <a:pt x="118411" y="8053"/>
                  <a:pt x="120685" y="8058"/>
                </a:cubicBezTo>
                <a:cubicBezTo>
                  <a:pt x="120685" y="8058"/>
                  <a:pt x="120686" y="8058"/>
                  <a:pt x="120686" y="8058"/>
                </a:cubicBezTo>
                <a:lnTo>
                  <a:pt x="184696" y="8058"/>
                </a:lnTo>
                <a:lnTo>
                  <a:pt x="184696" y="85629"/>
                </a:lnTo>
                <a:lnTo>
                  <a:pt x="141436" y="85629"/>
                </a:lnTo>
                <a:cubicBezTo>
                  <a:pt x="139161" y="85631"/>
                  <a:pt x="137317" y="87475"/>
                  <a:pt x="137315" y="89752"/>
                </a:cubicBezTo>
                <a:cubicBezTo>
                  <a:pt x="137318" y="92024"/>
                  <a:pt x="139163" y="93864"/>
                  <a:pt x="141435" y="93860"/>
                </a:cubicBezTo>
                <a:cubicBezTo>
                  <a:pt x="141435" y="93860"/>
                  <a:pt x="141436" y="93860"/>
                  <a:pt x="141436" y="93860"/>
                </a:cubicBezTo>
                <a:lnTo>
                  <a:pt x="184696" y="93860"/>
                </a:lnTo>
                <a:lnTo>
                  <a:pt x="184696" y="186698"/>
                </a:lnTo>
                <a:lnTo>
                  <a:pt x="114724" y="186698"/>
                </a:lnTo>
                <a:lnTo>
                  <a:pt x="114724" y="150874"/>
                </a:lnTo>
                <a:cubicBezTo>
                  <a:pt x="114727" y="148601"/>
                  <a:pt x="112885" y="146755"/>
                  <a:pt x="110611" y="146752"/>
                </a:cubicBezTo>
                <a:cubicBezTo>
                  <a:pt x="110608" y="146752"/>
                  <a:pt x="110605" y="146752"/>
                  <a:pt x="110602" y="146752"/>
                </a:cubicBezTo>
                <a:cubicBezTo>
                  <a:pt x="108325" y="146753"/>
                  <a:pt x="106481" y="148598"/>
                  <a:pt x="106479" y="150874"/>
                </a:cubicBezTo>
                <a:lnTo>
                  <a:pt x="106479" y="190835"/>
                </a:lnTo>
                <a:cubicBezTo>
                  <a:pt x="106482" y="193107"/>
                  <a:pt x="108326" y="194947"/>
                  <a:pt x="110598" y="194943"/>
                </a:cubicBezTo>
                <a:cubicBezTo>
                  <a:pt x="110598" y="194943"/>
                  <a:pt x="110600" y="194943"/>
                  <a:pt x="110602" y="194943"/>
                </a:cubicBezTo>
                <a:lnTo>
                  <a:pt x="184696" y="194943"/>
                </a:lnTo>
                <a:lnTo>
                  <a:pt x="184696" y="302418"/>
                </a:lnTo>
                <a:lnTo>
                  <a:pt x="120523" y="302418"/>
                </a:lnTo>
                <a:lnTo>
                  <a:pt x="120523" y="253744"/>
                </a:lnTo>
                <a:cubicBezTo>
                  <a:pt x="120518" y="251469"/>
                  <a:pt x="118670" y="249630"/>
                  <a:pt x="116395" y="249636"/>
                </a:cubicBezTo>
                <a:cubicBezTo>
                  <a:pt x="116392" y="249636"/>
                  <a:pt x="116389" y="249636"/>
                  <a:pt x="116386" y="249636"/>
                </a:cubicBezTo>
                <a:lnTo>
                  <a:pt x="62189" y="249636"/>
                </a:lnTo>
                <a:lnTo>
                  <a:pt x="62189" y="210170"/>
                </a:lnTo>
                <a:cubicBezTo>
                  <a:pt x="62194" y="207898"/>
                  <a:pt x="60356" y="206052"/>
                  <a:pt x="58084" y="206047"/>
                </a:cubicBezTo>
                <a:cubicBezTo>
                  <a:pt x="58082" y="206047"/>
                  <a:pt x="58082" y="206047"/>
                  <a:pt x="58081" y="206047"/>
                </a:cubicBezTo>
                <a:cubicBezTo>
                  <a:pt x="55805" y="206054"/>
                  <a:pt x="53964" y="207895"/>
                  <a:pt x="53958" y="210170"/>
                </a:cubicBezTo>
                <a:lnTo>
                  <a:pt x="53958" y="253744"/>
                </a:lnTo>
                <a:cubicBezTo>
                  <a:pt x="53960" y="256020"/>
                  <a:pt x="55804" y="257866"/>
                  <a:pt x="58081" y="257867"/>
                </a:cubicBezTo>
                <a:lnTo>
                  <a:pt x="112277" y="257867"/>
                </a:lnTo>
                <a:lnTo>
                  <a:pt x="112277" y="380182"/>
                </a:lnTo>
                <a:cubicBezTo>
                  <a:pt x="112273" y="382454"/>
                  <a:pt x="114110" y="384300"/>
                  <a:pt x="116382" y="384304"/>
                </a:cubicBezTo>
                <a:cubicBezTo>
                  <a:pt x="116384" y="384304"/>
                  <a:pt x="116386" y="384304"/>
                  <a:pt x="116386" y="384304"/>
                </a:cubicBezTo>
                <a:cubicBezTo>
                  <a:pt x="118666" y="384303"/>
                  <a:pt x="120515" y="382460"/>
                  <a:pt x="120523" y="380182"/>
                </a:cubicBezTo>
                <a:lnTo>
                  <a:pt x="120523" y="310649"/>
                </a:lnTo>
                <a:lnTo>
                  <a:pt x="184696" y="310649"/>
                </a:lnTo>
                <a:lnTo>
                  <a:pt x="184696" y="432537"/>
                </a:lnTo>
                <a:lnTo>
                  <a:pt x="131736" y="432537"/>
                </a:lnTo>
                <a:cubicBezTo>
                  <a:pt x="129475" y="432528"/>
                  <a:pt x="127636" y="434355"/>
                  <a:pt x="127628" y="436615"/>
                </a:cubicBezTo>
                <a:cubicBezTo>
                  <a:pt x="127628" y="436625"/>
                  <a:pt x="127628" y="436635"/>
                  <a:pt x="127628" y="436646"/>
                </a:cubicBezTo>
                <a:cubicBezTo>
                  <a:pt x="127618" y="438913"/>
                  <a:pt x="129448" y="440759"/>
                  <a:pt x="131716" y="440768"/>
                </a:cubicBezTo>
                <a:cubicBezTo>
                  <a:pt x="131722" y="440768"/>
                  <a:pt x="131730" y="440768"/>
                  <a:pt x="131736" y="440768"/>
                </a:cubicBezTo>
                <a:lnTo>
                  <a:pt x="245888" y="440768"/>
                </a:lnTo>
                <a:cubicBezTo>
                  <a:pt x="248162" y="440771"/>
                  <a:pt x="250008" y="438930"/>
                  <a:pt x="250011" y="436657"/>
                </a:cubicBezTo>
                <a:cubicBezTo>
                  <a:pt x="250011" y="436654"/>
                  <a:pt x="250011" y="436649"/>
                  <a:pt x="250011" y="436646"/>
                </a:cubicBezTo>
                <a:cubicBezTo>
                  <a:pt x="250013" y="434378"/>
                  <a:pt x="248176" y="432539"/>
                  <a:pt x="245909" y="432537"/>
                </a:cubicBezTo>
                <a:cubicBezTo>
                  <a:pt x="245903" y="432537"/>
                  <a:pt x="245895" y="432537"/>
                  <a:pt x="245888" y="432537"/>
                </a:cubicBezTo>
                <a:lnTo>
                  <a:pt x="192929" y="432537"/>
                </a:lnTo>
                <a:lnTo>
                  <a:pt x="192929" y="310649"/>
                </a:lnTo>
                <a:lnTo>
                  <a:pt x="257116" y="310649"/>
                </a:lnTo>
                <a:lnTo>
                  <a:pt x="257116" y="380182"/>
                </a:lnTo>
                <a:cubicBezTo>
                  <a:pt x="257124" y="382460"/>
                  <a:pt x="258972" y="384303"/>
                  <a:pt x="261250" y="384304"/>
                </a:cubicBezTo>
                <a:cubicBezTo>
                  <a:pt x="263522" y="384296"/>
                  <a:pt x="265358" y="382454"/>
                  <a:pt x="265358" y="380182"/>
                </a:cubicBezTo>
                <a:lnTo>
                  <a:pt x="265358" y="257867"/>
                </a:lnTo>
                <a:lnTo>
                  <a:pt x="319557" y="257867"/>
                </a:lnTo>
                <a:cubicBezTo>
                  <a:pt x="321829" y="257864"/>
                  <a:pt x="323668" y="256020"/>
                  <a:pt x="323665" y="253748"/>
                </a:cubicBezTo>
                <a:cubicBezTo>
                  <a:pt x="323665" y="253746"/>
                  <a:pt x="323665" y="253744"/>
                  <a:pt x="323665" y="253744"/>
                </a:cubicBezTo>
                <a:lnTo>
                  <a:pt x="323665" y="210170"/>
                </a:lnTo>
                <a:cubicBezTo>
                  <a:pt x="323665" y="207898"/>
                  <a:pt x="321827" y="206055"/>
                  <a:pt x="319557" y="206047"/>
                </a:cubicBezTo>
                <a:cubicBezTo>
                  <a:pt x="317280" y="206049"/>
                  <a:pt x="315436" y="207893"/>
                  <a:pt x="315434" y="210170"/>
                </a:cubicBezTo>
                <a:lnTo>
                  <a:pt x="315434" y="249636"/>
                </a:lnTo>
                <a:lnTo>
                  <a:pt x="261250" y="249636"/>
                </a:lnTo>
                <a:cubicBezTo>
                  <a:pt x="258977" y="249625"/>
                  <a:pt x="257124" y="251460"/>
                  <a:pt x="257115" y="253733"/>
                </a:cubicBezTo>
                <a:cubicBezTo>
                  <a:pt x="257115" y="253737"/>
                  <a:pt x="257115" y="253741"/>
                  <a:pt x="257115" y="253744"/>
                </a:cubicBezTo>
                <a:lnTo>
                  <a:pt x="257115" y="302416"/>
                </a:lnTo>
                <a:lnTo>
                  <a:pt x="192927" y="302416"/>
                </a:lnTo>
                <a:lnTo>
                  <a:pt x="192927" y="194943"/>
                </a:lnTo>
                <a:lnTo>
                  <a:pt x="267036" y="194943"/>
                </a:lnTo>
                <a:cubicBezTo>
                  <a:pt x="269301" y="194948"/>
                  <a:pt x="271141" y="193113"/>
                  <a:pt x="271144" y="190849"/>
                </a:cubicBezTo>
                <a:cubicBezTo>
                  <a:pt x="271144" y="190845"/>
                  <a:pt x="271144" y="190840"/>
                  <a:pt x="271144" y="190835"/>
                </a:cubicBezTo>
                <a:moveTo>
                  <a:pt x="351285" y="133931"/>
                </a:moveTo>
                <a:lnTo>
                  <a:pt x="351285" y="45545"/>
                </a:lnTo>
                <a:cubicBezTo>
                  <a:pt x="351288" y="43271"/>
                  <a:pt x="349449" y="41425"/>
                  <a:pt x="347175" y="41422"/>
                </a:cubicBezTo>
                <a:cubicBezTo>
                  <a:pt x="347170" y="41422"/>
                  <a:pt x="347167" y="41422"/>
                  <a:pt x="347164" y="41422"/>
                </a:cubicBezTo>
                <a:lnTo>
                  <a:pt x="283332" y="41422"/>
                </a:lnTo>
                <a:cubicBezTo>
                  <a:pt x="281065" y="41420"/>
                  <a:pt x="279226" y="43257"/>
                  <a:pt x="279224" y="45524"/>
                </a:cubicBezTo>
                <a:cubicBezTo>
                  <a:pt x="279224" y="45530"/>
                  <a:pt x="279224" y="45538"/>
                  <a:pt x="279224" y="45545"/>
                </a:cubicBezTo>
                <a:cubicBezTo>
                  <a:pt x="279226" y="47813"/>
                  <a:pt x="281065" y="49651"/>
                  <a:pt x="283332" y="49653"/>
                </a:cubicBezTo>
                <a:lnTo>
                  <a:pt x="343054" y="49653"/>
                </a:lnTo>
                <a:lnTo>
                  <a:pt x="343054" y="129808"/>
                </a:lnTo>
                <a:lnTo>
                  <a:pt x="297460" y="129808"/>
                </a:lnTo>
                <a:cubicBezTo>
                  <a:pt x="295187" y="129805"/>
                  <a:pt x="293341" y="131644"/>
                  <a:pt x="293338" y="133918"/>
                </a:cubicBezTo>
                <a:cubicBezTo>
                  <a:pt x="293338" y="133923"/>
                  <a:pt x="293338" y="133926"/>
                  <a:pt x="293338" y="133931"/>
                </a:cubicBezTo>
                <a:cubicBezTo>
                  <a:pt x="293344" y="136201"/>
                  <a:pt x="295188" y="138039"/>
                  <a:pt x="297460" y="138039"/>
                </a:cubicBezTo>
                <a:lnTo>
                  <a:pt x="347164" y="138039"/>
                </a:lnTo>
                <a:cubicBezTo>
                  <a:pt x="349434" y="138039"/>
                  <a:pt x="351279" y="136201"/>
                  <a:pt x="351285" y="133931"/>
                </a:cubicBezTo>
                <a:moveTo>
                  <a:pt x="377065" y="343972"/>
                </a:moveTo>
                <a:lnTo>
                  <a:pt x="377065" y="177629"/>
                </a:lnTo>
                <a:cubicBezTo>
                  <a:pt x="377062" y="175357"/>
                  <a:pt x="375218" y="173518"/>
                  <a:pt x="372946" y="173521"/>
                </a:cubicBezTo>
                <a:cubicBezTo>
                  <a:pt x="372944" y="173521"/>
                  <a:pt x="372943" y="173521"/>
                  <a:pt x="372943" y="173521"/>
                </a:cubicBezTo>
                <a:cubicBezTo>
                  <a:pt x="370677" y="173518"/>
                  <a:pt x="368838" y="175351"/>
                  <a:pt x="368834" y="177617"/>
                </a:cubicBezTo>
                <a:cubicBezTo>
                  <a:pt x="368834" y="177621"/>
                  <a:pt x="368834" y="177625"/>
                  <a:pt x="368834" y="177629"/>
                </a:cubicBezTo>
                <a:lnTo>
                  <a:pt x="368834" y="339836"/>
                </a:lnTo>
                <a:lnTo>
                  <a:pt x="297460" y="339836"/>
                </a:lnTo>
                <a:cubicBezTo>
                  <a:pt x="295179" y="339839"/>
                  <a:pt x="293335" y="341690"/>
                  <a:pt x="293338" y="343970"/>
                </a:cubicBezTo>
                <a:cubicBezTo>
                  <a:pt x="293338" y="343970"/>
                  <a:pt x="293338" y="343972"/>
                  <a:pt x="293338" y="343972"/>
                </a:cubicBezTo>
                <a:cubicBezTo>
                  <a:pt x="293335" y="346239"/>
                  <a:pt x="295171" y="348078"/>
                  <a:pt x="297438" y="348080"/>
                </a:cubicBezTo>
                <a:cubicBezTo>
                  <a:pt x="297446" y="348080"/>
                  <a:pt x="297452" y="348080"/>
                  <a:pt x="297460" y="348080"/>
                </a:cubicBezTo>
                <a:lnTo>
                  <a:pt x="372943" y="348080"/>
                </a:lnTo>
                <a:cubicBezTo>
                  <a:pt x="375210" y="348089"/>
                  <a:pt x="377056" y="346260"/>
                  <a:pt x="377065" y="343992"/>
                </a:cubicBezTo>
                <a:cubicBezTo>
                  <a:pt x="377065" y="343986"/>
                  <a:pt x="377065" y="343978"/>
                  <a:pt x="377065" y="343972"/>
                </a:cubicBezTo>
                <a:moveTo>
                  <a:pt x="577721" y="299806"/>
                </a:moveTo>
                <a:lnTo>
                  <a:pt x="609683" y="299806"/>
                </a:lnTo>
                <a:lnTo>
                  <a:pt x="609683" y="196098"/>
                </a:lnTo>
                <a:cubicBezTo>
                  <a:pt x="609683" y="159709"/>
                  <a:pt x="590294" y="131498"/>
                  <a:pt x="551186" y="131498"/>
                </a:cubicBezTo>
                <a:cubicBezTo>
                  <a:pt x="532153" y="131498"/>
                  <a:pt x="512778" y="139317"/>
                  <a:pt x="500878" y="159709"/>
                </a:cubicBezTo>
                <a:lnTo>
                  <a:pt x="500878" y="136254"/>
                </a:lnTo>
                <a:lnTo>
                  <a:pt x="469601" y="136254"/>
                </a:lnTo>
                <a:lnTo>
                  <a:pt x="469601" y="299806"/>
                </a:lnTo>
                <a:lnTo>
                  <a:pt x="501565" y="299806"/>
                </a:lnTo>
                <a:lnTo>
                  <a:pt x="501565" y="205278"/>
                </a:lnTo>
                <a:cubicBezTo>
                  <a:pt x="501565" y="180447"/>
                  <a:pt x="514481" y="160396"/>
                  <a:pt x="539629" y="160396"/>
                </a:cubicBezTo>
                <a:cubicBezTo>
                  <a:pt x="568198" y="160396"/>
                  <a:pt x="577721" y="178769"/>
                  <a:pt x="577721" y="201540"/>
                </a:cubicBezTo>
                <a:close/>
                <a:moveTo>
                  <a:pt x="766751" y="201196"/>
                </a:moveTo>
                <a:lnTo>
                  <a:pt x="677320" y="201196"/>
                </a:lnTo>
                <a:cubicBezTo>
                  <a:pt x="678681" y="180130"/>
                  <a:pt x="695020" y="159366"/>
                  <a:pt x="721870" y="159366"/>
                </a:cubicBezTo>
                <a:cubicBezTo>
                  <a:pt x="750756" y="159366"/>
                  <a:pt x="766064" y="177739"/>
                  <a:pt x="766751" y="201196"/>
                </a:cubicBezTo>
                <a:moveTo>
                  <a:pt x="799388" y="227044"/>
                </a:moveTo>
                <a:cubicBezTo>
                  <a:pt x="799861" y="223662"/>
                  <a:pt x="800091" y="220250"/>
                  <a:pt x="800075" y="216835"/>
                </a:cubicBezTo>
                <a:cubicBezTo>
                  <a:pt x="800075" y="165839"/>
                  <a:pt x="771836" y="131155"/>
                  <a:pt x="721527" y="131155"/>
                </a:cubicBezTo>
                <a:cubicBezTo>
                  <a:pt x="680385" y="131155"/>
                  <a:pt x="643324" y="166182"/>
                  <a:pt x="643324" y="217522"/>
                </a:cubicBezTo>
                <a:cubicBezTo>
                  <a:pt x="643324" y="272955"/>
                  <a:pt x="681746" y="304904"/>
                  <a:pt x="725608" y="304904"/>
                </a:cubicBezTo>
                <a:cubicBezTo>
                  <a:pt x="763687" y="304904"/>
                  <a:pt x="789865" y="282134"/>
                  <a:pt x="799044" y="253221"/>
                </a:cubicBezTo>
                <a:lnTo>
                  <a:pt x="771519" y="243698"/>
                </a:lnTo>
                <a:cubicBezTo>
                  <a:pt x="765391" y="262058"/>
                  <a:pt x="752130" y="276679"/>
                  <a:pt x="725608" y="276679"/>
                </a:cubicBezTo>
                <a:cubicBezTo>
                  <a:pt x="698057" y="276679"/>
                  <a:pt x="676991" y="256285"/>
                  <a:pt x="676304" y="227044"/>
                </a:cubicBezTo>
                <a:close/>
                <a:moveTo>
                  <a:pt x="945791" y="299820"/>
                </a:moveTo>
                <a:lnTo>
                  <a:pt x="976394" y="299820"/>
                </a:lnTo>
                <a:cubicBezTo>
                  <a:pt x="975261" y="289769"/>
                  <a:pt x="974688" y="279662"/>
                  <a:pt x="974677" y="269547"/>
                </a:cubicBezTo>
                <a:lnTo>
                  <a:pt x="974677" y="136254"/>
                </a:lnTo>
                <a:lnTo>
                  <a:pt x="942727" y="136254"/>
                </a:lnTo>
                <a:lnTo>
                  <a:pt x="942727" y="234863"/>
                </a:lnTo>
                <a:cubicBezTo>
                  <a:pt x="942727" y="259681"/>
                  <a:pt x="929810" y="276679"/>
                  <a:pt x="903948" y="276679"/>
                </a:cubicBezTo>
                <a:cubicBezTo>
                  <a:pt x="877097" y="276679"/>
                  <a:pt x="866901" y="256959"/>
                  <a:pt x="866901" y="234519"/>
                </a:cubicBezTo>
                <a:lnTo>
                  <a:pt x="866901" y="136254"/>
                </a:lnTo>
                <a:lnTo>
                  <a:pt x="834924" y="136254"/>
                </a:lnTo>
                <a:lnTo>
                  <a:pt x="834924" y="239287"/>
                </a:lnTo>
                <a:cubicBezTo>
                  <a:pt x="834924" y="276348"/>
                  <a:pt x="858065" y="304903"/>
                  <a:pt x="896143" y="304903"/>
                </a:cubicBezTo>
                <a:cubicBezTo>
                  <a:pt x="915175" y="304903"/>
                  <a:pt x="935582" y="297084"/>
                  <a:pt x="944418" y="280086"/>
                </a:cubicBezTo>
                <a:cubicBezTo>
                  <a:pt x="944422" y="286687"/>
                  <a:pt x="944881" y="293281"/>
                  <a:pt x="945791" y="299818"/>
                </a:cubicBezTo>
                <a:moveTo>
                  <a:pt x="1098324" y="167541"/>
                </a:moveTo>
                <a:cubicBezTo>
                  <a:pt x="1102992" y="167551"/>
                  <a:pt x="1107652" y="167891"/>
                  <a:pt x="1112271" y="168559"/>
                </a:cubicBezTo>
                <a:lnTo>
                  <a:pt x="1112271" y="134563"/>
                </a:lnTo>
                <a:cubicBezTo>
                  <a:pt x="1108795" y="133908"/>
                  <a:pt x="1105269" y="133563"/>
                  <a:pt x="1101731" y="133532"/>
                </a:cubicBezTo>
                <a:cubicBezTo>
                  <a:pt x="1085077" y="133532"/>
                  <a:pt x="1064671" y="139661"/>
                  <a:pt x="1052771" y="164808"/>
                </a:cubicBezTo>
                <a:lnTo>
                  <a:pt x="1052771" y="136266"/>
                </a:lnTo>
                <a:lnTo>
                  <a:pt x="1021481" y="136266"/>
                </a:lnTo>
                <a:lnTo>
                  <a:pt x="1021481" y="299806"/>
                </a:lnTo>
                <a:lnTo>
                  <a:pt x="1053443" y="299806"/>
                </a:lnTo>
                <a:lnTo>
                  <a:pt x="1053443" y="217851"/>
                </a:lnTo>
                <a:cubicBezTo>
                  <a:pt x="1053443" y="181820"/>
                  <a:pt x="1071474" y="167543"/>
                  <a:pt x="1098324" y="167543"/>
                </a:cubicBezTo>
                <a:moveTo>
                  <a:pt x="1263512" y="217865"/>
                </a:moveTo>
                <a:cubicBezTo>
                  <a:pt x="1263512" y="255943"/>
                  <a:pt x="1239712" y="276350"/>
                  <a:pt x="1212518" y="276350"/>
                </a:cubicBezTo>
                <a:cubicBezTo>
                  <a:pt x="1185308" y="276350"/>
                  <a:pt x="1161507" y="255943"/>
                  <a:pt x="1161507" y="217865"/>
                </a:cubicBezTo>
                <a:cubicBezTo>
                  <a:pt x="1161507" y="180116"/>
                  <a:pt x="1185308" y="159709"/>
                  <a:pt x="1212518" y="159709"/>
                </a:cubicBezTo>
                <a:cubicBezTo>
                  <a:pt x="1239712" y="159709"/>
                  <a:pt x="1263512" y="180116"/>
                  <a:pt x="1263512" y="217865"/>
                </a:cubicBezTo>
                <a:moveTo>
                  <a:pt x="1296163" y="217865"/>
                </a:moveTo>
                <a:cubicBezTo>
                  <a:pt x="1296163" y="168230"/>
                  <a:pt x="1261479" y="131169"/>
                  <a:pt x="1212518" y="131169"/>
                </a:cubicBezTo>
                <a:cubicBezTo>
                  <a:pt x="1163557" y="131169"/>
                  <a:pt x="1128871" y="168230"/>
                  <a:pt x="1128871" y="217865"/>
                </a:cubicBezTo>
                <a:cubicBezTo>
                  <a:pt x="1128871" y="267844"/>
                  <a:pt x="1163555" y="304904"/>
                  <a:pt x="1212518" y="304904"/>
                </a:cubicBezTo>
                <a:cubicBezTo>
                  <a:pt x="1261479" y="304904"/>
                  <a:pt x="1296163" y="267844"/>
                  <a:pt x="1296163" y="217865"/>
                </a:cubicBezTo>
                <a:moveTo>
                  <a:pt x="1388657" y="301496"/>
                </a:moveTo>
                <a:cubicBezTo>
                  <a:pt x="1396028" y="301629"/>
                  <a:pt x="1403374" y="300599"/>
                  <a:pt x="1410425" y="298446"/>
                </a:cubicBezTo>
                <a:lnTo>
                  <a:pt x="1410425" y="271237"/>
                </a:lnTo>
                <a:cubicBezTo>
                  <a:pt x="1406285" y="272108"/>
                  <a:pt x="1402068" y="272569"/>
                  <a:pt x="1397836" y="272612"/>
                </a:cubicBezTo>
                <a:cubicBezTo>
                  <a:pt x="1381182" y="272612"/>
                  <a:pt x="1375054" y="265109"/>
                  <a:pt x="1375054" y="250158"/>
                </a:cubicBezTo>
                <a:lnTo>
                  <a:pt x="1375054" y="165152"/>
                </a:lnTo>
                <a:lnTo>
                  <a:pt x="1410423" y="165152"/>
                </a:lnTo>
                <a:lnTo>
                  <a:pt x="1410423" y="136254"/>
                </a:lnTo>
                <a:lnTo>
                  <a:pt x="1375054" y="136254"/>
                </a:lnTo>
                <a:lnTo>
                  <a:pt x="1375054" y="84585"/>
                </a:lnTo>
                <a:lnTo>
                  <a:pt x="1345825" y="84585"/>
                </a:lnTo>
                <a:lnTo>
                  <a:pt x="1345825" y="111092"/>
                </a:lnTo>
                <a:cubicBezTo>
                  <a:pt x="1345825" y="125383"/>
                  <a:pt x="1338335" y="136254"/>
                  <a:pt x="1320665" y="136254"/>
                </a:cubicBezTo>
                <a:lnTo>
                  <a:pt x="1311814" y="136254"/>
                </a:lnTo>
                <a:lnTo>
                  <a:pt x="1311814" y="165152"/>
                </a:lnTo>
                <a:lnTo>
                  <a:pt x="1343105" y="165152"/>
                </a:lnTo>
                <a:lnTo>
                  <a:pt x="1343105" y="254911"/>
                </a:lnTo>
                <a:cubicBezTo>
                  <a:pt x="1343105" y="284512"/>
                  <a:pt x="1360777" y="301496"/>
                  <a:pt x="1388657" y="301496"/>
                </a:cubicBezTo>
                <a:moveTo>
                  <a:pt x="1564344" y="217865"/>
                </a:moveTo>
                <a:cubicBezTo>
                  <a:pt x="1564344" y="255943"/>
                  <a:pt x="1540543" y="276350"/>
                  <a:pt x="1513349" y="276350"/>
                </a:cubicBezTo>
                <a:cubicBezTo>
                  <a:pt x="1486155" y="276350"/>
                  <a:pt x="1462340" y="255943"/>
                  <a:pt x="1462340" y="217865"/>
                </a:cubicBezTo>
                <a:cubicBezTo>
                  <a:pt x="1462340" y="180116"/>
                  <a:pt x="1486155" y="159709"/>
                  <a:pt x="1513349" y="159709"/>
                </a:cubicBezTo>
                <a:cubicBezTo>
                  <a:pt x="1540544" y="159709"/>
                  <a:pt x="1564344" y="180116"/>
                  <a:pt x="1564344" y="217865"/>
                </a:cubicBezTo>
                <a:moveTo>
                  <a:pt x="1596994" y="217865"/>
                </a:moveTo>
                <a:cubicBezTo>
                  <a:pt x="1596994" y="168230"/>
                  <a:pt x="1562310" y="131169"/>
                  <a:pt x="1513349" y="131169"/>
                </a:cubicBezTo>
                <a:cubicBezTo>
                  <a:pt x="1464388" y="131169"/>
                  <a:pt x="1429704" y="168230"/>
                  <a:pt x="1429704" y="217865"/>
                </a:cubicBezTo>
                <a:cubicBezTo>
                  <a:pt x="1429704" y="267844"/>
                  <a:pt x="1464388" y="304904"/>
                  <a:pt x="1513349" y="304904"/>
                </a:cubicBezTo>
                <a:cubicBezTo>
                  <a:pt x="1562310" y="304904"/>
                  <a:pt x="1596994" y="267844"/>
                  <a:pt x="1596994" y="217865"/>
                </a:cubicBezTo>
                <a:moveTo>
                  <a:pt x="1709456" y="167543"/>
                </a:moveTo>
                <a:cubicBezTo>
                  <a:pt x="1714119" y="167552"/>
                  <a:pt x="1718776" y="167893"/>
                  <a:pt x="1723392" y="168560"/>
                </a:cubicBezTo>
                <a:lnTo>
                  <a:pt x="1723392" y="134563"/>
                </a:lnTo>
                <a:cubicBezTo>
                  <a:pt x="1719915" y="133908"/>
                  <a:pt x="1716387" y="133563"/>
                  <a:pt x="1712851" y="133532"/>
                </a:cubicBezTo>
                <a:cubicBezTo>
                  <a:pt x="1696195" y="133532"/>
                  <a:pt x="1675790" y="139661"/>
                  <a:pt x="1663890" y="164808"/>
                </a:cubicBezTo>
                <a:lnTo>
                  <a:pt x="1663890" y="136266"/>
                </a:lnTo>
                <a:lnTo>
                  <a:pt x="1632614" y="136266"/>
                </a:lnTo>
                <a:lnTo>
                  <a:pt x="1632614" y="299806"/>
                </a:lnTo>
                <a:lnTo>
                  <a:pt x="1664564" y="299806"/>
                </a:lnTo>
                <a:lnTo>
                  <a:pt x="1664564" y="217851"/>
                </a:lnTo>
                <a:cubicBezTo>
                  <a:pt x="1664564" y="181820"/>
                  <a:pt x="1682606" y="167543"/>
                  <a:pt x="1709456" y="167543"/>
                </a:cubicBezTo>
                <a:moveTo>
                  <a:pt x="1790286" y="74360"/>
                </a:moveTo>
                <a:cubicBezTo>
                  <a:pt x="1790373" y="61682"/>
                  <a:pt x="1780166" y="51335"/>
                  <a:pt x="1767488" y="51248"/>
                </a:cubicBezTo>
                <a:cubicBezTo>
                  <a:pt x="1754810" y="51160"/>
                  <a:pt x="1744461" y="61367"/>
                  <a:pt x="1744374" y="74045"/>
                </a:cubicBezTo>
                <a:cubicBezTo>
                  <a:pt x="1744288" y="86717"/>
                  <a:pt x="1754486" y="97064"/>
                  <a:pt x="1767159" y="97158"/>
                </a:cubicBezTo>
                <a:cubicBezTo>
                  <a:pt x="1779829" y="97261"/>
                  <a:pt x="1790184" y="87071"/>
                  <a:pt x="1790286" y="74401"/>
                </a:cubicBezTo>
                <a:cubicBezTo>
                  <a:pt x="1790286" y="74389"/>
                  <a:pt x="1790286" y="74374"/>
                  <a:pt x="1790286" y="74362"/>
                </a:cubicBezTo>
                <a:moveTo>
                  <a:pt x="1937899" y="299820"/>
                </a:moveTo>
                <a:lnTo>
                  <a:pt x="1968489" y="299820"/>
                </a:lnTo>
                <a:cubicBezTo>
                  <a:pt x="1967368" y="289767"/>
                  <a:pt x="1966799" y="279662"/>
                  <a:pt x="1966785" y="269547"/>
                </a:cubicBezTo>
                <a:lnTo>
                  <a:pt x="1966785" y="136254"/>
                </a:lnTo>
                <a:lnTo>
                  <a:pt x="1934821" y="136254"/>
                </a:lnTo>
                <a:lnTo>
                  <a:pt x="1934821" y="234863"/>
                </a:lnTo>
                <a:cubicBezTo>
                  <a:pt x="1934821" y="259681"/>
                  <a:pt x="1921917" y="276679"/>
                  <a:pt x="1896069" y="276679"/>
                </a:cubicBezTo>
                <a:cubicBezTo>
                  <a:pt x="1869204" y="276679"/>
                  <a:pt x="1859008" y="256959"/>
                  <a:pt x="1859008" y="234519"/>
                </a:cubicBezTo>
                <a:lnTo>
                  <a:pt x="1859008" y="136254"/>
                </a:lnTo>
                <a:lnTo>
                  <a:pt x="1827032" y="136254"/>
                </a:lnTo>
                <a:lnTo>
                  <a:pt x="1827032" y="239287"/>
                </a:lnTo>
                <a:cubicBezTo>
                  <a:pt x="1827032" y="276348"/>
                  <a:pt x="1850171" y="304903"/>
                  <a:pt x="1888249" y="304903"/>
                </a:cubicBezTo>
                <a:cubicBezTo>
                  <a:pt x="1907282" y="304903"/>
                  <a:pt x="1927689" y="297084"/>
                  <a:pt x="1936524" y="280086"/>
                </a:cubicBezTo>
                <a:cubicBezTo>
                  <a:pt x="1936529" y="286687"/>
                  <a:pt x="1936988" y="293281"/>
                  <a:pt x="1937899" y="299818"/>
                </a:cubicBezTo>
                <a:moveTo>
                  <a:pt x="2253984" y="299806"/>
                </a:moveTo>
                <a:lnTo>
                  <a:pt x="2253984" y="193721"/>
                </a:lnTo>
                <a:cubicBezTo>
                  <a:pt x="2253984" y="150874"/>
                  <a:pt x="2226102" y="131498"/>
                  <a:pt x="2197547" y="131498"/>
                </a:cubicBezTo>
                <a:cubicBezTo>
                  <a:pt x="2176797" y="131498"/>
                  <a:pt x="2155704" y="138974"/>
                  <a:pt x="2142800" y="162431"/>
                </a:cubicBezTo>
                <a:cubicBezTo>
                  <a:pt x="2133951" y="141365"/>
                  <a:pt x="2114231" y="131498"/>
                  <a:pt x="2093839" y="131498"/>
                </a:cubicBezTo>
                <a:cubicBezTo>
                  <a:pt x="2074793" y="131498"/>
                  <a:pt x="2054387" y="139991"/>
                  <a:pt x="2044204" y="158005"/>
                </a:cubicBezTo>
                <a:lnTo>
                  <a:pt x="2044204" y="136254"/>
                </a:lnTo>
                <a:lnTo>
                  <a:pt x="2013588" y="136254"/>
                </a:lnTo>
                <a:lnTo>
                  <a:pt x="2013588" y="299806"/>
                </a:lnTo>
                <a:lnTo>
                  <a:pt x="2045221" y="299806"/>
                </a:lnTo>
                <a:lnTo>
                  <a:pt x="2045221" y="201209"/>
                </a:lnTo>
                <a:cubicBezTo>
                  <a:pt x="2045221" y="176723"/>
                  <a:pt x="2060516" y="159709"/>
                  <a:pt x="2083299" y="159709"/>
                </a:cubicBezTo>
                <a:cubicBezTo>
                  <a:pt x="2107759" y="159709"/>
                  <a:pt x="2117971" y="176035"/>
                  <a:pt x="2117971" y="197115"/>
                </a:cubicBezTo>
                <a:lnTo>
                  <a:pt x="2117971" y="299807"/>
                </a:lnTo>
                <a:lnTo>
                  <a:pt x="2149932" y="299807"/>
                </a:lnTo>
                <a:lnTo>
                  <a:pt x="2149932" y="200867"/>
                </a:lnTo>
                <a:cubicBezTo>
                  <a:pt x="2149932" y="177410"/>
                  <a:pt x="2165242" y="159711"/>
                  <a:pt x="2187682" y="159711"/>
                </a:cubicBezTo>
                <a:cubicBezTo>
                  <a:pt x="2211824" y="159711"/>
                  <a:pt x="2222364" y="175706"/>
                  <a:pt x="2222364" y="197115"/>
                </a:cubicBezTo>
                <a:lnTo>
                  <a:pt x="2222364" y="299807"/>
                </a:lnTo>
                <a:close/>
              </a:path>
            </a:pathLst>
          </a:custGeom>
          <a:solidFill>
            <a:srgbClr val="3F1A01"/>
          </a:solidFill>
          <a:ln w="1586" cap="flat">
            <a:noFill/>
            <a:prstDash val="solid"/>
            <a:miter/>
          </a:ln>
        </p:spPr>
        <p:txBody>
          <a:bodyPr rtlCol="0" anchor="ctr"/>
          <a:lstStyle/>
          <a:p>
            <a:endParaRPr lang="en-GB"/>
          </a:p>
        </p:txBody>
      </p:sp>
      <p:sp>
        <p:nvSpPr>
          <p:cNvPr id="11" name="ExternalLogo" hidden="1">
            <a:extLst>
              <a:ext uri="{FF2B5EF4-FFF2-40B4-BE49-F238E27FC236}">
                <a16:creationId xmlns:a16="http://schemas.microsoft.com/office/drawing/2014/main" id="{3F664AED-89BC-4F6A-BDA5-EAE8B745D777}"/>
              </a:ext>
            </a:extLst>
          </p:cNvPr>
          <p:cNvSpPr/>
          <p:nvPr/>
        </p:nvSpPr>
        <p:spPr>
          <a:xfrm>
            <a:off x="10023475" y="4968741"/>
            <a:ext cx="1627188" cy="636980"/>
          </a:xfrm>
          <a:prstGeom prst="rect">
            <a:avLst/>
          </a:prstGeom>
          <a:solidFill>
            <a:srgbClr val="D1D1D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chorCtr="0">
            <a:noAutofit/>
          </a:bodyPr>
          <a:lstStyle/>
          <a:p>
            <a:pPr algn="ctr"/>
            <a:r>
              <a:rPr lang="en-GB" sz="900">
                <a:solidFill>
                  <a:srgbClr val="FF00FF"/>
                </a:solidFill>
              </a:rPr>
              <a:t>External logo</a:t>
            </a:r>
          </a:p>
        </p:txBody>
      </p:sp>
    </p:spTree>
    <p:extLst>
      <p:ext uri="{BB962C8B-B14F-4D97-AF65-F5344CB8AC3E}">
        <p14:creationId xmlns:p14="http://schemas.microsoft.com/office/powerpoint/2010/main" val="2216402571"/>
      </p:ext>
    </p:extLst>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 Light">
    <p:bg>
      <p:bgPr>
        <a:solidFill>
          <a:srgbClr val="DADADA"/>
        </a:solidFill>
        <a:effectLst/>
      </p:bgPr>
    </p:bg>
    <p:spTree>
      <p:nvGrpSpPr>
        <p:cNvPr id="1" name=""/>
        <p:cNvGrpSpPr/>
        <p:nvPr/>
      </p:nvGrpSpPr>
      <p:grpSpPr>
        <a:xfrm>
          <a:off x="0" y="0"/>
          <a:ext cx="0" cy="0"/>
          <a:chOff x="0" y="0"/>
          <a:chExt cx="0" cy="0"/>
        </a:xfrm>
      </p:grpSpPr>
      <p:sp>
        <p:nvSpPr>
          <p:cNvPr id="8" name="ColoredBackground">
            <a:extLst>
              <a:ext uri="{FF2B5EF4-FFF2-40B4-BE49-F238E27FC236}">
                <a16:creationId xmlns:a16="http://schemas.microsoft.com/office/drawing/2014/main" id="{A6C6616E-A4A6-4B26-A3E8-71341D2C30A8}"/>
              </a:ext>
            </a:extLst>
          </p:cNvPr>
          <p:cNvSpPr/>
          <p:nvPr/>
        </p:nvSpPr>
        <p:spPr>
          <a:xfrm>
            <a:off x="0" y="-1"/>
            <a:ext cx="12192000" cy="6858000"/>
          </a:xfrm>
          <a:prstGeom prst="rect">
            <a:avLst/>
          </a:prstGeom>
          <a:solidFill>
            <a:srgbClr val="DADA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5" descr="Shape&#10;&#10;Description automatically generated with medium confidence">
            <a:extLst>
              <a:ext uri="{FF2B5EF4-FFF2-40B4-BE49-F238E27FC236}">
                <a16:creationId xmlns:a16="http://schemas.microsoft.com/office/drawing/2014/main" id="{5FD2EA78-D85C-46C1-9F44-6EB0298782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8464564-6547-498D-A220-7B346E5B1408}"/>
              </a:ext>
            </a:extLst>
          </p:cNvPr>
          <p:cNvSpPr>
            <a:spLocks noGrp="1"/>
          </p:cNvSpPr>
          <p:nvPr>
            <p:ph type="title"/>
          </p:nvPr>
        </p:nvSpPr>
        <p:spPr>
          <a:xfrm>
            <a:off x="1219200" y="546100"/>
            <a:ext cx="6642100" cy="2105818"/>
          </a:xfrm>
        </p:spPr>
        <p:txBody>
          <a:bodyPr anchor="b"/>
          <a:lstStyle>
            <a:lvl1pPr>
              <a:defRPr sz="4000">
                <a:solidFill>
                  <a:srgbClr val="3F1A01"/>
                </a:solidFill>
              </a:defRPr>
            </a:lvl1p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1592638D-BCB6-4F07-9847-FBAA9B3609B5}"/>
              </a:ext>
            </a:extLst>
          </p:cNvPr>
          <p:cNvSpPr>
            <a:spLocks noGrp="1"/>
          </p:cNvSpPr>
          <p:nvPr>
            <p:ph type="body" idx="1"/>
          </p:nvPr>
        </p:nvSpPr>
        <p:spPr>
          <a:xfrm>
            <a:off x="1219200" y="2678906"/>
            <a:ext cx="6642100" cy="1500187"/>
          </a:xfrm>
          <a:prstGeom prst="rect">
            <a:avLst/>
          </a:prstGeom>
        </p:spPr>
        <p:txBody>
          <a:bodyPr/>
          <a:lstStyle>
            <a:lvl1pPr marL="0" indent="0">
              <a:buNone/>
              <a:defRPr sz="2400">
                <a:solidFill>
                  <a:srgbClr val="F0F0F0"/>
                </a:solidFill>
                <a:latin typeface="Times New Roman" panose="02020603050405020304" pitchFamily="18" charset="0"/>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Freeform 9">
            <a:extLst>
              <a:ext uri="{FF2B5EF4-FFF2-40B4-BE49-F238E27FC236}">
                <a16:creationId xmlns:a16="http://schemas.microsoft.com/office/drawing/2014/main" id="{1BC6753F-764E-4733-B343-5BC93ED602E4}"/>
              </a:ext>
            </a:extLst>
          </p:cNvPr>
          <p:cNvSpPr>
            <a:spLocks noEditPoints="1"/>
          </p:cNvSpPr>
          <p:nvPr/>
        </p:nvSpPr>
        <p:spPr bwMode="auto">
          <a:xfrm rot="5400000">
            <a:off x="7458075" y="-2243138"/>
            <a:ext cx="8385175" cy="9817101"/>
          </a:xfrm>
          <a:custGeom>
            <a:avLst/>
            <a:gdLst>
              <a:gd name="T0" fmla="*/ 276 w 2642"/>
              <a:gd name="T1" fmla="*/ 2871 h 3094"/>
              <a:gd name="T2" fmla="*/ 588 w 2642"/>
              <a:gd name="T3" fmla="*/ 2871 h 3094"/>
              <a:gd name="T4" fmla="*/ 2083 w 2642"/>
              <a:gd name="T5" fmla="*/ 2843 h 3094"/>
              <a:gd name="T6" fmla="*/ 2338 w 2642"/>
              <a:gd name="T7" fmla="*/ 2900 h 3094"/>
              <a:gd name="T8" fmla="*/ 29 w 2642"/>
              <a:gd name="T9" fmla="*/ 1219 h 3094"/>
              <a:gd name="T10" fmla="*/ 29 w 2642"/>
              <a:gd name="T11" fmla="*/ 2444 h 3094"/>
              <a:gd name="T12" fmla="*/ 559 w 2642"/>
              <a:gd name="T13" fmla="*/ 2386 h 3094"/>
              <a:gd name="T14" fmla="*/ 29 w 2642"/>
              <a:gd name="T15" fmla="*/ 1219 h 3094"/>
              <a:gd name="T16" fmla="*/ 2584 w 2642"/>
              <a:gd name="T17" fmla="*/ 2386 h 3094"/>
              <a:gd name="T18" fmla="*/ 2083 w 2642"/>
              <a:gd name="T19" fmla="*/ 2444 h 3094"/>
              <a:gd name="T20" fmla="*/ 2642 w 2642"/>
              <a:gd name="T21" fmla="*/ 1248 h 3094"/>
              <a:gd name="T22" fmla="*/ 210 w 2642"/>
              <a:gd name="T23" fmla="*/ 292 h 3094"/>
              <a:gd name="T24" fmla="*/ 210 w 2642"/>
              <a:gd name="T25" fmla="*/ 970 h 3094"/>
              <a:gd name="T26" fmla="*/ 559 w 2642"/>
              <a:gd name="T27" fmla="*/ 912 h 3094"/>
              <a:gd name="T28" fmla="*/ 658 w 2642"/>
              <a:gd name="T29" fmla="*/ 350 h 3094"/>
              <a:gd name="T30" fmla="*/ 2432 w 2642"/>
              <a:gd name="T31" fmla="*/ 292 h 3094"/>
              <a:gd name="T32" fmla="*/ 1984 w 2642"/>
              <a:gd name="T33" fmla="*/ 350 h 3094"/>
              <a:gd name="T34" fmla="*/ 2083 w 2642"/>
              <a:gd name="T35" fmla="*/ 912 h 3094"/>
              <a:gd name="T36" fmla="*/ 2432 w 2642"/>
              <a:gd name="T37" fmla="*/ 970 h 3094"/>
              <a:gd name="T38" fmla="*/ 2432 w 2642"/>
              <a:gd name="T39" fmla="*/ 292 h 3094"/>
              <a:gd name="T40" fmla="*/ 814 w 2642"/>
              <a:gd name="T41" fmla="*/ 29 h 3094"/>
              <a:gd name="T42" fmla="*/ 1292 w 2642"/>
              <a:gd name="T43" fmla="*/ 602 h 3094"/>
              <a:gd name="T44" fmla="*/ 989 w 2642"/>
              <a:gd name="T45" fmla="*/ 660 h 3094"/>
              <a:gd name="T46" fmla="*/ 801 w 2642"/>
              <a:gd name="T47" fmla="*/ 1311 h 3094"/>
              <a:gd name="T48" fmla="*/ 743 w 2642"/>
              <a:gd name="T49" fmla="*/ 1060 h 3094"/>
              <a:gd name="T50" fmla="*/ 1292 w 2642"/>
              <a:gd name="T51" fmla="*/ 1369 h 3094"/>
              <a:gd name="T52" fmla="*/ 842 w 2642"/>
              <a:gd name="T53" fmla="*/ 1782 h 3094"/>
              <a:gd name="T54" fmla="*/ 433 w 2642"/>
              <a:gd name="T55" fmla="*/ 1476 h 3094"/>
              <a:gd name="T56" fmla="*/ 375 w 2642"/>
              <a:gd name="T57" fmla="*/ 1782 h 3094"/>
              <a:gd name="T58" fmla="*/ 784 w 2642"/>
              <a:gd name="T59" fmla="*/ 2669 h 3094"/>
              <a:gd name="T60" fmla="*/ 842 w 2642"/>
              <a:gd name="T61" fmla="*/ 2181 h 3094"/>
              <a:gd name="T62" fmla="*/ 921 w 2642"/>
              <a:gd name="T63" fmla="*/ 3036 h 3094"/>
              <a:gd name="T64" fmla="*/ 1321 w 2642"/>
              <a:gd name="T65" fmla="*/ 3094 h 3094"/>
              <a:gd name="T66" fmla="*/ 1722 w 2642"/>
              <a:gd name="T67" fmla="*/ 3036 h 3094"/>
              <a:gd name="T68" fmla="*/ 1800 w 2642"/>
              <a:gd name="T69" fmla="*/ 2181 h 3094"/>
              <a:gd name="T70" fmla="*/ 1858 w 2642"/>
              <a:gd name="T71" fmla="*/ 2669 h 3094"/>
              <a:gd name="T72" fmla="*/ 2267 w 2642"/>
              <a:gd name="T73" fmla="*/ 1782 h 3094"/>
              <a:gd name="T74" fmla="*/ 2210 w 2642"/>
              <a:gd name="T75" fmla="*/ 1476 h 3094"/>
              <a:gd name="T76" fmla="*/ 1800 w 2642"/>
              <a:gd name="T77" fmla="*/ 1782 h 3094"/>
              <a:gd name="T78" fmla="*/ 1350 w 2642"/>
              <a:gd name="T79" fmla="*/ 1369 h 3094"/>
              <a:gd name="T80" fmla="*/ 1899 w 2642"/>
              <a:gd name="T81" fmla="*/ 1060 h 3094"/>
              <a:gd name="T82" fmla="*/ 1841 w 2642"/>
              <a:gd name="T83" fmla="*/ 1311 h 3094"/>
              <a:gd name="T84" fmla="*/ 1643 w 2642"/>
              <a:gd name="T85" fmla="*/ 660 h 3094"/>
              <a:gd name="T86" fmla="*/ 1350 w 2642"/>
              <a:gd name="T87" fmla="*/ 602 h 3094"/>
              <a:gd name="T88" fmla="*/ 1828 w 2642"/>
              <a:gd name="T89" fmla="*/ 29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42" h="3094">
                <a:moveTo>
                  <a:pt x="559" y="2843"/>
                </a:moveTo>
                <a:cubicBezTo>
                  <a:pt x="305" y="2843"/>
                  <a:pt x="305" y="2843"/>
                  <a:pt x="305" y="2843"/>
                </a:cubicBezTo>
                <a:cubicBezTo>
                  <a:pt x="289" y="2843"/>
                  <a:pt x="276" y="2856"/>
                  <a:pt x="276" y="2871"/>
                </a:cubicBezTo>
                <a:cubicBezTo>
                  <a:pt x="276" y="2887"/>
                  <a:pt x="289" y="2900"/>
                  <a:pt x="305" y="2900"/>
                </a:cubicBezTo>
                <a:cubicBezTo>
                  <a:pt x="559" y="2900"/>
                  <a:pt x="559" y="2900"/>
                  <a:pt x="559" y="2900"/>
                </a:cubicBezTo>
                <a:cubicBezTo>
                  <a:pt x="575" y="2900"/>
                  <a:pt x="588" y="2887"/>
                  <a:pt x="588" y="2871"/>
                </a:cubicBezTo>
                <a:cubicBezTo>
                  <a:pt x="588" y="2856"/>
                  <a:pt x="575" y="2843"/>
                  <a:pt x="559" y="2843"/>
                </a:cubicBezTo>
                <a:moveTo>
                  <a:pt x="2338" y="2843"/>
                </a:moveTo>
                <a:cubicBezTo>
                  <a:pt x="2083" y="2843"/>
                  <a:pt x="2083" y="2843"/>
                  <a:pt x="2083" y="2843"/>
                </a:cubicBezTo>
                <a:cubicBezTo>
                  <a:pt x="2068" y="2843"/>
                  <a:pt x="2055" y="2856"/>
                  <a:pt x="2055" y="2871"/>
                </a:cubicBezTo>
                <a:cubicBezTo>
                  <a:pt x="2055" y="2887"/>
                  <a:pt x="2068" y="2900"/>
                  <a:pt x="2083" y="2900"/>
                </a:cubicBezTo>
                <a:cubicBezTo>
                  <a:pt x="2338" y="2900"/>
                  <a:pt x="2338" y="2900"/>
                  <a:pt x="2338" y="2900"/>
                </a:cubicBezTo>
                <a:cubicBezTo>
                  <a:pt x="2354" y="2900"/>
                  <a:pt x="2366" y="2887"/>
                  <a:pt x="2366" y="2871"/>
                </a:cubicBezTo>
                <a:cubicBezTo>
                  <a:pt x="2366" y="2856"/>
                  <a:pt x="2354" y="2843"/>
                  <a:pt x="2338" y="2843"/>
                </a:cubicBezTo>
                <a:moveTo>
                  <a:pt x="29" y="1219"/>
                </a:moveTo>
                <a:cubicBezTo>
                  <a:pt x="13" y="1219"/>
                  <a:pt x="0" y="1232"/>
                  <a:pt x="0" y="1248"/>
                </a:cubicBezTo>
                <a:cubicBezTo>
                  <a:pt x="0" y="2415"/>
                  <a:pt x="0" y="2415"/>
                  <a:pt x="0" y="2415"/>
                </a:cubicBezTo>
                <a:cubicBezTo>
                  <a:pt x="0" y="2431"/>
                  <a:pt x="13" y="2444"/>
                  <a:pt x="29" y="2444"/>
                </a:cubicBezTo>
                <a:cubicBezTo>
                  <a:pt x="559" y="2444"/>
                  <a:pt x="559" y="2444"/>
                  <a:pt x="559" y="2444"/>
                </a:cubicBezTo>
                <a:cubicBezTo>
                  <a:pt x="575" y="2444"/>
                  <a:pt x="588" y="2431"/>
                  <a:pt x="588" y="2415"/>
                </a:cubicBezTo>
                <a:cubicBezTo>
                  <a:pt x="588" y="2399"/>
                  <a:pt x="575" y="2386"/>
                  <a:pt x="559" y="2386"/>
                </a:cubicBezTo>
                <a:cubicBezTo>
                  <a:pt x="58" y="2386"/>
                  <a:pt x="58" y="2386"/>
                  <a:pt x="58" y="2386"/>
                </a:cubicBezTo>
                <a:cubicBezTo>
                  <a:pt x="58" y="1248"/>
                  <a:pt x="58" y="1248"/>
                  <a:pt x="58" y="1248"/>
                </a:cubicBezTo>
                <a:cubicBezTo>
                  <a:pt x="58" y="1232"/>
                  <a:pt x="45" y="1219"/>
                  <a:pt x="29" y="1219"/>
                </a:cubicBezTo>
                <a:moveTo>
                  <a:pt x="2613" y="1219"/>
                </a:moveTo>
                <a:cubicBezTo>
                  <a:pt x="2597" y="1219"/>
                  <a:pt x="2584" y="1232"/>
                  <a:pt x="2584" y="1248"/>
                </a:cubicBezTo>
                <a:cubicBezTo>
                  <a:pt x="2584" y="2386"/>
                  <a:pt x="2584" y="2386"/>
                  <a:pt x="2584" y="2386"/>
                </a:cubicBezTo>
                <a:cubicBezTo>
                  <a:pt x="2083" y="2386"/>
                  <a:pt x="2083" y="2386"/>
                  <a:pt x="2083" y="2386"/>
                </a:cubicBezTo>
                <a:cubicBezTo>
                  <a:pt x="2067" y="2386"/>
                  <a:pt x="2055" y="2399"/>
                  <a:pt x="2055" y="2415"/>
                </a:cubicBezTo>
                <a:cubicBezTo>
                  <a:pt x="2055" y="2431"/>
                  <a:pt x="2067" y="2444"/>
                  <a:pt x="2083" y="2444"/>
                </a:cubicBezTo>
                <a:cubicBezTo>
                  <a:pt x="2613" y="2444"/>
                  <a:pt x="2613" y="2444"/>
                  <a:pt x="2613" y="2444"/>
                </a:cubicBezTo>
                <a:cubicBezTo>
                  <a:pt x="2629" y="2444"/>
                  <a:pt x="2642" y="2431"/>
                  <a:pt x="2642" y="2415"/>
                </a:cubicBezTo>
                <a:cubicBezTo>
                  <a:pt x="2642" y="1248"/>
                  <a:pt x="2642" y="1248"/>
                  <a:pt x="2642" y="1248"/>
                </a:cubicBezTo>
                <a:cubicBezTo>
                  <a:pt x="2642" y="1232"/>
                  <a:pt x="2629" y="1219"/>
                  <a:pt x="2613" y="1219"/>
                </a:cubicBezTo>
                <a:moveTo>
                  <a:pt x="658" y="292"/>
                </a:moveTo>
                <a:cubicBezTo>
                  <a:pt x="210" y="292"/>
                  <a:pt x="210" y="292"/>
                  <a:pt x="210" y="292"/>
                </a:cubicBezTo>
                <a:cubicBezTo>
                  <a:pt x="194" y="292"/>
                  <a:pt x="181" y="305"/>
                  <a:pt x="181" y="321"/>
                </a:cubicBezTo>
                <a:cubicBezTo>
                  <a:pt x="181" y="941"/>
                  <a:pt x="181" y="941"/>
                  <a:pt x="181" y="941"/>
                </a:cubicBezTo>
                <a:cubicBezTo>
                  <a:pt x="181" y="957"/>
                  <a:pt x="194" y="970"/>
                  <a:pt x="210" y="970"/>
                </a:cubicBezTo>
                <a:cubicBezTo>
                  <a:pt x="559" y="970"/>
                  <a:pt x="559" y="970"/>
                  <a:pt x="559" y="970"/>
                </a:cubicBezTo>
                <a:cubicBezTo>
                  <a:pt x="575" y="970"/>
                  <a:pt x="588" y="957"/>
                  <a:pt x="588" y="941"/>
                </a:cubicBezTo>
                <a:cubicBezTo>
                  <a:pt x="588" y="925"/>
                  <a:pt x="575" y="912"/>
                  <a:pt x="559" y="912"/>
                </a:cubicBezTo>
                <a:cubicBezTo>
                  <a:pt x="239" y="912"/>
                  <a:pt x="239" y="912"/>
                  <a:pt x="239" y="912"/>
                </a:cubicBezTo>
                <a:cubicBezTo>
                  <a:pt x="239" y="350"/>
                  <a:pt x="239" y="350"/>
                  <a:pt x="239" y="350"/>
                </a:cubicBezTo>
                <a:cubicBezTo>
                  <a:pt x="658" y="350"/>
                  <a:pt x="658" y="350"/>
                  <a:pt x="658" y="350"/>
                </a:cubicBezTo>
                <a:cubicBezTo>
                  <a:pt x="674" y="350"/>
                  <a:pt x="687" y="337"/>
                  <a:pt x="687" y="321"/>
                </a:cubicBezTo>
                <a:cubicBezTo>
                  <a:pt x="687" y="305"/>
                  <a:pt x="674" y="292"/>
                  <a:pt x="658" y="292"/>
                </a:cubicBezTo>
                <a:moveTo>
                  <a:pt x="2432" y="292"/>
                </a:moveTo>
                <a:cubicBezTo>
                  <a:pt x="1984" y="292"/>
                  <a:pt x="1984" y="292"/>
                  <a:pt x="1984" y="292"/>
                </a:cubicBezTo>
                <a:cubicBezTo>
                  <a:pt x="1968" y="292"/>
                  <a:pt x="1955" y="305"/>
                  <a:pt x="1955" y="321"/>
                </a:cubicBezTo>
                <a:cubicBezTo>
                  <a:pt x="1955" y="337"/>
                  <a:pt x="1968" y="350"/>
                  <a:pt x="1984" y="350"/>
                </a:cubicBezTo>
                <a:cubicBezTo>
                  <a:pt x="2403" y="350"/>
                  <a:pt x="2403" y="350"/>
                  <a:pt x="2403" y="350"/>
                </a:cubicBezTo>
                <a:cubicBezTo>
                  <a:pt x="2403" y="912"/>
                  <a:pt x="2403" y="912"/>
                  <a:pt x="2403" y="912"/>
                </a:cubicBezTo>
                <a:cubicBezTo>
                  <a:pt x="2083" y="912"/>
                  <a:pt x="2083" y="912"/>
                  <a:pt x="2083" y="912"/>
                </a:cubicBezTo>
                <a:cubicBezTo>
                  <a:pt x="2068" y="912"/>
                  <a:pt x="2055" y="925"/>
                  <a:pt x="2055" y="941"/>
                </a:cubicBezTo>
                <a:cubicBezTo>
                  <a:pt x="2055" y="957"/>
                  <a:pt x="2068" y="970"/>
                  <a:pt x="2083" y="970"/>
                </a:cubicBezTo>
                <a:cubicBezTo>
                  <a:pt x="2432" y="970"/>
                  <a:pt x="2432" y="970"/>
                  <a:pt x="2432" y="970"/>
                </a:cubicBezTo>
                <a:cubicBezTo>
                  <a:pt x="2448" y="970"/>
                  <a:pt x="2461" y="957"/>
                  <a:pt x="2461" y="941"/>
                </a:cubicBezTo>
                <a:cubicBezTo>
                  <a:pt x="2461" y="321"/>
                  <a:pt x="2461" y="321"/>
                  <a:pt x="2461" y="321"/>
                </a:cubicBezTo>
                <a:cubicBezTo>
                  <a:pt x="2461" y="305"/>
                  <a:pt x="2448" y="292"/>
                  <a:pt x="2432" y="292"/>
                </a:cubicBezTo>
                <a:moveTo>
                  <a:pt x="1799" y="0"/>
                </a:moveTo>
                <a:cubicBezTo>
                  <a:pt x="843" y="0"/>
                  <a:pt x="843" y="0"/>
                  <a:pt x="843" y="0"/>
                </a:cubicBezTo>
                <a:cubicBezTo>
                  <a:pt x="827" y="0"/>
                  <a:pt x="814" y="13"/>
                  <a:pt x="814" y="29"/>
                </a:cubicBezTo>
                <a:cubicBezTo>
                  <a:pt x="814" y="45"/>
                  <a:pt x="827" y="58"/>
                  <a:pt x="843" y="58"/>
                </a:cubicBezTo>
                <a:cubicBezTo>
                  <a:pt x="1292" y="58"/>
                  <a:pt x="1292" y="58"/>
                  <a:pt x="1292" y="58"/>
                </a:cubicBezTo>
                <a:cubicBezTo>
                  <a:pt x="1292" y="602"/>
                  <a:pt x="1292" y="602"/>
                  <a:pt x="1292" y="602"/>
                </a:cubicBezTo>
                <a:cubicBezTo>
                  <a:pt x="989" y="602"/>
                  <a:pt x="989" y="602"/>
                  <a:pt x="989" y="602"/>
                </a:cubicBezTo>
                <a:cubicBezTo>
                  <a:pt x="973" y="602"/>
                  <a:pt x="960" y="615"/>
                  <a:pt x="960" y="631"/>
                </a:cubicBezTo>
                <a:cubicBezTo>
                  <a:pt x="960" y="647"/>
                  <a:pt x="973" y="660"/>
                  <a:pt x="989" y="660"/>
                </a:cubicBezTo>
                <a:cubicBezTo>
                  <a:pt x="1292" y="660"/>
                  <a:pt x="1292" y="660"/>
                  <a:pt x="1292" y="660"/>
                </a:cubicBezTo>
                <a:cubicBezTo>
                  <a:pt x="1292" y="1311"/>
                  <a:pt x="1292" y="1311"/>
                  <a:pt x="1292" y="1311"/>
                </a:cubicBezTo>
                <a:cubicBezTo>
                  <a:pt x="801" y="1311"/>
                  <a:pt x="801" y="1311"/>
                  <a:pt x="801" y="1311"/>
                </a:cubicBezTo>
                <a:cubicBezTo>
                  <a:pt x="801" y="1060"/>
                  <a:pt x="801" y="1060"/>
                  <a:pt x="801" y="1060"/>
                </a:cubicBezTo>
                <a:cubicBezTo>
                  <a:pt x="801" y="1044"/>
                  <a:pt x="788" y="1031"/>
                  <a:pt x="772" y="1031"/>
                </a:cubicBezTo>
                <a:cubicBezTo>
                  <a:pt x="756" y="1031"/>
                  <a:pt x="743" y="1044"/>
                  <a:pt x="743" y="1060"/>
                </a:cubicBezTo>
                <a:cubicBezTo>
                  <a:pt x="743" y="1340"/>
                  <a:pt x="743" y="1340"/>
                  <a:pt x="743" y="1340"/>
                </a:cubicBezTo>
                <a:cubicBezTo>
                  <a:pt x="743" y="1356"/>
                  <a:pt x="756" y="1369"/>
                  <a:pt x="772" y="1369"/>
                </a:cubicBezTo>
                <a:cubicBezTo>
                  <a:pt x="1292" y="1369"/>
                  <a:pt x="1292" y="1369"/>
                  <a:pt x="1292" y="1369"/>
                </a:cubicBezTo>
                <a:cubicBezTo>
                  <a:pt x="1292" y="2123"/>
                  <a:pt x="1292" y="2123"/>
                  <a:pt x="1292" y="2123"/>
                </a:cubicBezTo>
                <a:cubicBezTo>
                  <a:pt x="842" y="2123"/>
                  <a:pt x="842" y="2123"/>
                  <a:pt x="842" y="2123"/>
                </a:cubicBezTo>
                <a:cubicBezTo>
                  <a:pt x="842" y="1782"/>
                  <a:pt x="842" y="1782"/>
                  <a:pt x="842" y="1782"/>
                </a:cubicBezTo>
                <a:cubicBezTo>
                  <a:pt x="842" y="1766"/>
                  <a:pt x="829" y="1753"/>
                  <a:pt x="813" y="1753"/>
                </a:cubicBezTo>
                <a:cubicBezTo>
                  <a:pt x="433" y="1753"/>
                  <a:pt x="433" y="1753"/>
                  <a:pt x="433" y="1753"/>
                </a:cubicBezTo>
                <a:cubicBezTo>
                  <a:pt x="433" y="1476"/>
                  <a:pt x="433" y="1476"/>
                  <a:pt x="433" y="1476"/>
                </a:cubicBezTo>
                <a:cubicBezTo>
                  <a:pt x="433" y="1460"/>
                  <a:pt x="420" y="1447"/>
                  <a:pt x="404" y="1447"/>
                </a:cubicBezTo>
                <a:cubicBezTo>
                  <a:pt x="388" y="1447"/>
                  <a:pt x="375" y="1460"/>
                  <a:pt x="375" y="1476"/>
                </a:cubicBezTo>
                <a:cubicBezTo>
                  <a:pt x="375" y="1782"/>
                  <a:pt x="375" y="1782"/>
                  <a:pt x="375" y="1782"/>
                </a:cubicBezTo>
                <a:cubicBezTo>
                  <a:pt x="375" y="1798"/>
                  <a:pt x="388" y="1811"/>
                  <a:pt x="404" y="1811"/>
                </a:cubicBezTo>
                <a:cubicBezTo>
                  <a:pt x="784" y="1811"/>
                  <a:pt x="784" y="1811"/>
                  <a:pt x="784" y="1811"/>
                </a:cubicBezTo>
                <a:cubicBezTo>
                  <a:pt x="784" y="2669"/>
                  <a:pt x="784" y="2669"/>
                  <a:pt x="784" y="2669"/>
                </a:cubicBezTo>
                <a:cubicBezTo>
                  <a:pt x="784" y="2685"/>
                  <a:pt x="797" y="2698"/>
                  <a:pt x="813" y="2698"/>
                </a:cubicBezTo>
                <a:cubicBezTo>
                  <a:pt x="829" y="2698"/>
                  <a:pt x="842" y="2685"/>
                  <a:pt x="842" y="2669"/>
                </a:cubicBezTo>
                <a:cubicBezTo>
                  <a:pt x="842" y="2181"/>
                  <a:pt x="842" y="2181"/>
                  <a:pt x="842" y="2181"/>
                </a:cubicBezTo>
                <a:cubicBezTo>
                  <a:pt x="1292" y="2181"/>
                  <a:pt x="1292" y="2181"/>
                  <a:pt x="1292" y="2181"/>
                </a:cubicBezTo>
                <a:cubicBezTo>
                  <a:pt x="1292" y="3036"/>
                  <a:pt x="1292" y="3036"/>
                  <a:pt x="1292" y="3036"/>
                </a:cubicBezTo>
                <a:cubicBezTo>
                  <a:pt x="921" y="3036"/>
                  <a:pt x="921" y="3036"/>
                  <a:pt x="921" y="3036"/>
                </a:cubicBezTo>
                <a:cubicBezTo>
                  <a:pt x="905" y="3036"/>
                  <a:pt x="892" y="3049"/>
                  <a:pt x="892" y="3065"/>
                </a:cubicBezTo>
                <a:cubicBezTo>
                  <a:pt x="892" y="3081"/>
                  <a:pt x="905" y="3094"/>
                  <a:pt x="921" y="3094"/>
                </a:cubicBezTo>
                <a:cubicBezTo>
                  <a:pt x="1321" y="3094"/>
                  <a:pt x="1321" y="3094"/>
                  <a:pt x="1321" y="3094"/>
                </a:cubicBezTo>
                <a:cubicBezTo>
                  <a:pt x="1722" y="3094"/>
                  <a:pt x="1722" y="3094"/>
                  <a:pt x="1722" y="3094"/>
                </a:cubicBezTo>
                <a:cubicBezTo>
                  <a:pt x="1738" y="3094"/>
                  <a:pt x="1751" y="3081"/>
                  <a:pt x="1751" y="3065"/>
                </a:cubicBezTo>
                <a:cubicBezTo>
                  <a:pt x="1751" y="3049"/>
                  <a:pt x="1738" y="3036"/>
                  <a:pt x="1722" y="3036"/>
                </a:cubicBezTo>
                <a:cubicBezTo>
                  <a:pt x="1350" y="3036"/>
                  <a:pt x="1350" y="3036"/>
                  <a:pt x="1350" y="3036"/>
                </a:cubicBezTo>
                <a:cubicBezTo>
                  <a:pt x="1350" y="2181"/>
                  <a:pt x="1350" y="2181"/>
                  <a:pt x="1350" y="2181"/>
                </a:cubicBezTo>
                <a:cubicBezTo>
                  <a:pt x="1800" y="2181"/>
                  <a:pt x="1800" y="2181"/>
                  <a:pt x="1800" y="2181"/>
                </a:cubicBezTo>
                <a:cubicBezTo>
                  <a:pt x="1800" y="2669"/>
                  <a:pt x="1800" y="2669"/>
                  <a:pt x="1800" y="2669"/>
                </a:cubicBezTo>
                <a:cubicBezTo>
                  <a:pt x="1800" y="2685"/>
                  <a:pt x="1813" y="2698"/>
                  <a:pt x="1829" y="2698"/>
                </a:cubicBezTo>
                <a:cubicBezTo>
                  <a:pt x="1845" y="2698"/>
                  <a:pt x="1858" y="2685"/>
                  <a:pt x="1858" y="2669"/>
                </a:cubicBezTo>
                <a:cubicBezTo>
                  <a:pt x="1858" y="1811"/>
                  <a:pt x="1858" y="1811"/>
                  <a:pt x="1858" y="1811"/>
                </a:cubicBezTo>
                <a:cubicBezTo>
                  <a:pt x="2239" y="1811"/>
                  <a:pt x="2239" y="1811"/>
                  <a:pt x="2239" y="1811"/>
                </a:cubicBezTo>
                <a:cubicBezTo>
                  <a:pt x="2254" y="1811"/>
                  <a:pt x="2267" y="1798"/>
                  <a:pt x="2267" y="1782"/>
                </a:cubicBezTo>
                <a:cubicBezTo>
                  <a:pt x="2267" y="1476"/>
                  <a:pt x="2267" y="1476"/>
                  <a:pt x="2267" y="1476"/>
                </a:cubicBezTo>
                <a:cubicBezTo>
                  <a:pt x="2267" y="1460"/>
                  <a:pt x="2254" y="1447"/>
                  <a:pt x="2239" y="1447"/>
                </a:cubicBezTo>
                <a:cubicBezTo>
                  <a:pt x="2223" y="1447"/>
                  <a:pt x="2210" y="1460"/>
                  <a:pt x="2210" y="1476"/>
                </a:cubicBezTo>
                <a:cubicBezTo>
                  <a:pt x="2210" y="1753"/>
                  <a:pt x="2210" y="1753"/>
                  <a:pt x="2210" y="1753"/>
                </a:cubicBezTo>
                <a:cubicBezTo>
                  <a:pt x="1829" y="1753"/>
                  <a:pt x="1829" y="1753"/>
                  <a:pt x="1829" y="1753"/>
                </a:cubicBezTo>
                <a:cubicBezTo>
                  <a:pt x="1813" y="1753"/>
                  <a:pt x="1800" y="1766"/>
                  <a:pt x="1800" y="1782"/>
                </a:cubicBezTo>
                <a:cubicBezTo>
                  <a:pt x="1800" y="2123"/>
                  <a:pt x="1800" y="2123"/>
                  <a:pt x="1800" y="2123"/>
                </a:cubicBezTo>
                <a:cubicBezTo>
                  <a:pt x="1350" y="2123"/>
                  <a:pt x="1350" y="2123"/>
                  <a:pt x="1350" y="2123"/>
                </a:cubicBezTo>
                <a:cubicBezTo>
                  <a:pt x="1350" y="1369"/>
                  <a:pt x="1350" y="1369"/>
                  <a:pt x="1350" y="1369"/>
                </a:cubicBezTo>
                <a:cubicBezTo>
                  <a:pt x="1870" y="1369"/>
                  <a:pt x="1870" y="1369"/>
                  <a:pt x="1870" y="1369"/>
                </a:cubicBezTo>
                <a:cubicBezTo>
                  <a:pt x="1886" y="1369"/>
                  <a:pt x="1899" y="1356"/>
                  <a:pt x="1899" y="1340"/>
                </a:cubicBezTo>
                <a:cubicBezTo>
                  <a:pt x="1899" y="1060"/>
                  <a:pt x="1899" y="1060"/>
                  <a:pt x="1899" y="1060"/>
                </a:cubicBezTo>
                <a:cubicBezTo>
                  <a:pt x="1899" y="1044"/>
                  <a:pt x="1886" y="1031"/>
                  <a:pt x="1870" y="1031"/>
                </a:cubicBezTo>
                <a:cubicBezTo>
                  <a:pt x="1854" y="1031"/>
                  <a:pt x="1841" y="1044"/>
                  <a:pt x="1841" y="1060"/>
                </a:cubicBezTo>
                <a:cubicBezTo>
                  <a:pt x="1841" y="1311"/>
                  <a:pt x="1841" y="1311"/>
                  <a:pt x="1841" y="1311"/>
                </a:cubicBezTo>
                <a:cubicBezTo>
                  <a:pt x="1350" y="1311"/>
                  <a:pt x="1350" y="1311"/>
                  <a:pt x="1350" y="1311"/>
                </a:cubicBezTo>
                <a:cubicBezTo>
                  <a:pt x="1350" y="660"/>
                  <a:pt x="1350" y="660"/>
                  <a:pt x="1350" y="660"/>
                </a:cubicBezTo>
                <a:cubicBezTo>
                  <a:pt x="1643" y="660"/>
                  <a:pt x="1643" y="660"/>
                  <a:pt x="1643" y="660"/>
                </a:cubicBezTo>
                <a:cubicBezTo>
                  <a:pt x="1659" y="660"/>
                  <a:pt x="1672" y="647"/>
                  <a:pt x="1672" y="631"/>
                </a:cubicBezTo>
                <a:cubicBezTo>
                  <a:pt x="1672" y="615"/>
                  <a:pt x="1659" y="602"/>
                  <a:pt x="1643" y="602"/>
                </a:cubicBezTo>
                <a:cubicBezTo>
                  <a:pt x="1350" y="602"/>
                  <a:pt x="1350" y="602"/>
                  <a:pt x="1350" y="602"/>
                </a:cubicBezTo>
                <a:cubicBezTo>
                  <a:pt x="1350" y="58"/>
                  <a:pt x="1350" y="58"/>
                  <a:pt x="1350" y="58"/>
                </a:cubicBezTo>
                <a:cubicBezTo>
                  <a:pt x="1799" y="58"/>
                  <a:pt x="1799" y="58"/>
                  <a:pt x="1799" y="58"/>
                </a:cubicBezTo>
                <a:cubicBezTo>
                  <a:pt x="1815" y="58"/>
                  <a:pt x="1828" y="45"/>
                  <a:pt x="1828" y="29"/>
                </a:cubicBezTo>
                <a:cubicBezTo>
                  <a:pt x="1828" y="13"/>
                  <a:pt x="1815" y="0"/>
                  <a:pt x="1799" y="0"/>
                </a:cubicBezTo>
              </a:path>
            </a:pathLst>
          </a:custGeom>
          <a:solidFill>
            <a:srgbClr val="F0F0F0">
              <a:alpha val="9804"/>
            </a:srgbClr>
          </a:solidFill>
          <a:ln>
            <a:noFill/>
          </a:ln>
        </p:spPr>
        <p:txBody>
          <a:bodyPr vert="horz" wrap="square" lIns="91440" tIns="45720" rIns="91440" bIns="45720" numCol="1" anchor="t" anchorCtr="0" compatLnSpc="1">
            <a:prstTxWarp prst="textNoShape">
              <a:avLst/>
            </a:prstTxWarp>
          </a:bodyPr>
          <a:lstStyle/>
          <a:p>
            <a:endParaRPr lang="en-GB"/>
          </a:p>
        </p:txBody>
      </p:sp>
      <p:sp>
        <p:nvSpPr>
          <p:cNvPr id="10" name="Logo">
            <a:extLst>
              <a:ext uri="{FF2B5EF4-FFF2-40B4-BE49-F238E27FC236}">
                <a16:creationId xmlns:a16="http://schemas.microsoft.com/office/drawing/2014/main" id="{7D430883-348B-4F96-B27B-40097E253643}"/>
              </a:ext>
            </a:extLst>
          </p:cNvPr>
          <p:cNvSpPr/>
          <p:nvPr/>
        </p:nvSpPr>
        <p:spPr>
          <a:xfrm>
            <a:off x="9397252" y="5875721"/>
            <a:ext cx="2253411" cy="440942"/>
          </a:xfrm>
          <a:custGeom>
            <a:avLst/>
            <a:gdLst>
              <a:gd name="connsiteX0" fmla="*/ 1783139 w 2253411"/>
              <a:gd name="connsiteY0" fmla="*/ 136254 h 440942"/>
              <a:gd name="connsiteX1" fmla="*/ 1751520 w 2253411"/>
              <a:gd name="connsiteY1" fmla="*/ 136254 h 440942"/>
              <a:gd name="connsiteX2" fmla="*/ 1751520 w 2253411"/>
              <a:gd name="connsiteY2" fmla="*/ 299806 h 440942"/>
              <a:gd name="connsiteX3" fmla="*/ 1783139 w 2253411"/>
              <a:gd name="connsiteY3" fmla="*/ 299806 h 440942"/>
              <a:gd name="connsiteX4" fmla="*/ 293338 w 2253411"/>
              <a:gd name="connsiteY4" fmla="*/ 409024 h 440942"/>
              <a:gd name="connsiteX5" fmla="*/ 297448 w 2253411"/>
              <a:gd name="connsiteY5" fmla="*/ 413147 h 440942"/>
              <a:gd name="connsiteX6" fmla="*/ 297460 w 2253411"/>
              <a:gd name="connsiteY6" fmla="*/ 413147 h 440942"/>
              <a:gd name="connsiteX7" fmla="*/ 333669 w 2253411"/>
              <a:gd name="connsiteY7" fmla="*/ 413147 h 440942"/>
              <a:gd name="connsiteX8" fmla="*/ 337779 w 2253411"/>
              <a:gd name="connsiteY8" fmla="*/ 409047 h 440942"/>
              <a:gd name="connsiteX9" fmla="*/ 337777 w 2253411"/>
              <a:gd name="connsiteY9" fmla="*/ 409024 h 440942"/>
              <a:gd name="connsiteX10" fmla="*/ 333683 w 2253411"/>
              <a:gd name="connsiteY10" fmla="*/ 404916 h 440942"/>
              <a:gd name="connsiteX11" fmla="*/ 333669 w 2253411"/>
              <a:gd name="connsiteY11" fmla="*/ 404916 h 440942"/>
              <a:gd name="connsiteX12" fmla="*/ 297460 w 2253411"/>
              <a:gd name="connsiteY12" fmla="*/ 404916 h 440942"/>
              <a:gd name="connsiteX13" fmla="*/ 293338 w 2253411"/>
              <a:gd name="connsiteY13" fmla="*/ 409021 h 440942"/>
              <a:gd name="connsiteX14" fmla="*/ 293338 w 2253411"/>
              <a:gd name="connsiteY14" fmla="*/ 409024 h 440942"/>
              <a:gd name="connsiteX15" fmla="*/ 39859 w 2253411"/>
              <a:gd name="connsiteY15" fmla="*/ 409024 h 440942"/>
              <a:gd name="connsiteX16" fmla="*/ 43946 w 2253411"/>
              <a:gd name="connsiteY16" fmla="*/ 413147 h 440942"/>
              <a:gd name="connsiteX17" fmla="*/ 43967 w 2253411"/>
              <a:gd name="connsiteY17" fmla="*/ 413147 h 440942"/>
              <a:gd name="connsiteX18" fmla="*/ 80176 w 2253411"/>
              <a:gd name="connsiteY18" fmla="*/ 413147 h 440942"/>
              <a:gd name="connsiteX19" fmla="*/ 84298 w 2253411"/>
              <a:gd name="connsiteY19" fmla="*/ 409037 h 440942"/>
              <a:gd name="connsiteX20" fmla="*/ 84298 w 2253411"/>
              <a:gd name="connsiteY20" fmla="*/ 409024 h 440942"/>
              <a:gd name="connsiteX21" fmla="*/ 80179 w 2253411"/>
              <a:gd name="connsiteY21" fmla="*/ 404916 h 440942"/>
              <a:gd name="connsiteX22" fmla="*/ 80176 w 2253411"/>
              <a:gd name="connsiteY22" fmla="*/ 404916 h 440942"/>
              <a:gd name="connsiteX23" fmla="*/ 43967 w 2253411"/>
              <a:gd name="connsiteY23" fmla="*/ 404916 h 440942"/>
              <a:gd name="connsiteX24" fmla="*/ 39859 w 2253411"/>
              <a:gd name="connsiteY24" fmla="*/ 409012 h 440942"/>
              <a:gd name="connsiteX25" fmla="*/ 39859 w 2253411"/>
              <a:gd name="connsiteY25" fmla="*/ 409024 h 440942"/>
              <a:gd name="connsiteX26" fmla="*/ 80177 w 2253411"/>
              <a:gd name="connsiteY26" fmla="*/ 339849 h 440942"/>
              <a:gd name="connsiteX27" fmla="*/ 8803 w 2253411"/>
              <a:gd name="connsiteY27" fmla="*/ 339849 h 440942"/>
              <a:gd name="connsiteX28" fmla="*/ 8803 w 2253411"/>
              <a:gd name="connsiteY28" fmla="*/ 177644 h 440942"/>
              <a:gd name="connsiteX29" fmla="*/ 4680 w 2253411"/>
              <a:gd name="connsiteY29" fmla="*/ 173521 h 440942"/>
              <a:gd name="connsiteX30" fmla="*/ 572 w 2253411"/>
              <a:gd name="connsiteY30" fmla="*/ 177639 h 440942"/>
              <a:gd name="connsiteX31" fmla="*/ 572 w 2253411"/>
              <a:gd name="connsiteY31" fmla="*/ 177644 h 440942"/>
              <a:gd name="connsiteX32" fmla="*/ 572 w 2253411"/>
              <a:gd name="connsiteY32" fmla="*/ 343959 h 440942"/>
              <a:gd name="connsiteX33" fmla="*/ 4676 w 2253411"/>
              <a:gd name="connsiteY33" fmla="*/ 348080 h 440942"/>
              <a:gd name="connsiteX34" fmla="*/ 4680 w 2253411"/>
              <a:gd name="connsiteY34" fmla="*/ 348080 h 440942"/>
              <a:gd name="connsiteX35" fmla="*/ 80176 w 2253411"/>
              <a:gd name="connsiteY35" fmla="*/ 348080 h 440942"/>
              <a:gd name="connsiteX36" fmla="*/ 84298 w 2253411"/>
              <a:gd name="connsiteY36" fmla="*/ 343970 h 440942"/>
              <a:gd name="connsiteX37" fmla="*/ 84298 w 2253411"/>
              <a:gd name="connsiteY37" fmla="*/ 343959 h 440942"/>
              <a:gd name="connsiteX38" fmla="*/ 80176 w 2253411"/>
              <a:gd name="connsiteY38" fmla="*/ 339849 h 440942"/>
              <a:gd name="connsiteX39" fmla="*/ 98412 w 2253411"/>
              <a:gd name="connsiteY39" fmla="*/ 45530 h 440942"/>
              <a:gd name="connsiteX40" fmla="*/ 94292 w 2253411"/>
              <a:gd name="connsiteY40" fmla="*/ 41422 h 440942"/>
              <a:gd name="connsiteX41" fmla="*/ 94289 w 2253411"/>
              <a:gd name="connsiteY41" fmla="*/ 41422 h 440942"/>
              <a:gd name="connsiteX42" fmla="*/ 30459 w 2253411"/>
              <a:gd name="connsiteY42" fmla="*/ 41422 h 440942"/>
              <a:gd name="connsiteX43" fmla="*/ 26351 w 2253411"/>
              <a:gd name="connsiteY43" fmla="*/ 45518 h 440942"/>
              <a:gd name="connsiteX44" fmla="*/ 26351 w 2253411"/>
              <a:gd name="connsiteY44" fmla="*/ 45530 h 440942"/>
              <a:gd name="connsiteX45" fmla="*/ 26351 w 2253411"/>
              <a:gd name="connsiteY45" fmla="*/ 133916 h 440942"/>
              <a:gd name="connsiteX46" fmla="*/ 30456 w 2253411"/>
              <a:gd name="connsiteY46" fmla="*/ 138039 h 440942"/>
              <a:gd name="connsiteX47" fmla="*/ 30459 w 2253411"/>
              <a:gd name="connsiteY47" fmla="*/ 138039 h 440942"/>
              <a:gd name="connsiteX48" fmla="*/ 80191 w 2253411"/>
              <a:gd name="connsiteY48" fmla="*/ 138039 h 440942"/>
              <a:gd name="connsiteX49" fmla="*/ 84300 w 2253411"/>
              <a:gd name="connsiteY49" fmla="*/ 133916 h 440942"/>
              <a:gd name="connsiteX50" fmla="*/ 80191 w 2253411"/>
              <a:gd name="connsiteY50" fmla="*/ 129808 h 440942"/>
              <a:gd name="connsiteX51" fmla="*/ 34582 w 2253411"/>
              <a:gd name="connsiteY51" fmla="*/ 129808 h 440942"/>
              <a:gd name="connsiteX52" fmla="*/ 34582 w 2253411"/>
              <a:gd name="connsiteY52" fmla="*/ 49653 h 440942"/>
              <a:gd name="connsiteX53" fmla="*/ 94291 w 2253411"/>
              <a:gd name="connsiteY53" fmla="*/ 49653 h 440942"/>
              <a:gd name="connsiteX54" fmla="*/ 98413 w 2253411"/>
              <a:gd name="connsiteY54" fmla="*/ 45540 h 440942"/>
              <a:gd name="connsiteX55" fmla="*/ 98413 w 2253411"/>
              <a:gd name="connsiteY55" fmla="*/ 45530 h 440942"/>
              <a:gd name="connsiteX56" fmla="*/ 271146 w 2253411"/>
              <a:gd name="connsiteY56" fmla="*/ 190835 h 440942"/>
              <a:gd name="connsiteX57" fmla="*/ 271146 w 2253411"/>
              <a:gd name="connsiteY57" fmla="*/ 150874 h 440942"/>
              <a:gd name="connsiteX58" fmla="*/ 267039 w 2253411"/>
              <a:gd name="connsiteY58" fmla="*/ 146752 h 440942"/>
              <a:gd name="connsiteX59" fmla="*/ 267037 w 2253411"/>
              <a:gd name="connsiteY59" fmla="*/ 146752 h 440942"/>
              <a:gd name="connsiteX60" fmla="*/ 262900 w 2253411"/>
              <a:gd name="connsiteY60" fmla="*/ 150873 h 440942"/>
              <a:gd name="connsiteX61" fmla="*/ 262900 w 2253411"/>
              <a:gd name="connsiteY61" fmla="*/ 150874 h 440942"/>
              <a:gd name="connsiteX62" fmla="*/ 262900 w 2253411"/>
              <a:gd name="connsiteY62" fmla="*/ 186698 h 440942"/>
              <a:gd name="connsiteX63" fmla="*/ 192929 w 2253411"/>
              <a:gd name="connsiteY63" fmla="*/ 186698 h 440942"/>
              <a:gd name="connsiteX64" fmla="*/ 192929 w 2253411"/>
              <a:gd name="connsiteY64" fmla="*/ 93846 h 440942"/>
              <a:gd name="connsiteX65" fmla="*/ 234730 w 2253411"/>
              <a:gd name="connsiteY65" fmla="*/ 93846 h 440942"/>
              <a:gd name="connsiteX66" fmla="*/ 238853 w 2253411"/>
              <a:gd name="connsiteY66" fmla="*/ 89738 h 440942"/>
              <a:gd name="connsiteX67" fmla="*/ 234730 w 2253411"/>
              <a:gd name="connsiteY67" fmla="*/ 85602 h 440942"/>
              <a:gd name="connsiteX68" fmla="*/ 192929 w 2253411"/>
              <a:gd name="connsiteY68" fmla="*/ 85602 h 440942"/>
              <a:gd name="connsiteX69" fmla="*/ 192929 w 2253411"/>
              <a:gd name="connsiteY69" fmla="*/ 8058 h 440942"/>
              <a:gd name="connsiteX70" fmla="*/ 256951 w 2253411"/>
              <a:gd name="connsiteY70" fmla="*/ 8058 h 440942"/>
              <a:gd name="connsiteX71" fmla="*/ 261072 w 2253411"/>
              <a:gd name="connsiteY71" fmla="*/ 3946 h 440942"/>
              <a:gd name="connsiteX72" fmla="*/ 261072 w 2253411"/>
              <a:gd name="connsiteY72" fmla="*/ 3935 h 440942"/>
              <a:gd name="connsiteX73" fmla="*/ 256954 w 2253411"/>
              <a:gd name="connsiteY73" fmla="*/ -175 h 440942"/>
              <a:gd name="connsiteX74" fmla="*/ 256951 w 2253411"/>
              <a:gd name="connsiteY74" fmla="*/ -175 h 440942"/>
              <a:gd name="connsiteX75" fmla="*/ 120686 w 2253411"/>
              <a:gd name="connsiteY75" fmla="*/ -175 h 440942"/>
              <a:gd name="connsiteX76" fmla="*/ 116578 w 2253411"/>
              <a:gd name="connsiteY76" fmla="*/ 3935 h 440942"/>
              <a:gd name="connsiteX77" fmla="*/ 120685 w 2253411"/>
              <a:gd name="connsiteY77" fmla="*/ 8058 h 440942"/>
              <a:gd name="connsiteX78" fmla="*/ 120686 w 2253411"/>
              <a:gd name="connsiteY78" fmla="*/ 8058 h 440942"/>
              <a:gd name="connsiteX79" fmla="*/ 184696 w 2253411"/>
              <a:gd name="connsiteY79" fmla="*/ 8058 h 440942"/>
              <a:gd name="connsiteX80" fmla="*/ 184696 w 2253411"/>
              <a:gd name="connsiteY80" fmla="*/ 85629 h 440942"/>
              <a:gd name="connsiteX81" fmla="*/ 141436 w 2253411"/>
              <a:gd name="connsiteY81" fmla="*/ 85629 h 440942"/>
              <a:gd name="connsiteX82" fmla="*/ 137315 w 2253411"/>
              <a:gd name="connsiteY82" fmla="*/ 89752 h 440942"/>
              <a:gd name="connsiteX83" fmla="*/ 141435 w 2253411"/>
              <a:gd name="connsiteY83" fmla="*/ 93860 h 440942"/>
              <a:gd name="connsiteX84" fmla="*/ 141436 w 2253411"/>
              <a:gd name="connsiteY84" fmla="*/ 93860 h 440942"/>
              <a:gd name="connsiteX85" fmla="*/ 184696 w 2253411"/>
              <a:gd name="connsiteY85" fmla="*/ 93860 h 440942"/>
              <a:gd name="connsiteX86" fmla="*/ 184696 w 2253411"/>
              <a:gd name="connsiteY86" fmla="*/ 186698 h 440942"/>
              <a:gd name="connsiteX87" fmla="*/ 114724 w 2253411"/>
              <a:gd name="connsiteY87" fmla="*/ 186698 h 440942"/>
              <a:gd name="connsiteX88" fmla="*/ 114724 w 2253411"/>
              <a:gd name="connsiteY88" fmla="*/ 150874 h 440942"/>
              <a:gd name="connsiteX89" fmla="*/ 110611 w 2253411"/>
              <a:gd name="connsiteY89" fmla="*/ 146752 h 440942"/>
              <a:gd name="connsiteX90" fmla="*/ 110602 w 2253411"/>
              <a:gd name="connsiteY90" fmla="*/ 146752 h 440942"/>
              <a:gd name="connsiteX91" fmla="*/ 106479 w 2253411"/>
              <a:gd name="connsiteY91" fmla="*/ 150874 h 440942"/>
              <a:gd name="connsiteX92" fmla="*/ 106479 w 2253411"/>
              <a:gd name="connsiteY92" fmla="*/ 190835 h 440942"/>
              <a:gd name="connsiteX93" fmla="*/ 110598 w 2253411"/>
              <a:gd name="connsiteY93" fmla="*/ 194943 h 440942"/>
              <a:gd name="connsiteX94" fmla="*/ 110602 w 2253411"/>
              <a:gd name="connsiteY94" fmla="*/ 194943 h 440942"/>
              <a:gd name="connsiteX95" fmla="*/ 184696 w 2253411"/>
              <a:gd name="connsiteY95" fmla="*/ 194943 h 440942"/>
              <a:gd name="connsiteX96" fmla="*/ 184696 w 2253411"/>
              <a:gd name="connsiteY96" fmla="*/ 302418 h 440942"/>
              <a:gd name="connsiteX97" fmla="*/ 120523 w 2253411"/>
              <a:gd name="connsiteY97" fmla="*/ 302418 h 440942"/>
              <a:gd name="connsiteX98" fmla="*/ 120523 w 2253411"/>
              <a:gd name="connsiteY98" fmla="*/ 253744 h 440942"/>
              <a:gd name="connsiteX99" fmla="*/ 116395 w 2253411"/>
              <a:gd name="connsiteY99" fmla="*/ 249636 h 440942"/>
              <a:gd name="connsiteX100" fmla="*/ 116386 w 2253411"/>
              <a:gd name="connsiteY100" fmla="*/ 249636 h 440942"/>
              <a:gd name="connsiteX101" fmla="*/ 62189 w 2253411"/>
              <a:gd name="connsiteY101" fmla="*/ 249636 h 440942"/>
              <a:gd name="connsiteX102" fmla="*/ 62189 w 2253411"/>
              <a:gd name="connsiteY102" fmla="*/ 210170 h 440942"/>
              <a:gd name="connsiteX103" fmla="*/ 58084 w 2253411"/>
              <a:gd name="connsiteY103" fmla="*/ 206047 h 440942"/>
              <a:gd name="connsiteX104" fmla="*/ 58081 w 2253411"/>
              <a:gd name="connsiteY104" fmla="*/ 206047 h 440942"/>
              <a:gd name="connsiteX105" fmla="*/ 53958 w 2253411"/>
              <a:gd name="connsiteY105" fmla="*/ 210170 h 440942"/>
              <a:gd name="connsiteX106" fmla="*/ 53958 w 2253411"/>
              <a:gd name="connsiteY106" fmla="*/ 253744 h 440942"/>
              <a:gd name="connsiteX107" fmla="*/ 58081 w 2253411"/>
              <a:gd name="connsiteY107" fmla="*/ 257867 h 440942"/>
              <a:gd name="connsiteX108" fmla="*/ 112277 w 2253411"/>
              <a:gd name="connsiteY108" fmla="*/ 257867 h 440942"/>
              <a:gd name="connsiteX109" fmla="*/ 112277 w 2253411"/>
              <a:gd name="connsiteY109" fmla="*/ 380182 h 440942"/>
              <a:gd name="connsiteX110" fmla="*/ 116382 w 2253411"/>
              <a:gd name="connsiteY110" fmla="*/ 384304 h 440942"/>
              <a:gd name="connsiteX111" fmla="*/ 116386 w 2253411"/>
              <a:gd name="connsiteY111" fmla="*/ 384304 h 440942"/>
              <a:gd name="connsiteX112" fmla="*/ 120523 w 2253411"/>
              <a:gd name="connsiteY112" fmla="*/ 380182 h 440942"/>
              <a:gd name="connsiteX113" fmla="*/ 120523 w 2253411"/>
              <a:gd name="connsiteY113" fmla="*/ 310649 h 440942"/>
              <a:gd name="connsiteX114" fmla="*/ 184696 w 2253411"/>
              <a:gd name="connsiteY114" fmla="*/ 310649 h 440942"/>
              <a:gd name="connsiteX115" fmla="*/ 184696 w 2253411"/>
              <a:gd name="connsiteY115" fmla="*/ 432537 h 440942"/>
              <a:gd name="connsiteX116" fmla="*/ 131736 w 2253411"/>
              <a:gd name="connsiteY116" fmla="*/ 432537 h 440942"/>
              <a:gd name="connsiteX117" fmla="*/ 127628 w 2253411"/>
              <a:gd name="connsiteY117" fmla="*/ 436615 h 440942"/>
              <a:gd name="connsiteX118" fmla="*/ 127628 w 2253411"/>
              <a:gd name="connsiteY118" fmla="*/ 436646 h 440942"/>
              <a:gd name="connsiteX119" fmla="*/ 131716 w 2253411"/>
              <a:gd name="connsiteY119" fmla="*/ 440768 h 440942"/>
              <a:gd name="connsiteX120" fmla="*/ 131736 w 2253411"/>
              <a:gd name="connsiteY120" fmla="*/ 440768 h 440942"/>
              <a:gd name="connsiteX121" fmla="*/ 245888 w 2253411"/>
              <a:gd name="connsiteY121" fmla="*/ 440768 h 440942"/>
              <a:gd name="connsiteX122" fmla="*/ 250011 w 2253411"/>
              <a:gd name="connsiteY122" fmla="*/ 436657 h 440942"/>
              <a:gd name="connsiteX123" fmla="*/ 250011 w 2253411"/>
              <a:gd name="connsiteY123" fmla="*/ 436646 h 440942"/>
              <a:gd name="connsiteX124" fmla="*/ 245909 w 2253411"/>
              <a:gd name="connsiteY124" fmla="*/ 432537 h 440942"/>
              <a:gd name="connsiteX125" fmla="*/ 245888 w 2253411"/>
              <a:gd name="connsiteY125" fmla="*/ 432537 h 440942"/>
              <a:gd name="connsiteX126" fmla="*/ 192929 w 2253411"/>
              <a:gd name="connsiteY126" fmla="*/ 432537 h 440942"/>
              <a:gd name="connsiteX127" fmla="*/ 192929 w 2253411"/>
              <a:gd name="connsiteY127" fmla="*/ 310649 h 440942"/>
              <a:gd name="connsiteX128" fmla="*/ 257116 w 2253411"/>
              <a:gd name="connsiteY128" fmla="*/ 310649 h 440942"/>
              <a:gd name="connsiteX129" fmla="*/ 257116 w 2253411"/>
              <a:gd name="connsiteY129" fmla="*/ 380182 h 440942"/>
              <a:gd name="connsiteX130" fmla="*/ 261250 w 2253411"/>
              <a:gd name="connsiteY130" fmla="*/ 384304 h 440942"/>
              <a:gd name="connsiteX131" fmla="*/ 265358 w 2253411"/>
              <a:gd name="connsiteY131" fmla="*/ 380182 h 440942"/>
              <a:gd name="connsiteX132" fmla="*/ 265358 w 2253411"/>
              <a:gd name="connsiteY132" fmla="*/ 257867 h 440942"/>
              <a:gd name="connsiteX133" fmla="*/ 319557 w 2253411"/>
              <a:gd name="connsiteY133" fmla="*/ 257867 h 440942"/>
              <a:gd name="connsiteX134" fmla="*/ 323665 w 2253411"/>
              <a:gd name="connsiteY134" fmla="*/ 253748 h 440942"/>
              <a:gd name="connsiteX135" fmla="*/ 323665 w 2253411"/>
              <a:gd name="connsiteY135" fmla="*/ 253744 h 440942"/>
              <a:gd name="connsiteX136" fmla="*/ 323665 w 2253411"/>
              <a:gd name="connsiteY136" fmla="*/ 210170 h 440942"/>
              <a:gd name="connsiteX137" fmla="*/ 319557 w 2253411"/>
              <a:gd name="connsiteY137" fmla="*/ 206047 h 440942"/>
              <a:gd name="connsiteX138" fmla="*/ 315434 w 2253411"/>
              <a:gd name="connsiteY138" fmla="*/ 210170 h 440942"/>
              <a:gd name="connsiteX139" fmla="*/ 315434 w 2253411"/>
              <a:gd name="connsiteY139" fmla="*/ 249636 h 440942"/>
              <a:gd name="connsiteX140" fmla="*/ 261250 w 2253411"/>
              <a:gd name="connsiteY140" fmla="*/ 249636 h 440942"/>
              <a:gd name="connsiteX141" fmla="*/ 257115 w 2253411"/>
              <a:gd name="connsiteY141" fmla="*/ 253733 h 440942"/>
              <a:gd name="connsiteX142" fmla="*/ 257115 w 2253411"/>
              <a:gd name="connsiteY142" fmla="*/ 253744 h 440942"/>
              <a:gd name="connsiteX143" fmla="*/ 257115 w 2253411"/>
              <a:gd name="connsiteY143" fmla="*/ 302416 h 440942"/>
              <a:gd name="connsiteX144" fmla="*/ 192927 w 2253411"/>
              <a:gd name="connsiteY144" fmla="*/ 302416 h 440942"/>
              <a:gd name="connsiteX145" fmla="*/ 192927 w 2253411"/>
              <a:gd name="connsiteY145" fmla="*/ 194943 h 440942"/>
              <a:gd name="connsiteX146" fmla="*/ 267036 w 2253411"/>
              <a:gd name="connsiteY146" fmla="*/ 194943 h 440942"/>
              <a:gd name="connsiteX147" fmla="*/ 271144 w 2253411"/>
              <a:gd name="connsiteY147" fmla="*/ 190849 h 440942"/>
              <a:gd name="connsiteX148" fmla="*/ 271144 w 2253411"/>
              <a:gd name="connsiteY148" fmla="*/ 190835 h 440942"/>
              <a:gd name="connsiteX149" fmla="*/ 351285 w 2253411"/>
              <a:gd name="connsiteY149" fmla="*/ 133931 h 440942"/>
              <a:gd name="connsiteX150" fmla="*/ 351285 w 2253411"/>
              <a:gd name="connsiteY150" fmla="*/ 45545 h 440942"/>
              <a:gd name="connsiteX151" fmla="*/ 347175 w 2253411"/>
              <a:gd name="connsiteY151" fmla="*/ 41422 h 440942"/>
              <a:gd name="connsiteX152" fmla="*/ 347164 w 2253411"/>
              <a:gd name="connsiteY152" fmla="*/ 41422 h 440942"/>
              <a:gd name="connsiteX153" fmla="*/ 283332 w 2253411"/>
              <a:gd name="connsiteY153" fmla="*/ 41422 h 440942"/>
              <a:gd name="connsiteX154" fmla="*/ 279224 w 2253411"/>
              <a:gd name="connsiteY154" fmla="*/ 45524 h 440942"/>
              <a:gd name="connsiteX155" fmla="*/ 279224 w 2253411"/>
              <a:gd name="connsiteY155" fmla="*/ 45545 h 440942"/>
              <a:gd name="connsiteX156" fmla="*/ 283332 w 2253411"/>
              <a:gd name="connsiteY156" fmla="*/ 49653 h 440942"/>
              <a:gd name="connsiteX157" fmla="*/ 343054 w 2253411"/>
              <a:gd name="connsiteY157" fmla="*/ 49653 h 440942"/>
              <a:gd name="connsiteX158" fmla="*/ 343054 w 2253411"/>
              <a:gd name="connsiteY158" fmla="*/ 129808 h 440942"/>
              <a:gd name="connsiteX159" fmla="*/ 297460 w 2253411"/>
              <a:gd name="connsiteY159" fmla="*/ 129808 h 440942"/>
              <a:gd name="connsiteX160" fmla="*/ 293338 w 2253411"/>
              <a:gd name="connsiteY160" fmla="*/ 133918 h 440942"/>
              <a:gd name="connsiteX161" fmla="*/ 293338 w 2253411"/>
              <a:gd name="connsiteY161" fmla="*/ 133931 h 440942"/>
              <a:gd name="connsiteX162" fmla="*/ 297460 w 2253411"/>
              <a:gd name="connsiteY162" fmla="*/ 138039 h 440942"/>
              <a:gd name="connsiteX163" fmla="*/ 347164 w 2253411"/>
              <a:gd name="connsiteY163" fmla="*/ 138039 h 440942"/>
              <a:gd name="connsiteX164" fmla="*/ 351285 w 2253411"/>
              <a:gd name="connsiteY164" fmla="*/ 133931 h 440942"/>
              <a:gd name="connsiteX165" fmla="*/ 377065 w 2253411"/>
              <a:gd name="connsiteY165" fmla="*/ 343972 h 440942"/>
              <a:gd name="connsiteX166" fmla="*/ 377065 w 2253411"/>
              <a:gd name="connsiteY166" fmla="*/ 177629 h 440942"/>
              <a:gd name="connsiteX167" fmla="*/ 372946 w 2253411"/>
              <a:gd name="connsiteY167" fmla="*/ 173521 h 440942"/>
              <a:gd name="connsiteX168" fmla="*/ 372943 w 2253411"/>
              <a:gd name="connsiteY168" fmla="*/ 173521 h 440942"/>
              <a:gd name="connsiteX169" fmla="*/ 368834 w 2253411"/>
              <a:gd name="connsiteY169" fmla="*/ 177617 h 440942"/>
              <a:gd name="connsiteX170" fmla="*/ 368834 w 2253411"/>
              <a:gd name="connsiteY170" fmla="*/ 177629 h 440942"/>
              <a:gd name="connsiteX171" fmla="*/ 368834 w 2253411"/>
              <a:gd name="connsiteY171" fmla="*/ 339836 h 440942"/>
              <a:gd name="connsiteX172" fmla="*/ 297460 w 2253411"/>
              <a:gd name="connsiteY172" fmla="*/ 339836 h 440942"/>
              <a:gd name="connsiteX173" fmla="*/ 293338 w 2253411"/>
              <a:gd name="connsiteY173" fmla="*/ 343970 h 440942"/>
              <a:gd name="connsiteX174" fmla="*/ 293338 w 2253411"/>
              <a:gd name="connsiteY174" fmla="*/ 343972 h 440942"/>
              <a:gd name="connsiteX175" fmla="*/ 297438 w 2253411"/>
              <a:gd name="connsiteY175" fmla="*/ 348080 h 440942"/>
              <a:gd name="connsiteX176" fmla="*/ 297460 w 2253411"/>
              <a:gd name="connsiteY176" fmla="*/ 348080 h 440942"/>
              <a:gd name="connsiteX177" fmla="*/ 372943 w 2253411"/>
              <a:gd name="connsiteY177" fmla="*/ 348080 h 440942"/>
              <a:gd name="connsiteX178" fmla="*/ 377065 w 2253411"/>
              <a:gd name="connsiteY178" fmla="*/ 343992 h 440942"/>
              <a:gd name="connsiteX179" fmla="*/ 377065 w 2253411"/>
              <a:gd name="connsiteY179" fmla="*/ 343972 h 440942"/>
              <a:gd name="connsiteX180" fmla="*/ 577721 w 2253411"/>
              <a:gd name="connsiteY180" fmla="*/ 299806 h 440942"/>
              <a:gd name="connsiteX181" fmla="*/ 609683 w 2253411"/>
              <a:gd name="connsiteY181" fmla="*/ 299806 h 440942"/>
              <a:gd name="connsiteX182" fmla="*/ 609683 w 2253411"/>
              <a:gd name="connsiteY182" fmla="*/ 196098 h 440942"/>
              <a:gd name="connsiteX183" fmla="*/ 551186 w 2253411"/>
              <a:gd name="connsiteY183" fmla="*/ 131498 h 440942"/>
              <a:gd name="connsiteX184" fmla="*/ 500878 w 2253411"/>
              <a:gd name="connsiteY184" fmla="*/ 159709 h 440942"/>
              <a:gd name="connsiteX185" fmla="*/ 500878 w 2253411"/>
              <a:gd name="connsiteY185" fmla="*/ 136254 h 440942"/>
              <a:gd name="connsiteX186" fmla="*/ 469601 w 2253411"/>
              <a:gd name="connsiteY186" fmla="*/ 136254 h 440942"/>
              <a:gd name="connsiteX187" fmla="*/ 469601 w 2253411"/>
              <a:gd name="connsiteY187" fmla="*/ 299806 h 440942"/>
              <a:gd name="connsiteX188" fmla="*/ 501565 w 2253411"/>
              <a:gd name="connsiteY188" fmla="*/ 299806 h 440942"/>
              <a:gd name="connsiteX189" fmla="*/ 501565 w 2253411"/>
              <a:gd name="connsiteY189" fmla="*/ 205278 h 440942"/>
              <a:gd name="connsiteX190" fmla="*/ 539629 w 2253411"/>
              <a:gd name="connsiteY190" fmla="*/ 160396 h 440942"/>
              <a:gd name="connsiteX191" fmla="*/ 577721 w 2253411"/>
              <a:gd name="connsiteY191" fmla="*/ 201540 h 440942"/>
              <a:gd name="connsiteX192" fmla="*/ 766751 w 2253411"/>
              <a:gd name="connsiteY192" fmla="*/ 201196 h 440942"/>
              <a:gd name="connsiteX193" fmla="*/ 677320 w 2253411"/>
              <a:gd name="connsiteY193" fmla="*/ 201196 h 440942"/>
              <a:gd name="connsiteX194" fmla="*/ 721870 w 2253411"/>
              <a:gd name="connsiteY194" fmla="*/ 159366 h 440942"/>
              <a:gd name="connsiteX195" fmla="*/ 766751 w 2253411"/>
              <a:gd name="connsiteY195" fmla="*/ 201196 h 440942"/>
              <a:gd name="connsiteX196" fmla="*/ 799388 w 2253411"/>
              <a:gd name="connsiteY196" fmla="*/ 227044 h 440942"/>
              <a:gd name="connsiteX197" fmla="*/ 800075 w 2253411"/>
              <a:gd name="connsiteY197" fmla="*/ 216835 h 440942"/>
              <a:gd name="connsiteX198" fmla="*/ 721527 w 2253411"/>
              <a:gd name="connsiteY198" fmla="*/ 131155 h 440942"/>
              <a:gd name="connsiteX199" fmla="*/ 643324 w 2253411"/>
              <a:gd name="connsiteY199" fmla="*/ 217522 h 440942"/>
              <a:gd name="connsiteX200" fmla="*/ 725608 w 2253411"/>
              <a:gd name="connsiteY200" fmla="*/ 304904 h 440942"/>
              <a:gd name="connsiteX201" fmla="*/ 799044 w 2253411"/>
              <a:gd name="connsiteY201" fmla="*/ 253221 h 440942"/>
              <a:gd name="connsiteX202" fmla="*/ 771519 w 2253411"/>
              <a:gd name="connsiteY202" fmla="*/ 243698 h 440942"/>
              <a:gd name="connsiteX203" fmla="*/ 725608 w 2253411"/>
              <a:gd name="connsiteY203" fmla="*/ 276679 h 440942"/>
              <a:gd name="connsiteX204" fmla="*/ 676304 w 2253411"/>
              <a:gd name="connsiteY204" fmla="*/ 227044 h 440942"/>
              <a:gd name="connsiteX205" fmla="*/ 945791 w 2253411"/>
              <a:gd name="connsiteY205" fmla="*/ 299820 h 440942"/>
              <a:gd name="connsiteX206" fmla="*/ 976394 w 2253411"/>
              <a:gd name="connsiteY206" fmla="*/ 299820 h 440942"/>
              <a:gd name="connsiteX207" fmla="*/ 974677 w 2253411"/>
              <a:gd name="connsiteY207" fmla="*/ 269547 h 440942"/>
              <a:gd name="connsiteX208" fmla="*/ 974677 w 2253411"/>
              <a:gd name="connsiteY208" fmla="*/ 136254 h 440942"/>
              <a:gd name="connsiteX209" fmla="*/ 942727 w 2253411"/>
              <a:gd name="connsiteY209" fmla="*/ 136254 h 440942"/>
              <a:gd name="connsiteX210" fmla="*/ 942727 w 2253411"/>
              <a:gd name="connsiteY210" fmla="*/ 234863 h 440942"/>
              <a:gd name="connsiteX211" fmla="*/ 903948 w 2253411"/>
              <a:gd name="connsiteY211" fmla="*/ 276679 h 440942"/>
              <a:gd name="connsiteX212" fmla="*/ 866901 w 2253411"/>
              <a:gd name="connsiteY212" fmla="*/ 234519 h 440942"/>
              <a:gd name="connsiteX213" fmla="*/ 866901 w 2253411"/>
              <a:gd name="connsiteY213" fmla="*/ 136254 h 440942"/>
              <a:gd name="connsiteX214" fmla="*/ 834924 w 2253411"/>
              <a:gd name="connsiteY214" fmla="*/ 136254 h 440942"/>
              <a:gd name="connsiteX215" fmla="*/ 834924 w 2253411"/>
              <a:gd name="connsiteY215" fmla="*/ 239287 h 440942"/>
              <a:gd name="connsiteX216" fmla="*/ 896143 w 2253411"/>
              <a:gd name="connsiteY216" fmla="*/ 304903 h 440942"/>
              <a:gd name="connsiteX217" fmla="*/ 944418 w 2253411"/>
              <a:gd name="connsiteY217" fmla="*/ 280086 h 440942"/>
              <a:gd name="connsiteX218" fmla="*/ 945791 w 2253411"/>
              <a:gd name="connsiteY218" fmla="*/ 299818 h 440942"/>
              <a:gd name="connsiteX219" fmla="*/ 1098324 w 2253411"/>
              <a:gd name="connsiteY219" fmla="*/ 167541 h 440942"/>
              <a:gd name="connsiteX220" fmla="*/ 1112271 w 2253411"/>
              <a:gd name="connsiteY220" fmla="*/ 168559 h 440942"/>
              <a:gd name="connsiteX221" fmla="*/ 1112271 w 2253411"/>
              <a:gd name="connsiteY221" fmla="*/ 134563 h 440942"/>
              <a:gd name="connsiteX222" fmla="*/ 1101731 w 2253411"/>
              <a:gd name="connsiteY222" fmla="*/ 133532 h 440942"/>
              <a:gd name="connsiteX223" fmla="*/ 1052771 w 2253411"/>
              <a:gd name="connsiteY223" fmla="*/ 164808 h 440942"/>
              <a:gd name="connsiteX224" fmla="*/ 1052771 w 2253411"/>
              <a:gd name="connsiteY224" fmla="*/ 136266 h 440942"/>
              <a:gd name="connsiteX225" fmla="*/ 1021481 w 2253411"/>
              <a:gd name="connsiteY225" fmla="*/ 136266 h 440942"/>
              <a:gd name="connsiteX226" fmla="*/ 1021481 w 2253411"/>
              <a:gd name="connsiteY226" fmla="*/ 299806 h 440942"/>
              <a:gd name="connsiteX227" fmla="*/ 1053443 w 2253411"/>
              <a:gd name="connsiteY227" fmla="*/ 299806 h 440942"/>
              <a:gd name="connsiteX228" fmla="*/ 1053443 w 2253411"/>
              <a:gd name="connsiteY228" fmla="*/ 217851 h 440942"/>
              <a:gd name="connsiteX229" fmla="*/ 1098324 w 2253411"/>
              <a:gd name="connsiteY229" fmla="*/ 167543 h 440942"/>
              <a:gd name="connsiteX230" fmla="*/ 1263512 w 2253411"/>
              <a:gd name="connsiteY230" fmla="*/ 217865 h 440942"/>
              <a:gd name="connsiteX231" fmla="*/ 1212518 w 2253411"/>
              <a:gd name="connsiteY231" fmla="*/ 276350 h 440942"/>
              <a:gd name="connsiteX232" fmla="*/ 1161507 w 2253411"/>
              <a:gd name="connsiteY232" fmla="*/ 217865 h 440942"/>
              <a:gd name="connsiteX233" fmla="*/ 1212518 w 2253411"/>
              <a:gd name="connsiteY233" fmla="*/ 159709 h 440942"/>
              <a:gd name="connsiteX234" fmla="*/ 1263512 w 2253411"/>
              <a:gd name="connsiteY234" fmla="*/ 217865 h 440942"/>
              <a:gd name="connsiteX235" fmla="*/ 1296163 w 2253411"/>
              <a:gd name="connsiteY235" fmla="*/ 217865 h 440942"/>
              <a:gd name="connsiteX236" fmla="*/ 1212518 w 2253411"/>
              <a:gd name="connsiteY236" fmla="*/ 131169 h 440942"/>
              <a:gd name="connsiteX237" fmla="*/ 1128871 w 2253411"/>
              <a:gd name="connsiteY237" fmla="*/ 217865 h 440942"/>
              <a:gd name="connsiteX238" fmla="*/ 1212518 w 2253411"/>
              <a:gd name="connsiteY238" fmla="*/ 304904 h 440942"/>
              <a:gd name="connsiteX239" fmla="*/ 1296163 w 2253411"/>
              <a:gd name="connsiteY239" fmla="*/ 217865 h 440942"/>
              <a:gd name="connsiteX240" fmla="*/ 1388657 w 2253411"/>
              <a:gd name="connsiteY240" fmla="*/ 301496 h 440942"/>
              <a:gd name="connsiteX241" fmla="*/ 1410425 w 2253411"/>
              <a:gd name="connsiteY241" fmla="*/ 298446 h 440942"/>
              <a:gd name="connsiteX242" fmla="*/ 1410425 w 2253411"/>
              <a:gd name="connsiteY242" fmla="*/ 271237 h 440942"/>
              <a:gd name="connsiteX243" fmla="*/ 1397836 w 2253411"/>
              <a:gd name="connsiteY243" fmla="*/ 272612 h 440942"/>
              <a:gd name="connsiteX244" fmla="*/ 1375054 w 2253411"/>
              <a:gd name="connsiteY244" fmla="*/ 250158 h 440942"/>
              <a:gd name="connsiteX245" fmla="*/ 1375054 w 2253411"/>
              <a:gd name="connsiteY245" fmla="*/ 165152 h 440942"/>
              <a:gd name="connsiteX246" fmla="*/ 1410423 w 2253411"/>
              <a:gd name="connsiteY246" fmla="*/ 165152 h 440942"/>
              <a:gd name="connsiteX247" fmla="*/ 1410423 w 2253411"/>
              <a:gd name="connsiteY247" fmla="*/ 136254 h 440942"/>
              <a:gd name="connsiteX248" fmla="*/ 1375054 w 2253411"/>
              <a:gd name="connsiteY248" fmla="*/ 136254 h 440942"/>
              <a:gd name="connsiteX249" fmla="*/ 1375054 w 2253411"/>
              <a:gd name="connsiteY249" fmla="*/ 84585 h 440942"/>
              <a:gd name="connsiteX250" fmla="*/ 1345825 w 2253411"/>
              <a:gd name="connsiteY250" fmla="*/ 84585 h 440942"/>
              <a:gd name="connsiteX251" fmla="*/ 1345825 w 2253411"/>
              <a:gd name="connsiteY251" fmla="*/ 111092 h 440942"/>
              <a:gd name="connsiteX252" fmla="*/ 1320665 w 2253411"/>
              <a:gd name="connsiteY252" fmla="*/ 136254 h 440942"/>
              <a:gd name="connsiteX253" fmla="*/ 1311814 w 2253411"/>
              <a:gd name="connsiteY253" fmla="*/ 136254 h 440942"/>
              <a:gd name="connsiteX254" fmla="*/ 1311814 w 2253411"/>
              <a:gd name="connsiteY254" fmla="*/ 165152 h 440942"/>
              <a:gd name="connsiteX255" fmla="*/ 1343105 w 2253411"/>
              <a:gd name="connsiteY255" fmla="*/ 165152 h 440942"/>
              <a:gd name="connsiteX256" fmla="*/ 1343105 w 2253411"/>
              <a:gd name="connsiteY256" fmla="*/ 254911 h 440942"/>
              <a:gd name="connsiteX257" fmla="*/ 1388657 w 2253411"/>
              <a:gd name="connsiteY257" fmla="*/ 301496 h 440942"/>
              <a:gd name="connsiteX258" fmla="*/ 1564344 w 2253411"/>
              <a:gd name="connsiteY258" fmla="*/ 217865 h 440942"/>
              <a:gd name="connsiteX259" fmla="*/ 1513349 w 2253411"/>
              <a:gd name="connsiteY259" fmla="*/ 276350 h 440942"/>
              <a:gd name="connsiteX260" fmla="*/ 1462340 w 2253411"/>
              <a:gd name="connsiteY260" fmla="*/ 217865 h 440942"/>
              <a:gd name="connsiteX261" fmla="*/ 1513349 w 2253411"/>
              <a:gd name="connsiteY261" fmla="*/ 159709 h 440942"/>
              <a:gd name="connsiteX262" fmla="*/ 1564344 w 2253411"/>
              <a:gd name="connsiteY262" fmla="*/ 217865 h 440942"/>
              <a:gd name="connsiteX263" fmla="*/ 1596994 w 2253411"/>
              <a:gd name="connsiteY263" fmla="*/ 217865 h 440942"/>
              <a:gd name="connsiteX264" fmla="*/ 1513349 w 2253411"/>
              <a:gd name="connsiteY264" fmla="*/ 131169 h 440942"/>
              <a:gd name="connsiteX265" fmla="*/ 1429704 w 2253411"/>
              <a:gd name="connsiteY265" fmla="*/ 217865 h 440942"/>
              <a:gd name="connsiteX266" fmla="*/ 1513349 w 2253411"/>
              <a:gd name="connsiteY266" fmla="*/ 304904 h 440942"/>
              <a:gd name="connsiteX267" fmla="*/ 1596994 w 2253411"/>
              <a:gd name="connsiteY267" fmla="*/ 217865 h 440942"/>
              <a:gd name="connsiteX268" fmla="*/ 1709456 w 2253411"/>
              <a:gd name="connsiteY268" fmla="*/ 167543 h 440942"/>
              <a:gd name="connsiteX269" fmla="*/ 1723392 w 2253411"/>
              <a:gd name="connsiteY269" fmla="*/ 168560 h 440942"/>
              <a:gd name="connsiteX270" fmla="*/ 1723392 w 2253411"/>
              <a:gd name="connsiteY270" fmla="*/ 134563 h 440942"/>
              <a:gd name="connsiteX271" fmla="*/ 1712851 w 2253411"/>
              <a:gd name="connsiteY271" fmla="*/ 133532 h 440942"/>
              <a:gd name="connsiteX272" fmla="*/ 1663890 w 2253411"/>
              <a:gd name="connsiteY272" fmla="*/ 164808 h 440942"/>
              <a:gd name="connsiteX273" fmla="*/ 1663890 w 2253411"/>
              <a:gd name="connsiteY273" fmla="*/ 136266 h 440942"/>
              <a:gd name="connsiteX274" fmla="*/ 1632614 w 2253411"/>
              <a:gd name="connsiteY274" fmla="*/ 136266 h 440942"/>
              <a:gd name="connsiteX275" fmla="*/ 1632614 w 2253411"/>
              <a:gd name="connsiteY275" fmla="*/ 299806 h 440942"/>
              <a:gd name="connsiteX276" fmla="*/ 1664564 w 2253411"/>
              <a:gd name="connsiteY276" fmla="*/ 299806 h 440942"/>
              <a:gd name="connsiteX277" fmla="*/ 1664564 w 2253411"/>
              <a:gd name="connsiteY277" fmla="*/ 217851 h 440942"/>
              <a:gd name="connsiteX278" fmla="*/ 1709456 w 2253411"/>
              <a:gd name="connsiteY278" fmla="*/ 167543 h 440942"/>
              <a:gd name="connsiteX279" fmla="*/ 1790286 w 2253411"/>
              <a:gd name="connsiteY279" fmla="*/ 74360 h 440942"/>
              <a:gd name="connsiteX280" fmla="*/ 1767488 w 2253411"/>
              <a:gd name="connsiteY280" fmla="*/ 51248 h 440942"/>
              <a:gd name="connsiteX281" fmla="*/ 1744374 w 2253411"/>
              <a:gd name="connsiteY281" fmla="*/ 74045 h 440942"/>
              <a:gd name="connsiteX282" fmla="*/ 1767159 w 2253411"/>
              <a:gd name="connsiteY282" fmla="*/ 97158 h 440942"/>
              <a:gd name="connsiteX283" fmla="*/ 1790286 w 2253411"/>
              <a:gd name="connsiteY283" fmla="*/ 74401 h 440942"/>
              <a:gd name="connsiteX284" fmla="*/ 1790286 w 2253411"/>
              <a:gd name="connsiteY284" fmla="*/ 74362 h 440942"/>
              <a:gd name="connsiteX285" fmla="*/ 1937899 w 2253411"/>
              <a:gd name="connsiteY285" fmla="*/ 299820 h 440942"/>
              <a:gd name="connsiteX286" fmla="*/ 1968489 w 2253411"/>
              <a:gd name="connsiteY286" fmla="*/ 299820 h 440942"/>
              <a:gd name="connsiteX287" fmla="*/ 1966785 w 2253411"/>
              <a:gd name="connsiteY287" fmla="*/ 269547 h 440942"/>
              <a:gd name="connsiteX288" fmla="*/ 1966785 w 2253411"/>
              <a:gd name="connsiteY288" fmla="*/ 136254 h 440942"/>
              <a:gd name="connsiteX289" fmla="*/ 1934821 w 2253411"/>
              <a:gd name="connsiteY289" fmla="*/ 136254 h 440942"/>
              <a:gd name="connsiteX290" fmla="*/ 1934821 w 2253411"/>
              <a:gd name="connsiteY290" fmla="*/ 234863 h 440942"/>
              <a:gd name="connsiteX291" fmla="*/ 1896069 w 2253411"/>
              <a:gd name="connsiteY291" fmla="*/ 276679 h 440942"/>
              <a:gd name="connsiteX292" fmla="*/ 1859008 w 2253411"/>
              <a:gd name="connsiteY292" fmla="*/ 234519 h 440942"/>
              <a:gd name="connsiteX293" fmla="*/ 1859008 w 2253411"/>
              <a:gd name="connsiteY293" fmla="*/ 136254 h 440942"/>
              <a:gd name="connsiteX294" fmla="*/ 1827032 w 2253411"/>
              <a:gd name="connsiteY294" fmla="*/ 136254 h 440942"/>
              <a:gd name="connsiteX295" fmla="*/ 1827032 w 2253411"/>
              <a:gd name="connsiteY295" fmla="*/ 239287 h 440942"/>
              <a:gd name="connsiteX296" fmla="*/ 1888249 w 2253411"/>
              <a:gd name="connsiteY296" fmla="*/ 304903 h 440942"/>
              <a:gd name="connsiteX297" fmla="*/ 1936524 w 2253411"/>
              <a:gd name="connsiteY297" fmla="*/ 280086 h 440942"/>
              <a:gd name="connsiteX298" fmla="*/ 1937899 w 2253411"/>
              <a:gd name="connsiteY298" fmla="*/ 299818 h 440942"/>
              <a:gd name="connsiteX299" fmla="*/ 2253984 w 2253411"/>
              <a:gd name="connsiteY299" fmla="*/ 299806 h 440942"/>
              <a:gd name="connsiteX300" fmla="*/ 2253984 w 2253411"/>
              <a:gd name="connsiteY300" fmla="*/ 193721 h 440942"/>
              <a:gd name="connsiteX301" fmla="*/ 2197547 w 2253411"/>
              <a:gd name="connsiteY301" fmla="*/ 131498 h 440942"/>
              <a:gd name="connsiteX302" fmla="*/ 2142800 w 2253411"/>
              <a:gd name="connsiteY302" fmla="*/ 162431 h 440942"/>
              <a:gd name="connsiteX303" fmla="*/ 2093839 w 2253411"/>
              <a:gd name="connsiteY303" fmla="*/ 131498 h 440942"/>
              <a:gd name="connsiteX304" fmla="*/ 2044204 w 2253411"/>
              <a:gd name="connsiteY304" fmla="*/ 158005 h 440942"/>
              <a:gd name="connsiteX305" fmla="*/ 2044204 w 2253411"/>
              <a:gd name="connsiteY305" fmla="*/ 136254 h 440942"/>
              <a:gd name="connsiteX306" fmla="*/ 2013588 w 2253411"/>
              <a:gd name="connsiteY306" fmla="*/ 136254 h 440942"/>
              <a:gd name="connsiteX307" fmla="*/ 2013588 w 2253411"/>
              <a:gd name="connsiteY307" fmla="*/ 299806 h 440942"/>
              <a:gd name="connsiteX308" fmla="*/ 2045221 w 2253411"/>
              <a:gd name="connsiteY308" fmla="*/ 299806 h 440942"/>
              <a:gd name="connsiteX309" fmla="*/ 2045221 w 2253411"/>
              <a:gd name="connsiteY309" fmla="*/ 201209 h 440942"/>
              <a:gd name="connsiteX310" fmla="*/ 2083299 w 2253411"/>
              <a:gd name="connsiteY310" fmla="*/ 159709 h 440942"/>
              <a:gd name="connsiteX311" fmla="*/ 2117971 w 2253411"/>
              <a:gd name="connsiteY311" fmla="*/ 197115 h 440942"/>
              <a:gd name="connsiteX312" fmla="*/ 2117971 w 2253411"/>
              <a:gd name="connsiteY312" fmla="*/ 299807 h 440942"/>
              <a:gd name="connsiteX313" fmla="*/ 2149932 w 2253411"/>
              <a:gd name="connsiteY313" fmla="*/ 299807 h 440942"/>
              <a:gd name="connsiteX314" fmla="*/ 2149932 w 2253411"/>
              <a:gd name="connsiteY314" fmla="*/ 200867 h 440942"/>
              <a:gd name="connsiteX315" fmla="*/ 2187682 w 2253411"/>
              <a:gd name="connsiteY315" fmla="*/ 159711 h 440942"/>
              <a:gd name="connsiteX316" fmla="*/ 2222364 w 2253411"/>
              <a:gd name="connsiteY316" fmla="*/ 197115 h 440942"/>
              <a:gd name="connsiteX317" fmla="*/ 2222364 w 2253411"/>
              <a:gd name="connsiteY317" fmla="*/ 299807 h 440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Lst>
            <a:rect l="l" t="t" r="r" b="b"/>
            <a:pathLst>
              <a:path w="2253411" h="440942">
                <a:moveTo>
                  <a:pt x="1783139" y="136254"/>
                </a:moveTo>
                <a:lnTo>
                  <a:pt x="1751520" y="136254"/>
                </a:lnTo>
                <a:lnTo>
                  <a:pt x="1751520" y="299806"/>
                </a:lnTo>
                <a:lnTo>
                  <a:pt x="1783139" y="299806"/>
                </a:lnTo>
                <a:close/>
                <a:moveTo>
                  <a:pt x="293338" y="409024"/>
                </a:moveTo>
                <a:cubicBezTo>
                  <a:pt x="293335" y="411298"/>
                  <a:pt x="295174" y="413144"/>
                  <a:pt x="297448" y="413147"/>
                </a:cubicBezTo>
                <a:cubicBezTo>
                  <a:pt x="297452" y="413147"/>
                  <a:pt x="297456" y="413147"/>
                  <a:pt x="297460" y="413147"/>
                </a:cubicBezTo>
                <a:lnTo>
                  <a:pt x="333669" y="413147"/>
                </a:lnTo>
                <a:cubicBezTo>
                  <a:pt x="335936" y="413150"/>
                  <a:pt x="337776" y="411314"/>
                  <a:pt x="337779" y="409047"/>
                </a:cubicBezTo>
                <a:cubicBezTo>
                  <a:pt x="337779" y="409039"/>
                  <a:pt x="337779" y="409032"/>
                  <a:pt x="337777" y="409024"/>
                </a:cubicBezTo>
                <a:cubicBezTo>
                  <a:pt x="337782" y="406760"/>
                  <a:pt x="335949" y="404921"/>
                  <a:pt x="333683" y="404916"/>
                </a:cubicBezTo>
                <a:cubicBezTo>
                  <a:pt x="333678" y="404916"/>
                  <a:pt x="333674" y="404916"/>
                  <a:pt x="333669" y="404916"/>
                </a:cubicBezTo>
                <a:lnTo>
                  <a:pt x="297460" y="404916"/>
                </a:lnTo>
                <a:cubicBezTo>
                  <a:pt x="295188" y="404911"/>
                  <a:pt x="293342" y="406749"/>
                  <a:pt x="293338" y="409021"/>
                </a:cubicBezTo>
                <a:cubicBezTo>
                  <a:pt x="293338" y="409023"/>
                  <a:pt x="293338" y="409024"/>
                  <a:pt x="293338" y="409024"/>
                </a:cubicBezTo>
                <a:moveTo>
                  <a:pt x="39859" y="409024"/>
                </a:moveTo>
                <a:cubicBezTo>
                  <a:pt x="39849" y="411291"/>
                  <a:pt x="41679" y="413137"/>
                  <a:pt x="43946" y="413147"/>
                </a:cubicBezTo>
                <a:cubicBezTo>
                  <a:pt x="43953" y="413147"/>
                  <a:pt x="43959" y="413147"/>
                  <a:pt x="43967" y="413147"/>
                </a:cubicBezTo>
                <a:lnTo>
                  <a:pt x="80176" y="413147"/>
                </a:lnTo>
                <a:cubicBezTo>
                  <a:pt x="82449" y="413150"/>
                  <a:pt x="84295" y="411311"/>
                  <a:pt x="84298" y="409037"/>
                </a:cubicBezTo>
                <a:cubicBezTo>
                  <a:pt x="84298" y="409032"/>
                  <a:pt x="84298" y="409029"/>
                  <a:pt x="84298" y="409024"/>
                </a:cubicBezTo>
                <a:cubicBezTo>
                  <a:pt x="84295" y="406752"/>
                  <a:pt x="82451" y="404913"/>
                  <a:pt x="80179" y="404916"/>
                </a:cubicBezTo>
                <a:cubicBezTo>
                  <a:pt x="80177" y="404916"/>
                  <a:pt x="80177" y="404916"/>
                  <a:pt x="80176" y="404916"/>
                </a:cubicBezTo>
                <a:lnTo>
                  <a:pt x="43967" y="404916"/>
                </a:lnTo>
                <a:cubicBezTo>
                  <a:pt x="41701" y="404913"/>
                  <a:pt x="39862" y="406746"/>
                  <a:pt x="39859" y="409012"/>
                </a:cubicBezTo>
                <a:cubicBezTo>
                  <a:pt x="39859" y="409016"/>
                  <a:pt x="39859" y="409021"/>
                  <a:pt x="39859" y="409024"/>
                </a:cubicBezTo>
                <a:moveTo>
                  <a:pt x="80177" y="339849"/>
                </a:moveTo>
                <a:lnTo>
                  <a:pt x="8803" y="339849"/>
                </a:lnTo>
                <a:lnTo>
                  <a:pt x="8803" y="177644"/>
                </a:lnTo>
                <a:cubicBezTo>
                  <a:pt x="8801" y="175367"/>
                  <a:pt x="6955" y="173523"/>
                  <a:pt x="4680" y="173521"/>
                </a:cubicBezTo>
                <a:cubicBezTo>
                  <a:pt x="2408" y="173523"/>
                  <a:pt x="569" y="175367"/>
                  <a:pt x="572" y="177639"/>
                </a:cubicBezTo>
                <a:cubicBezTo>
                  <a:pt x="572" y="177640"/>
                  <a:pt x="572" y="177642"/>
                  <a:pt x="572" y="177644"/>
                </a:cubicBezTo>
                <a:lnTo>
                  <a:pt x="572" y="343959"/>
                </a:lnTo>
                <a:cubicBezTo>
                  <a:pt x="567" y="346229"/>
                  <a:pt x="2404" y="348075"/>
                  <a:pt x="4676" y="348080"/>
                </a:cubicBezTo>
                <a:cubicBezTo>
                  <a:pt x="4677" y="348080"/>
                  <a:pt x="4679" y="348080"/>
                  <a:pt x="4680" y="348080"/>
                </a:cubicBezTo>
                <a:lnTo>
                  <a:pt x="80176" y="348080"/>
                </a:lnTo>
                <a:cubicBezTo>
                  <a:pt x="82449" y="348083"/>
                  <a:pt x="84295" y="346244"/>
                  <a:pt x="84298" y="343970"/>
                </a:cubicBezTo>
                <a:cubicBezTo>
                  <a:pt x="84298" y="343965"/>
                  <a:pt x="84298" y="343962"/>
                  <a:pt x="84298" y="343959"/>
                </a:cubicBezTo>
                <a:cubicBezTo>
                  <a:pt x="84290" y="341687"/>
                  <a:pt x="82447" y="339849"/>
                  <a:pt x="80176" y="339849"/>
                </a:cubicBezTo>
                <a:moveTo>
                  <a:pt x="98412" y="45530"/>
                </a:moveTo>
                <a:cubicBezTo>
                  <a:pt x="98409" y="43258"/>
                  <a:pt x="96564" y="41419"/>
                  <a:pt x="94292" y="41422"/>
                </a:cubicBezTo>
                <a:cubicBezTo>
                  <a:pt x="94291" y="41422"/>
                  <a:pt x="94291" y="41422"/>
                  <a:pt x="94289" y="41422"/>
                </a:cubicBezTo>
                <a:lnTo>
                  <a:pt x="30459" y="41422"/>
                </a:lnTo>
                <a:cubicBezTo>
                  <a:pt x="28193" y="41419"/>
                  <a:pt x="26354" y="43252"/>
                  <a:pt x="26351" y="45518"/>
                </a:cubicBezTo>
                <a:cubicBezTo>
                  <a:pt x="26351" y="45521"/>
                  <a:pt x="26351" y="45526"/>
                  <a:pt x="26351" y="45530"/>
                </a:cubicBezTo>
                <a:lnTo>
                  <a:pt x="26351" y="133916"/>
                </a:lnTo>
                <a:cubicBezTo>
                  <a:pt x="26346" y="136188"/>
                  <a:pt x="28184" y="138034"/>
                  <a:pt x="30456" y="138039"/>
                </a:cubicBezTo>
                <a:cubicBezTo>
                  <a:pt x="30458" y="138039"/>
                  <a:pt x="30458" y="138039"/>
                  <a:pt x="30459" y="138039"/>
                </a:cubicBezTo>
                <a:lnTo>
                  <a:pt x="80191" y="138039"/>
                </a:lnTo>
                <a:cubicBezTo>
                  <a:pt x="82460" y="138026"/>
                  <a:pt x="84295" y="136187"/>
                  <a:pt x="84300" y="133916"/>
                </a:cubicBezTo>
                <a:cubicBezTo>
                  <a:pt x="84293" y="131651"/>
                  <a:pt x="82459" y="129814"/>
                  <a:pt x="80191" y="129808"/>
                </a:cubicBezTo>
                <a:lnTo>
                  <a:pt x="34582" y="129808"/>
                </a:lnTo>
                <a:lnTo>
                  <a:pt x="34582" y="49653"/>
                </a:lnTo>
                <a:lnTo>
                  <a:pt x="94291" y="49653"/>
                </a:lnTo>
                <a:cubicBezTo>
                  <a:pt x="96564" y="49656"/>
                  <a:pt x="98410" y="47813"/>
                  <a:pt x="98413" y="45540"/>
                </a:cubicBezTo>
                <a:cubicBezTo>
                  <a:pt x="98413" y="45537"/>
                  <a:pt x="98413" y="45534"/>
                  <a:pt x="98413" y="45530"/>
                </a:cubicBezTo>
                <a:moveTo>
                  <a:pt x="271146" y="190835"/>
                </a:moveTo>
                <a:lnTo>
                  <a:pt x="271146" y="150874"/>
                </a:lnTo>
                <a:cubicBezTo>
                  <a:pt x="271151" y="148602"/>
                  <a:pt x="269311" y="146756"/>
                  <a:pt x="267039" y="146752"/>
                </a:cubicBezTo>
                <a:cubicBezTo>
                  <a:pt x="267039" y="146752"/>
                  <a:pt x="267037" y="146752"/>
                  <a:pt x="267037" y="146752"/>
                </a:cubicBezTo>
                <a:cubicBezTo>
                  <a:pt x="264756" y="146747"/>
                  <a:pt x="262904" y="148593"/>
                  <a:pt x="262900" y="150873"/>
                </a:cubicBezTo>
                <a:cubicBezTo>
                  <a:pt x="262900" y="150873"/>
                  <a:pt x="262900" y="150874"/>
                  <a:pt x="262900" y="150874"/>
                </a:cubicBezTo>
                <a:lnTo>
                  <a:pt x="262900" y="186698"/>
                </a:lnTo>
                <a:lnTo>
                  <a:pt x="192929" y="186698"/>
                </a:lnTo>
                <a:lnTo>
                  <a:pt x="192929" y="93846"/>
                </a:lnTo>
                <a:lnTo>
                  <a:pt x="234730" y="93846"/>
                </a:lnTo>
                <a:cubicBezTo>
                  <a:pt x="236999" y="93841"/>
                  <a:pt x="238840" y="92007"/>
                  <a:pt x="238853" y="89738"/>
                </a:cubicBezTo>
                <a:cubicBezTo>
                  <a:pt x="238852" y="87459"/>
                  <a:pt x="237009" y="85610"/>
                  <a:pt x="234730" y="85602"/>
                </a:cubicBezTo>
                <a:lnTo>
                  <a:pt x="192929" y="85602"/>
                </a:lnTo>
                <a:lnTo>
                  <a:pt x="192929" y="8058"/>
                </a:lnTo>
                <a:lnTo>
                  <a:pt x="256951" y="8058"/>
                </a:lnTo>
                <a:cubicBezTo>
                  <a:pt x="259225" y="8061"/>
                  <a:pt x="261071" y="6220"/>
                  <a:pt x="261072" y="3946"/>
                </a:cubicBezTo>
                <a:cubicBezTo>
                  <a:pt x="261072" y="3943"/>
                  <a:pt x="261072" y="3938"/>
                  <a:pt x="261072" y="3935"/>
                </a:cubicBezTo>
                <a:cubicBezTo>
                  <a:pt x="261071" y="1663"/>
                  <a:pt x="259226" y="-176"/>
                  <a:pt x="256954" y="-175"/>
                </a:cubicBezTo>
                <a:cubicBezTo>
                  <a:pt x="256953" y="-175"/>
                  <a:pt x="256951" y="-175"/>
                  <a:pt x="256951" y="-175"/>
                </a:cubicBezTo>
                <a:lnTo>
                  <a:pt x="120686" y="-175"/>
                </a:lnTo>
                <a:cubicBezTo>
                  <a:pt x="118418" y="-173"/>
                  <a:pt x="116580" y="1666"/>
                  <a:pt x="116578" y="3935"/>
                </a:cubicBezTo>
                <a:cubicBezTo>
                  <a:pt x="116573" y="6207"/>
                  <a:pt x="118411" y="8053"/>
                  <a:pt x="120685" y="8058"/>
                </a:cubicBezTo>
                <a:cubicBezTo>
                  <a:pt x="120685" y="8058"/>
                  <a:pt x="120686" y="8058"/>
                  <a:pt x="120686" y="8058"/>
                </a:cubicBezTo>
                <a:lnTo>
                  <a:pt x="184696" y="8058"/>
                </a:lnTo>
                <a:lnTo>
                  <a:pt x="184696" y="85629"/>
                </a:lnTo>
                <a:lnTo>
                  <a:pt x="141436" y="85629"/>
                </a:lnTo>
                <a:cubicBezTo>
                  <a:pt x="139161" y="85631"/>
                  <a:pt x="137317" y="87475"/>
                  <a:pt x="137315" y="89752"/>
                </a:cubicBezTo>
                <a:cubicBezTo>
                  <a:pt x="137318" y="92024"/>
                  <a:pt x="139163" y="93864"/>
                  <a:pt x="141435" y="93860"/>
                </a:cubicBezTo>
                <a:cubicBezTo>
                  <a:pt x="141435" y="93860"/>
                  <a:pt x="141436" y="93860"/>
                  <a:pt x="141436" y="93860"/>
                </a:cubicBezTo>
                <a:lnTo>
                  <a:pt x="184696" y="93860"/>
                </a:lnTo>
                <a:lnTo>
                  <a:pt x="184696" y="186698"/>
                </a:lnTo>
                <a:lnTo>
                  <a:pt x="114724" y="186698"/>
                </a:lnTo>
                <a:lnTo>
                  <a:pt x="114724" y="150874"/>
                </a:lnTo>
                <a:cubicBezTo>
                  <a:pt x="114727" y="148601"/>
                  <a:pt x="112885" y="146755"/>
                  <a:pt x="110611" y="146752"/>
                </a:cubicBezTo>
                <a:cubicBezTo>
                  <a:pt x="110608" y="146752"/>
                  <a:pt x="110605" y="146752"/>
                  <a:pt x="110602" y="146752"/>
                </a:cubicBezTo>
                <a:cubicBezTo>
                  <a:pt x="108325" y="146753"/>
                  <a:pt x="106481" y="148598"/>
                  <a:pt x="106479" y="150874"/>
                </a:cubicBezTo>
                <a:lnTo>
                  <a:pt x="106479" y="190835"/>
                </a:lnTo>
                <a:cubicBezTo>
                  <a:pt x="106482" y="193107"/>
                  <a:pt x="108326" y="194947"/>
                  <a:pt x="110598" y="194943"/>
                </a:cubicBezTo>
                <a:cubicBezTo>
                  <a:pt x="110598" y="194943"/>
                  <a:pt x="110600" y="194943"/>
                  <a:pt x="110602" y="194943"/>
                </a:cubicBezTo>
                <a:lnTo>
                  <a:pt x="184696" y="194943"/>
                </a:lnTo>
                <a:lnTo>
                  <a:pt x="184696" y="302418"/>
                </a:lnTo>
                <a:lnTo>
                  <a:pt x="120523" y="302418"/>
                </a:lnTo>
                <a:lnTo>
                  <a:pt x="120523" y="253744"/>
                </a:lnTo>
                <a:cubicBezTo>
                  <a:pt x="120518" y="251469"/>
                  <a:pt x="118670" y="249630"/>
                  <a:pt x="116395" y="249636"/>
                </a:cubicBezTo>
                <a:cubicBezTo>
                  <a:pt x="116392" y="249636"/>
                  <a:pt x="116389" y="249636"/>
                  <a:pt x="116386" y="249636"/>
                </a:cubicBezTo>
                <a:lnTo>
                  <a:pt x="62189" y="249636"/>
                </a:lnTo>
                <a:lnTo>
                  <a:pt x="62189" y="210170"/>
                </a:lnTo>
                <a:cubicBezTo>
                  <a:pt x="62194" y="207898"/>
                  <a:pt x="60356" y="206052"/>
                  <a:pt x="58084" y="206047"/>
                </a:cubicBezTo>
                <a:cubicBezTo>
                  <a:pt x="58082" y="206047"/>
                  <a:pt x="58082" y="206047"/>
                  <a:pt x="58081" y="206047"/>
                </a:cubicBezTo>
                <a:cubicBezTo>
                  <a:pt x="55805" y="206054"/>
                  <a:pt x="53964" y="207895"/>
                  <a:pt x="53958" y="210170"/>
                </a:cubicBezTo>
                <a:lnTo>
                  <a:pt x="53958" y="253744"/>
                </a:lnTo>
                <a:cubicBezTo>
                  <a:pt x="53960" y="256020"/>
                  <a:pt x="55804" y="257866"/>
                  <a:pt x="58081" y="257867"/>
                </a:cubicBezTo>
                <a:lnTo>
                  <a:pt x="112277" y="257867"/>
                </a:lnTo>
                <a:lnTo>
                  <a:pt x="112277" y="380182"/>
                </a:lnTo>
                <a:cubicBezTo>
                  <a:pt x="112273" y="382454"/>
                  <a:pt x="114110" y="384300"/>
                  <a:pt x="116382" y="384304"/>
                </a:cubicBezTo>
                <a:cubicBezTo>
                  <a:pt x="116384" y="384304"/>
                  <a:pt x="116386" y="384304"/>
                  <a:pt x="116386" y="384304"/>
                </a:cubicBezTo>
                <a:cubicBezTo>
                  <a:pt x="118666" y="384303"/>
                  <a:pt x="120515" y="382460"/>
                  <a:pt x="120523" y="380182"/>
                </a:cubicBezTo>
                <a:lnTo>
                  <a:pt x="120523" y="310649"/>
                </a:lnTo>
                <a:lnTo>
                  <a:pt x="184696" y="310649"/>
                </a:lnTo>
                <a:lnTo>
                  <a:pt x="184696" y="432537"/>
                </a:lnTo>
                <a:lnTo>
                  <a:pt x="131736" y="432537"/>
                </a:lnTo>
                <a:cubicBezTo>
                  <a:pt x="129475" y="432528"/>
                  <a:pt x="127636" y="434355"/>
                  <a:pt x="127628" y="436615"/>
                </a:cubicBezTo>
                <a:cubicBezTo>
                  <a:pt x="127628" y="436625"/>
                  <a:pt x="127628" y="436635"/>
                  <a:pt x="127628" y="436646"/>
                </a:cubicBezTo>
                <a:cubicBezTo>
                  <a:pt x="127618" y="438913"/>
                  <a:pt x="129448" y="440759"/>
                  <a:pt x="131716" y="440768"/>
                </a:cubicBezTo>
                <a:cubicBezTo>
                  <a:pt x="131722" y="440768"/>
                  <a:pt x="131730" y="440768"/>
                  <a:pt x="131736" y="440768"/>
                </a:cubicBezTo>
                <a:lnTo>
                  <a:pt x="245888" y="440768"/>
                </a:lnTo>
                <a:cubicBezTo>
                  <a:pt x="248162" y="440771"/>
                  <a:pt x="250008" y="438930"/>
                  <a:pt x="250011" y="436657"/>
                </a:cubicBezTo>
                <a:cubicBezTo>
                  <a:pt x="250011" y="436654"/>
                  <a:pt x="250011" y="436649"/>
                  <a:pt x="250011" y="436646"/>
                </a:cubicBezTo>
                <a:cubicBezTo>
                  <a:pt x="250013" y="434378"/>
                  <a:pt x="248176" y="432539"/>
                  <a:pt x="245909" y="432537"/>
                </a:cubicBezTo>
                <a:cubicBezTo>
                  <a:pt x="245903" y="432537"/>
                  <a:pt x="245895" y="432537"/>
                  <a:pt x="245888" y="432537"/>
                </a:cubicBezTo>
                <a:lnTo>
                  <a:pt x="192929" y="432537"/>
                </a:lnTo>
                <a:lnTo>
                  <a:pt x="192929" y="310649"/>
                </a:lnTo>
                <a:lnTo>
                  <a:pt x="257116" y="310649"/>
                </a:lnTo>
                <a:lnTo>
                  <a:pt x="257116" y="380182"/>
                </a:lnTo>
                <a:cubicBezTo>
                  <a:pt x="257124" y="382460"/>
                  <a:pt x="258972" y="384303"/>
                  <a:pt x="261250" y="384304"/>
                </a:cubicBezTo>
                <a:cubicBezTo>
                  <a:pt x="263522" y="384296"/>
                  <a:pt x="265358" y="382454"/>
                  <a:pt x="265358" y="380182"/>
                </a:cubicBezTo>
                <a:lnTo>
                  <a:pt x="265358" y="257867"/>
                </a:lnTo>
                <a:lnTo>
                  <a:pt x="319557" y="257867"/>
                </a:lnTo>
                <a:cubicBezTo>
                  <a:pt x="321829" y="257864"/>
                  <a:pt x="323668" y="256020"/>
                  <a:pt x="323665" y="253748"/>
                </a:cubicBezTo>
                <a:cubicBezTo>
                  <a:pt x="323665" y="253746"/>
                  <a:pt x="323665" y="253744"/>
                  <a:pt x="323665" y="253744"/>
                </a:cubicBezTo>
                <a:lnTo>
                  <a:pt x="323665" y="210170"/>
                </a:lnTo>
                <a:cubicBezTo>
                  <a:pt x="323665" y="207898"/>
                  <a:pt x="321827" y="206055"/>
                  <a:pt x="319557" y="206047"/>
                </a:cubicBezTo>
                <a:cubicBezTo>
                  <a:pt x="317280" y="206049"/>
                  <a:pt x="315436" y="207893"/>
                  <a:pt x="315434" y="210170"/>
                </a:cubicBezTo>
                <a:lnTo>
                  <a:pt x="315434" y="249636"/>
                </a:lnTo>
                <a:lnTo>
                  <a:pt x="261250" y="249636"/>
                </a:lnTo>
                <a:cubicBezTo>
                  <a:pt x="258977" y="249625"/>
                  <a:pt x="257124" y="251460"/>
                  <a:pt x="257115" y="253733"/>
                </a:cubicBezTo>
                <a:cubicBezTo>
                  <a:pt x="257115" y="253737"/>
                  <a:pt x="257115" y="253741"/>
                  <a:pt x="257115" y="253744"/>
                </a:cubicBezTo>
                <a:lnTo>
                  <a:pt x="257115" y="302416"/>
                </a:lnTo>
                <a:lnTo>
                  <a:pt x="192927" y="302416"/>
                </a:lnTo>
                <a:lnTo>
                  <a:pt x="192927" y="194943"/>
                </a:lnTo>
                <a:lnTo>
                  <a:pt x="267036" y="194943"/>
                </a:lnTo>
                <a:cubicBezTo>
                  <a:pt x="269301" y="194948"/>
                  <a:pt x="271141" y="193113"/>
                  <a:pt x="271144" y="190849"/>
                </a:cubicBezTo>
                <a:cubicBezTo>
                  <a:pt x="271144" y="190845"/>
                  <a:pt x="271144" y="190840"/>
                  <a:pt x="271144" y="190835"/>
                </a:cubicBezTo>
                <a:moveTo>
                  <a:pt x="351285" y="133931"/>
                </a:moveTo>
                <a:lnTo>
                  <a:pt x="351285" y="45545"/>
                </a:lnTo>
                <a:cubicBezTo>
                  <a:pt x="351288" y="43271"/>
                  <a:pt x="349449" y="41425"/>
                  <a:pt x="347175" y="41422"/>
                </a:cubicBezTo>
                <a:cubicBezTo>
                  <a:pt x="347170" y="41422"/>
                  <a:pt x="347167" y="41422"/>
                  <a:pt x="347164" y="41422"/>
                </a:cubicBezTo>
                <a:lnTo>
                  <a:pt x="283332" y="41422"/>
                </a:lnTo>
                <a:cubicBezTo>
                  <a:pt x="281065" y="41420"/>
                  <a:pt x="279226" y="43257"/>
                  <a:pt x="279224" y="45524"/>
                </a:cubicBezTo>
                <a:cubicBezTo>
                  <a:pt x="279224" y="45530"/>
                  <a:pt x="279224" y="45538"/>
                  <a:pt x="279224" y="45545"/>
                </a:cubicBezTo>
                <a:cubicBezTo>
                  <a:pt x="279226" y="47813"/>
                  <a:pt x="281065" y="49651"/>
                  <a:pt x="283332" y="49653"/>
                </a:cubicBezTo>
                <a:lnTo>
                  <a:pt x="343054" y="49653"/>
                </a:lnTo>
                <a:lnTo>
                  <a:pt x="343054" y="129808"/>
                </a:lnTo>
                <a:lnTo>
                  <a:pt x="297460" y="129808"/>
                </a:lnTo>
                <a:cubicBezTo>
                  <a:pt x="295187" y="129805"/>
                  <a:pt x="293341" y="131644"/>
                  <a:pt x="293338" y="133918"/>
                </a:cubicBezTo>
                <a:cubicBezTo>
                  <a:pt x="293338" y="133923"/>
                  <a:pt x="293338" y="133926"/>
                  <a:pt x="293338" y="133931"/>
                </a:cubicBezTo>
                <a:cubicBezTo>
                  <a:pt x="293344" y="136201"/>
                  <a:pt x="295188" y="138039"/>
                  <a:pt x="297460" y="138039"/>
                </a:cubicBezTo>
                <a:lnTo>
                  <a:pt x="347164" y="138039"/>
                </a:lnTo>
                <a:cubicBezTo>
                  <a:pt x="349434" y="138039"/>
                  <a:pt x="351279" y="136201"/>
                  <a:pt x="351285" y="133931"/>
                </a:cubicBezTo>
                <a:moveTo>
                  <a:pt x="377065" y="343972"/>
                </a:moveTo>
                <a:lnTo>
                  <a:pt x="377065" y="177629"/>
                </a:lnTo>
                <a:cubicBezTo>
                  <a:pt x="377062" y="175357"/>
                  <a:pt x="375218" y="173518"/>
                  <a:pt x="372946" y="173521"/>
                </a:cubicBezTo>
                <a:cubicBezTo>
                  <a:pt x="372944" y="173521"/>
                  <a:pt x="372943" y="173521"/>
                  <a:pt x="372943" y="173521"/>
                </a:cubicBezTo>
                <a:cubicBezTo>
                  <a:pt x="370677" y="173518"/>
                  <a:pt x="368838" y="175351"/>
                  <a:pt x="368834" y="177617"/>
                </a:cubicBezTo>
                <a:cubicBezTo>
                  <a:pt x="368834" y="177621"/>
                  <a:pt x="368834" y="177625"/>
                  <a:pt x="368834" y="177629"/>
                </a:cubicBezTo>
                <a:lnTo>
                  <a:pt x="368834" y="339836"/>
                </a:lnTo>
                <a:lnTo>
                  <a:pt x="297460" y="339836"/>
                </a:lnTo>
                <a:cubicBezTo>
                  <a:pt x="295179" y="339839"/>
                  <a:pt x="293335" y="341690"/>
                  <a:pt x="293338" y="343970"/>
                </a:cubicBezTo>
                <a:cubicBezTo>
                  <a:pt x="293338" y="343970"/>
                  <a:pt x="293338" y="343972"/>
                  <a:pt x="293338" y="343972"/>
                </a:cubicBezTo>
                <a:cubicBezTo>
                  <a:pt x="293335" y="346239"/>
                  <a:pt x="295171" y="348078"/>
                  <a:pt x="297438" y="348080"/>
                </a:cubicBezTo>
                <a:cubicBezTo>
                  <a:pt x="297446" y="348080"/>
                  <a:pt x="297452" y="348080"/>
                  <a:pt x="297460" y="348080"/>
                </a:cubicBezTo>
                <a:lnTo>
                  <a:pt x="372943" y="348080"/>
                </a:lnTo>
                <a:cubicBezTo>
                  <a:pt x="375210" y="348089"/>
                  <a:pt x="377056" y="346260"/>
                  <a:pt x="377065" y="343992"/>
                </a:cubicBezTo>
                <a:cubicBezTo>
                  <a:pt x="377065" y="343986"/>
                  <a:pt x="377065" y="343978"/>
                  <a:pt x="377065" y="343972"/>
                </a:cubicBezTo>
                <a:moveTo>
                  <a:pt x="577721" y="299806"/>
                </a:moveTo>
                <a:lnTo>
                  <a:pt x="609683" y="299806"/>
                </a:lnTo>
                <a:lnTo>
                  <a:pt x="609683" y="196098"/>
                </a:lnTo>
                <a:cubicBezTo>
                  <a:pt x="609683" y="159709"/>
                  <a:pt x="590294" y="131498"/>
                  <a:pt x="551186" y="131498"/>
                </a:cubicBezTo>
                <a:cubicBezTo>
                  <a:pt x="532153" y="131498"/>
                  <a:pt x="512778" y="139317"/>
                  <a:pt x="500878" y="159709"/>
                </a:cubicBezTo>
                <a:lnTo>
                  <a:pt x="500878" y="136254"/>
                </a:lnTo>
                <a:lnTo>
                  <a:pt x="469601" y="136254"/>
                </a:lnTo>
                <a:lnTo>
                  <a:pt x="469601" y="299806"/>
                </a:lnTo>
                <a:lnTo>
                  <a:pt x="501565" y="299806"/>
                </a:lnTo>
                <a:lnTo>
                  <a:pt x="501565" y="205278"/>
                </a:lnTo>
                <a:cubicBezTo>
                  <a:pt x="501565" y="180447"/>
                  <a:pt x="514481" y="160396"/>
                  <a:pt x="539629" y="160396"/>
                </a:cubicBezTo>
                <a:cubicBezTo>
                  <a:pt x="568198" y="160396"/>
                  <a:pt x="577721" y="178769"/>
                  <a:pt x="577721" y="201540"/>
                </a:cubicBezTo>
                <a:close/>
                <a:moveTo>
                  <a:pt x="766751" y="201196"/>
                </a:moveTo>
                <a:lnTo>
                  <a:pt x="677320" y="201196"/>
                </a:lnTo>
                <a:cubicBezTo>
                  <a:pt x="678681" y="180130"/>
                  <a:pt x="695020" y="159366"/>
                  <a:pt x="721870" y="159366"/>
                </a:cubicBezTo>
                <a:cubicBezTo>
                  <a:pt x="750756" y="159366"/>
                  <a:pt x="766064" y="177739"/>
                  <a:pt x="766751" y="201196"/>
                </a:cubicBezTo>
                <a:moveTo>
                  <a:pt x="799388" y="227044"/>
                </a:moveTo>
                <a:cubicBezTo>
                  <a:pt x="799861" y="223662"/>
                  <a:pt x="800091" y="220250"/>
                  <a:pt x="800075" y="216835"/>
                </a:cubicBezTo>
                <a:cubicBezTo>
                  <a:pt x="800075" y="165839"/>
                  <a:pt x="771836" y="131155"/>
                  <a:pt x="721527" y="131155"/>
                </a:cubicBezTo>
                <a:cubicBezTo>
                  <a:pt x="680385" y="131155"/>
                  <a:pt x="643324" y="166182"/>
                  <a:pt x="643324" y="217522"/>
                </a:cubicBezTo>
                <a:cubicBezTo>
                  <a:pt x="643324" y="272955"/>
                  <a:pt x="681746" y="304904"/>
                  <a:pt x="725608" y="304904"/>
                </a:cubicBezTo>
                <a:cubicBezTo>
                  <a:pt x="763687" y="304904"/>
                  <a:pt x="789865" y="282134"/>
                  <a:pt x="799044" y="253221"/>
                </a:cubicBezTo>
                <a:lnTo>
                  <a:pt x="771519" y="243698"/>
                </a:lnTo>
                <a:cubicBezTo>
                  <a:pt x="765391" y="262058"/>
                  <a:pt x="752130" y="276679"/>
                  <a:pt x="725608" y="276679"/>
                </a:cubicBezTo>
                <a:cubicBezTo>
                  <a:pt x="698057" y="276679"/>
                  <a:pt x="676991" y="256285"/>
                  <a:pt x="676304" y="227044"/>
                </a:cubicBezTo>
                <a:close/>
                <a:moveTo>
                  <a:pt x="945791" y="299820"/>
                </a:moveTo>
                <a:lnTo>
                  <a:pt x="976394" y="299820"/>
                </a:lnTo>
                <a:cubicBezTo>
                  <a:pt x="975261" y="289769"/>
                  <a:pt x="974688" y="279662"/>
                  <a:pt x="974677" y="269547"/>
                </a:cubicBezTo>
                <a:lnTo>
                  <a:pt x="974677" y="136254"/>
                </a:lnTo>
                <a:lnTo>
                  <a:pt x="942727" y="136254"/>
                </a:lnTo>
                <a:lnTo>
                  <a:pt x="942727" y="234863"/>
                </a:lnTo>
                <a:cubicBezTo>
                  <a:pt x="942727" y="259681"/>
                  <a:pt x="929810" y="276679"/>
                  <a:pt x="903948" y="276679"/>
                </a:cubicBezTo>
                <a:cubicBezTo>
                  <a:pt x="877097" y="276679"/>
                  <a:pt x="866901" y="256959"/>
                  <a:pt x="866901" y="234519"/>
                </a:cubicBezTo>
                <a:lnTo>
                  <a:pt x="866901" y="136254"/>
                </a:lnTo>
                <a:lnTo>
                  <a:pt x="834924" y="136254"/>
                </a:lnTo>
                <a:lnTo>
                  <a:pt x="834924" y="239287"/>
                </a:lnTo>
                <a:cubicBezTo>
                  <a:pt x="834924" y="276348"/>
                  <a:pt x="858065" y="304903"/>
                  <a:pt x="896143" y="304903"/>
                </a:cubicBezTo>
                <a:cubicBezTo>
                  <a:pt x="915175" y="304903"/>
                  <a:pt x="935582" y="297084"/>
                  <a:pt x="944418" y="280086"/>
                </a:cubicBezTo>
                <a:cubicBezTo>
                  <a:pt x="944422" y="286687"/>
                  <a:pt x="944881" y="293281"/>
                  <a:pt x="945791" y="299818"/>
                </a:cubicBezTo>
                <a:moveTo>
                  <a:pt x="1098324" y="167541"/>
                </a:moveTo>
                <a:cubicBezTo>
                  <a:pt x="1102992" y="167551"/>
                  <a:pt x="1107652" y="167891"/>
                  <a:pt x="1112271" y="168559"/>
                </a:cubicBezTo>
                <a:lnTo>
                  <a:pt x="1112271" y="134563"/>
                </a:lnTo>
                <a:cubicBezTo>
                  <a:pt x="1108795" y="133908"/>
                  <a:pt x="1105269" y="133563"/>
                  <a:pt x="1101731" y="133532"/>
                </a:cubicBezTo>
                <a:cubicBezTo>
                  <a:pt x="1085077" y="133532"/>
                  <a:pt x="1064671" y="139661"/>
                  <a:pt x="1052771" y="164808"/>
                </a:cubicBezTo>
                <a:lnTo>
                  <a:pt x="1052771" y="136266"/>
                </a:lnTo>
                <a:lnTo>
                  <a:pt x="1021481" y="136266"/>
                </a:lnTo>
                <a:lnTo>
                  <a:pt x="1021481" y="299806"/>
                </a:lnTo>
                <a:lnTo>
                  <a:pt x="1053443" y="299806"/>
                </a:lnTo>
                <a:lnTo>
                  <a:pt x="1053443" y="217851"/>
                </a:lnTo>
                <a:cubicBezTo>
                  <a:pt x="1053443" y="181820"/>
                  <a:pt x="1071474" y="167543"/>
                  <a:pt x="1098324" y="167543"/>
                </a:cubicBezTo>
                <a:moveTo>
                  <a:pt x="1263512" y="217865"/>
                </a:moveTo>
                <a:cubicBezTo>
                  <a:pt x="1263512" y="255943"/>
                  <a:pt x="1239712" y="276350"/>
                  <a:pt x="1212518" y="276350"/>
                </a:cubicBezTo>
                <a:cubicBezTo>
                  <a:pt x="1185308" y="276350"/>
                  <a:pt x="1161507" y="255943"/>
                  <a:pt x="1161507" y="217865"/>
                </a:cubicBezTo>
                <a:cubicBezTo>
                  <a:pt x="1161507" y="180116"/>
                  <a:pt x="1185308" y="159709"/>
                  <a:pt x="1212518" y="159709"/>
                </a:cubicBezTo>
                <a:cubicBezTo>
                  <a:pt x="1239712" y="159709"/>
                  <a:pt x="1263512" y="180116"/>
                  <a:pt x="1263512" y="217865"/>
                </a:cubicBezTo>
                <a:moveTo>
                  <a:pt x="1296163" y="217865"/>
                </a:moveTo>
                <a:cubicBezTo>
                  <a:pt x="1296163" y="168230"/>
                  <a:pt x="1261479" y="131169"/>
                  <a:pt x="1212518" y="131169"/>
                </a:cubicBezTo>
                <a:cubicBezTo>
                  <a:pt x="1163557" y="131169"/>
                  <a:pt x="1128871" y="168230"/>
                  <a:pt x="1128871" y="217865"/>
                </a:cubicBezTo>
                <a:cubicBezTo>
                  <a:pt x="1128871" y="267844"/>
                  <a:pt x="1163555" y="304904"/>
                  <a:pt x="1212518" y="304904"/>
                </a:cubicBezTo>
                <a:cubicBezTo>
                  <a:pt x="1261479" y="304904"/>
                  <a:pt x="1296163" y="267844"/>
                  <a:pt x="1296163" y="217865"/>
                </a:cubicBezTo>
                <a:moveTo>
                  <a:pt x="1388657" y="301496"/>
                </a:moveTo>
                <a:cubicBezTo>
                  <a:pt x="1396028" y="301629"/>
                  <a:pt x="1403374" y="300599"/>
                  <a:pt x="1410425" y="298446"/>
                </a:cubicBezTo>
                <a:lnTo>
                  <a:pt x="1410425" y="271237"/>
                </a:lnTo>
                <a:cubicBezTo>
                  <a:pt x="1406285" y="272108"/>
                  <a:pt x="1402068" y="272569"/>
                  <a:pt x="1397836" y="272612"/>
                </a:cubicBezTo>
                <a:cubicBezTo>
                  <a:pt x="1381182" y="272612"/>
                  <a:pt x="1375054" y="265109"/>
                  <a:pt x="1375054" y="250158"/>
                </a:cubicBezTo>
                <a:lnTo>
                  <a:pt x="1375054" y="165152"/>
                </a:lnTo>
                <a:lnTo>
                  <a:pt x="1410423" y="165152"/>
                </a:lnTo>
                <a:lnTo>
                  <a:pt x="1410423" y="136254"/>
                </a:lnTo>
                <a:lnTo>
                  <a:pt x="1375054" y="136254"/>
                </a:lnTo>
                <a:lnTo>
                  <a:pt x="1375054" y="84585"/>
                </a:lnTo>
                <a:lnTo>
                  <a:pt x="1345825" y="84585"/>
                </a:lnTo>
                <a:lnTo>
                  <a:pt x="1345825" y="111092"/>
                </a:lnTo>
                <a:cubicBezTo>
                  <a:pt x="1345825" y="125383"/>
                  <a:pt x="1338335" y="136254"/>
                  <a:pt x="1320665" y="136254"/>
                </a:cubicBezTo>
                <a:lnTo>
                  <a:pt x="1311814" y="136254"/>
                </a:lnTo>
                <a:lnTo>
                  <a:pt x="1311814" y="165152"/>
                </a:lnTo>
                <a:lnTo>
                  <a:pt x="1343105" y="165152"/>
                </a:lnTo>
                <a:lnTo>
                  <a:pt x="1343105" y="254911"/>
                </a:lnTo>
                <a:cubicBezTo>
                  <a:pt x="1343105" y="284512"/>
                  <a:pt x="1360777" y="301496"/>
                  <a:pt x="1388657" y="301496"/>
                </a:cubicBezTo>
                <a:moveTo>
                  <a:pt x="1564344" y="217865"/>
                </a:moveTo>
                <a:cubicBezTo>
                  <a:pt x="1564344" y="255943"/>
                  <a:pt x="1540543" y="276350"/>
                  <a:pt x="1513349" y="276350"/>
                </a:cubicBezTo>
                <a:cubicBezTo>
                  <a:pt x="1486155" y="276350"/>
                  <a:pt x="1462340" y="255943"/>
                  <a:pt x="1462340" y="217865"/>
                </a:cubicBezTo>
                <a:cubicBezTo>
                  <a:pt x="1462340" y="180116"/>
                  <a:pt x="1486155" y="159709"/>
                  <a:pt x="1513349" y="159709"/>
                </a:cubicBezTo>
                <a:cubicBezTo>
                  <a:pt x="1540544" y="159709"/>
                  <a:pt x="1564344" y="180116"/>
                  <a:pt x="1564344" y="217865"/>
                </a:cubicBezTo>
                <a:moveTo>
                  <a:pt x="1596994" y="217865"/>
                </a:moveTo>
                <a:cubicBezTo>
                  <a:pt x="1596994" y="168230"/>
                  <a:pt x="1562310" y="131169"/>
                  <a:pt x="1513349" y="131169"/>
                </a:cubicBezTo>
                <a:cubicBezTo>
                  <a:pt x="1464388" y="131169"/>
                  <a:pt x="1429704" y="168230"/>
                  <a:pt x="1429704" y="217865"/>
                </a:cubicBezTo>
                <a:cubicBezTo>
                  <a:pt x="1429704" y="267844"/>
                  <a:pt x="1464388" y="304904"/>
                  <a:pt x="1513349" y="304904"/>
                </a:cubicBezTo>
                <a:cubicBezTo>
                  <a:pt x="1562310" y="304904"/>
                  <a:pt x="1596994" y="267844"/>
                  <a:pt x="1596994" y="217865"/>
                </a:cubicBezTo>
                <a:moveTo>
                  <a:pt x="1709456" y="167543"/>
                </a:moveTo>
                <a:cubicBezTo>
                  <a:pt x="1714119" y="167552"/>
                  <a:pt x="1718776" y="167893"/>
                  <a:pt x="1723392" y="168560"/>
                </a:cubicBezTo>
                <a:lnTo>
                  <a:pt x="1723392" y="134563"/>
                </a:lnTo>
                <a:cubicBezTo>
                  <a:pt x="1719915" y="133908"/>
                  <a:pt x="1716387" y="133563"/>
                  <a:pt x="1712851" y="133532"/>
                </a:cubicBezTo>
                <a:cubicBezTo>
                  <a:pt x="1696195" y="133532"/>
                  <a:pt x="1675790" y="139661"/>
                  <a:pt x="1663890" y="164808"/>
                </a:cubicBezTo>
                <a:lnTo>
                  <a:pt x="1663890" y="136266"/>
                </a:lnTo>
                <a:lnTo>
                  <a:pt x="1632614" y="136266"/>
                </a:lnTo>
                <a:lnTo>
                  <a:pt x="1632614" y="299806"/>
                </a:lnTo>
                <a:lnTo>
                  <a:pt x="1664564" y="299806"/>
                </a:lnTo>
                <a:lnTo>
                  <a:pt x="1664564" y="217851"/>
                </a:lnTo>
                <a:cubicBezTo>
                  <a:pt x="1664564" y="181820"/>
                  <a:pt x="1682606" y="167543"/>
                  <a:pt x="1709456" y="167543"/>
                </a:cubicBezTo>
                <a:moveTo>
                  <a:pt x="1790286" y="74360"/>
                </a:moveTo>
                <a:cubicBezTo>
                  <a:pt x="1790373" y="61682"/>
                  <a:pt x="1780166" y="51335"/>
                  <a:pt x="1767488" y="51248"/>
                </a:cubicBezTo>
                <a:cubicBezTo>
                  <a:pt x="1754810" y="51160"/>
                  <a:pt x="1744461" y="61367"/>
                  <a:pt x="1744374" y="74045"/>
                </a:cubicBezTo>
                <a:cubicBezTo>
                  <a:pt x="1744288" y="86717"/>
                  <a:pt x="1754486" y="97064"/>
                  <a:pt x="1767159" y="97158"/>
                </a:cubicBezTo>
                <a:cubicBezTo>
                  <a:pt x="1779829" y="97261"/>
                  <a:pt x="1790184" y="87071"/>
                  <a:pt x="1790286" y="74401"/>
                </a:cubicBezTo>
                <a:cubicBezTo>
                  <a:pt x="1790286" y="74389"/>
                  <a:pt x="1790286" y="74374"/>
                  <a:pt x="1790286" y="74362"/>
                </a:cubicBezTo>
                <a:moveTo>
                  <a:pt x="1937899" y="299820"/>
                </a:moveTo>
                <a:lnTo>
                  <a:pt x="1968489" y="299820"/>
                </a:lnTo>
                <a:cubicBezTo>
                  <a:pt x="1967368" y="289767"/>
                  <a:pt x="1966799" y="279662"/>
                  <a:pt x="1966785" y="269547"/>
                </a:cubicBezTo>
                <a:lnTo>
                  <a:pt x="1966785" y="136254"/>
                </a:lnTo>
                <a:lnTo>
                  <a:pt x="1934821" y="136254"/>
                </a:lnTo>
                <a:lnTo>
                  <a:pt x="1934821" y="234863"/>
                </a:lnTo>
                <a:cubicBezTo>
                  <a:pt x="1934821" y="259681"/>
                  <a:pt x="1921917" y="276679"/>
                  <a:pt x="1896069" y="276679"/>
                </a:cubicBezTo>
                <a:cubicBezTo>
                  <a:pt x="1869204" y="276679"/>
                  <a:pt x="1859008" y="256959"/>
                  <a:pt x="1859008" y="234519"/>
                </a:cubicBezTo>
                <a:lnTo>
                  <a:pt x="1859008" y="136254"/>
                </a:lnTo>
                <a:lnTo>
                  <a:pt x="1827032" y="136254"/>
                </a:lnTo>
                <a:lnTo>
                  <a:pt x="1827032" y="239287"/>
                </a:lnTo>
                <a:cubicBezTo>
                  <a:pt x="1827032" y="276348"/>
                  <a:pt x="1850171" y="304903"/>
                  <a:pt x="1888249" y="304903"/>
                </a:cubicBezTo>
                <a:cubicBezTo>
                  <a:pt x="1907282" y="304903"/>
                  <a:pt x="1927689" y="297084"/>
                  <a:pt x="1936524" y="280086"/>
                </a:cubicBezTo>
                <a:cubicBezTo>
                  <a:pt x="1936529" y="286687"/>
                  <a:pt x="1936988" y="293281"/>
                  <a:pt x="1937899" y="299818"/>
                </a:cubicBezTo>
                <a:moveTo>
                  <a:pt x="2253984" y="299806"/>
                </a:moveTo>
                <a:lnTo>
                  <a:pt x="2253984" y="193721"/>
                </a:lnTo>
                <a:cubicBezTo>
                  <a:pt x="2253984" y="150874"/>
                  <a:pt x="2226102" y="131498"/>
                  <a:pt x="2197547" y="131498"/>
                </a:cubicBezTo>
                <a:cubicBezTo>
                  <a:pt x="2176797" y="131498"/>
                  <a:pt x="2155704" y="138974"/>
                  <a:pt x="2142800" y="162431"/>
                </a:cubicBezTo>
                <a:cubicBezTo>
                  <a:pt x="2133951" y="141365"/>
                  <a:pt x="2114231" y="131498"/>
                  <a:pt x="2093839" y="131498"/>
                </a:cubicBezTo>
                <a:cubicBezTo>
                  <a:pt x="2074793" y="131498"/>
                  <a:pt x="2054387" y="139991"/>
                  <a:pt x="2044204" y="158005"/>
                </a:cubicBezTo>
                <a:lnTo>
                  <a:pt x="2044204" y="136254"/>
                </a:lnTo>
                <a:lnTo>
                  <a:pt x="2013588" y="136254"/>
                </a:lnTo>
                <a:lnTo>
                  <a:pt x="2013588" y="299806"/>
                </a:lnTo>
                <a:lnTo>
                  <a:pt x="2045221" y="299806"/>
                </a:lnTo>
                <a:lnTo>
                  <a:pt x="2045221" y="201209"/>
                </a:lnTo>
                <a:cubicBezTo>
                  <a:pt x="2045221" y="176723"/>
                  <a:pt x="2060516" y="159709"/>
                  <a:pt x="2083299" y="159709"/>
                </a:cubicBezTo>
                <a:cubicBezTo>
                  <a:pt x="2107759" y="159709"/>
                  <a:pt x="2117971" y="176035"/>
                  <a:pt x="2117971" y="197115"/>
                </a:cubicBezTo>
                <a:lnTo>
                  <a:pt x="2117971" y="299807"/>
                </a:lnTo>
                <a:lnTo>
                  <a:pt x="2149932" y="299807"/>
                </a:lnTo>
                <a:lnTo>
                  <a:pt x="2149932" y="200867"/>
                </a:lnTo>
                <a:cubicBezTo>
                  <a:pt x="2149932" y="177410"/>
                  <a:pt x="2165242" y="159711"/>
                  <a:pt x="2187682" y="159711"/>
                </a:cubicBezTo>
                <a:cubicBezTo>
                  <a:pt x="2211824" y="159711"/>
                  <a:pt x="2222364" y="175706"/>
                  <a:pt x="2222364" y="197115"/>
                </a:cubicBezTo>
                <a:lnTo>
                  <a:pt x="2222364" y="299807"/>
                </a:lnTo>
                <a:close/>
              </a:path>
            </a:pathLst>
          </a:custGeom>
          <a:solidFill>
            <a:srgbClr val="3F1A01"/>
          </a:solidFill>
          <a:ln w="1586" cap="flat">
            <a:noFill/>
            <a:prstDash val="solid"/>
            <a:miter/>
          </a:ln>
        </p:spPr>
        <p:txBody>
          <a:bodyPr rtlCol="0" anchor="ctr"/>
          <a:lstStyle/>
          <a:p>
            <a:endParaRPr lang="en-GB"/>
          </a:p>
        </p:txBody>
      </p:sp>
      <p:sp>
        <p:nvSpPr>
          <p:cNvPr id="11" name="ExternalLogo" hidden="1">
            <a:extLst>
              <a:ext uri="{FF2B5EF4-FFF2-40B4-BE49-F238E27FC236}">
                <a16:creationId xmlns:a16="http://schemas.microsoft.com/office/drawing/2014/main" id="{397D30EE-39AB-4BA8-8232-12CFBA7BF0BC}"/>
              </a:ext>
            </a:extLst>
          </p:cNvPr>
          <p:cNvSpPr/>
          <p:nvPr/>
        </p:nvSpPr>
        <p:spPr>
          <a:xfrm>
            <a:off x="10023475" y="4968741"/>
            <a:ext cx="1627188" cy="636980"/>
          </a:xfrm>
          <a:prstGeom prst="rect">
            <a:avLst/>
          </a:prstGeom>
          <a:solidFill>
            <a:srgbClr val="D1D1D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chorCtr="0">
            <a:noAutofit/>
          </a:bodyPr>
          <a:lstStyle/>
          <a:p>
            <a:pPr algn="ctr"/>
            <a:r>
              <a:rPr lang="en-GB" sz="900">
                <a:solidFill>
                  <a:srgbClr val="FF00FF"/>
                </a:solidFill>
              </a:rPr>
              <a:t>External logo</a:t>
            </a:r>
          </a:p>
        </p:txBody>
      </p:sp>
    </p:spTree>
    <p:extLst>
      <p:ext uri="{BB962C8B-B14F-4D97-AF65-F5344CB8AC3E}">
        <p14:creationId xmlns:p14="http://schemas.microsoft.com/office/powerpoint/2010/main" val="4255679306"/>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 Gold">
    <p:bg>
      <p:bgPr>
        <a:solidFill>
          <a:srgbClr val="B59E5F"/>
        </a:solidFill>
        <a:effectLst/>
      </p:bgPr>
    </p:bg>
    <p:spTree>
      <p:nvGrpSpPr>
        <p:cNvPr id="1" name=""/>
        <p:cNvGrpSpPr/>
        <p:nvPr/>
      </p:nvGrpSpPr>
      <p:grpSpPr>
        <a:xfrm>
          <a:off x="0" y="0"/>
          <a:ext cx="0" cy="0"/>
          <a:chOff x="0" y="0"/>
          <a:chExt cx="0" cy="0"/>
        </a:xfrm>
      </p:grpSpPr>
      <p:sp>
        <p:nvSpPr>
          <p:cNvPr id="8" name="ColoredBackground">
            <a:extLst>
              <a:ext uri="{FF2B5EF4-FFF2-40B4-BE49-F238E27FC236}">
                <a16:creationId xmlns:a16="http://schemas.microsoft.com/office/drawing/2014/main" id="{126DFE30-06C3-497B-9AFE-8879DF874BEC}"/>
              </a:ext>
            </a:extLst>
          </p:cNvPr>
          <p:cNvSpPr/>
          <p:nvPr/>
        </p:nvSpPr>
        <p:spPr>
          <a:xfrm>
            <a:off x="0" y="-1"/>
            <a:ext cx="12192000" cy="6858000"/>
          </a:xfrm>
          <a:prstGeom prst="rect">
            <a:avLst/>
          </a:prstGeom>
          <a:solidFill>
            <a:srgbClr val="B59E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5" descr="Shape&#10;&#10;Description automatically generated with medium confidence">
            <a:extLst>
              <a:ext uri="{FF2B5EF4-FFF2-40B4-BE49-F238E27FC236}">
                <a16:creationId xmlns:a16="http://schemas.microsoft.com/office/drawing/2014/main" id="{63BA0CED-100D-4A9E-BA97-7FFABDDB92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8464564-6547-498D-A220-7B346E5B1408}"/>
              </a:ext>
            </a:extLst>
          </p:cNvPr>
          <p:cNvSpPr>
            <a:spLocks noGrp="1"/>
          </p:cNvSpPr>
          <p:nvPr>
            <p:ph type="title"/>
          </p:nvPr>
        </p:nvSpPr>
        <p:spPr>
          <a:xfrm>
            <a:off x="1219200" y="546100"/>
            <a:ext cx="6642100" cy="2105818"/>
          </a:xfrm>
        </p:spPr>
        <p:txBody>
          <a:bodyPr anchor="b"/>
          <a:lstStyle>
            <a:lvl1pPr>
              <a:defRPr sz="4000">
                <a:solidFill>
                  <a:srgbClr val="3F1A01"/>
                </a:solidFill>
              </a:defRPr>
            </a:lvl1p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1592638D-BCB6-4F07-9847-FBAA9B3609B5}"/>
              </a:ext>
            </a:extLst>
          </p:cNvPr>
          <p:cNvSpPr>
            <a:spLocks noGrp="1"/>
          </p:cNvSpPr>
          <p:nvPr>
            <p:ph type="body" idx="1"/>
          </p:nvPr>
        </p:nvSpPr>
        <p:spPr>
          <a:xfrm>
            <a:off x="1219200" y="2678906"/>
            <a:ext cx="6642100" cy="1500187"/>
          </a:xfrm>
          <a:prstGeom prst="rect">
            <a:avLst/>
          </a:prstGeom>
        </p:spPr>
        <p:txBody>
          <a:bodyPr/>
          <a:lstStyle>
            <a:lvl1pPr marL="0" indent="0">
              <a:buNone/>
              <a:defRPr sz="2400">
                <a:solidFill>
                  <a:srgbClr val="E1D8BF"/>
                </a:solidFill>
                <a:latin typeface="Times New Roman" panose="02020603050405020304" pitchFamily="18" charset="0"/>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Freeform 9">
            <a:extLst>
              <a:ext uri="{FF2B5EF4-FFF2-40B4-BE49-F238E27FC236}">
                <a16:creationId xmlns:a16="http://schemas.microsoft.com/office/drawing/2014/main" id="{1BC6753F-764E-4733-B343-5BC93ED602E4}"/>
              </a:ext>
            </a:extLst>
          </p:cNvPr>
          <p:cNvSpPr>
            <a:spLocks noEditPoints="1"/>
          </p:cNvSpPr>
          <p:nvPr/>
        </p:nvSpPr>
        <p:spPr bwMode="auto">
          <a:xfrm rot="5400000">
            <a:off x="7458075" y="-2243138"/>
            <a:ext cx="8385175" cy="9817101"/>
          </a:xfrm>
          <a:custGeom>
            <a:avLst/>
            <a:gdLst>
              <a:gd name="T0" fmla="*/ 276 w 2642"/>
              <a:gd name="T1" fmla="*/ 2871 h 3094"/>
              <a:gd name="T2" fmla="*/ 588 w 2642"/>
              <a:gd name="T3" fmla="*/ 2871 h 3094"/>
              <a:gd name="T4" fmla="*/ 2083 w 2642"/>
              <a:gd name="T5" fmla="*/ 2843 h 3094"/>
              <a:gd name="T6" fmla="*/ 2338 w 2642"/>
              <a:gd name="T7" fmla="*/ 2900 h 3094"/>
              <a:gd name="T8" fmla="*/ 29 w 2642"/>
              <a:gd name="T9" fmla="*/ 1219 h 3094"/>
              <a:gd name="T10" fmla="*/ 29 w 2642"/>
              <a:gd name="T11" fmla="*/ 2444 h 3094"/>
              <a:gd name="T12" fmla="*/ 559 w 2642"/>
              <a:gd name="T13" fmla="*/ 2386 h 3094"/>
              <a:gd name="T14" fmla="*/ 29 w 2642"/>
              <a:gd name="T15" fmla="*/ 1219 h 3094"/>
              <a:gd name="T16" fmla="*/ 2584 w 2642"/>
              <a:gd name="T17" fmla="*/ 2386 h 3094"/>
              <a:gd name="T18" fmla="*/ 2083 w 2642"/>
              <a:gd name="T19" fmla="*/ 2444 h 3094"/>
              <a:gd name="T20" fmla="*/ 2642 w 2642"/>
              <a:gd name="T21" fmla="*/ 1248 h 3094"/>
              <a:gd name="T22" fmla="*/ 210 w 2642"/>
              <a:gd name="T23" fmla="*/ 292 h 3094"/>
              <a:gd name="T24" fmla="*/ 210 w 2642"/>
              <a:gd name="T25" fmla="*/ 970 h 3094"/>
              <a:gd name="T26" fmla="*/ 559 w 2642"/>
              <a:gd name="T27" fmla="*/ 912 h 3094"/>
              <a:gd name="T28" fmla="*/ 658 w 2642"/>
              <a:gd name="T29" fmla="*/ 350 h 3094"/>
              <a:gd name="T30" fmla="*/ 2432 w 2642"/>
              <a:gd name="T31" fmla="*/ 292 h 3094"/>
              <a:gd name="T32" fmla="*/ 1984 w 2642"/>
              <a:gd name="T33" fmla="*/ 350 h 3094"/>
              <a:gd name="T34" fmla="*/ 2083 w 2642"/>
              <a:gd name="T35" fmla="*/ 912 h 3094"/>
              <a:gd name="T36" fmla="*/ 2432 w 2642"/>
              <a:gd name="T37" fmla="*/ 970 h 3094"/>
              <a:gd name="T38" fmla="*/ 2432 w 2642"/>
              <a:gd name="T39" fmla="*/ 292 h 3094"/>
              <a:gd name="T40" fmla="*/ 814 w 2642"/>
              <a:gd name="T41" fmla="*/ 29 h 3094"/>
              <a:gd name="T42" fmla="*/ 1292 w 2642"/>
              <a:gd name="T43" fmla="*/ 602 h 3094"/>
              <a:gd name="T44" fmla="*/ 989 w 2642"/>
              <a:gd name="T45" fmla="*/ 660 h 3094"/>
              <a:gd name="T46" fmla="*/ 801 w 2642"/>
              <a:gd name="T47" fmla="*/ 1311 h 3094"/>
              <a:gd name="T48" fmla="*/ 743 w 2642"/>
              <a:gd name="T49" fmla="*/ 1060 h 3094"/>
              <a:gd name="T50" fmla="*/ 1292 w 2642"/>
              <a:gd name="T51" fmla="*/ 1369 h 3094"/>
              <a:gd name="T52" fmla="*/ 842 w 2642"/>
              <a:gd name="T53" fmla="*/ 1782 h 3094"/>
              <a:gd name="T54" fmla="*/ 433 w 2642"/>
              <a:gd name="T55" fmla="*/ 1476 h 3094"/>
              <a:gd name="T56" fmla="*/ 375 w 2642"/>
              <a:gd name="T57" fmla="*/ 1782 h 3094"/>
              <a:gd name="T58" fmla="*/ 784 w 2642"/>
              <a:gd name="T59" fmla="*/ 2669 h 3094"/>
              <a:gd name="T60" fmla="*/ 842 w 2642"/>
              <a:gd name="T61" fmla="*/ 2181 h 3094"/>
              <a:gd name="T62" fmla="*/ 921 w 2642"/>
              <a:gd name="T63" fmla="*/ 3036 h 3094"/>
              <a:gd name="T64" fmla="*/ 1321 w 2642"/>
              <a:gd name="T65" fmla="*/ 3094 h 3094"/>
              <a:gd name="T66" fmla="*/ 1722 w 2642"/>
              <a:gd name="T67" fmla="*/ 3036 h 3094"/>
              <a:gd name="T68" fmla="*/ 1800 w 2642"/>
              <a:gd name="T69" fmla="*/ 2181 h 3094"/>
              <a:gd name="T70" fmla="*/ 1858 w 2642"/>
              <a:gd name="T71" fmla="*/ 2669 h 3094"/>
              <a:gd name="T72" fmla="*/ 2267 w 2642"/>
              <a:gd name="T73" fmla="*/ 1782 h 3094"/>
              <a:gd name="T74" fmla="*/ 2210 w 2642"/>
              <a:gd name="T75" fmla="*/ 1476 h 3094"/>
              <a:gd name="T76" fmla="*/ 1800 w 2642"/>
              <a:gd name="T77" fmla="*/ 1782 h 3094"/>
              <a:gd name="T78" fmla="*/ 1350 w 2642"/>
              <a:gd name="T79" fmla="*/ 1369 h 3094"/>
              <a:gd name="T80" fmla="*/ 1899 w 2642"/>
              <a:gd name="T81" fmla="*/ 1060 h 3094"/>
              <a:gd name="T82" fmla="*/ 1841 w 2642"/>
              <a:gd name="T83" fmla="*/ 1311 h 3094"/>
              <a:gd name="T84" fmla="*/ 1643 w 2642"/>
              <a:gd name="T85" fmla="*/ 660 h 3094"/>
              <a:gd name="T86" fmla="*/ 1350 w 2642"/>
              <a:gd name="T87" fmla="*/ 602 h 3094"/>
              <a:gd name="T88" fmla="*/ 1828 w 2642"/>
              <a:gd name="T89" fmla="*/ 29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42" h="3094">
                <a:moveTo>
                  <a:pt x="559" y="2843"/>
                </a:moveTo>
                <a:cubicBezTo>
                  <a:pt x="305" y="2843"/>
                  <a:pt x="305" y="2843"/>
                  <a:pt x="305" y="2843"/>
                </a:cubicBezTo>
                <a:cubicBezTo>
                  <a:pt x="289" y="2843"/>
                  <a:pt x="276" y="2856"/>
                  <a:pt x="276" y="2871"/>
                </a:cubicBezTo>
                <a:cubicBezTo>
                  <a:pt x="276" y="2887"/>
                  <a:pt x="289" y="2900"/>
                  <a:pt x="305" y="2900"/>
                </a:cubicBezTo>
                <a:cubicBezTo>
                  <a:pt x="559" y="2900"/>
                  <a:pt x="559" y="2900"/>
                  <a:pt x="559" y="2900"/>
                </a:cubicBezTo>
                <a:cubicBezTo>
                  <a:pt x="575" y="2900"/>
                  <a:pt x="588" y="2887"/>
                  <a:pt x="588" y="2871"/>
                </a:cubicBezTo>
                <a:cubicBezTo>
                  <a:pt x="588" y="2856"/>
                  <a:pt x="575" y="2843"/>
                  <a:pt x="559" y="2843"/>
                </a:cubicBezTo>
                <a:moveTo>
                  <a:pt x="2338" y="2843"/>
                </a:moveTo>
                <a:cubicBezTo>
                  <a:pt x="2083" y="2843"/>
                  <a:pt x="2083" y="2843"/>
                  <a:pt x="2083" y="2843"/>
                </a:cubicBezTo>
                <a:cubicBezTo>
                  <a:pt x="2068" y="2843"/>
                  <a:pt x="2055" y="2856"/>
                  <a:pt x="2055" y="2871"/>
                </a:cubicBezTo>
                <a:cubicBezTo>
                  <a:pt x="2055" y="2887"/>
                  <a:pt x="2068" y="2900"/>
                  <a:pt x="2083" y="2900"/>
                </a:cubicBezTo>
                <a:cubicBezTo>
                  <a:pt x="2338" y="2900"/>
                  <a:pt x="2338" y="2900"/>
                  <a:pt x="2338" y="2900"/>
                </a:cubicBezTo>
                <a:cubicBezTo>
                  <a:pt x="2354" y="2900"/>
                  <a:pt x="2366" y="2887"/>
                  <a:pt x="2366" y="2871"/>
                </a:cubicBezTo>
                <a:cubicBezTo>
                  <a:pt x="2366" y="2856"/>
                  <a:pt x="2354" y="2843"/>
                  <a:pt x="2338" y="2843"/>
                </a:cubicBezTo>
                <a:moveTo>
                  <a:pt x="29" y="1219"/>
                </a:moveTo>
                <a:cubicBezTo>
                  <a:pt x="13" y="1219"/>
                  <a:pt x="0" y="1232"/>
                  <a:pt x="0" y="1248"/>
                </a:cubicBezTo>
                <a:cubicBezTo>
                  <a:pt x="0" y="2415"/>
                  <a:pt x="0" y="2415"/>
                  <a:pt x="0" y="2415"/>
                </a:cubicBezTo>
                <a:cubicBezTo>
                  <a:pt x="0" y="2431"/>
                  <a:pt x="13" y="2444"/>
                  <a:pt x="29" y="2444"/>
                </a:cubicBezTo>
                <a:cubicBezTo>
                  <a:pt x="559" y="2444"/>
                  <a:pt x="559" y="2444"/>
                  <a:pt x="559" y="2444"/>
                </a:cubicBezTo>
                <a:cubicBezTo>
                  <a:pt x="575" y="2444"/>
                  <a:pt x="588" y="2431"/>
                  <a:pt x="588" y="2415"/>
                </a:cubicBezTo>
                <a:cubicBezTo>
                  <a:pt x="588" y="2399"/>
                  <a:pt x="575" y="2386"/>
                  <a:pt x="559" y="2386"/>
                </a:cubicBezTo>
                <a:cubicBezTo>
                  <a:pt x="58" y="2386"/>
                  <a:pt x="58" y="2386"/>
                  <a:pt x="58" y="2386"/>
                </a:cubicBezTo>
                <a:cubicBezTo>
                  <a:pt x="58" y="1248"/>
                  <a:pt x="58" y="1248"/>
                  <a:pt x="58" y="1248"/>
                </a:cubicBezTo>
                <a:cubicBezTo>
                  <a:pt x="58" y="1232"/>
                  <a:pt x="45" y="1219"/>
                  <a:pt x="29" y="1219"/>
                </a:cubicBezTo>
                <a:moveTo>
                  <a:pt x="2613" y="1219"/>
                </a:moveTo>
                <a:cubicBezTo>
                  <a:pt x="2597" y="1219"/>
                  <a:pt x="2584" y="1232"/>
                  <a:pt x="2584" y="1248"/>
                </a:cubicBezTo>
                <a:cubicBezTo>
                  <a:pt x="2584" y="2386"/>
                  <a:pt x="2584" y="2386"/>
                  <a:pt x="2584" y="2386"/>
                </a:cubicBezTo>
                <a:cubicBezTo>
                  <a:pt x="2083" y="2386"/>
                  <a:pt x="2083" y="2386"/>
                  <a:pt x="2083" y="2386"/>
                </a:cubicBezTo>
                <a:cubicBezTo>
                  <a:pt x="2067" y="2386"/>
                  <a:pt x="2055" y="2399"/>
                  <a:pt x="2055" y="2415"/>
                </a:cubicBezTo>
                <a:cubicBezTo>
                  <a:pt x="2055" y="2431"/>
                  <a:pt x="2067" y="2444"/>
                  <a:pt x="2083" y="2444"/>
                </a:cubicBezTo>
                <a:cubicBezTo>
                  <a:pt x="2613" y="2444"/>
                  <a:pt x="2613" y="2444"/>
                  <a:pt x="2613" y="2444"/>
                </a:cubicBezTo>
                <a:cubicBezTo>
                  <a:pt x="2629" y="2444"/>
                  <a:pt x="2642" y="2431"/>
                  <a:pt x="2642" y="2415"/>
                </a:cubicBezTo>
                <a:cubicBezTo>
                  <a:pt x="2642" y="1248"/>
                  <a:pt x="2642" y="1248"/>
                  <a:pt x="2642" y="1248"/>
                </a:cubicBezTo>
                <a:cubicBezTo>
                  <a:pt x="2642" y="1232"/>
                  <a:pt x="2629" y="1219"/>
                  <a:pt x="2613" y="1219"/>
                </a:cubicBezTo>
                <a:moveTo>
                  <a:pt x="658" y="292"/>
                </a:moveTo>
                <a:cubicBezTo>
                  <a:pt x="210" y="292"/>
                  <a:pt x="210" y="292"/>
                  <a:pt x="210" y="292"/>
                </a:cubicBezTo>
                <a:cubicBezTo>
                  <a:pt x="194" y="292"/>
                  <a:pt x="181" y="305"/>
                  <a:pt x="181" y="321"/>
                </a:cubicBezTo>
                <a:cubicBezTo>
                  <a:pt x="181" y="941"/>
                  <a:pt x="181" y="941"/>
                  <a:pt x="181" y="941"/>
                </a:cubicBezTo>
                <a:cubicBezTo>
                  <a:pt x="181" y="957"/>
                  <a:pt x="194" y="970"/>
                  <a:pt x="210" y="970"/>
                </a:cubicBezTo>
                <a:cubicBezTo>
                  <a:pt x="559" y="970"/>
                  <a:pt x="559" y="970"/>
                  <a:pt x="559" y="970"/>
                </a:cubicBezTo>
                <a:cubicBezTo>
                  <a:pt x="575" y="970"/>
                  <a:pt x="588" y="957"/>
                  <a:pt x="588" y="941"/>
                </a:cubicBezTo>
                <a:cubicBezTo>
                  <a:pt x="588" y="925"/>
                  <a:pt x="575" y="912"/>
                  <a:pt x="559" y="912"/>
                </a:cubicBezTo>
                <a:cubicBezTo>
                  <a:pt x="239" y="912"/>
                  <a:pt x="239" y="912"/>
                  <a:pt x="239" y="912"/>
                </a:cubicBezTo>
                <a:cubicBezTo>
                  <a:pt x="239" y="350"/>
                  <a:pt x="239" y="350"/>
                  <a:pt x="239" y="350"/>
                </a:cubicBezTo>
                <a:cubicBezTo>
                  <a:pt x="658" y="350"/>
                  <a:pt x="658" y="350"/>
                  <a:pt x="658" y="350"/>
                </a:cubicBezTo>
                <a:cubicBezTo>
                  <a:pt x="674" y="350"/>
                  <a:pt x="687" y="337"/>
                  <a:pt x="687" y="321"/>
                </a:cubicBezTo>
                <a:cubicBezTo>
                  <a:pt x="687" y="305"/>
                  <a:pt x="674" y="292"/>
                  <a:pt x="658" y="292"/>
                </a:cubicBezTo>
                <a:moveTo>
                  <a:pt x="2432" y="292"/>
                </a:moveTo>
                <a:cubicBezTo>
                  <a:pt x="1984" y="292"/>
                  <a:pt x="1984" y="292"/>
                  <a:pt x="1984" y="292"/>
                </a:cubicBezTo>
                <a:cubicBezTo>
                  <a:pt x="1968" y="292"/>
                  <a:pt x="1955" y="305"/>
                  <a:pt x="1955" y="321"/>
                </a:cubicBezTo>
                <a:cubicBezTo>
                  <a:pt x="1955" y="337"/>
                  <a:pt x="1968" y="350"/>
                  <a:pt x="1984" y="350"/>
                </a:cubicBezTo>
                <a:cubicBezTo>
                  <a:pt x="2403" y="350"/>
                  <a:pt x="2403" y="350"/>
                  <a:pt x="2403" y="350"/>
                </a:cubicBezTo>
                <a:cubicBezTo>
                  <a:pt x="2403" y="912"/>
                  <a:pt x="2403" y="912"/>
                  <a:pt x="2403" y="912"/>
                </a:cubicBezTo>
                <a:cubicBezTo>
                  <a:pt x="2083" y="912"/>
                  <a:pt x="2083" y="912"/>
                  <a:pt x="2083" y="912"/>
                </a:cubicBezTo>
                <a:cubicBezTo>
                  <a:pt x="2068" y="912"/>
                  <a:pt x="2055" y="925"/>
                  <a:pt x="2055" y="941"/>
                </a:cubicBezTo>
                <a:cubicBezTo>
                  <a:pt x="2055" y="957"/>
                  <a:pt x="2068" y="970"/>
                  <a:pt x="2083" y="970"/>
                </a:cubicBezTo>
                <a:cubicBezTo>
                  <a:pt x="2432" y="970"/>
                  <a:pt x="2432" y="970"/>
                  <a:pt x="2432" y="970"/>
                </a:cubicBezTo>
                <a:cubicBezTo>
                  <a:pt x="2448" y="970"/>
                  <a:pt x="2461" y="957"/>
                  <a:pt x="2461" y="941"/>
                </a:cubicBezTo>
                <a:cubicBezTo>
                  <a:pt x="2461" y="321"/>
                  <a:pt x="2461" y="321"/>
                  <a:pt x="2461" y="321"/>
                </a:cubicBezTo>
                <a:cubicBezTo>
                  <a:pt x="2461" y="305"/>
                  <a:pt x="2448" y="292"/>
                  <a:pt x="2432" y="292"/>
                </a:cubicBezTo>
                <a:moveTo>
                  <a:pt x="1799" y="0"/>
                </a:moveTo>
                <a:cubicBezTo>
                  <a:pt x="843" y="0"/>
                  <a:pt x="843" y="0"/>
                  <a:pt x="843" y="0"/>
                </a:cubicBezTo>
                <a:cubicBezTo>
                  <a:pt x="827" y="0"/>
                  <a:pt x="814" y="13"/>
                  <a:pt x="814" y="29"/>
                </a:cubicBezTo>
                <a:cubicBezTo>
                  <a:pt x="814" y="45"/>
                  <a:pt x="827" y="58"/>
                  <a:pt x="843" y="58"/>
                </a:cubicBezTo>
                <a:cubicBezTo>
                  <a:pt x="1292" y="58"/>
                  <a:pt x="1292" y="58"/>
                  <a:pt x="1292" y="58"/>
                </a:cubicBezTo>
                <a:cubicBezTo>
                  <a:pt x="1292" y="602"/>
                  <a:pt x="1292" y="602"/>
                  <a:pt x="1292" y="602"/>
                </a:cubicBezTo>
                <a:cubicBezTo>
                  <a:pt x="989" y="602"/>
                  <a:pt x="989" y="602"/>
                  <a:pt x="989" y="602"/>
                </a:cubicBezTo>
                <a:cubicBezTo>
                  <a:pt x="973" y="602"/>
                  <a:pt x="960" y="615"/>
                  <a:pt x="960" y="631"/>
                </a:cubicBezTo>
                <a:cubicBezTo>
                  <a:pt x="960" y="647"/>
                  <a:pt x="973" y="660"/>
                  <a:pt x="989" y="660"/>
                </a:cubicBezTo>
                <a:cubicBezTo>
                  <a:pt x="1292" y="660"/>
                  <a:pt x="1292" y="660"/>
                  <a:pt x="1292" y="660"/>
                </a:cubicBezTo>
                <a:cubicBezTo>
                  <a:pt x="1292" y="1311"/>
                  <a:pt x="1292" y="1311"/>
                  <a:pt x="1292" y="1311"/>
                </a:cubicBezTo>
                <a:cubicBezTo>
                  <a:pt x="801" y="1311"/>
                  <a:pt x="801" y="1311"/>
                  <a:pt x="801" y="1311"/>
                </a:cubicBezTo>
                <a:cubicBezTo>
                  <a:pt x="801" y="1060"/>
                  <a:pt x="801" y="1060"/>
                  <a:pt x="801" y="1060"/>
                </a:cubicBezTo>
                <a:cubicBezTo>
                  <a:pt x="801" y="1044"/>
                  <a:pt x="788" y="1031"/>
                  <a:pt x="772" y="1031"/>
                </a:cubicBezTo>
                <a:cubicBezTo>
                  <a:pt x="756" y="1031"/>
                  <a:pt x="743" y="1044"/>
                  <a:pt x="743" y="1060"/>
                </a:cubicBezTo>
                <a:cubicBezTo>
                  <a:pt x="743" y="1340"/>
                  <a:pt x="743" y="1340"/>
                  <a:pt x="743" y="1340"/>
                </a:cubicBezTo>
                <a:cubicBezTo>
                  <a:pt x="743" y="1356"/>
                  <a:pt x="756" y="1369"/>
                  <a:pt x="772" y="1369"/>
                </a:cubicBezTo>
                <a:cubicBezTo>
                  <a:pt x="1292" y="1369"/>
                  <a:pt x="1292" y="1369"/>
                  <a:pt x="1292" y="1369"/>
                </a:cubicBezTo>
                <a:cubicBezTo>
                  <a:pt x="1292" y="2123"/>
                  <a:pt x="1292" y="2123"/>
                  <a:pt x="1292" y="2123"/>
                </a:cubicBezTo>
                <a:cubicBezTo>
                  <a:pt x="842" y="2123"/>
                  <a:pt x="842" y="2123"/>
                  <a:pt x="842" y="2123"/>
                </a:cubicBezTo>
                <a:cubicBezTo>
                  <a:pt x="842" y="1782"/>
                  <a:pt x="842" y="1782"/>
                  <a:pt x="842" y="1782"/>
                </a:cubicBezTo>
                <a:cubicBezTo>
                  <a:pt x="842" y="1766"/>
                  <a:pt x="829" y="1753"/>
                  <a:pt x="813" y="1753"/>
                </a:cubicBezTo>
                <a:cubicBezTo>
                  <a:pt x="433" y="1753"/>
                  <a:pt x="433" y="1753"/>
                  <a:pt x="433" y="1753"/>
                </a:cubicBezTo>
                <a:cubicBezTo>
                  <a:pt x="433" y="1476"/>
                  <a:pt x="433" y="1476"/>
                  <a:pt x="433" y="1476"/>
                </a:cubicBezTo>
                <a:cubicBezTo>
                  <a:pt x="433" y="1460"/>
                  <a:pt x="420" y="1447"/>
                  <a:pt x="404" y="1447"/>
                </a:cubicBezTo>
                <a:cubicBezTo>
                  <a:pt x="388" y="1447"/>
                  <a:pt x="375" y="1460"/>
                  <a:pt x="375" y="1476"/>
                </a:cubicBezTo>
                <a:cubicBezTo>
                  <a:pt x="375" y="1782"/>
                  <a:pt x="375" y="1782"/>
                  <a:pt x="375" y="1782"/>
                </a:cubicBezTo>
                <a:cubicBezTo>
                  <a:pt x="375" y="1798"/>
                  <a:pt x="388" y="1811"/>
                  <a:pt x="404" y="1811"/>
                </a:cubicBezTo>
                <a:cubicBezTo>
                  <a:pt x="784" y="1811"/>
                  <a:pt x="784" y="1811"/>
                  <a:pt x="784" y="1811"/>
                </a:cubicBezTo>
                <a:cubicBezTo>
                  <a:pt x="784" y="2669"/>
                  <a:pt x="784" y="2669"/>
                  <a:pt x="784" y="2669"/>
                </a:cubicBezTo>
                <a:cubicBezTo>
                  <a:pt x="784" y="2685"/>
                  <a:pt x="797" y="2698"/>
                  <a:pt x="813" y="2698"/>
                </a:cubicBezTo>
                <a:cubicBezTo>
                  <a:pt x="829" y="2698"/>
                  <a:pt x="842" y="2685"/>
                  <a:pt x="842" y="2669"/>
                </a:cubicBezTo>
                <a:cubicBezTo>
                  <a:pt x="842" y="2181"/>
                  <a:pt x="842" y="2181"/>
                  <a:pt x="842" y="2181"/>
                </a:cubicBezTo>
                <a:cubicBezTo>
                  <a:pt x="1292" y="2181"/>
                  <a:pt x="1292" y="2181"/>
                  <a:pt x="1292" y="2181"/>
                </a:cubicBezTo>
                <a:cubicBezTo>
                  <a:pt x="1292" y="3036"/>
                  <a:pt x="1292" y="3036"/>
                  <a:pt x="1292" y="3036"/>
                </a:cubicBezTo>
                <a:cubicBezTo>
                  <a:pt x="921" y="3036"/>
                  <a:pt x="921" y="3036"/>
                  <a:pt x="921" y="3036"/>
                </a:cubicBezTo>
                <a:cubicBezTo>
                  <a:pt x="905" y="3036"/>
                  <a:pt x="892" y="3049"/>
                  <a:pt x="892" y="3065"/>
                </a:cubicBezTo>
                <a:cubicBezTo>
                  <a:pt x="892" y="3081"/>
                  <a:pt x="905" y="3094"/>
                  <a:pt x="921" y="3094"/>
                </a:cubicBezTo>
                <a:cubicBezTo>
                  <a:pt x="1321" y="3094"/>
                  <a:pt x="1321" y="3094"/>
                  <a:pt x="1321" y="3094"/>
                </a:cubicBezTo>
                <a:cubicBezTo>
                  <a:pt x="1722" y="3094"/>
                  <a:pt x="1722" y="3094"/>
                  <a:pt x="1722" y="3094"/>
                </a:cubicBezTo>
                <a:cubicBezTo>
                  <a:pt x="1738" y="3094"/>
                  <a:pt x="1751" y="3081"/>
                  <a:pt x="1751" y="3065"/>
                </a:cubicBezTo>
                <a:cubicBezTo>
                  <a:pt x="1751" y="3049"/>
                  <a:pt x="1738" y="3036"/>
                  <a:pt x="1722" y="3036"/>
                </a:cubicBezTo>
                <a:cubicBezTo>
                  <a:pt x="1350" y="3036"/>
                  <a:pt x="1350" y="3036"/>
                  <a:pt x="1350" y="3036"/>
                </a:cubicBezTo>
                <a:cubicBezTo>
                  <a:pt x="1350" y="2181"/>
                  <a:pt x="1350" y="2181"/>
                  <a:pt x="1350" y="2181"/>
                </a:cubicBezTo>
                <a:cubicBezTo>
                  <a:pt x="1800" y="2181"/>
                  <a:pt x="1800" y="2181"/>
                  <a:pt x="1800" y="2181"/>
                </a:cubicBezTo>
                <a:cubicBezTo>
                  <a:pt x="1800" y="2669"/>
                  <a:pt x="1800" y="2669"/>
                  <a:pt x="1800" y="2669"/>
                </a:cubicBezTo>
                <a:cubicBezTo>
                  <a:pt x="1800" y="2685"/>
                  <a:pt x="1813" y="2698"/>
                  <a:pt x="1829" y="2698"/>
                </a:cubicBezTo>
                <a:cubicBezTo>
                  <a:pt x="1845" y="2698"/>
                  <a:pt x="1858" y="2685"/>
                  <a:pt x="1858" y="2669"/>
                </a:cubicBezTo>
                <a:cubicBezTo>
                  <a:pt x="1858" y="1811"/>
                  <a:pt x="1858" y="1811"/>
                  <a:pt x="1858" y="1811"/>
                </a:cubicBezTo>
                <a:cubicBezTo>
                  <a:pt x="2239" y="1811"/>
                  <a:pt x="2239" y="1811"/>
                  <a:pt x="2239" y="1811"/>
                </a:cubicBezTo>
                <a:cubicBezTo>
                  <a:pt x="2254" y="1811"/>
                  <a:pt x="2267" y="1798"/>
                  <a:pt x="2267" y="1782"/>
                </a:cubicBezTo>
                <a:cubicBezTo>
                  <a:pt x="2267" y="1476"/>
                  <a:pt x="2267" y="1476"/>
                  <a:pt x="2267" y="1476"/>
                </a:cubicBezTo>
                <a:cubicBezTo>
                  <a:pt x="2267" y="1460"/>
                  <a:pt x="2254" y="1447"/>
                  <a:pt x="2239" y="1447"/>
                </a:cubicBezTo>
                <a:cubicBezTo>
                  <a:pt x="2223" y="1447"/>
                  <a:pt x="2210" y="1460"/>
                  <a:pt x="2210" y="1476"/>
                </a:cubicBezTo>
                <a:cubicBezTo>
                  <a:pt x="2210" y="1753"/>
                  <a:pt x="2210" y="1753"/>
                  <a:pt x="2210" y="1753"/>
                </a:cubicBezTo>
                <a:cubicBezTo>
                  <a:pt x="1829" y="1753"/>
                  <a:pt x="1829" y="1753"/>
                  <a:pt x="1829" y="1753"/>
                </a:cubicBezTo>
                <a:cubicBezTo>
                  <a:pt x="1813" y="1753"/>
                  <a:pt x="1800" y="1766"/>
                  <a:pt x="1800" y="1782"/>
                </a:cubicBezTo>
                <a:cubicBezTo>
                  <a:pt x="1800" y="2123"/>
                  <a:pt x="1800" y="2123"/>
                  <a:pt x="1800" y="2123"/>
                </a:cubicBezTo>
                <a:cubicBezTo>
                  <a:pt x="1350" y="2123"/>
                  <a:pt x="1350" y="2123"/>
                  <a:pt x="1350" y="2123"/>
                </a:cubicBezTo>
                <a:cubicBezTo>
                  <a:pt x="1350" y="1369"/>
                  <a:pt x="1350" y="1369"/>
                  <a:pt x="1350" y="1369"/>
                </a:cubicBezTo>
                <a:cubicBezTo>
                  <a:pt x="1870" y="1369"/>
                  <a:pt x="1870" y="1369"/>
                  <a:pt x="1870" y="1369"/>
                </a:cubicBezTo>
                <a:cubicBezTo>
                  <a:pt x="1886" y="1369"/>
                  <a:pt x="1899" y="1356"/>
                  <a:pt x="1899" y="1340"/>
                </a:cubicBezTo>
                <a:cubicBezTo>
                  <a:pt x="1899" y="1060"/>
                  <a:pt x="1899" y="1060"/>
                  <a:pt x="1899" y="1060"/>
                </a:cubicBezTo>
                <a:cubicBezTo>
                  <a:pt x="1899" y="1044"/>
                  <a:pt x="1886" y="1031"/>
                  <a:pt x="1870" y="1031"/>
                </a:cubicBezTo>
                <a:cubicBezTo>
                  <a:pt x="1854" y="1031"/>
                  <a:pt x="1841" y="1044"/>
                  <a:pt x="1841" y="1060"/>
                </a:cubicBezTo>
                <a:cubicBezTo>
                  <a:pt x="1841" y="1311"/>
                  <a:pt x="1841" y="1311"/>
                  <a:pt x="1841" y="1311"/>
                </a:cubicBezTo>
                <a:cubicBezTo>
                  <a:pt x="1350" y="1311"/>
                  <a:pt x="1350" y="1311"/>
                  <a:pt x="1350" y="1311"/>
                </a:cubicBezTo>
                <a:cubicBezTo>
                  <a:pt x="1350" y="660"/>
                  <a:pt x="1350" y="660"/>
                  <a:pt x="1350" y="660"/>
                </a:cubicBezTo>
                <a:cubicBezTo>
                  <a:pt x="1643" y="660"/>
                  <a:pt x="1643" y="660"/>
                  <a:pt x="1643" y="660"/>
                </a:cubicBezTo>
                <a:cubicBezTo>
                  <a:pt x="1659" y="660"/>
                  <a:pt x="1672" y="647"/>
                  <a:pt x="1672" y="631"/>
                </a:cubicBezTo>
                <a:cubicBezTo>
                  <a:pt x="1672" y="615"/>
                  <a:pt x="1659" y="602"/>
                  <a:pt x="1643" y="602"/>
                </a:cubicBezTo>
                <a:cubicBezTo>
                  <a:pt x="1350" y="602"/>
                  <a:pt x="1350" y="602"/>
                  <a:pt x="1350" y="602"/>
                </a:cubicBezTo>
                <a:cubicBezTo>
                  <a:pt x="1350" y="58"/>
                  <a:pt x="1350" y="58"/>
                  <a:pt x="1350" y="58"/>
                </a:cubicBezTo>
                <a:cubicBezTo>
                  <a:pt x="1799" y="58"/>
                  <a:pt x="1799" y="58"/>
                  <a:pt x="1799" y="58"/>
                </a:cubicBezTo>
                <a:cubicBezTo>
                  <a:pt x="1815" y="58"/>
                  <a:pt x="1828" y="45"/>
                  <a:pt x="1828" y="29"/>
                </a:cubicBezTo>
                <a:cubicBezTo>
                  <a:pt x="1828" y="13"/>
                  <a:pt x="1815" y="0"/>
                  <a:pt x="1799" y="0"/>
                </a:cubicBezTo>
              </a:path>
            </a:pathLst>
          </a:custGeom>
          <a:solidFill>
            <a:srgbClr val="E1D8BF">
              <a:alpha val="9804"/>
            </a:srgbClr>
          </a:solidFill>
          <a:ln>
            <a:noFill/>
          </a:ln>
        </p:spPr>
        <p:txBody>
          <a:bodyPr vert="horz" wrap="square" lIns="91440" tIns="45720" rIns="91440" bIns="45720" numCol="1" anchor="t" anchorCtr="0" compatLnSpc="1">
            <a:prstTxWarp prst="textNoShape">
              <a:avLst/>
            </a:prstTxWarp>
          </a:bodyPr>
          <a:lstStyle/>
          <a:p>
            <a:endParaRPr lang="en-GB"/>
          </a:p>
        </p:txBody>
      </p:sp>
      <p:sp>
        <p:nvSpPr>
          <p:cNvPr id="10" name="Logo">
            <a:extLst>
              <a:ext uri="{FF2B5EF4-FFF2-40B4-BE49-F238E27FC236}">
                <a16:creationId xmlns:a16="http://schemas.microsoft.com/office/drawing/2014/main" id="{7D430883-348B-4F96-B27B-40097E253643}"/>
              </a:ext>
            </a:extLst>
          </p:cNvPr>
          <p:cNvSpPr/>
          <p:nvPr/>
        </p:nvSpPr>
        <p:spPr>
          <a:xfrm>
            <a:off x="9397252" y="5875721"/>
            <a:ext cx="2253411" cy="440942"/>
          </a:xfrm>
          <a:custGeom>
            <a:avLst/>
            <a:gdLst>
              <a:gd name="connsiteX0" fmla="*/ 1783139 w 2253411"/>
              <a:gd name="connsiteY0" fmla="*/ 136254 h 440942"/>
              <a:gd name="connsiteX1" fmla="*/ 1751520 w 2253411"/>
              <a:gd name="connsiteY1" fmla="*/ 136254 h 440942"/>
              <a:gd name="connsiteX2" fmla="*/ 1751520 w 2253411"/>
              <a:gd name="connsiteY2" fmla="*/ 299806 h 440942"/>
              <a:gd name="connsiteX3" fmla="*/ 1783139 w 2253411"/>
              <a:gd name="connsiteY3" fmla="*/ 299806 h 440942"/>
              <a:gd name="connsiteX4" fmla="*/ 293338 w 2253411"/>
              <a:gd name="connsiteY4" fmla="*/ 409024 h 440942"/>
              <a:gd name="connsiteX5" fmla="*/ 297448 w 2253411"/>
              <a:gd name="connsiteY5" fmla="*/ 413147 h 440942"/>
              <a:gd name="connsiteX6" fmla="*/ 297460 w 2253411"/>
              <a:gd name="connsiteY6" fmla="*/ 413147 h 440942"/>
              <a:gd name="connsiteX7" fmla="*/ 333669 w 2253411"/>
              <a:gd name="connsiteY7" fmla="*/ 413147 h 440942"/>
              <a:gd name="connsiteX8" fmla="*/ 337779 w 2253411"/>
              <a:gd name="connsiteY8" fmla="*/ 409047 h 440942"/>
              <a:gd name="connsiteX9" fmla="*/ 337777 w 2253411"/>
              <a:gd name="connsiteY9" fmla="*/ 409024 h 440942"/>
              <a:gd name="connsiteX10" fmla="*/ 333683 w 2253411"/>
              <a:gd name="connsiteY10" fmla="*/ 404916 h 440942"/>
              <a:gd name="connsiteX11" fmla="*/ 333669 w 2253411"/>
              <a:gd name="connsiteY11" fmla="*/ 404916 h 440942"/>
              <a:gd name="connsiteX12" fmla="*/ 297460 w 2253411"/>
              <a:gd name="connsiteY12" fmla="*/ 404916 h 440942"/>
              <a:gd name="connsiteX13" fmla="*/ 293338 w 2253411"/>
              <a:gd name="connsiteY13" fmla="*/ 409021 h 440942"/>
              <a:gd name="connsiteX14" fmla="*/ 293338 w 2253411"/>
              <a:gd name="connsiteY14" fmla="*/ 409024 h 440942"/>
              <a:gd name="connsiteX15" fmla="*/ 39859 w 2253411"/>
              <a:gd name="connsiteY15" fmla="*/ 409024 h 440942"/>
              <a:gd name="connsiteX16" fmla="*/ 43946 w 2253411"/>
              <a:gd name="connsiteY16" fmla="*/ 413147 h 440942"/>
              <a:gd name="connsiteX17" fmla="*/ 43967 w 2253411"/>
              <a:gd name="connsiteY17" fmla="*/ 413147 h 440942"/>
              <a:gd name="connsiteX18" fmla="*/ 80176 w 2253411"/>
              <a:gd name="connsiteY18" fmla="*/ 413147 h 440942"/>
              <a:gd name="connsiteX19" fmla="*/ 84298 w 2253411"/>
              <a:gd name="connsiteY19" fmla="*/ 409037 h 440942"/>
              <a:gd name="connsiteX20" fmla="*/ 84298 w 2253411"/>
              <a:gd name="connsiteY20" fmla="*/ 409024 h 440942"/>
              <a:gd name="connsiteX21" fmla="*/ 80179 w 2253411"/>
              <a:gd name="connsiteY21" fmla="*/ 404916 h 440942"/>
              <a:gd name="connsiteX22" fmla="*/ 80176 w 2253411"/>
              <a:gd name="connsiteY22" fmla="*/ 404916 h 440942"/>
              <a:gd name="connsiteX23" fmla="*/ 43967 w 2253411"/>
              <a:gd name="connsiteY23" fmla="*/ 404916 h 440942"/>
              <a:gd name="connsiteX24" fmla="*/ 39859 w 2253411"/>
              <a:gd name="connsiteY24" fmla="*/ 409012 h 440942"/>
              <a:gd name="connsiteX25" fmla="*/ 39859 w 2253411"/>
              <a:gd name="connsiteY25" fmla="*/ 409024 h 440942"/>
              <a:gd name="connsiteX26" fmla="*/ 80177 w 2253411"/>
              <a:gd name="connsiteY26" fmla="*/ 339849 h 440942"/>
              <a:gd name="connsiteX27" fmla="*/ 8803 w 2253411"/>
              <a:gd name="connsiteY27" fmla="*/ 339849 h 440942"/>
              <a:gd name="connsiteX28" fmla="*/ 8803 w 2253411"/>
              <a:gd name="connsiteY28" fmla="*/ 177644 h 440942"/>
              <a:gd name="connsiteX29" fmla="*/ 4680 w 2253411"/>
              <a:gd name="connsiteY29" fmla="*/ 173521 h 440942"/>
              <a:gd name="connsiteX30" fmla="*/ 572 w 2253411"/>
              <a:gd name="connsiteY30" fmla="*/ 177639 h 440942"/>
              <a:gd name="connsiteX31" fmla="*/ 572 w 2253411"/>
              <a:gd name="connsiteY31" fmla="*/ 177644 h 440942"/>
              <a:gd name="connsiteX32" fmla="*/ 572 w 2253411"/>
              <a:gd name="connsiteY32" fmla="*/ 343959 h 440942"/>
              <a:gd name="connsiteX33" fmla="*/ 4676 w 2253411"/>
              <a:gd name="connsiteY33" fmla="*/ 348080 h 440942"/>
              <a:gd name="connsiteX34" fmla="*/ 4680 w 2253411"/>
              <a:gd name="connsiteY34" fmla="*/ 348080 h 440942"/>
              <a:gd name="connsiteX35" fmla="*/ 80176 w 2253411"/>
              <a:gd name="connsiteY35" fmla="*/ 348080 h 440942"/>
              <a:gd name="connsiteX36" fmla="*/ 84298 w 2253411"/>
              <a:gd name="connsiteY36" fmla="*/ 343970 h 440942"/>
              <a:gd name="connsiteX37" fmla="*/ 84298 w 2253411"/>
              <a:gd name="connsiteY37" fmla="*/ 343959 h 440942"/>
              <a:gd name="connsiteX38" fmla="*/ 80176 w 2253411"/>
              <a:gd name="connsiteY38" fmla="*/ 339849 h 440942"/>
              <a:gd name="connsiteX39" fmla="*/ 98412 w 2253411"/>
              <a:gd name="connsiteY39" fmla="*/ 45530 h 440942"/>
              <a:gd name="connsiteX40" fmla="*/ 94292 w 2253411"/>
              <a:gd name="connsiteY40" fmla="*/ 41422 h 440942"/>
              <a:gd name="connsiteX41" fmla="*/ 94289 w 2253411"/>
              <a:gd name="connsiteY41" fmla="*/ 41422 h 440942"/>
              <a:gd name="connsiteX42" fmla="*/ 30459 w 2253411"/>
              <a:gd name="connsiteY42" fmla="*/ 41422 h 440942"/>
              <a:gd name="connsiteX43" fmla="*/ 26351 w 2253411"/>
              <a:gd name="connsiteY43" fmla="*/ 45518 h 440942"/>
              <a:gd name="connsiteX44" fmla="*/ 26351 w 2253411"/>
              <a:gd name="connsiteY44" fmla="*/ 45530 h 440942"/>
              <a:gd name="connsiteX45" fmla="*/ 26351 w 2253411"/>
              <a:gd name="connsiteY45" fmla="*/ 133916 h 440942"/>
              <a:gd name="connsiteX46" fmla="*/ 30456 w 2253411"/>
              <a:gd name="connsiteY46" fmla="*/ 138039 h 440942"/>
              <a:gd name="connsiteX47" fmla="*/ 30459 w 2253411"/>
              <a:gd name="connsiteY47" fmla="*/ 138039 h 440942"/>
              <a:gd name="connsiteX48" fmla="*/ 80191 w 2253411"/>
              <a:gd name="connsiteY48" fmla="*/ 138039 h 440942"/>
              <a:gd name="connsiteX49" fmla="*/ 84300 w 2253411"/>
              <a:gd name="connsiteY49" fmla="*/ 133916 h 440942"/>
              <a:gd name="connsiteX50" fmla="*/ 80191 w 2253411"/>
              <a:gd name="connsiteY50" fmla="*/ 129808 h 440942"/>
              <a:gd name="connsiteX51" fmla="*/ 34582 w 2253411"/>
              <a:gd name="connsiteY51" fmla="*/ 129808 h 440942"/>
              <a:gd name="connsiteX52" fmla="*/ 34582 w 2253411"/>
              <a:gd name="connsiteY52" fmla="*/ 49653 h 440942"/>
              <a:gd name="connsiteX53" fmla="*/ 94291 w 2253411"/>
              <a:gd name="connsiteY53" fmla="*/ 49653 h 440942"/>
              <a:gd name="connsiteX54" fmla="*/ 98413 w 2253411"/>
              <a:gd name="connsiteY54" fmla="*/ 45540 h 440942"/>
              <a:gd name="connsiteX55" fmla="*/ 98413 w 2253411"/>
              <a:gd name="connsiteY55" fmla="*/ 45530 h 440942"/>
              <a:gd name="connsiteX56" fmla="*/ 271146 w 2253411"/>
              <a:gd name="connsiteY56" fmla="*/ 190835 h 440942"/>
              <a:gd name="connsiteX57" fmla="*/ 271146 w 2253411"/>
              <a:gd name="connsiteY57" fmla="*/ 150874 h 440942"/>
              <a:gd name="connsiteX58" fmla="*/ 267039 w 2253411"/>
              <a:gd name="connsiteY58" fmla="*/ 146752 h 440942"/>
              <a:gd name="connsiteX59" fmla="*/ 267037 w 2253411"/>
              <a:gd name="connsiteY59" fmla="*/ 146752 h 440942"/>
              <a:gd name="connsiteX60" fmla="*/ 262900 w 2253411"/>
              <a:gd name="connsiteY60" fmla="*/ 150873 h 440942"/>
              <a:gd name="connsiteX61" fmla="*/ 262900 w 2253411"/>
              <a:gd name="connsiteY61" fmla="*/ 150874 h 440942"/>
              <a:gd name="connsiteX62" fmla="*/ 262900 w 2253411"/>
              <a:gd name="connsiteY62" fmla="*/ 186698 h 440942"/>
              <a:gd name="connsiteX63" fmla="*/ 192929 w 2253411"/>
              <a:gd name="connsiteY63" fmla="*/ 186698 h 440942"/>
              <a:gd name="connsiteX64" fmla="*/ 192929 w 2253411"/>
              <a:gd name="connsiteY64" fmla="*/ 93846 h 440942"/>
              <a:gd name="connsiteX65" fmla="*/ 234730 w 2253411"/>
              <a:gd name="connsiteY65" fmla="*/ 93846 h 440942"/>
              <a:gd name="connsiteX66" fmla="*/ 238853 w 2253411"/>
              <a:gd name="connsiteY66" fmla="*/ 89738 h 440942"/>
              <a:gd name="connsiteX67" fmla="*/ 234730 w 2253411"/>
              <a:gd name="connsiteY67" fmla="*/ 85602 h 440942"/>
              <a:gd name="connsiteX68" fmla="*/ 192929 w 2253411"/>
              <a:gd name="connsiteY68" fmla="*/ 85602 h 440942"/>
              <a:gd name="connsiteX69" fmla="*/ 192929 w 2253411"/>
              <a:gd name="connsiteY69" fmla="*/ 8058 h 440942"/>
              <a:gd name="connsiteX70" fmla="*/ 256951 w 2253411"/>
              <a:gd name="connsiteY70" fmla="*/ 8058 h 440942"/>
              <a:gd name="connsiteX71" fmla="*/ 261072 w 2253411"/>
              <a:gd name="connsiteY71" fmla="*/ 3946 h 440942"/>
              <a:gd name="connsiteX72" fmla="*/ 261072 w 2253411"/>
              <a:gd name="connsiteY72" fmla="*/ 3935 h 440942"/>
              <a:gd name="connsiteX73" fmla="*/ 256954 w 2253411"/>
              <a:gd name="connsiteY73" fmla="*/ -175 h 440942"/>
              <a:gd name="connsiteX74" fmla="*/ 256951 w 2253411"/>
              <a:gd name="connsiteY74" fmla="*/ -175 h 440942"/>
              <a:gd name="connsiteX75" fmla="*/ 120686 w 2253411"/>
              <a:gd name="connsiteY75" fmla="*/ -175 h 440942"/>
              <a:gd name="connsiteX76" fmla="*/ 116578 w 2253411"/>
              <a:gd name="connsiteY76" fmla="*/ 3935 h 440942"/>
              <a:gd name="connsiteX77" fmla="*/ 120685 w 2253411"/>
              <a:gd name="connsiteY77" fmla="*/ 8058 h 440942"/>
              <a:gd name="connsiteX78" fmla="*/ 120686 w 2253411"/>
              <a:gd name="connsiteY78" fmla="*/ 8058 h 440942"/>
              <a:gd name="connsiteX79" fmla="*/ 184696 w 2253411"/>
              <a:gd name="connsiteY79" fmla="*/ 8058 h 440942"/>
              <a:gd name="connsiteX80" fmla="*/ 184696 w 2253411"/>
              <a:gd name="connsiteY80" fmla="*/ 85629 h 440942"/>
              <a:gd name="connsiteX81" fmla="*/ 141436 w 2253411"/>
              <a:gd name="connsiteY81" fmla="*/ 85629 h 440942"/>
              <a:gd name="connsiteX82" fmla="*/ 137315 w 2253411"/>
              <a:gd name="connsiteY82" fmla="*/ 89752 h 440942"/>
              <a:gd name="connsiteX83" fmla="*/ 141435 w 2253411"/>
              <a:gd name="connsiteY83" fmla="*/ 93860 h 440942"/>
              <a:gd name="connsiteX84" fmla="*/ 141436 w 2253411"/>
              <a:gd name="connsiteY84" fmla="*/ 93860 h 440942"/>
              <a:gd name="connsiteX85" fmla="*/ 184696 w 2253411"/>
              <a:gd name="connsiteY85" fmla="*/ 93860 h 440942"/>
              <a:gd name="connsiteX86" fmla="*/ 184696 w 2253411"/>
              <a:gd name="connsiteY86" fmla="*/ 186698 h 440942"/>
              <a:gd name="connsiteX87" fmla="*/ 114724 w 2253411"/>
              <a:gd name="connsiteY87" fmla="*/ 186698 h 440942"/>
              <a:gd name="connsiteX88" fmla="*/ 114724 w 2253411"/>
              <a:gd name="connsiteY88" fmla="*/ 150874 h 440942"/>
              <a:gd name="connsiteX89" fmla="*/ 110611 w 2253411"/>
              <a:gd name="connsiteY89" fmla="*/ 146752 h 440942"/>
              <a:gd name="connsiteX90" fmla="*/ 110602 w 2253411"/>
              <a:gd name="connsiteY90" fmla="*/ 146752 h 440942"/>
              <a:gd name="connsiteX91" fmla="*/ 106479 w 2253411"/>
              <a:gd name="connsiteY91" fmla="*/ 150874 h 440942"/>
              <a:gd name="connsiteX92" fmla="*/ 106479 w 2253411"/>
              <a:gd name="connsiteY92" fmla="*/ 190835 h 440942"/>
              <a:gd name="connsiteX93" fmla="*/ 110598 w 2253411"/>
              <a:gd name="connsiteY93" fmla="*/ 194943 h 440942"/>
              <a:gd name="connsiteX94" fmla="*/ 110602 w 2253411"/>
              <a:gd name="connsiteY94" fmla="*/ 194943 h 440942"/>
              <a:gd name="connsiteX95" fmla="*/ 184696 w 2253411"/>
              <a:gd name="connsiteY95" fmla="*/ 194943 h 440942"/>
              <a:gd name="connsiteX96" fmla="*/ 184696 w 2253411"/>
              <a:gd name="connsiteY96" fmla="*/ 302418 h 440942"/>
              <a:gd name="connsiteX97" fmla="*/ 120523 w 2253411"/>
              <a:gd name="connsiteY97" fmla="*/ 302418 h 440942"/>
              <a:gd name="connsiteX98" fmla="*/ 120523 w 2253411"/>
              <a:gd name="connsiteY98" fmla="*/ 253744 h 440942"/>
              <a:gd name="connsiteX99" fmla="*/ 116395 w 2253411"/>
              <a:gd name="connsiteY99" fmla="*/ 249636 h 440942"/>
              <a:gd name="connsiteX100" fmla="*/ 116386 w 2253411"/>
              <a:gd name="connsiteY100" fmla="*/ 249636 h 440942"/>
              <a:gd name="connsiteX101" fmla="*/ 62189 w 2253411"/>
              <a:gd name="connsiteY101" fmla="*/ 249636 h 440942"/>
              <a:gd name="connsiteX102" fmla="*/ 62189 w 2253411"/>
              <a:gd name="connsiteY102" fmla="*/ 210170 h 440942"/>
              <a:gd name="connsiteX103" fmla="*/ 58084 w 2253411"/>
              <a:gd name="connsiteY103" fmla="*/ 206047 h 440942"/>
              <a:gd name="connsiteX104" fmla="*/ 58081 w 2253411"/>
              <a:gd name="connsiteY104" fmla="*/ 206047 h 440942"/>
              <a:gd name="connsiteX105" fmla="*/ 53958 w 2253411"/>
              <a:gd name="connsiteY105" fmla="*/ 210170 h 440942"/>
              <a:gd name="connsiteX106" fmla="*/ 53958 w 2253411"/>
              <a:gd name="connsiteY106" fmla="*/ 253744 h 440942"/>
              <a:gd name="connsiteX107" fmla="*/ 58081 w 2253411"/>
              <a:gd name="connsiteY107" fmla="*/ 257867 h 440942"/>
              <a:gd name="connsiteX108" fmla="*/ 112277 w 2253411"/>
              <a:gd name="connsiteY108" fmla="*/ 257867 h 440942"/>
              <a:gd name="connsiteX109" fmla="*/ 112277 w 2253411"/>
              <a:gd name="connsiteY109" fmla="*/ 380182 h 440942"/>
              <a:gd name="connsiteX110" fmla="*/ 116382 w 2253411"/>
              <a:gd name="connsiteY110" fmla="*/ 384304 h 440942"/>
              <a:gd name="connsiteX111" fmla="*/ 116386 w 2253411"/>
              <a:gd name="connsiteY111" fmla="*/ 384304 h 440942"/>
              <a:gd name="connsiteX112" fmla="*/ 120523 w 2253411"/>
              <a:gd name="connsiteY112" fmla="*/ 380182 h 440942"/>
              <a:gd name="connsiteX113" fmla="*/ 120523 w 2253411"/>
              <a:gd name="connsiteY113" fmla="*/ 310649 h 440942"/>
              <a:gd name="connsiteX114" fmla="*/ 184696 w 2253411"/>
              <a:gd name="connsiteY114" fmla="*/ 310649 h 440942"/>
              <a:gd name="connsiteX115" fmla="*/ 184696 w 2253411"/>
              <a:gd name="connsiteY115" fmla="*/ 432537 h 440942"/>
              <a:gd name="connsiteX116" fmla="*/ 131736 w 2253411"/>
              <a:gd name="connsiteY116" fmla="*/ 432537 h 440942"/>
              <a:gd name="connsiteX117" fmla="*/ 127628 w 2253411"/>
              <a:gd name="connsiteY117" fmla="*/ 436615 h 440942"/>
              <a:gd name="connsiteX118" fmla="*/ 127628 w 2253411"/>
              <a:gd name="connsiteY118" fmla="*/ 436646 h 440942"/>
              <a:gd name="connsiteX119" fmla="*/ 131716 w 2253411"/>
              <a:gd name="connsiteY119" fmla="*/ 440768 h 440942"/>
              <a:gd name="connsiteX120" fmla="*/ 131736 w 2253411"/>
              <a:gd name="connsiteY120" fmla="*/ 440768 h 440942"/>
              <a:gd name="connsiteX121" fmla="*/ 245888 w 2253411"/>
              <a:gd name="connsiteY121" fmla="*/ 440768 h 440942"/>
              <a:gd name="connsiteX122" fmla="*/ 250011 w 2253411"/>
              <a:gd name="connsiteY122" fmla="*/ 436657 h 440942"/>
              <a:gd name="connsiteX123" fmla="*/ 250011 w 2253411"/>
              <a:gd name="connsiteY123" fmla="*/ 436646 h 440942"/>
              <a:gd name="connsiteX124" fmla="*/ 245909 w 2253411"/>
              <a:gd name="connsiteY124" fmla="*/ 432537 h 440942"/>
              <a:gd name="connsiteX125" fmla="*/ 245888 w 2253411"/>
              <a:gd name="connsiteY125" fmla="*/ 432537 h 440942"/>
              <a:gd name="connsiteX126" fmla="*/ 192929 w 2253411"/>
              <a:gd name="connsiteY126" fmla="*/ 432537 h 440942"/>
              <a:gd name="connsiteX127" fmla="*/ 192929 w 2253411"/>
              <a:gd name="connsiteY127" fmla="*/ 310649 h 440942"/>
              <a:gd name="connsiteX128" fmla="*/ 257116 w 2253411"/>
              <a:gd name="connsiteY128" fmla="*/ 310649 h 440942"/>
              <a:gd name="connsiteX129" fmla="*/ 257116 w 2253411"/>
              <a:gd name="connsiteY129" fmla="*/ 380182 h 440942"/>
              <a:gd name="connsiteX130" fmla="*/ 261250 w 2253411"/>
              <a:gd name="connsiteY130" fmla="*/ 384304 h 440942"/>
              <a:gd name="connsiteX131" fmla="*/ 265358 w 2253411"/>
              <a:gd name="connsiteY131" fmla="*/ 380182 h 440942"/>
              <a:gd name="connsiteX132" fmla="*/ 265358 w 2253411"/>
              <a:gd name="connsiteY132" fmla="*/ 257867 h 440942"/>
              <a:gd name="connsiteX133" fmla="*/ 319557 w 2253411"/>
              <a:gd name="connsiteY133" fmla="*/ 257867 h 440942"/>
              <a:gd name="connsiteX134" fmla="*/ 323665 w 2253411"/>
              <a:gd name="connsiteY134" fmla="*/ 253748 h 440942"/>
              <a:gd name="connsiteX135" fmla="*/ 323665 w 2253411"/>
              <a:gd name="connsiteY135" fmla="*/ 253744 h 440942"/>
              <a:gd name="connsiteX136" fmla="*/ 323665 w 2253411"/>
              <a:gd name="connsiteY136" fmla="*/ 210170 h 440942"/>
              <a:gd name="connsiteX137" fmla="*/ 319557 w 2253411"/>
              <a:gd name="connsiteY137" fmla="*/ 206047 h 440942"/>
              <a:gd name="connsiteX138" fmla="*/ 315434 w 2253411"/>
              <a:gd name="connsiteY138" fmla="*/ 210170 h 440942"/>
              <a:gd name="connsiteX139" fmla="*/ 315434 w 2253411"/>
              <a:gd name="connsiteY139" fmla="*/ 249636 h 440942"/>
              <a:gd name="connsiteX140" fmla="*/ 261250 w 2253411"/>
              <a:gd name="connsiteY140" fmla="*/ 249636 h 440942"/>
              <a:gd name="connsiteX141" fmla="*/ 257115 w 2253411"/>
              <a:gd name="connsiteY141" fmla="*/ 253733 h 440942"/>
              <a:gd name="connsiteX142" fmla="*/ 257115 w 2253411"/>
              <a:gd name="connsiteY142" fmla="*/ 253744 h 440942"/>
              <a:gd name="connsiteX143" fmla="*/ 257115 w 2253411"/>
              <a:gd name="connsiteY143" fmla="*/ 302416 h 440942"/>
              <a:gd name="connsiteX144" fmla="*/ 192927 w 2253411"/>
              <a:gd name="connsiteY144" fmla="*/ 302416 h 440942"/>
              <a:gd name="connsiteX145" fmla="*/ 192927 w 2253411"/>
              <a:gd name="connsiteY145" fmla="*/ 194943 h 440942"/>
              <a:gd name="connsiteX146" fmla="*/ 267036 w 2253411"/>
              <a:gd name="connsiteY146" fmla="*/ 194943 h 440942"/>
              <a:gd name="connsiteX147" fmla="*/ 271144 w 2253411"/>
              <a:gd name="connsiteY147" fmla="*/ 190849 h 440942"/>
              <a:gd name="connsiteX148" fmla="*/ 271144 w 2253411"/>
              <a:gd name="connsiteY148" fmla="*/ 190835 h 440942"/>
              <a:gd name="connsiteX149" fmla="*/ 351285 w 2253411"/>
              <a:gd name="connsiteY149" fmla="*/ 133931 h 440942"/>
              <a:gd name="connsiteX150" fmla="*/ 351285 w 2253411"/>
              <a:gd name="connsiteY150" fmla="*/ 45545 h 440942"/>
              <a:gd name="connsiteX151" fmla="*/ 347175 w 2253411"/>
              <a:gd name="connsiteY151" fmla="*/ 41422 h 440942"/>
              <a:gd name="connsiteX152" fmla="*/ 347164 w 2253411"/>
              <a:gd name="connsiteY152" fmla="*/ 41422 h 440942"/>
              <a:gd name="connsiteX153" fmla="*/ 283332 w 2253411"/>
              <a:gd name="connsiteY153" fmla="*/ 41422 h 440942"/>
              <a:gd name="connsiteX154" fmla="*/ 279224 w 2253411"/>
              <a:gd name="connsiteY154" fmla="*/ 45524 h 440942"/>
              <a:gd name="connsiteX155" fmla="*/ 279224 w 2253411"/>
              <a:gd name="connsiteY155" fmla="*/ 45545 h 440942"/>
              <a:gd name="connsiteX156" fmla="*/ 283332 w 2253411"/>
              <a:gd name="connsiteY156" fmla="*/ 49653 h 440942"/>
              <a:gd name="connsiteX157" fmla="*/ 343054 w 2253411"/>
              <a:gd name="connsiteY157" fmla="*/ 49653 h 440942"/>
              <a:gd name="connsiteX158" fmla="*/ 343054 w 2253411"/>
              <a:gd name="connsiteY158" fmla="*/ 129808 h 440942"/>
              <a:gd name="connsiteX159" fmla="*/ 297460 w 2253411"/>
              <a:gd name="connsiteY159" fmla="*/ 129808 h 440942"/>
              <a:gd name="connsiteX160" fmla="*/ 293338 w 2253411"/>
              <a:gd name="connsiteY160" fmla="*/ 133918 h 440942"/>
              <a:gd name="connsiteX161" fmla="*/ 293338 w 2253411"/>
              <a:gd name="connsiteY161" fmla="*/ 133931 h 440942"/>
              <a:gd name="connsiteX162" fmla="*/ 297460 w 2253411"/>
              <a:gd name="connsiteY162" fmla="*/ 138039 h 440942"/>
              <a:gd name="connsiteX163" fmla="*/ 347164 w 2253411"/>
              <a:gd name="connsiteY163" fmla="*/ 138039 h 440942"/>
              <a:gd name="connsiteX164" fmla="*/ 351285 w 2253411"/>
              <a:gd name="connsiteY164" fmla="*/ 133931 h 440942"/>
              <a:gd name="connsiteX165" fmla="*/ 377065 w 2253411"/>
              <a:gd name="connsiteY165" fmla="*/ 343972 h 440942"/>
              <a:gd name="connsiteX166" fmla="*/ 377065 w 2253411"/>
              <a:gd name="connsiteY166" fmla="*/ 177629 h 440942"/>
              <a:gd name="connsiteX167" fmla="*/ 372946 w 2253411"/>
              <a:gd name="connsiteY167" fmla="*/ 173521 h 440942"/>
              <a:gd name="connsiteX168" fmla="*/ 372943 w 2253411"/>
              <a:gd name="connsiteY168" fmla="*/ 173521 h 440942"/>
              <a:gd name="connsiteX169" fmla="*/ 368834 w 2253411"/>
              <a:gd name="connsiteY169" fmla="*/ 177617 h 440942"/>
              <a:gd name="connsiteX170" fmla="*/ 368834 w 2253411"/>
              <a:gd name="connsiteY170" fmla="*/ 177629 h 440942"/>
              <a:gd name="connsiteX171" fmla="*/ 368834 w 2253411"/>
              <a:gd name="connsiteY171" fmla="*/ 339836 h 440942"/>
              <a:gd name="connsiteX172" fmla="*/ 297460 w 2253411"/>
              <a:gd name="connsiteY172" fmla="*/ 339836 h 440942"/>
              <a:gd name="connsiteX173" fmla="*/ 293338 w 2253411"/>
              <a:gd name="connsiteY173" fmla="*/ 343970 h 440942"/>
              <a:gd name="connsiteX174" fmla="*/ 293338 w 2253411"/>
              <a:gd name="connsiteY174" fmla="*/ 343972 h 440942"/>
              <a:gd name="connsiteX175" fmla="*/ 297438 w 2253411"/>
              <a:gd name="connsiteY175" fmla="*/ 348080 h 440942"/>
              <a:gd name="connsiteX176" fmla="*/ 297460 w 2253411"/>
              <a:gd name="connsiteY176" fmla="*/ 348080 h 440942"/>
              <a:gd name="connsiteX177" fmla="*/ 372943 w 2253411"/>
              <a:gd name="connsiteY177" fmla="*/ 348080 h 440942"/>
              <a:gd name="connsiteX178" fmla="*/ 377065 w 2253411"/>
              <a:gd name="connsiteY178" fmla="*/ 343992 h 440942"/>
              <a:gd name="connsiteX179" fmla="*/ 377065 w 2253411"/>
              <a:gd name="connsiteY179" fmla="*/ 343972 h 440942"/>
              <a:gd name="connsiteX180" fmla="*/ 577721 w 2253411"/>
              <a:gd name="connsiteY180" fmla="*/ 299806 h 440942"/>
              <a:gd name="connsiteX181" fmla="*/ 609683 w 2253411"/>
              <a:gd name="connsiteY181" fmla="*/ 299806 h 440942"/>
              <a:gd name="connsiteX182" fmla="*/ 609683 w 2253411"/>
              <a:gd name="connsiteY182" fmla="*/ 196098 h 440942"/>
              <a:gd name="connsiteX183" fmla="*/ 551186 w 2253411"/>
              <a:gd name="connsiteY183" fmla="*/ 131498 h 440942"/>
              <a:gd name="connsiteX184" fmla="*/ 500878 w 2253411"/>
              <a:gd name="connsiteY184" fmla="*/ 159709 h 440942"/>
              <a:gd name="connsiteX185" fmla="*/ 500878 w 2253411"/>
              <a:gd name="connsiteY185" fmla="*/ 136254 h 440942"/>
              <a:gd name="connsiteX186" fmla="*/ 469601 w 2253411"/>
              <a:gd name="connsiteY186" fmla="*/ 136254 h 440942"/>
              <a:gd name="connsiteX187" fmla="*/ 469601 w 2253411"/>
              <a:gd name="connsiteY187" fmla="*/ 299806 h 440942"/>
              <a:gd name="connsiteX188" fmla="*/ 501565 w 2253411"/>
              <a:gd name="connsiteY188" fmla="*/ 299806 h 440942"/>
              <a:gd name="connsiteX189" fmla="*/ 501565 w 2253411"/>
              <a:gd name="connsiteY189" fmla="*/ 205278 h 440942"/>
              <a:gd name="connsiteX190" fmla="*/ 539629 w 2253411"/>
              <a:gd name="connsiteY190" fmla="*/ 160396 h 440942"/>
              <a:gd name="connsiteX191" fmla="*/ 577721 w 2253411"/>
              <a:gd name="connsiteY191" fmla="*/ 201540 h 440942"/>
              <a:gd name="connsiteX192" fmla="*/ 766751 w 2253411"/>
              <a:gd name="connsiteY192" fmla="*/ 201196 h 440942"/>
              <a:gd name="connsiteX193" fmla="*/ 677320 w 2253411"/>
              <a:gd name="connsiteY193" fmla="*/ 201196 h 440942"/>
              <a:gd name="connsiteX194" fmla="*/ 721870 w 2253411"/>
              <a:gd name="connsiteY194" fmla="*/ 159366 h 440942"/>
              <a:gd name="connsiteX195" fmla="*/ 766751 w 2253411"/>
              <a:gd name="connsiteY195" fmla="*/ 201196 h 440942"/>
              <a:gd name="connsiteX196" fmla="*/ 799388 w 2253411"/>
              <a:gd name="connsiteY196" fmla="*/ 227044 h 440942"/>
              <a:gd name="connsiteX197" fmla="*/ 800075 w 2253411"/>
              <a:gd name="connsiteY197" fmla="*/ 216835 h 440942"/>
              <a:gd name="connsiteX198" fmla="*/ 721527 w 2253411"/>
              <a:gd name="connsiteY198" fmla="*/ 131155 h 440942"/>
              <a:gd name="connsiteX199" fmla="*/ 643324 w 2253411"/>
              <a:gd name="connsiteY199" fmla="*/ 217522 h 440942"/>
              <a:gd name="connsiteX200" fmla="*/ 725608 w 2253411"/>
              <a:gd name="connsiteY200" fmla="*/ 304904 h 440942"/>
              <a:gd name="connsiteX201" fmla="*/ 799044 w 2253411"/>
              <a:gd name="connsiteY201" fmla="*/ 253221 h 440942"/>
              <a:gd name="connsiteX202" fmla="*/ 771519 w 2253411"/>
              <a:gd name="connsiteY202" fmla="*/ 243698 h 440942"/>
              <a:gd name="connsiteX203" fmla="*/ 725608 w 2253411"/>
              <a:gd name="connsiteY203" fmla="*/ 276679 h 440942"/>
              <a:gd name="connsiteX204" fmla="*/ 676304 w 2253411"/>
              <a:gd name="connsiteY204" fmla="*/ 227044 h 440942"/>
              <a:gd name="connsiteX205" fmla="*/ 945791 w 2253411"/>
              <a:gd name="connsiteY205" fmla="*/ 299820 h 440942"/>
              <a:gd name="connsiteX206" fmla="*/ 976394 w 2253411"/>
              <a:gd name="connsiteY206" fmla="*/ 299820 h 440942"/>
              <a:gd name="connsiteX207" fmla="*/ 974677 w 2253411"/>
              <a:gd name="connsiteY207" fmla="*/ 269547 h 440942"/>
              <a:gd name="connsiteX208" fmla="*/ 974677 w 2253411"/>
              <a:gd name="connsiteY208" fmla="*/ 136254 h 440942"/>
              <a:gd name="connsiteX209" fmla="*/ 942727 w 2253411"/>
              <a:gd name="connsiteY209" fmla="*/ 136254 h 440942"/>
              <a:gd name="connsiteX210" fmla="*/ 942727 w 2253411"/>
              <a:gd name="connsiteY210" fmla="*/ 234863 h 440942"/>
              <a:gd name="connsiteX211" fmla="*/ 903948 w 2253411"/>
              <a:gd name="connsiteY211" fmla="*/ 276679 h 440942"/>
              <a:gd name="connsiteX212" fmla="*/ 866901 w 2253411"/>
              <a:gd name="connsiteY212" fmla="*/ 234519 h 440942"/>
              <a:gd name="connsiteX213" fmla="*/ 866901 w 2253411"/>
              <a:gd name="connsiteY213" fmla="*/ 136254 h 440942"/>
              <a:gd name="connsiteX214" fmla="*/ 834924 w 2253411"/>
              <a:gd name="connsiteY214" fmla="*/ 136254 h 440942"/>
              <a:gd name="connsiteX215" fmla="*/ 834924 w 2253411"/>
              <a:gd name="connsiteY215" fmla="*/ 239287 h 440942"/>
              <a:gd name="connsiteX216" fmla="*/ 896143 w 2253411"/>
              <a:gd name="connsiteY216" fmla="*/ 304903 h 440942"/>
              <a:gd name="connsiteX217" fmla="*/ 944418 w 2253411"/>
              <a:gd name="connsiteY217" fmla="*/ 280086 h 440942"/>
              <a:gd name="connsiteX218" fmla="*/ 945791 w 2253411"/>
              <a:gd name="connsiteY218" fmla="*/ 299818 h 440942"/>
              <a:gd name="connsiteX219" fmla="*/ 1098324 w 2253411"/>
              <a:gd name="connsiteY219" fmla="*/ 167541 h 440942"/>
              <a:gd name="connsiteX220" fmla="*/ 1112271 w 2253411"/>
              <a:gd name="connsiteY220" fmla="*/ 168559 h 440942"/>
              <a:gd name="connsiteX221" fmla="*/ 1112271 w 2253411"/>
              <a:gd name="connsiteY221" fmla="*/ 134563 h 440942"/>
              <a:gd name="connsiteX222" fmla="*/ 1101731 w 2253411"/>
              <a:gd name="connsiteY222" fmla="*/ 133532 h 440942"/>
              <a:gd name="connsiteX223" fmla="*/ 1052771 w 2253411"/>
              <a:gd name="connsiteY223" fmla="*/ 164808 h 440942"/>
              <a:gd name="connsiteX224" fmla="*/ 1052771 w 2253411"/>
              <a:gd name="connsiteY224" fmla="*/ 136266 h 440942"/>
              <a:gd name="connsiteX225" fmla="*/ 1021481 w 2253411"/>
              <a:gd name="connsiteY225" fmla="*/ 136266 h 440942"/>
              <a:gd name="connsiteX226" fmla="*/ 1021481 w 2253411"/>
              <a:gd name="connsiteY226" fmla="*/ 299806 h 440942"/>
              <a:gd name="connsiteX227" fmla="*/ 1053443 w 2253411"/>
              <a:gd name="connsiteY227" fmla="*/ 299806 h 440942"/>
              <a:gd name="connsiteX228" fmla="*/ 1053443 w 2253411"/>
              <a:gd name="connsiteY228" fmla="*/ 217851 h 440942"/>
              <a:gd name="connsiteX229" fmla="*/ 1098324 w 2253411"/>
              <a:gd name="connsiteY229" fmla="*/ 167543 h 440942"/>
              <a:gd name="connsiteX230" fmla="*/ 1263512 w 2253411"/>
              <a:gd name="connsiteY230" fmla="*/ 217865 h 440942"/>
              <a:gd name="connsiteX231" fmla="*/ 1212518 w 2253411"/>
              <a:gd name="connsiteY231" fmla="*/ 276350 h 440942"/>
              <a:gd name="connsiteX232" fmla="*/ 1161507 w 2253411"/>
              <a:gd name="connsiteY232" fmla="*/ 217865 h 440942"/>
              <a:gd name="connsiteX233" fmla="*/ 1212518 w 2253411"/>
              <a:gd name="connsiteY233" fmla="*/ 159709 h 440942"/>
              <a:gd name="connsiteX234" fmla="*/ 1263512 w 2253411"/>
              <a:gd name="connsiteY234" fmla="*/ 217865 h 440942"/>
              <a:gd name="connsiteX235" fmla="*/ 1296163 w 2253411"/>
              <a:gd name="connsiteY235" fmla="*/ 217865 h 440942"/>
              <a:gd name="connsiteX236" fmla="*/ 1212518 w 2253411"/>
              <a:gd name="connsiteY236" fmla="*/ 131169 h 440942"/>
              <a:gd name="connsiteX237" fmla="*/ 1128871 w 2253411"/>
              <a:gd name="connsiteY237" fmla="*/ 217865 h 440942"/>
              <a:gd name="connsiteX238" fmla="*/ 1212518 w 2253411"/>
              <a:gd name="connsiteY238" fmla="*/ 304904 h 440942"/>
              <a:gd name="connsiteX239" fmla="*/ 1296163 w 2253411"/>
              <a:gd name="connsiteY239" fmla="*/ 217865 h 440942"/>
              <a:gd name="connsiteX240" fmla="*/ 1388657 w 2253411"/>
              <a:gd name="connsiteY240" fmla="*/ 301496 h 440942"/>
              <a:gd name="connsiteX241" fmla="*/ 1410425 w 2253411"/>
              <a:gd name="connsiteY241" fmla="*/ 298446 h 440942"/>
              <a:gd name="connsiteX242" fmla="*/ 1410425 w 2253411"/>
              <a:gd name="connsiteY242" fmla="*/ 271237 h 440942"/>
              <a:gd name="connsiteX243" fmla="*/ 1397836 w 2253411"/>
              <a:gd name="connsiteY243" fmla="*/ 272612 h 440942"/>
              <a:gd name="connsiteX244" fmla="*/ 1375054 w 2253411"/>
              <a:gd name="connsiteY244" fmla="*/ 250158 h 440942"/>
              <a:gd name="connsiteX245" fmla="*/ 1375054 w 2253411"/>
              <a:gd name="connsiteY245" fmla="*/ 165152 h 440942"/>
              <a:gd name="connsiteX246" fmla="*/ 1410423 w 2253411"/>
              <a:gd name="connsiteY246" fmla="*/ 165152 h 440942"/>
              <a:gd name="connsiteX247" fmla="*/ 1410423 w 2253411"/>
              <a:gd name="connsiteY247" fmla="*/ 136254 h 440942"/>
              <a:gd name="connsiteX248" fmla="*/ 1375054 w 2253411"/>
              <a:gd name="connsiteY248" fmla="*/ 136254 h 440942"/>
              <a:gd name="connsiteX249" fmla="*/ 1375054 w 2253411"/>
              <a:gd name="connsiteY249" fmla="*/ 84585 h 440942"/>
              <a:gd name="connsiteX250" fmla="*/ 1345825 w 2253411"/>
              <a:gd name="connsiteY250" fmla="*/ 84585 h 440942"/>
              <a:gd name="connsiteX251" fmla="*/ 1345825 w 2253411"/>
              <a:gd name="connsiteY251" fmla="*/ 111092 h 440942"/>
              <a:gd name="connsiteX252" fmla="*/ 1320665 w 2253411"/>
              <a:gd name="connsiteY252" fmla="*/ 136254 h 440942"/>
              <a:gd name="connsiteX253" fmla="*/ 1311814 w 2253411"/>
              <a:gd name="connsiteY253" fmla="*/ 136254 h 440942"/>
              <a:gd name="connsiteX254" fmla="*/ 1311814 w 2253411"/>
              <a:gd name="connsiteY254" fmla="*/ 165152 h 440942"/>
              <a:gd name="connsiteX255" fmla="*/ 1343105 w 2253411"/>
              <a:gd name="connsiteY255" fmla="*/ 165152 h 440942"/>
              <a:gd name="connsiteX256" fmla="*/ 1343105 w 2253411"/>
              <a:gd name="connsiteY256" fmla="*/ 254911 h 440942"/>
              <a:gd name="connsiteX257" fmla="*/ 1388657 w 2253411"/>
              <a:gd name="connsiteY257" fmla="*/ 301496 h 440942"/>
              <a:gd name="connsiteX258" fmla="*/ 1564344 w 2253411"/>
              <a:gd name="connsiteY258" fmla="*/ 217865 h 440942"/>
              <a:gd name="connsiteX259" fmla="*/ 1513349 w 2253411"/>
              <a:gd name="connsiteY259" fmla="*/ 276350 h 440942"/>
              <a:gd name="connsiteX260" fmla="*/ 1462340 w 2253411"/>
              <a:gd name="connsiteY260" fmla="*/ 217865 h 440942"/>
              <a:gd name="connsiteX261" fmla="*/ 1513349 w 2253411"/>
              <a:gd name="connsiteY261" fmla="*/ 159709 h 440942"/>
              <a:gd name="connsiteX262" fmla="*/ 1564344 w 2253411"/>
              <a:gd name="connsiteY262" fmla="*/ 217865 h 440942"/>
              <a:gd name="connsiteX263" fmla="*/ 1596994 w 2253411"/>
              <a:gd name="connsiteY263" fmla="*/ 217865 h 440942"/>
              <a:gd name="connsiteX264" fmla="*/ 1513349 w 2253411"/>
              <a:gd name="connsiteY264" fmla="*/ 131169 h 440942"/>
              <a:gd name="connsiteX265" fmla="*/ 1429704 w 2253411"/>
              <a:gd name="connsiteY265" fmla="*/ 217865 h 440942"/>
              <a:gd name="connsiteX266" fmla="*/ 1513349 w 2253411"/>
              <a:gd name="connsiteY266" fmla="*/ 304904 h 440942"/>
              <a:gd name="connsiteX267" fmla="*/ 1596994 w 2253411"/>
              <a:gd name="connsiteY267" fmla="*/ 217865 h 440942"/>
              <a:gd name="connsiteX268" fmla="*/ 1709456 w 2253411"/>
              <a:gd name="connsiteY268" fmla="*/ 167543 h 440942"/>
              <a:gd name="connsiteX269" fmla="*/ 1723392 w 2253411"/>
              <a:gd name="connsiteY269" fmla="*/ 168560 h 440942"/>
              <a:gd name="connsiteX270" fmla="*/ 1723392 w 2253411"/>
              <a:gd name="connsiteY270" fmla="*/ 134563 h 440942"/>
              <a:gd name="connsiteX271" fmla="*/ 1712851 w 2253411"/>
              <a:gd name="connsiteY271" fmla="*/ 133532 h 440942"/>
              <a:gd name="connsiteX272" fmla="*/ 1663890 w 2253411"/>
              <a:gd name="connsiteY272" fmla="*/ 164808 h 440942"/>
              <a:gd name="connsiteX273" fmla="*/ 1663890 w 2253411"/>
              <a:gd name="connsiteY273" fmla="*/ 136266 h 440942"/>
              <a:gd name="connsiteX274" fmla="*/ 1632614 w 2253411"/>
              <a:gd name="connsiteY274" fmla="*/ 136266 h 440942"/>
              <a:gd name="connsiteX275" fmla="*/ 1632614 w 2253411"/>
              <a:gd name="connsiteY275" fmla="*/ 299806 h 440942"/>
              <a:gd name="connsiteX276" fmla="*/ 1664564 w 2253411"/>
              <a:gd name="connsiteY276" fmla="*/ 299806 h 440942"/>
              <a:gd name="connsiteX277" fmla="*/ 1664564 w 2253411"/>
              <a:gd name="connsiteY277" fmla="*/ 217851 h 440942"/>
              <a:gd name="connsiteX278" fmla="*/ 1709456 w 2253411"/>
              <a:gd name="connsiteY278" fmla="*/ 167543 h 440942"/>
              <a:gd name="connsiteX279" fmla="*/ 1790286 w 2253411"/>
              <a:gd name="connsiteY279" fmla="*/ 74360 h 440942"/>
              <a:gd name="connsiteX280" fmla="*/ 1767488 w 2253411"/>
              <a:gd name="connsiteY280" fmla="*/ 51248 h 440942"/>
              <a:gd name="connsiteX281" fmla="*/ 1744374 w 2253411"/>
              <a:gd name="connsiteY281" fmla="*/ 74045 h 440942"/>
              <a:gd name="connsiteX282" fmla="*/ 1767159 w 2253411"/>
              <a:gd name="connsiteY282" fmla="*/ 97158 h 440942"/>
              <a:gd name="connsiteX283" fmla="*/ 1790286 w 2253411"/>
              <a:gd name="connsiteY283" fmla="*/ 74401 h 440942"/>
              <a:gd name="connsiteX284" fmla="*/ 1790286 w 2253411"/>
              <a:gd name="connsiteY284" fmla="*/ 74362 h 440942"/>
              <a:gd name="connsiteX285" fmla="*/ 1937899 w 2253411"/>
              <a:gd name="connsiteY285" fmla="*/ 299820 h 440942"/>
              <a:gd name="connsiteX286" fmla="*/ 1968489 w 2253411"/>
              <a:gd name="connsiteY286" fmla="*/ 299820 h 440942"/>
              <a:gd name="connsiteX287" fmla="*/ 1966785 w 2253411"/>
              <a:gd name="connsiteY287" fmla="*/ 269547 h 440942"/>
              <a:gd name="connsiteX288" fmla="*/ 1966785 w 2253411"/>
              <a:gd name="connsiteY288" fmla="*/ 136254 h 440942"/>
              <a:gd name="connsiteX289" fmla="*/ 1934821 w 2253411"/>
              <a:gd name="connsiteY289" fmla="*/ 136254 h 440942"/>
              <a:gd name="connsiteX290" fmla="*/ 1934821 w 2253411"/>
              <a:gd name="connsiteY290" fmla="*/ 234863 h 440942"/>
              <a:gd name="connsiteX291" fmla="*/ 1896069 w 2253411"/>
              <a:gd name="connsiteY291" fmla="*/ 276679 h 440942"/>
              <a:gd name="connsiteX292" fmla="*/ 1859008 w 2253411"/>
              <a:gd name="connsiteY292" fmla="*/ 234519 h 440942"/>
              <a:gd name="connsiteX293" fmla="*/ 1859008 w 2253411"/>
              <a:gd name="connsiteY293" fmla="*/ 136254 h 440942"/>
              <a:gd name="connsiteX294" fmla="*/ 1827032 w 2253411"/>
              <a:gd name="connsiteY294" fmla="*/ 136254 h 440942"/>
              <a:gd name="connsiteX295" fmla="*/ 1827032 w 2253411"/>
              <a:gd name="connsiteY295" fmla="*/ 239287 h 440942"/>
              <a:gd name="connsiteX296" fmla="*/ 1888249 w 2253411"/>
              <a:gd name="connsiteY296" fmla="*/ 304903 h 440942"/>
              <a:gd name="connsiteX297" fmla="*/ 1936524 w 2253411"/>
              <a:gd name="connsiteY297" fmla="*/ 280086 h 440942"/>
              <a:gd name="connsiteX298" fmla="*/ 1937899 w 2253411"/>
              <a:gd name="connsiteY298" fmla="*/ 299818 h 440942"/>
              <a:gd name="connsiteX299" fmla="*/ 2253984 w 2253411"/>
              <a:gd name="connsiteY299" fmla="*/ 299806 h 440942"/>
              <a:gd name="connsiteX300" fmla="*/ 2253984 w 2253411"/>
              <a:gd name="connsiteY300" fmla="*/ 193721 h 440942"/>
              <a:gd name="connsiteX301" fmla="*/ 2197547 w 2253411"/>
              <a:gd name="connsiteY301" fmla="*/ 131498 h 440942"/>
              <a:gd name="connsiteX302" fmla="*/ 2142800 w 2253411"/>
              <a:gd name="connsiteY302" fmla="*/ 162431 h 440942"/>
              <a:gd name="connsiteX303" fmla="*/ 2093839 w 2253411"/>
              <a:gd name="connsiteY303" fmla="*/ 131498 h 440942"/>
              <a:gd name="connsiteX304" fmla="*/ 2044204 w 2253411"/>
              <a:gd name="connsiteY304" fmla="*/ 158005 h 440942"/>
              <a:gd name="connsiteX305" fmla="*/ 2044204 w 2253411"/>
              <a:gd name="connsiteY305" fmla="*/ 136254 h 440942"/>
              <a:gd name="connsiteX306" fmla="*/ 2013588 w 2253411"/>
              <a:gd name="connsiteY306" fmla="*/ 136254 h 440942"/>
              <a:gd name="connsiteX307" fmla="*/ 2013588 w 2253411"/>
              <a:gd name="connsiteY307" fmla="*/ 299806 h 440942"/>
              <a:gd name="connsiteX308" fmla="*/ 2045221 w 2253411"/>
              <a:gd name="connsiteY308" fmla="*/ 299806 h 440942"/>
              <a:gd name="connsiteX309" fmla="*/ 2045221 w 2253411"/>
              <a:gd name="connsiteY309" fmla="*/ 201209 h 440942"/>
              <a:gd name="connsiteX310" fmla="*/ 2083299 w 2253411"/>
              <a:gd name="connsiteY310" fmla="*/ 159709 h 440942"/>
              <a:gd name="connsiteX311" fmla="*/ 2117971 w 2253411"/>
              <a:gd name="connsiteY311" fmla="*/ 197115 h 440942"/>
              <a:gd name="connsiteX312" fmla="*/ 2117971 w 2253411"/>
              <a:gd name="connsiteY312" fmla="*/ 299807 h 440942"/>
              <a:gd name="connsiteX313" fmla="*/ 2149932 w 2253411"/>
              <a:gd name="connsiteY313" fmla="*/ 299807 h 440942"/>
              <a:gd name="connsiteX314" fmla="*/ 2149932 w 2253411"/>
              <a:gd name="connsiteY314" fmla="*/ 200867 h 440942"/>
              <a:gd name="connsiteX315" fmla="*/ 2187682 w 2253411"/>
              <a:gd name="connsiteY315" fmla="*/ 159711 h 440942"/>
              <a:gd name="connsiteX316" fmla="*/ 2222364 w 2253411"/>
              <a:gd name="connsiteY316" fmla="*/ 197115 h 440942"/>
              <a:gd name="connsiteX317" fmla="*/ 2222364 w 2253411"/>
              <a:gd name="connsiteY317" fmla="*/ 299807 h 440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Lst>
            <a:rect l="l" t="t" r="r" b="b"/>
            <a:pathLst>
              <a:path w="2253411" h="440942">
                <a:moveTo>
                  <a:pt x="1783139" y="136254"/>
                </a:moveTo>
                <a:lnTo>
                  <a:pt x="1751520" y="136254"/>
                </a:lnTo>
                <a:lnTo>
                  <a:pt x="1751520" y="299806"/>
                </a:lnTo>
                <a:lnTo>
                  <a:pt x="1783139" y="299806"/>
                </a:lnTo>
                <a:close/>
                <a:moveTo>
                  <a:pt x="293338" y="409024"/>
                </a:moveTo>
                <a:cubicBezTo>
                  <a:pt x="293335" y="411298"/>
                  <a:pt x="295174" y="413144"/>
                  <a:pt x="297448" y="413147"/>
                </a:cubicBezTo>
                <a:cubicBezTo>
                  <a:pt x="297452" y="413147"/>
                  <a:pt x="297456" y="413147"/>
                  <a:pt x="297460" y="413147"/>
                </a:cubicBezTo>
                <a:lnTo>
                  <a:pt x="333669" y="413147"/>
                </a:lnTo>
                <a:cubicBezTo>
                  <a:pt x="335936" y="413150"/>
                  <a:pt x="337776" y="411314"/>
                  <a:pt x="337779" y="409047"/>
                </a:cubicBezTo>
                <a:cubicBezTo>
                  <a:pt x="337779" y="409039"/>
                  <a:pt x="337779" y="409032"/>
                  <a:pt x="337777" y="409024"/>
                </a:cubicBezTo>
                <a:cubicBezTo>
                  <a:pt x="337782" y="406760"/>
                  <a:pt x="335949" y="404921"/>
                  <a:pt x="333683" y="404916"/>
                </a:cubicBezTo>
                <a:cubicBezTo>
                  <a:pt x="333678" y="404916"/>
                  <a:pt x="333674" y="404916"/>
                  <a:pt x="333669" y="404916"/>
                </a:cubicBezTo>
                <a:lnTo>
                  <a:pt x="297460" y="404916"/>
                </a:lnTo>
                <a:cubicBezTo>
                  <a:pt x="295188" y="404911"/>
                  <a:pt x="293342" y="406749"/>
                  <a:pt x="293338" y="409021"/>
                </a:cubicBezTo>
                <a:cubicBezTo>
                  <a:pt x="293338" y="409023"/>
                  <a:pt x="293338" y="409024"/>
                  <a:pt x="293338" y="409024"/>
                </a:cubicBezTo>
                <a:moveTo>
                  <a:pt x="39859" y="409024"/>
                </a:moveTo>
                <a:cubicBezTo>
                  <a:pt x="39849" y="411291"/>
                  <a:pt x="41679" y="413137"/>
                  <a:pt x="43946" y="413147"/>
                </a:cubicBezTo>
                <a:cubicBezTo>
                  <a:pt x="43953" y="413147"/>
                  <a:pt x="43959" y="413147"/>
                  <a:pt x="43967" y="413147"/>
                </a:cubicBezTo>
                <a:lnTo>
                  <a:pt x="80176" y="413147"/>
                </a:lnTo>
                <a:cubicBezTo>
                  <a:pt x="82449" y="413150"/>
                  <a:pt x="84295" y="411311"/>
                  <a:pt x="84298" y="409037"/>
                </a:cubicBezTo>
                <a:cubicBezTo>
                  <a:pt x="84298" y="409032"/>
                  <a:pt x="84298" y="409029"/>
                  <a:pt x="84298" y="409024"/>
                </a:cubicBezTo>
                <a:cubicBezTo>
                  <a:pt x="84295" y="406752"/>
                  <a:pt x="82451" y="404913"/>
                  <a:pt x="80179" y="404916"/>
                </a:cubicBezTo>
                <a:cubicBezTo>
                  <a:pt x="80177" y="404916"/>
                  <a:pt x="80177" y="404916"/>
                  <a:pt x="80176" y="404916"/>
                </a:cubicBezTo>
                <a:lnTo>
                  <a:pt x="43967" y="404916"/>
                </a:lnTo>
                <a:cubicBezTo>
                  <a:pt x="41701" y="404913"/>
                  <a:pt x="39862" y="406746"/>
                  <a:pt x="39859" y="409012"/>
                </a:cubicBezTo>
                <a:cubicBezTo>
                  <a:pt x="39859" y="409016"/>
                  <a:pt x="39859" y="409021"/>
                  <a:pt x="39859" y="409024"/>
                </a:cubicBezTo>
                <a:moveTo>
                  <a:pt x="80177" y="339849"/>
                </a:moveTo>
                <a:lnTo>
                  <a:pt x="8803" y="339849"/>
                </a:lnTo>
                <a:lnTo>
                  <a:pt x="8803" y="177644"/>
                </a:lnTo>
                <a:cubicBezTo>
                  <a:pt x="8801" y="175367"/>
                  <a:pt x="6955" y="173523"/>
                  <a:pt x="4680" y="173521"/>
                </a:cubicBezTo>
                <a:cubicBezTo>
                  <a:pt x="2408" y="173523"/>
                  <a:pt x="569" y="175367"/>
                  <a:pt x="572" y="177639"/>
                </a:cubicBezTo>
                <a:cubicBezTo>
                  <a:pt x="572" y="177640"/>
                  <a:pt x="572" y="177642"/>
                  <a:pt x="572" y="177644"/>
                </a:cubicBezTo>
                <a:lnTo>
                  <a:pt x="572" y="343959"/>
                </a:lnTo>
                <a:cubicBezTo>
                  <a:pt x="567" y="346229"/>
                  <a:pt x="2404" y="348075"/>
                  <a:pt x="4676" y="348080"/>
                </a:cubicBezTo>
                <a:cubicBezTo>
                  <a:pt x="4677" y="348080"/>
                  <a:pt x="4679" y="348080"/>
                  <a:pt x="4680" y="348080"/>
                </a:cubicBezTo>
                <a:lnTo>
                  <a:pt x="80176" y="348080"/>
                </a:lnTo>
                <a:cubicBezTo>
                  <a:pt x="82449" y="348083"/>
                  <a:pt x="84295" y="346244"/>
                  <a:pt x="84298" y="343970"/>
                </a:cubicBezTo>
                <a:cubicBezTo>
                  <a:pt x="84298" y="343965"/>
                  <a:pt x="84298" y="343962"/>
                  <a:pt x="84298" y="343959"/>
                </a:cubicBezTo>
                <a:cubicBezTo>
                  <a:pt x="84290" y="341687"/>
                  <a:pt x="82447" y="339849"/>
                  <a:pt x="80176" y="339849"/>
                </a:cubicBezTo>
                <a:moveTo>
                  <a:pt x="98412" y="45530"/>
                </a:moveTo>
                <a:cubicBezTo>
                  <a:pt x="98409" y="43258"/>
                  <a:pt x="96564" y="41419"/>
                  <a:pt x="94292" y="41422"/>
                </a:cubicBezTo>
                <a:cubicBezTo>
                  <a:pt x="94291" y="41422"/>
                  <a:pt x="94291" y="41422"/>
                  <a:pt x="94289" y="41422"/>
                </a:cubicBezTo>
                <a:lnTo>
                  <a:pt x="30459" y="41422"/>
                </a:lnTo>
                <a:cubicBezTo>
                  <a:pt x="28193" y="41419"/>
                  <a:pt x="26354" y="43252"/>
                  <a:pt x="26351" y="45518"/>
                </a:cubicBezTo>
                <a:cubicBezTo>
                  <a:pt x="26351" y="45521"/>
                  <a:pt x="26351" y="45526"/>
                  <a:pt x="26351" y="45530"/>
                </a:cubicBezTo>
                <a:lnTo>
                  <a:pt x="26351" y="133916"/>
                </a:lnTo>
                <a:cubicBezTo>
                  <a:pt x="26346" y="136188"/>
                  <a:pt x="28184" y="138034"/>
                  <a:pt x="30456" y="138039"/>
                </a:cubicBezTo>
                <a:cubicBezTo>
                  <a:pt x="30458" y="138039"/>
                  <a:pt x="30458" y="138039"/>
                  <a:pt x="30459" y="138039"/>
                </a:cubicBezTo>
                <a:lnTo>
                  <a:pt x="80191" y="138039"/>
                </a:lnTo>
                <a:cubicBezTo>
                  <a:pt x="82460" y="138026"/>
                  <a:pt x="84295" y="136187"/>
                  <a:pt x="84300" y="133916"/>
                </a:cubicBezTo>
                <a:cubicBezTo>
                  <a:pt x="84293" y="131651"/>
                  <a:pt x="82459" y="129814"/>
                  <a:pt x="80191" y="129808"/>
                </a:cubicBezTo>
                <a:lnTo>
                  <a:pt x="34582" y="129808"/>
                </a:lnTo>
                <a:lnTo>
                  <a:pt x="34582" y="49653"/>
                </a:lnTo>
                <a:lnTo>
                  <a:pt x="94291" y="49653"/>
                </a:lnTo>
                <a:cubicBezTo>
                  <a:pt x="96564" y="49656"/>
                  <a:pt x="98410" y="47813"/>
                  <a:pt x="98413" y="45540"/>
                </a:cubicBezTo>
                <a:cubicBezTo>
                  <a:pt x="98413" y="45537"/>
                  <a:pt x="98413" y="45534"/>
                  <a:pt x="98413" y="45530"/>
                </a:cubicBezTo>
                <a:moveTo>
                  <a:pt x="271146" y="190835"/>
                </a:moveTo>
                <a:lnTo>
                  <a:pt x="271146" y="150874"/>
                </a:lnTo>
                <a:cubicBezTo>
                  <a:pt x="271151" y="148602"/>
                  <a:pt x="269311" y="146756"/>
                  <a:pt x="267039" y="146752"/>
                </a:cubicBezTo>
                <a:cubicBezTo>
                  <a:pt x="267039" y="146752"/>
                  <a:pt x="267037" y="146752"/>
                  <a:pt x="267037" y="146752"/>
                </a:cubicBezTo>
                <a:cubicBezTo>
                  <a:pt x="264756" y="146747"/>
                  <a:pt x="262904" y="148593"/>
                  <a:pt x="262900" y="150873"/>
                </a:cubicBezTo>
                <a:cubicBezTo>
                  <a:pt x="262900" y="150873"/>
                  <a:pt x="262900" y="150874"/>
                  <a:pt x="262900" y="150874"/>
                </a:cubicBezTo>
                <a:lnTo>
                  <a:pt x="262900" y="186698"/>
                </a:lnTo>
                <a:lnTo>
                  <a:pt x="192929" y="186698"/>
                </a:lnTo>
                <a:lnTo>
                  <a:pt x="192929" y="93846"/>
                </a:lnTo>
                <a:lnTo>
                  <a:pt x="234730" y="93846"/>
                </a:lnTo>
                <a:cubicBezTo>
                  <a:pt x="236999" y="93841"/>
                  <a:pt x="238840" y="92007"/>
                  <a:pt x="238853" y="89738"/>
                </a:cubicBezTo>
                <a:cubicBezTo>
                  <a:pt x="238852" y="87459"/>
                  <a:pt x="237009" y="85610"/>
                  <a:pt x="234730" y="85602"/>
                </a:cubicBezTo>
                <a:lnTo>
                  <a:pt x="192929" y="85602"/>
                </a:lnTo>
                <a:lnTo>
                  <a:pt x="192929" y="8058"/>
                </a:lnTo>
                <a:lnTo>
                  <a:pt x="256951" y="8058"/>
                </a:lnTo>
                <a:cubicBezTo>
                  <a:pt x="259225" y="8061"/>
                  <a:pt x="261071" y="6220"/>
                  <a:pt x="261072" y="3946"/>
                </a:cubicBezTo>
                <a:cubicBezTo>
                  <a:pt x="261072" y="3943"/>
                  <a:pt x="261072" y="3938"/>
                  <a:pt x="261072" y="3935"/>
                </a:cubicBezTo>
                <a:cubicBezTo>
                  <a:pt x="261071" y="1663"/>
                  <a:pt x="259226" y="-176"/>
                  <a:pt x="256954" y="-175"/>
                </a:cubicBezTo>
                <a:cubicBezTo>
                  <a:pt x="256953" y="-175"/>
                  <a:pt x="256951" y="-175"/>
                  <a:pt x="256951" y="-175"/>
                </a:cubicBezTo>
                <a:lnTo>
                  <a:pt x="120686" y="-175"/>
                </a:lnTo>
                <a:cubicBezTo>
                  <a:pt x="118418" y="-173"/>
                  <a:pt x="116580" y="1666"/>
                  <a:pt x="116578" y="3935"/>
                </a:cubicBezTo>
                <a:cubicBezTo>
                  <a:pt x="116573" y="6207"/>
                  <a:pt x="118411" y="8053"/>
                  <a:pt x="120685" y="8058"/>
                </a:cubicBezTo>
                <a:cubicBezTo>
                  <a:pt x="120685" y="8058"/>
                  <a:pt x="120686" y="8058"/>
                  <a:pt x="120686" y="8058"/>
                </a:cubicBezTo>
                <a:lnTo>
                  <a:pt x="184696" y="8058"/>
                </a:lnTo>
                <a:lnTo>
                  <a:pt x="184696" y="85629"/>
                </a:lnTo>
                <a:lnTo>
                  <a:pt x="141436" y="85629"/>
                </a:lnTo>
                <a:cubicBezTo>
                  <a:pt x="139161" y="85631"/>
                  <a:pt x="137317" y="87475"/>
                  <a:pt x="137315" y="89752"/>
                </a:cubicBezTo>
                <a:cubicBezTo>
                  <a:pt x="137318" y="92024"/>
                  <a:pt x="139163" y="93864"/>
                  <a:pt x="141435" y="93860"/>
                </a:cubicBezTo>
                <a:cubicBezTo>
                  <a:pt x="141435" y="93860"/>
                  <a:pt x="141436" y="93860"/>
                  <a:pt x="141436" y="93860"/>
                </a:cubicBezTo>
                <a:lnTo>
                  <a:pt x="184696" y="93860"/>
                </a:lnTo>
                <a:lnTo>
                  <a:pt x="184696" y="186698"/>
                </a:lnTo>
                <a:lnTo>
                  <a:pt x="114724" y="186698"/>
                </a:lnTo>
                <a:lnTo>
                  <a:pt x="114724" y="150874"/>
                </a:lnTo>
                <a:cubicBezTo>
                  <a:pt x="114727" y="148601"/>
                  <a:pt x="112885" y="146755"/>
                  <a:pt x="110611" y="146752"/>
                </a:cubicBezTo>
                <a:cubicBezTo>
                  <a:pt x="110608" y="146752"/>
                  <a:pt x="110605" y="146752"/>
                  <a:pt x="110602" y="146752"/>
                </a:cubicBezTo>
                <a:cubicBezTo>
                  <a:pt x="108325" y="146753"/>
                  <a:pt x="106481" y="148598"/>
                  <a:pt x="106479" y="150874"/>
                </a:cubicBezTo>
                <a:lnTo>
                  <a:pt x="106479" y="190835"/>
                </a:lnTo>
                <a:cubicBezTo>
                  <a:pt x="106482" y="193107"/>
                  <a:pt x="108326" y="194947"/>
                  <a:pt x="110598" y="194943"/>
                </a:cubicBezTo>
                <a:cubicBezTo>
                  <a:pt x="110598" y="194943"/>
                  <a:pt x="110600" y="194943"/>
                  <a:pt x="110602" y="194943"/>
                </a:cubicBezTo>
                <a:lnTo>
                  <a:pt x="184696" y="194943"/>
                </a:lnTo>
                <a:lnTo>
                  <a:pt x="184696" y="302418"/>
                </a:lnTo>
                <a:lnTo>
                  <a:pt x="120523" y="302418"/>
                </a:lnTo>
                <a:lnTo>
                  <a:pt x="120523" y="253744"/>
                </a:lnTo>
                <a:cubicBezTo>
                  <a:pt x="120518" y="251469"/>
                  <a:pt x="118670" y="249630"/>
                  <a:pt x="116395" y="249636"/>
                </a:cubicBezTo>
                <a:cubicBezTo>
                  <a:pt x="116392" y="249636"/>
                  <a:pt x="116389" y="249636"/>
                  <a:pt x="116386" y="249636"/>
                </a:cubicBezTo>
                <a:lnTo>
                  <a:pt x="62189" y="249636"/>
                </a:lnTo>
                <a:lnTo>
                  <a:pt x="62189" y="210170"/>
                </a:lnTo>
                <a:cubicBezTo>
                  <a:pt x="62194" y="207898"/>
                  <a:pt x="60356" y="206052"/>
                  <a:pt x="58084" y="206047"/>
                </a:cubicBezTo>
                <a:cubicBezTo>
                  <a:pt x="58082" y="206047"/>
                  <a:pt x="58082" y="206047"/>
                  <a:pt x="58081" y="206047"/>
                </a:cubicBezTo>
                <a:cubicBezTo>
                  <a:pt x="55805" y="206054"/>
                  <a:pt x="53964" y="207895"/>
                  <a:pt x="53958" y="210170"/>
                </a:cubicBezTo>
                <a:lnTo>
                  <a:pt x="53958" y="253744"/>
                </a:lnTo>
                <a:cubicBezTo>
                  <a:pt x="53960" y="256020"/>
                  <a:pt x="55804" y="257866"/>
                  <a:pt x="58081" y="257867"/>
                </a:cubicBezTo>
                <a:lnTo>
                  <a:pt x="112277" y="257867"/>
                </a:lnTo>
                <a:lnTo>
                  <a:pt x="112277" y="380182"/>
                </a:lnTo>
                <a:cubicBezTo>
                  <a:pt x="112273" y="382454"/>
                  <a:pt x="114110" y="384300"/>
                  <a:pt x="116382" y="384304"/>
                </a:cubicBezTo>
                <a:cubicBezTo>
                  <a:pt x="116384" y="384304"/>
                  <a:pt x="116386" y="384304"/>
                  <a:pt x="116386" y="384304"/>
                </a:cubicBezTo>
                <a:cubicBezTo>
                  <a:pt x="118666" y="384303"/>
                  <a:pt x="120515" y="382460"/>
                  <a:pt x="120523" y="380182"/>
                </a:cubicBezTo>
                <a:lnTo>
                  <a:pt x="120523" y="310649"/>
                </a:lnTo>
                <a:lnTo>
                  <a:pt x="184696" y="310649"/>
                </a:lnTo>
                <a:lnTo>
                  <a:pt x="184696" y="432537"/>
                </a:lnTo>
                <a:lnTo>
                  <a:pt x="131736" y="432537"/>
                </a:lnTo>
                <a:cubicBezTo>
                  <a:pt x="129475" y="432528"/>
                  <a:pt x="127636" y="434355"/>
                  <a:pt x="127628" y="436615"/>
                </a:cubicBezTo>
                <a:cubicBezTo>
                  <a:pt x="127628" y="436625"/>
                  <a:pt x="127628" y="436635"/>
                  <a:pt x="127628" y="436646"/>
                </a:cubicBezTo>
                <a:cubicBezTo>
                  <a:pt x="127618" y="438913"/>
                  <a:pt x="129448" y="440759"/>
                  <a:pt x="131716" y="440768"/>
                </a:cubicBezTo>
                <a:cubicBezTo>
                  <a:pt x="131722" y="440768"/>
                  <a:pt x="131730" y="440768"/>
                  <a:pt x="131736" y="440768"/>
                </a:cubicBezTo>
                <a:lnTo>
                  <a:pt x="245888" y="440768"/>
                </a:lnTo>
                <a:cubicBezTo>
                  <a:pt x="248162" y="440771"/>
                  <a:pt x="250008" y="438930"/>
                  <a:pt x="250011" y="436657"/>
                </a:cubicBezTo>
                <a:cubicBezTo>
                  <a:pt x="250011" y="436654"/>
                  <a:pt x="250011" y="436649"/>
                  <a:pt x="250011" y="436646"/>
                </a:cubicBezTo>
                <a:cubicBezTo>
                  <a:pt x="250013" y="434378"/>
                  <a:pt x="248176" y="432539"/>
                  <a:pt x="245909" y="432537"/>
                </a:cubicBezTo>
                <a:cubicBezTo>
                  <a:pt x="245903" y="432537"/>
                  <a:pt x="245895" y="432537"/>
                  <a:pt x="245888" y="432537"/>
                </a:cubicBezTo>
                <a:lnTo>
                  <a:pt x="192929" y="432537"/>
                </a:lnTo>
                <a:lnTo>
                  <a:pt x="192929" y="310649"/>
                </a:lnTo>
                <a:lnTo>
                  <a:pt x="257116" y="310649"/>
                </a:lnTo>
                <a:lnTo>
                  <a:pt x="257116" y="380182"/>
                </a:lnTo>
                <a:cubicBezTo>
                  <a:pt x="257124" y="382460"/>
                  <a:pt x="258972" y="384303"/>
                  <a:pt x="261250" y="384304"/>
                </a:cubicBezTo>
                <a:cubicBezTo>
                  <a:pt x="263522" y="384296"/>
                  <a:pt x="265358" y="382454"/>
                  <a:pt x="265358" y="380182"/>
                </a:cubicBezTo>
                <a:lnTo>
                  <a:pt x="265358" y="257867"/>
                </a:lnTo>
                <a:lnTo>
                  <a:pt x="319557" y="257867"/>
                </a:lnTo>
                <a:cubicBezTo>
                  <a:pt x="321829" y="257864"/>
                  <a:pt x="323668" y="256020"/>
                  <a:pt x="323665" y="253748"/>
                </a:cubicBezTo>
                <a:cubicBezTo>
                  <a:pt x="323665" y="253746"/>
                  <a:pt x="323665" y="253744"/>
                  <a:pt x="323665" y="253744"/>
                </a:cubicBezTo>
                <a:lnTo>
                  <a:pt x="323665" y="210170"/>
                </a:lnTo>
                <a:cubicBezTo>
                  <a:pt x="323665" y="207898"/>
                  <a:pt x="321827" y="206055"/>
                  <a:pt x="319557" y="206047"/>
                </a:cubicBezTo>
                <a:cubicBezTo>
                  <a:pt x="317280" y="206049"/>
                  <a:pt x="315436" y="207893"/>
                  <a:pt x="315434" y="210170"/>
                </a:cubicBezTo>
                <a:lnTo>
                  <a:pt x="315434" y="249636"/>
                </a:lnTo>
                <a:lnTo>
                  <a:pt x="261250" y="249636"/>
                </a:lnTo>
                <a:cubicBezTo>
                  <a:pt x="258977" y="249625"/>
                  <a:pt x="257124" y="251460"/>
                  <a:pt x="257115" y="253733"/>
                </a:cubicBezTo>
                <a:cubicBezTo>
                  <a:pt x="257115" y="253737"/>
                  <a:pt x="257115" y="253741"/>
                  <a:pt x="257115" y="253744"/>
                </a:cubicBezTo>
                <a:lnTo>
                  <a:pt x="257115" y="302416"/>
                </a:lnTo>
                <a:lnTo>
                  <a:pt x="192927" y="302416"/>
                </a:lnTo>
                <a:lnTo>
                  <a:pt x="192927" y="194943"/>
                </a:lnTo>
                <a:lnTo>
                  <a:pt x="267036" y="194943"/>
                </a:lnTo>
                <a:cubicBezTo>
                  <a:pt x="269301" y="194948"/>
                  <a:pt x="271141" y="193113"/>
                  <a:pt x="271144" y="190849"/>
                </a:cubicBezTo>
                <a:cubicBezTo>
                  <a:pt x="271144" y="190845"/>
                  <a:pt x="271144" y="190840"/>
                  <a:pt x="271144" y="190835"/>
                </a:cubicBezTo>
                <a:moveTo>
                  <a:pt x="351285" y="133931"/>
                </a:moveTo>
                <a:lnTo>
                  <a:pt x="351285" y="45545"/>
                </a:lnTo>
                <a:cubicBezTo>
                  <a:pt x="351288" y="43271"/>
                  <a:pt x="349449" y="41425"/>
                  <a:pt x="347175" y="41422"/>
                </a:cubicBezTo>
                <a:cubicBezTo>
                  <a:pt x="347170" y="41422"/>
                  <a:pt x="347167" y="41422"/>
                  <a:pt x="347164" y="41422"/>
                </a:cubicBezTo>
                <a:lnTo>
                  <a:pt x="283332" y="41422"/>
                </a:lnTo>
                <a:cubicBezTo>
                  <a:pt x="281065" y="41420"/>
                  <a:pt x="279226" y="43257"/>
                  <a:pt x="279224" y="45524"/>
                </a:cubicBezTo>
                <a:cubicBezTo>
                  <a:pt x="279224" y="45530"/>
                  <a:pt x="279224" y="45538"/>
                  <a:pt x="279224" y="45545"/>
                </a:cubicBezTo>
                <a:cubicBezTo>
                  <a:pt x="279226" y="47813"/>
                  <a:pt x="281065" y="49651"/>
                  <a:pt x="283332" y="49653"/>
                </a:cubicBezTo>
                <a:lnTo>
                  <a:pt x="343054" y="49653"/>
                </a:lnTo>
                <a:lnTo>
                  <a:pt x="343054" y="129808"/>
                </a:lnTo>
                <a:lnTo>
                  <a:pt x="297460" y="129808"/>
                </a:lnTo>
                <a:cubicBezTo>
                  <a:pt x="295187" y="129805"/>
                  <a:pt x="293341" y="131644"/>
                  <a:pt x="293338" y="133918"/>
                </a:cubicBezTo>
                <a:cubicBezTo>
                  <a:pt x="293338" y="133923"/>
                  <a:pt x="293338" y="133926"/>
                  <a:pt x="293338" y="133931"/>
                </a:cubicBezTo>
                <a:cubicBezTo>
                  <a:pt x="293344" y="136201"/>
                  <a:pt x="295188" y="138039"/>
                  <a:pt x="297460" y="138039"/>
                </a:cubicBezTo>
                <a:lnTo>
                  <a:pt x="347164" y="138039"/>
                </a:lnTo>
                <a:cubicBezTo>
                  <a:pt x="349434" y="138039"/>
                  <a:pt x="351279" y="136201"/>
                  <a:pt x="351285" y="133931"/>
                </a:cubicBezTo>
                <a:moveTo>
                  <a:pt x="377065" y="343972"/>
                </a:moveTo>
                <a:lnTo>
                  <a:pt x="377065" y="177629"/>
                </a:lnTo>
                <a:cubicBezTo>
                  <a:pt x="377062" y="175357"/>
                  <a:pt x="375218" y="173518"/>
                  <a:pt x="372946" y="173521"/>
                </a:cubicBezTo>
                <a:cubicBezTo>
                  <a:pt x="372944" y="173521"/>
                  <a:pt x="372943" y="173521"/>
                  <a:pt x="372943" y="173521"/>
                </a:cubicBezTo>
                <a:cubicBezTo>
                  <a:pt x="370677" y="173518"/>
                  <a:pt x="368838" y="175351"/>
                  <a:pt x="368834" y="177617"/>
                </a:cubicBezTo>
                <a:cubicBezTo>
                  <a:pt x="368834" y="177621"/>
                  <a:pt x="368834" y="177625"/>
                  <a:pt x="368834" y="177629"/>
                </a:cubicBezTo>
                <a:lnTo>
                  <a:pt x="368834" y="339836"/>
                </a:lnTo>
                <a:lnTo>
                  <a:pt x="297460" y="339836"/>
                </a:lnTo>
                <a:cubicBezTo>
                  <a:pt x="295179" y="339839"/>
                  <a:pt x="293335" y="341690"/>
                  <a:pt x="293338" y="343970"/>
                </a:cubicBezTo>
                <a:cubicBezTo>
                  <a:pt x="293338" y="343970"/>
                  <a:pt x="293338" y="343972"/>
                  <a:pt x="293338" y="343972"/>
                </a:cubicBezTo>
                <a:cubicBezTo>
                  <a:pt x="293335" y="346239"/>
                  <a:pt x="295171" y="348078"/>
                  <a:pt x="297438" y="348080"/>
                </a:cubicBezTo>
                <a:cubicBezTo>
                  <a:pt x="297446" y="348080"/>
                  <a:pt x="297452" y="348080"/>
                  <a:pt x="297460" y="348080"/>
                </a:cubicBezTo>
                <a:lnTo>
                  <a:pt x="372943" y="348080"/>
                </a:lnTo>
                <a:cubicBezTo>
                  <a:pt x="375210" y="348089"/>
                  <a:pt x="377056" y="346260"/>
                  <a:pt x="377065" y="343992"/>
                </a:cubicBezTo>
                <a:cubicBezTo>
                  <a:pt x="377065" y="343986"/>
                  <a:pt x="377065" y="343978"/>
                  <a:pt x="377065" y="343972"/>
                </a:cubicBezTo>
                <a:moveTo>
                  <a:pt x="577721" y="299806"/>
                </a:moveTo>
                <a:lnTo>
                  <a:pt x="609683" y="299806"/>
                </a:lnTo>
                <a:lnTo>
                  <a:pt x="609683" y="196098"/>
                </a:lnTo>
                <a:cubicBezTo>
                  <a:pt x="609683" y="159709"/>
                  <a:pt x="590294" y="131498"/>
                  <a:pt x="551186" y="131498"/>
                </a:cubicBezTo>
                <a:cubicBezTo>
                  <a:pt x="532153" y="131498"/>
                  <a:pt x="512778" y="139317"/>
                  <a:pt x="500878" y="159709"/>
                </a:cubicBezTo>
                <a:lnTo>
                  <a:pt x="500878" y="136254"/>
                </a:lnTo>
                <a:lnTo>
                  <a:pt x="469601" y="136254"/>
                </a:lnTo>
                <a:lnTo>
                  <a:pt x="469601" y="299806"/>
                </a:lnTo>
                <a:lnTo>
                  <a:pt x="501565" y="299806"/>
                </a:lnTo>
                <a:lnTo>
                  <a:pt x="501565" y="205278"/>
                </a:lnTo>
                <a:cubicBezTo>
                  <a:pt x="501565" y="180447"/>
                  <a:pt x="514481" y="160396"/>
                  <a:pt x="539629" y="160396"/>
                </a:cubicBezTo>
                <a:cubicBezTo>
                  <a:pt x="568198" y="160396"/>
                  <a:pt x="577721" y="178769"/>
                  <a:pt x="577721" y="201540"/>
                </a:cubicBezTo>
                <a:close/>
                <a:moveTo>
                  <a:pt x="766751" y="201196"/>
                </a:moveTo>
                <a:lnTo>
                  <a:pt x="677320" y="201196"/>
                </a:lnTo>
                <a:cubicBezTo>
                  <a:pt x="678681" y="180130"/>
                  <a:pt x="695020" y="159366"/>
                  <a:pt x="721870" y="159366"/>
                </a:cubicBezTo>
                <a:cubicBezTo>
                  <a:pt x="750756" y="159366"/>
                  <a:pt x="766064" y="177739"/>
                  <a:pt x="766751" y="201196"/>
                </a:cubicBezTo>
                <a:moveTo>
                  <a:pt x="799388" y="227044"/>
                </a:moveTo>
                <a:cubicBezTo>
                  <a:pt x="799861" y="223662"/>
                  <a:pt x="800091" y="220250"/>
                  <a:pt x="800075" y="216835"/>
                </a:cubicBezTo>
                <a:cubicBezTo>
                  <a:pt x="800075" y="165839"/>
                  <a:pt x="771836" y="131155"/>
                  <a:pt x="721527" y="131155"/>
                </a:cubicBezTo>
                <a:cubicBezTo>
                  <a:pt x="680385" y="131155"/>
                  <a:pt x="643324" y="166182"/>
                  <a:pt x="643324" y="217522"/>
                </a:cubicBezTo>
                <a:cubicBezTo>
                  <a:pt x="643324" y="272955"/>
                  <a:pt x="681746" y="304904"/>
                  <a:pt x="725608" y="304904"/>
                </a:cubicBezTo>
                <a:cubicBezTo>
                  <a:pt x="763687" y="304904"/>
                  <a:pt x="789865" y="282134"/>
                  <a:pt x="799044" y="253221"/>
                </a:cubicBezTo>
                <a:lnTo>
                  <a:pt x="771519" y="243698"/>
                </a:lnTo>
                <a:cubicBezTo>
                  <a:pt x="765391" y="262058"/>
                  <a:pt x="752130" y="276679"/>
                  <a:pt x="725608" y="276679"/>
                </a:cubicBezTo>
                <a:cubicBezTo>
                  <a:pt x="698057" y="276679"/>
                  <a:pt x="676991" y="256285"/>
                  <a:pt x="676304" y="227044"/>
                </a:cubicBezTo>
                <a:close/>
                <a:moveTo>
                  <a:pt x="945791" y="299820"/>
                </a:moveTo>
                <a:lnTo>
                  <a:pt x="976394" y="299820"/>
                </a:lnTo>
                <a:cubicBezTo>
                  <a:pt x="975261" y="289769"/>
                  <a:pt x="974688" y="279662"/>
                  <a:pt x="974677" y="269547"/>
                </a:cubicBezTo>
                <a:lnTo>
                  <a:pt x="974677" y="136254"/>
                </a:lnTo>
                <a:lnTo>
                  <a:pt x="942727" y="136254"/>
                </a:lnTo>
                <a:lnTo>
                  <a:pt x="942727" y="234863"/>
                </a:lnTo>
                <a:cubicBezTo>
                  <a:pt x="942727" y="259681"/>
                  <a:pt x="929810" y="276679"/>
                  <a:pt x="903948" y="276679"/>
                </a:cubicBezTo>
                <a:cubicBezTo>
                  <a:pt x="877097" y="276679"/>
                  <a:pt x="866901" y="256959"/>
                  <a:pt x="866901" y="234519"/>
                </a:cubicBezTo>
                <a:lnTo>
                  <a:pt x="866901" y="136254"/>
                </a:lnTo>
                <a:lnTo>
                  <a:pt x="834924" y="136254"/>
                </a:lnTo>
                <a:lnTo>
                  <a:pt x="834924" y="239287"/>
                </a:lnTo>
                <a:cubicBezTo>
                  <a:pt x="834924" y="276348"/>
                  <a:pt x="858065" y="304903"/>
                  <a:pt x="896143" y="304903"/>
                </a:cubicBezTo>
                <a:cubicBezTo>
                  <a:pt x="915175" y="304903"/>
                  <a:pt x="935582" y="297084"/>
                  <a:pt x="944418" y="280086"/>
                </a:cubicBezTo>
                <a:cubicBezTo>
                  <a:pt x="944422" y="286687"/>
                  <a:pt x="944881" y="293281"/>
                  <a:pt x="945791" y="299818"/>
                </a:cubicBezTo>
                <a:moveTo>
                  <a:pt x="1098324" y="167541"/>
                </a:moveTo>
                <a:cubicBezTo>
                  <a:pt x="1102992" y="167551"/>
                  <a:pt x="1107652" y="167891"/>
                  <a:pt x="1112271" y="168559"/>
                </a:cubicBezTo>
                <a:lnTo>
                  <a:pt x="1112271" y="134563"/>
                </a:lnTo>
                <a:cubicBezTo>
                  <a:pt x="1108795" y="133908"/>
                  <a:pt x="1105269" y="133563"/>
                  <a:pt x="1101731" y="133532"/>
                </a:cubicBezTo>
                <a:cubicBezTo>
                  <a:pt x="1085077" y="133532"/>
                  <a:pt x="1064671" y="139661"/>
                  <a:pt x="1052771" y="164808"/>
                </a:cubicBezTo>
                <a:lnTo>
                  <a:pt x="1052771" y="136266"/>
                </a:lnTo>
                <a:lnTo>
                  <a:pt x="1021481" y="136266"/>
                </a:lnTo>
                <a:lnTo>
                  <a:pt x="1021481" y="299806"/>
                </a:lnTo>
                <a:lnTo>
                  <a:pt x="1053443" y="299806"/>
                </a:lnTo>
                <a:lnTo>
                  <a:pt x="1053443" y="217851"/>
                </a:lnTo>
                <a:cubicBezTo>
                  <a:pt x="1053443" y="181820"/>
                  <a:pt x="1071474" y="167543"/>
                  <a:pt x="1098324" y="167543"/>
                </a:cubicBezTo>
                <a:moveTo>
                  <a:pt x="1263512" y="217865"/>
                </a:moveTo>
                <a:cubicBezTo>
                  <a:pt x="1263512" y="255943"/>
                  <a:pt x="1239712" y="276350"/>
                  <a:pt x="1212518" y="276350"/>
                </a:cubicBezTo>
                <a:cubicBezTo>
                  <a:pt x="1185308" y="276350"/>
                  <a:pt x="1161507" y="255943"/>
                  <a:pt x="1161507" y="217865"/>
                </a:cubicBezTo>
                <a:cubicBezTo>
                  <a:pt x="1161507" y="180116"/>
                  <a:pt x="1185308" y="159709"/>
                  <a:pt x="1212518" y="159709"/>
                </a:cubicBezTo>
                <a:cubicBezTo>
                  <a:pt x="1239712" y="159709"/>
                  <a:pt x="1263512" y="180116"/>
                  <a:pt x="1263512" y="217865"/>
                </a:cubicBezTo>
                <a:moveTo>
                  <a:pt x="1296163" y="217865"/>
                </a:moveTo>
                <a:cubicBezTo>
                  <a:pt x="1296163" y="168230"/>
                  <a:pt x="1261479" y="131169"/>
                  <a:pt x="1212518" y="131169"/>
                </a:cubicBezTo>
                <a:cubicBezTo>
                  <a:pt x="1163557" y="131169"/>
                  <a:pt x="1128871" y="168230"/>
                  <a:pt x="1128871" y="217865"/>
                </a:cubicBezTo>
                <a:cubicBezTo>
                  <a:pt x="1128871" y="267844"/>
                  <a:pt x="1163555" y="304904"/>
                  <a:pt x="1212518" y="304904"/>
                </a:cubicBezTo>
                <a:cubicBezTo>
                  <a:pt x="1261479" y="304904"/>
                  <a:pt x="1296163" y="267844"/>
                  <a:pt x="1296163" y="217865"/>
                </a:cubicBezTo>
                <a:moveTo>
                  <a:pt x="1388657" y="301496"/>
                </a:moveTo>
                <a:cubicBezTo>
                  <a:pt x="1396028" y="301629"/>
                  <a:pt x="1403374" y="300599"/>
                  <a:pt x="1410425" y="298446"/>
                </a:cubicBezTo>
                <a:lnTo>
                  <a:pt x="1410425" y="271237"/>
                </a:lnTo>
                <a:cubicBezTo>
                  <a:pt x="1406285" y="272108"/>
                  <a:pt x="1402068" y="272569"/>
                  <a:pt x="1397836" y="272612"/>
                </a:cubicBezTo>
                <a:cubicBezTo>
                  <a:pt x="1381182" y="272612"/>
                  <a:pt x="1375054" y="265109"/>
                  <a:pt x="1375054" y="250158"/>
                </a:cubicBezTo>
                <a:lnTo>
                  <a:pt x="1375054" y="165152"/>
                </a:lnTo>
                <a:lnTo>
                  <a:pt x="1410423" y="165152"/>
                </a:lnTo>
                <a:lnTo>
                  <a:pt x="1410423" y="136254"/>
                </a:lnTo>
                <a:lnTo>
                  <a:pt x="1375054" y="136254"/>
                </a:lnTo>
                <a:lnTo>
                  <a:pt x="1375054" y="84585"/>
                </a:lnTo>
                <a:lnTo>
                  <a:pt x="1345825" y="84585"/>
                </a:lnTo>
                <a:lnTo>
                  <a:pt x="1345825" y="111092"/>
                </a:lnTo>
                <a:cubicBezTo>
                  <a:pt x="1345825" y="125383"/>
                  <a:pt x="1338335" y="136254"/>
                  <a:pt x="1320665" y="136254"/>
                </a:cubicBezTo>
                <a:lnTo>
                  <a:pt x="1311814" y="136254"/>
                </a:lnTo>
                <a:lnTo>
                  <a:pt x="1311814" y="165152"/>
                </a:lnTo>
                <a:lnTo>
                  <a:pt x="1343105" y="165152"/>
                </a:lnTo>
                <a:lnTo>
                  <a:pt x="1343105" y="254911"/>
                </a:lnTo>
                <a:cubicBezTo>
                  <a:pt x="1343105" y="284512"/>
                  <a:pt x="1360777" y="301496"/>
                  <a:pt x="1388657" y="301496"/>
                </a:cubicBezTo>
                <a:moveTo>
                  <a:pt x="1564344" y="217865"/>
                </a:moveTo>
                <a:cubicBezTo>
                  <a:pt x="1564344" y="255943"/>
                  <a:pt x="1540543" y="276350"/>
                  <a:pt x="1513349" y="276350"/>
                </a:cubicBezTo>
                <a:cubicBezTo>
                  <a:pt x="1486155" y="276350"/>
                  <a:pt x="1462340" y="255943"/>
                  <a:pt x="1462340" y="217865"/>
                </a:cubicBezTo>
                <a:cubicBezTo>
                  <a:pt x="1462340" y="180116"/>
                  <a:pt x="1486155" y="159709"/>
                  <a:pt x="1513349" y="159709"/>
                </a:cubicBezTo>
                <a:cubicBezTo>
                  <a:pt x="1540544" y="159709"/>
                  <a:pt x="1564344" y="180116"/>
                  <a:pt x="1564344" y="217865"/>
                </a:cubicBezTo>
                <a:moveTo>
                  <a:pt x="1596994" y="217865"/>
                </a:moveTo>
                <a:cubicBezTo>
                  <a:pt x="1596994" y="168230"/>
                  <a:pt x="1562310" y="131169"/>
                  <a:pt x="1513349" y="131169"/>
                </a:cubicBezTo>
                <a:cubicBezTo>
                  <a:pt x="1464388" y="131169"/>
                  <a:pt x="1429704" y="168230"/>
                  <a:pt x="1429704" y="217865"/>
                </a:cubicBezTo>
                <a:cubicBezTo>
                  <a:pt x="1429704" y="267844"/>
                  <a:pt x="1464388" y="304904"/>
                  <a:pt x="1513349" y="304904"/>
                </a:cubicBezTo>
                <a:cubicBezTo>
                  <a:pt x="1562310" y="304904"/>
                  <a:pt x="1596994" y="267844"/>
                  <a:pt x="1596994" y="217865"/>
                </a:cubicBezTo>
                <a:moveTo>
                  <a:pt x="1709456" y="167543"/>
                </a:moveTo>
                <a:cubicBezTo>
                  <a:pt x="1714119" y="167552"/>
                  <a:pt x="1718776" y="167893"/>
                  <a:pt x="1723392" y="168560"/>
                </a:cubicBezTo>
                <a:lnTo>
                  <a:pt x="1723392" y="134563"/>
                </a:lnTo>
                <a:cubicBezTo>
                  <a:pt x="1719915" y="133908"/>
                  <a:pt x="1716387" y="133563"/>
                  <a:pt x="1712851" y="133532"/>
                </a:cubicBezTo>
                <a:cubicBezTo>
                  <a:pt x="1696195" y="133532"/>
                  <a:pt x="1675790" y="139661"/>
                  <a:pt x="1663890" y="164808"/>
                </a:cubicBezTo>
                <a:lnTo>
                  <a:pt x="1663890" y="136266"/>
                </a:lnTo>
                <a:lnTo>
                  <a:pt x="1632614" y="136266"/>
                </a:lnTo>
                <a:lnTo>
                  <a:pt x="1632614" y="299806"/>
                </a:lnTo>
                <a:lnTo>
                  <a:pt x="1664564" y="299806"/>
                </a:lnTo>
                <a:lnTo>
                  <a:pt x="1664564" y="217851"/>
                </a:lnTo>
                <a:cubicBezTo>
                  <a:pt x="1664564" y="181820"/>
                  <a:pt x="1682606" y="167543"/>
                  <a:pt x="1709456" y="167543"/>
                </a:cubicBezTo>
                <a:moveTo>
                  <a:pt x="1790286" y="74360"/>
                </a:moveTo>
                <a:cubicBezTo>
                  <a:pt x="1790373" y="61682"/>
                  <a:pt x="1780166" y="51335"/>
                  <a:pt x="1767488" y="51248"/>
                </a:cubicBezTo>
                <a:cubicBezTo>
                  <a:pt x="1754810" y="51160"/>
                  <a:pt x="1744461" y="61367"/>
                  <a:pt x="1744374" y="74045"/>
                </a:cubicBezTo>
                <a:cubicBezTo>
                  <a:pt x="1744288" y="86717"/>
                  <a:pt x="1754486" y="97064"/>
                  <a:pt x="1767159" y="97158"/>
                </a:cubicBezTo>
                <a:cubicBezTo>
                  <a:pt x="1779829" y="97261"/>
                  <a:pt x="1790184" y="87071"/>
                  <a:pt x="1790286" y="74401"/>
                </a:cubicBezTo>
                <a:cubicBezTo>
                  <a:pt x="1790286" y="74389"/>
                  <a:pt x="1790286" y="74374"/>
                  <a:pt x="1790286" y="74362"/>
                </a:cubicBezTo>
                <a:moveTo>
                  <a:pt x="1937899" y="299820"/>
                </a:moveTo>
                <a:lnTo>
                  <a:pt x="1968489" y="299820"/>
                </a:lnTo>
                <a:cubicBezTo>
                  <a:pt x="1967368" y="289767"/>
                  <a:pt x="1966799" y="279662"/>
                  <a:pt x="1966785" y="269547"/>
                </a:cubicBezTo>
                <a:lnTo>
                  <a:pt x="1966785" y="136254"/>
                </a:lnTo>
                <a:lnTo>
                  <a:pt x="1934821" y="136254"/>
                </a:lnTo>
                <a:lnTo>
                  <a:pt x="1934821" y="234863"/>
                </a:lnTo>
                <a:cubicBezTo>
                  <a:pt x="1934821" y="259681"/>
                  <a:pt x="1921917" y="276679"/>
                  <a:pt x="1896069" y="276679"/>
                </a:cubicBezTo>
                <a:cubicBezTo>
                  <a:pt x="1869204" y="276679"/>
                  <a:pt x="1859008" y="256959"/>
                  <a:pt x="1859008" y="234519"/>
                </a:cubicBezTo>
                <a:lnTo>
                  <a:pt x="1859008" y="136254"/>
                </a:lnTo>
                <a:lnTo>
                  <a:pt x="1827032" y="136254"/>
                </a:lnTo>
                <a:lnTo>
                  <a:pt x="1827032" y="239287"/>
                </a:lnTo>
                <a:cubicBezTo>
                  <a:pt x="1827032" y="276348"/>
                  <a:pt x="1850171" y="304903"/>
                  <a:pt x="1888249" y="304903"/>
                </a:cubicBezTo>
                <a:cubicBezTo>
                  <a:pt x="1907282" y="304903"/>
                  <a:pt x="1927689" y="297084"/>
                  <a:pt x="1936524" y="280086"/>
                </a:cubicBezTo>
                <a:cubicBezTo>
                  <a:pt x="1936529" y="286687"/>
                  <a:pt x="1936988" y="293281"/>
                  <a:pt x="1937899" y="299818"/>
                </a:cubicBezTo>
                <a:moveTo>
                  <a:pt x="2253984" y="299806"/>
                </a:moveTo>
                <a:lnTo>
                  <a:pt x="2253984" y="193721"/>
                </a:lnTo>
                <a:cubicBezTo>
                  <a:pt x="2253984" y="150874"/>
                  <a:pt x="2226102" y="131498"/>
                  <a:pt x="2197547" y="131498"/>
                </a:cubicBezTo>
                <a:cubicBezTo>
                  <a:pt x="2176797" y="131498"/>
                  <a:pt x="2155704" y="138974"/>
                  <a:pt x="2142800" y="162431"/>
                </a:cubicBezTo>
                <a:cubicBezTo>
                  <a:pt x="2133951" y="141365"/>
                  <a:pt x="2114231" y="131498"/>
                  <a:pt x="2093839" y="131498"/>
                </a:cubicBezTo>
                <a:cubicBezTo>
                  <a:pt x="2074793" y="131498"/>
                  <a:pt x="2054387" y="139991"/>
                  <a:pt x="2044204" y="158005"/>
                </a:cubicBezTo>
                <a:lnTo>
                  <a:pt x="2044204" y="136254"/>
                </a:lnTo>
                <a:lnTo>
                  <a:pt x="2013588" y="136254"/>
                </a:lnTo>
                <a:lnTo>
                  <a:pt x="2013588" y="299806"/>
                </a:lnTo>
                <a:lnTo>
                  <a:pt x="2045221" y="299806"/>
                </a:lnTo>
                <a:lnTo>
                  <a:pt x="2045221" y="201209"/>
                </a:lnTo>
                <a:cubicBezTo>
                  <a:pt x="2045221" y="176723"/>
                  <a:pt x="2060516" y="159709"/>
                  <a:pt x="2083299" y="159709"/>
                </a:cubicBezTo>
                <a:cubicBezTo>
                  <a:pt x="2107759" y="159709"/>
                  <a:pt x="2117971" y="176035"/>
                  <a:pt x="2117971" y="197115"/>
                </a:cubicBezTo>
                <a:lnTo>
                  <a:pt x="2117971" y="299807"/>
                </a:lnTo>
                <a:lnTo>
                  <a:pt x="2149932" y="299807"/>
                </a:lnTo>
                <a:lnTo>
                  <a:pt x="2149932" y="200867"/>
                </a:lnTo>
                <a:cubicBezTo>
                  <a:pt x="2149932" y="177410"/>
                  <a:pt x="2165242" y="159711"/>
                  <a:pt x="2187682" y="159711"/>
                </a:cubicBezTo>
                <a:cubicBezTo>
                  <a:pt x="2211824" y="159711"/>
                  <a:pt x="2222364" y="175706"/>
                  <a:pt x="2222364" y="197115"/>
                </a:cubicBezTo>
                <a:lnTo>
                  <a:pt x="2222364" y="299807"/>
                </a:lnTo>
                <a:close/>
              </a:path>
            </a:pathLst>
          </a:custGeom>
          <a:solidFill>
            <a:srgbClr val="3F1A01"/>
          </a:solidFill>
          <a:ln w="1586" cap="flat">
            <a:noFill/>
            <a:prstDash val="solid"/>
            <a:miter/>
          </a:ln>
        </p:spPr>
        <p:txBody>
          <a:bodyPr rtlCol="0" anchor="ctr"/>
          <a:lstStyle/>
          <a:p>
            <a:endParaRPr lang="en-GB"/>
          </a:p>
        </p:txBody>
      </p:sp>
      <p:sp>
        <p:nvSpPr>
          <p:cNvPr id="11" name="ExternalLogo" hidden="1">
            <a:extLst>
              <a:ext uri="{FF2B5EF4-FFF2-40B4-BE49-F238E27FC236}">
                <a16:creationId xmlns:a16="http://schemas.microsoft.com/office/drawing/2014/main" id="{8A904900-0CB5-44DD-94DE-7ED587513920}"/>
              </a:ext>
            </a:extLst>
          </p:cNvPr>
          <p:cNvSpPr/>
          <p:nvPr/>
        </p:nvSpPr>
        <p:spPr>
          <a:xfrm>
            <a:off x="10023475" y="4968741"/>
            <a:ext cx="1627188" cy="636980"/>
          </a:xfrm>
          <a:prstGeom prst="rect">
            <a:avLst/>
          </a:prstGeom>
          <a:solidFill>
            <a:srgbClr val="D1D1D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chorCtr="0">
            <a:noAutofit/>
          </a:bodyPr>
          <a:lstStyle/>
          <a:p>
            <a:pPr algn="ctr"/>
            <a:r>
              <a:rPr lang="en-GB" sz="900">
                <a:solidFill>
                  <a:srgbClr val="FF00FF"/>
                </a:solidFill>
              </a:rPr>
              <a:t>External logo</a:t>
            </a:r>
          </a:p>
        </p:txBody>
      </p:sp>
    </p:spTree>
    <p:extLst>
      <p:ext uri="{BB962C8B-B14F-4D97-AF65-F5344CB8AC3E}">
        <p14:creationId xmlns:p14="http://schemas.microsoft.com/office/powerpoint/2010/main" val="1914079052"/>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Section Header - Light Gold">
    <p:bg>
      <p:bgPr>
        <a:solidFill>
          <a:srgbClr val="E1D8BF"/>
        </a:solidFill>
        <a:effectLst/>
      </p:bgPr>
    </p:bg>
    <p:spTree>
      <p:nvGrpSpPr>
        <p:cNvPr id="1" name=""/>
        <p:cNvGrpSpPr/>
        <p:nvPr/>
      </p:nvGrpSpPr>
      <p:grpSpPr>
        <a:xfrm>
          <a:off x="0" y="0"/>
          <a:ext cx="0" cy="0"/>
          <a:chOff x="0" y="0"/>
          <a:chExt cx="0" cy="0"/>
        </a:xfrm>
      </p:grpSpPr>
      <p:sp>
        <p:nvSpPr>
          <p:cNvPr id="8" name="ColoredBackground">
            <a:extLst>
              <a:ext uri="{FF2B5EF4-FFF2-40B4-BE49-F238E27FC236}">
                <a16:creationId xmlns:a16="http://schemas.microsoft.com/office/drawing/2014/main" id="{1BD3E45F-B806-4BBB-B5F9-A8C48BE33013}"/>
              </a:ext>
            </a:extLst>
          </p:cNvPr>
          <p:cNvSpPr/>
          <p:nvPr/>
        </p:nvSpPr>
        <p:spPr>
          <a:xfrm>
            <a:off x="0" y="-1"/>
            <a:ext cx="12192000" cy="6858000"/>
          </a:xfrm>
          <a:prstGeom prst="rect">
            <a:avLst/>
          </a:prstGeom>
          <a:solidFill>
            <a:srgbClr val="E1D8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5" descr="Shape&#10;&#10;Description automatically generated with medium confidence">
            <a:extLst>
              <a:ext uri="{FF2B5EF4-FFF2-40B4-BE49-F238E27FC236}">
                <a16:creationId xmlns:a16="http://schemas.microsoft.com/office/drawing/2014/main" id="{29B97D43-D62C-434B-849D-8E8B8BA3FF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8464564-6547-498D-A220-7B346E5B1408}"/>
              </a:ext>
            </a:extLst>
          </p:cNvPr>
          <p:cNvSpPr>
            <a:spLocks noGrp="1"/>
          </p:cNvSpPr>
          <p:nvPr>
            <p:ph type="title"/>
          </p:nvPr>
        </p:nvSpPr>
        <p:spPr>
          <a:xfrm>
            <a:off x="1219200" y="546100"/>
            <a:ext cx="6642100" cy="2105818"/>
          </a:xfrm>
        </p:spPr>
        <p:txBody>
          <a:bodyPr anchor="b"/>
          <a:lstStyle>
            <a:lvl1pPr>
              <a:defRPr sz="4000">
                <a:solidFill>
                  <a:srgbClr val="3F1A01"/>
                </a:solidFill>
              </a:defRPr>
            </a:lvl1p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1592638D-BCB6-4F07-9847-FBAA9B3609B5}"/>
              </a:ext>
            </a:extLst>
          </p:cNvPr>
          <p:cNvSpPr>
            <a:spLocks noGrp="1"/>
          </p:cNvSpPr>
          <p:nvPr>
            <p:ph type="body" idx="1"/>
          </p:nvPr>
        </p:nvSpPr>
        <p:spPr>
          <a:xfrm>
            <a:off x="1219200" y="2678906"/>
            <a:ext cx="6642100" cy="1500187"/>
          </a:xfrm>
          <a:prstGeom prst="rect">
            <a:avLst/>
          </a:prstGeom>
        </p:spPr>
        <p:txBody>
          <a:bodyPr/>
          <a:lstStyle>
            <a:lvl1pPr marL="0" indent="0">
              <a:buNone/>
              <a:defRPr sz="2400">
                <a:solidFill>
                  <a:schemeClr val="accent2"/>
                </a:solidFill>
                <a:latin typeface="Times New Roman" panose="02020603050405020304" pitchFamily="18" charset="0"/>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Freeform 9">
            <a:extLst>
              <a:ext uri="{FF2B5EF4-FFF2-40B4-BE49-F238E27FC236}">
                <a16:creationId xmlns:a16="http://schemas.microsoft.com/office/drawing/2014/main" id="{1BC6753F-764E-4733-B343-5BC93ED602E4}"/>
              </a:ext>
            </a:extLst>
          </p:cNvPr>
          <p:cNvSpPr>
            <a:spLocks noEditPoints="1"/>
          </p:cNvSpPr>
          <p:nvPr/>
        </p:nvSpPr>
        <p:spPr bwMode="auto">
          <a:xfrm rot="5400000">
            <a:off x="7458075" y="-2243138"/>
            <a:ext cx="8385175" cy="9817101"/>
          </a:xfrm>
          <a:custGeom>
            <a:avLst/>
            <a:gdLst>
              <a:gd name="T0" fmla="*/ 276 w 2642"/>
              <a:gd name="T1" fmla="*/ 2871 h 3094"/>
              <a:gd name="T2" fmla="*/ 588 w 2642"/>
              <a:gd name="T3" fmla="*/ 2871 h 3094"/>
              <a:gd name="T4" fmla="*/ 2083 w 2642"/>
              <a:gd name="T5" fmla="*/ 2843 h 3094"/>
              <a:gd name="T6" fmla="*/ 2338 w 2642"/>
              <a:gd name="T7" fmla="*/ 2900 h 3094"/>
              <a:gd name="T8" fmla="*/ 29 w 2642"/>
              <a:gd name="T9" fmla="*/ 1219 h 3094"/>
              <a:gd name="T10" fmla="*/ 29 w 2642"/>
              <a:gd name="T11" fmla="*/ 2444 h 3094"/>
              <a:gd name="T12" fmla="*/ 559 w 2642"/>
              <a:gd name="T13" fmla="*/ 2386 h 3094"/>
              <a:gd name="T14" fmla="*/ 29 w 2642"/>
              <a:gd name="T15" fmla="*/ 1219 h 3094"/>
              <a:gd name="T16" fmla="*/ 2584 w 2642"/>
              <a:gd name="T17" fmla="*/ 2386 h 3094"/>
              <a:gd name="T18" fmla="*/ 2083 w 2642"/>
              <a:gd name="T19" fmla="*/ 2444 h 3094"/>
              <a:gd name="T20" fmla="*/ 2642 w 2642"/>
              <a:gd name="T21" fmla="*/ 1248 h 3094"/>
              <a:gd name="T22" fmla="*/ 210 w 2642"/>
              <a:gd name="T23" fmla="*/ 292 h 3094"/>
              <a:gd name="T24" fmla="*/ 210 w 2642"/>
              <a:gd name="T25" fmla="*/ 970 h 3094"/>
              <a:gd name="T26" fmla="*/ 559 w 2642"/>
              <a:gd name="T27" fmla="*/ 912 h 3094"/>
              <a:gd name="T28" fmla="*/ 658 w 2642"/>
              <a:gd name="T29" fmla="*/ 350 h 3094"/>
              <a:gd name="T30" fmla="*/ 2432 w 2642"/>
              <a:gd name="T31" fmla="*/ 292 h 3094"/>
              <a:gd name="T32" fmla="*/ 1984 w 2642"/>
              <a:gd name="T33" fmla="*/ 350 h 3094"/>
              <a:gd name="T34" fmla="*/ 2083 w 2642"/>
              <a:gd name="T35" fmla="*/ 912 h 3094"/>
              <a:gd name="T36" fmla="*/ 2432 w 2642"/>
              <a:gd name="T37" fmla="*/ 970 h 3094"/>
              <a:gd name="T38" fmla="*/ 2432 w 2642"/>
              <a:gd name="T39" fmla="*/ 292 h 3094"/>
              <a:gd name="T40" fmla="*/ 814 w 2642"/>
              <a:gd name="T41" fmla="*/ 29 h 3094"/>
              <a:gd name="T42" fmla="*/ 1292 w 2642"/>
              <a:gd name="T43" fmla="*/ 602 h 3094"/>
              <a:gd name="T44" fmla="*/ 989 w 2642"/>
              <a:gd name="T45" fmla="*/ 660 h 3094"/>
              <a:gd name="T46" fmla="*/ 801 w 2642"/>
              <a:gd name="T47" fmla="*/ 1311 h 3094"/>
              <a:gd name="T48" fmla="*/ 743 w 2642"/>
              <a:gd name="T49" fmla="*/ 1060 h 3094"/>
              <a:gd name="T50" fmla="*/ 1292 w 2642"/>
              <a:gd name="T51" fmla="*/ 1369 h 3094"/>
              <a:gd name="T52" fmla="*/ 842 w 2642"/>
              <a:gd name="T53" fmla="*/ 1782 h 3094"/>
              <a:gd name="T54" fmla="*/ 433 w 2642"/>
              <a:gd name="T55" fmla="*/ 1476 h 3094"/>
              <a:gd name="T56" fmla="*/ 375 w 2642"/>
              <a:gd name="T57" fmla="*/ 1782 h 3094"/>
              <a:gd name="T58" fmla="*/ 784 w 2642"/>
              <a:gd name="T59" fmla="*/ 2669 h 3094"/>
              <a:gd name="T60" fmla="*/ 842 w 2642"/>
              <a:gd name="T61" fmla="*/ 2181 h 3094"/>
              <a:gd name="T62" fmla="*/ 921 w 2642"/>
              <a:gd name="T63" fmla="*/ 3036 h 3094"/>
              <a:gd name="T64" fmla="*/ 1321 w 2642"/>
              <a:gd name="T65" fmla="*/ 3094 h 3094"/>
              <a:gd name="T66" fmla="*/ 1722 w 2642"/>
              <a:gd name="T67" fmla="*/ 3036 h 3094"/>
              <a:gd name="T68" fmla="*/ 1800 w 2642"/>
              <a:gd name="T69" fmla="*/ 2181 h 3094"/>
              <a:gd name="T70" fmla="*/ 1858 w 2642"/>
              <a:gd name="T71" fmla="*/ 2669 h 3094"/>
              <a:gd name="T72" fmla="*/ 2267 w 2642"/>
              <a:gd name="T73" fmla="*/ 1782 h 3094"/>
              <a:gd name="T74" fmla="*/ 2210 w 2642"/>
              <a:gd name="T75" fmla="*/ 1476 h 3094"/>
              <a:gd name="T76" fmla="*/ 1800 w 2642"/>
              <a:gd name="T77" fmla="*/ 1782 h 3094"/>
              <a:gd name="T78" fmla="*/ 1350 w 2642"/>
              <a:gd name="T79" fmla="*/ 1369 h 3094"/>
              <a:gd name="T80" fmla="*/ 1899 w 2642"/>
              <a:gd name="T81" fmla="*/ 1060 h 3094"/>
              <a:gd name="T82" fmla="*/ 1841 w 2642"/>
              <a:gd name="T83" fmla="*/ 1311 h 3094"/>
              <a:gd name="T84" fmla="*/ 1643 w 2642"/>
              <a:gd name="T85" fmla="*/ 660 h 3094"/>
              <a:gd name="T86" fmla="*/ 1350 w 2642"/>
              <a:gd name="T87" fmla="*/ 602 h 3094"/>
              <a:gd name="T88" fmla="*/ 1828 w 2642"/>
              <a:gd name="T89" fmla="*/ 29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42" h="3094">
                <a:moveTo>
                  <a:pt x="559" y="2843"/>
                </a:moveTo>
                <a:cubicBezTo>
                  <a:pt x="305" y="2843"/>
                  <a:pt x="305" y="2843"/>
                  <a:pt x="305" y="2843"/>
                </a:cubicBezTo>
                <a:cubicBezTo>
                  <a:pt x="289" y="2843"/>
                  <a:pt x="276" y="2856"/>
                  <a:pt x="276" y="2871"/>
                </a:cubicBezTo>
                <a:cubicBezTo>
                  <a:pt x="276" y="2887"/>
                  <a:pt x="289" y="2900"/>
                  <a:pt x="305" y="2900"/>
                </a:cubicBezTo>
                <a:cubicBezTo>
                  <a:pt x="559" y="2900"/>
                  <a:pt x="559" y="2900"/>
                  <a:pt x="559" y="2900"/>
                </a:cubicBezTo>
                <a:cubicBezTo>
                  <a:pt x="575" y="2900"/>
                  <a:pt x="588" y="2887"/>
                  <a:pt x="588" y="2871"/>
                </a:cubicBezTo>
                <a:cubicBezTo>
                  <a:pt x="588" y="2856"/>
                  <a:pt x="575" y="2843"/>
                  <a:pt x="559" y="2843"/>
                </a:cubicBezTo>
                <a:moveTo>
                  <a:pt x="2338" y="2843"/>
                </a:moveTo>
                <a:cubicBezTo>
                  <a:pt x="2083" y="2843"/>
                  <a:pt x="2083" y="2843"/>
                  <a:pt x="2083" y="2843"/>
                </a:cubicBezTo>
                <a:cubicBezTo>
                  <a:pt x="2068" y="2843"/>
                  <a:pt x="2055" y="2856"/>
                  <a:pt x="2055" y="2871"/>
                </a:cubicBezTo>
                <a:cubicBezTo>
                  <a:pt x="2055" y="2887"/>
                  <a:pt x="2068" y="2900"/>
                  <a:pt x="2083" y="2900"/>
                </a:cubicBezTo>
                <a:cubicBezTo>
                  <a:pt x="2338" y="2900"/>
                  <a:pt x="2338" y="2900"/>
                  <a:pt x="2338" y="2900"/>
                </a:cubicBezTo>
                <a:cubicBezTo>
                  <a:pt x="2354" y="2900"/>
                  <a:pt x="2366" y="2887"/>
                  <a:pt x="2366" y="2871"/>
                </a:cubicBezTo>
                <a:cubicBezTo>
                  <a:pt x="2366" y="2856"/>
                  <a:pt x="2354" y="2843"/>
                  <a:pt x="2338" y="2843"/>
                </a:cubicBezTo>
                <a:moveTo>
                  <a:pt x="29" y="1219"/>
                </a:moveTo>
                <a:cubicBezTo>
                  <a:pt x="13" y="1219"/>
                  <a:pt x="0" y="1232"/>
                  <a:pt x="0" y="1248"/>
                </a:cubicBezTo>
                <a:cubicBezTo>
                  <a:pt x="0" y="2415"/>
                  <a:pt x="0" y="2415"/>
                  <a:pt x="0" y="2415"/>
                </a:cubicBezTo>
                <a:cubicBezTo>
                  <a:pt x="0" y="2431"/>
                  <a:pt x="13" y="2444"/>
                  <a:pt x="29" y="2444"/>
                </a:cubicBezTo>
                <a:cubicBezTo>
                  <a:pt x="559" y="2444"/>
                  <a:pt x="559" y="2444"/>
                  <a:pt x="559" y="2444"/>
                </a:cubicBezTo>
                <a:cubicBezTo>
                  <a:pt x="575" y="2444"/>
                  <a:pt x="588" y="2431"/>
                  <a:pt x="588" y="2415"/>
                </a:cubicBezTo>
                <a:cubicBezTo>
                  <a:pt x="588" y="2399"/>
                  <a:pt x="575" y="2386"/>
                  <a:pt x="559" y="2386"/>
                </a:cubicBezTo>
                <a:cubicBezTo>
                  <a:pt x="58" y="2386"/>
                  <a:pt x="58" y="2386"/>
                  <a:pt x="58" y="2386"/>
                </a:cubicBezTo>
                <a:cubicBezTo>
                  <a:pt x="58" y="1248"/>
                  <a:pt x="58" y="1248"/>
                  <a:pt x="58" y="1248"/>
                </a:cubicBezTo>
                <a:cubicBezTo>
                  <a:pt x="58" y="1232"/>
                  <a:pt x="45" y="1219"/>
                  <a:pt x="29" y="1219"/>
                </a:cubicBezTo>
                <a:moveTo>
                  <a:pt x="2613" y="1219"/>
                </a:moveTo>
                <a:cubicBezTo>
                  <a:pt x="2597" y="1219"/>
                  <a:pt x="2584" y="1232"/>
                  <a:pt x="2584" y="1248"/>
                </a:cubicBezTo>
                <a:cubicBezTo>
                  <a:pt x="2584" y="2386"/>
                  <a:pt x="2584" y="2386"/>
                  <a:pt x="2584" y="2386"/>
                </a:cubicBezTo>
                <a:cubicBezTo>
                  <a:pt x="2083" y="2386"/>
                  <a:pt x="2083" y="2386"/>
                  <a:pt x="2083" y="2386"/>
                </a:cubicBezTo>
                <a:cubicBezTo>
                  <a:pt x="2067" y="2386"/>
                  <a:pt x="2055" y="2399"/>
                  <a:pt x="2055" y="2415"/>
                </a:cubicBezTo>
                <a:cubicBezTo>
                  <a:pt x="2055" y="2431"/>
                  <a:pt x="2067" y="2444"/>
                  <a:pt x="2083" y="2444"/>
                </a:cubicBezTo>
                <a:cubicBezTo>
                  <a:pt x="2613" y="2444"/>
                  <a:pt x="2613" y="2444"/>
                  <a:pt x="2613" y="2444"/>
                </a:cubicBezTo>
                <a:cubicBezTo>
                  <a:pt x="2629" y="2444"/>
                  <a:pt x="2642" y="2431"/>
                  <a:pt x="2642" y="2415"/>
                </a:cubicBezTo>
                <a:cubicBezTo>
                  <a:pt x="2642" y="1248"/>
                  <a:pt x="2642" y="1248"/>
                  <a:pt x="2642" y="1248"/>
                </a:cubicBezTo>
                <a:cubicBezTo>
                  <a:pt x="2642" y="1232"/>
                  <a:pt x="2629" y="1219"/>
                  <a:pt x="2613" y="1219"/>
                </a:cubicBezTo>
                <a:moveTo>
                  <a:pt x="658" y="292"/>
                </a:moveTo>
                <a:cubicBezTo>
                  <a:pt x="210" y="292"/>
                  <a:pt x="210" y="292"/>
                  <a:pt x="210" y="292"/>
                </a:cubicBezTo>
                <a:cubicBezTo>
                  <a:pt x="194" y="292"/>
                  <a:pt x="181" y="305"/>
                  <a:pt x="181" y="321"/>
                </a:cubicBezTo>
                <a:cubicBezTo>
                  <a:pt x="181" y="941"/>
                  <a:pt x="181" y="941"/>
                  <a:pt x="181" y="941"/>
                </a:cubicBezTo>
                <a:cubicBezTo>
                  <a:pt x="181" y="957"/>
                  <a:pt x="194" y="970"/>
                  <a:pt x="210" y="970"/>
                </a:cubicBezTo>
                <a:cubicBezTo>
                  <a:pt x="559" y="970"/>
                  <a:pt x="559" y="970"/>
                  <a:pt x="559" y="970"/>
                </a:cubicBezTo>
                <a:cubicBezTo>
                  <a:pt x="575" y="970"/>
                  <a:pt x="588" y="957"/>
                  <a:pt x="588" y="941"/>
                </a:cubicBezTo>
                <a:cubicBezTo>
                  <a:pt x="588" y="925"/>
                  <a:pt x="575" y="912"/>
                  <a:pt x="559" y="912"/>
                </a:cubicBezTo>
                <a:cubicBezTo>
                  <a:pt x="239" y="912"/>
                  <a:pt x="239" y="912"/>
                  <a:pt x="239" y="912"/>
                </a:cubicBezTo>
                <a:cubicBezTo>
                  <a:pt x="239" y="350"/>
                  <a:pt x="239" y="350"/>
                  <a:pt x="239" y="350"/>
                </a:cubicBezTo>
                <a:cubicBezTo>
                  <a:pt x="658" y="350"/>
                  <a:pt x="658" y="350"/>
                  <a:pt x="658" y="350"/>
                </a:cubicBezTo>
                <a:cubicBezTo>
                  <a:pt x="674" y="350"/>
                  <a:pt x="687" y="337"/>
                  <a:pt x="687" y="321"/>
                </a:cubicBezTo>
                <a:cubicBezTo>
                  <a:pt x="687" y="305"/>
                  <a:pt x="674" y="292"/>
                  <a:pt x="658" y="292"/>
                </a:cubicBezTo>
                <a:moveTo>
                  <a:pt x="2432" y="292"/>
                </a:moveTo>
                <a:cubicBezTo>
                  <a:pt x="1984" y="292"/>
                  <a:pt x="1984" y="292"/>
                  <a:pt x="1984" y="292"/>
                </a:cubicBezTo>
                <a:cubicBezTo>
                  <a:pt x="1968" y="292"/>
                  <a:pt x="1955" y="305"/>
                  <a:pt x="1955" y="321"/>
                </a:cubicBezTo>
                <a:cubicBezTo>
                  <a:pt x="1955" y="337"/>
                  <a:pt x="1968" y="350"/>
                  <a:pt x="1984" y="350"/>
                </a:cubicBezTo>
                <a:cubicBezTo>
                  <a:pt x="2403" y="350"/>
                  <a:pt x="2403" y="350"/>
                  <a:pt x="2403" y="350"/>
                </a:cubicBezTo>
                <a:cubicBezTo>
                  <a:pt x="2403" y="912"/>
                  <a:pt x="2403" y="912"/>
                  <a:pt x="2403" y="912"/>
                </a:cubicBezTo>
                <a:cubicBezTo>
                  <a:pt x="2083" y="912"/>
                  <a:pt x="2083" y="912"/>
                  <a:pt x="2083" y="912"/>
                </a:cubicBezTo>
                <a:cubicBezTo>
                  <a:pt x="2068" y="912"/>
                  <a:pt x="2055" y="925"/>
                  <a:pt x="2055" y="941"/>
                </a:cubicBezTo>
                <a:cubicBezTo>
                  <a:pt x="2055" y="957"/>
                  <a:pt x="2068" y="970"/>
                  <a:pt x="2083" y="970"/>
                </a:cubicBezTo>
                <a:cubicBezTo>
                  <a:pt x="2432" y="970"/>
                  <a:pt x="2432" y="970"/>
                  <a:pt x="2432" y="970"/>
                </a:cubicBezTo>
                <a:cubicBezTo>
                  <a:pt x="2448" y="970"/>
                  <a:pt x="2461" y="957"/>
                  <a:pt x="2461" y="941"/>
                </a:cubicBezTo>
                <a:cubicBezTo>
                  <a:pt x="2461" y="321"/>
                  <a:pt x="2461" y="321"/>
                  <a:pt x="2461" y="321"/>
                </a:cubicBezTo>
                <a:cubicBezTo>
                  <a:pt x="2461" y="305"/>
                  <a:pt x="2448" y="292"/>
                  <a:pt x="2432" y="292"/>
                </a:cubicBezTo>
                <a:moveTo>
                  <a:pt x="1799" y="0"/>
                </a:moveTo>
                <a:cubicBezTo>
                  <a:pt x="843" y="0"/>
                  <a:pt x="843" y="0"/>
                  <a:pt x="843" y="0"/>
                </a:cubicBezTo>
                <a:cubicBezTo>
                  <a:pt x="827" y="0"/>
                  <a:pt x="814" y="13"/>
                  <a:pt x="814" y="29"/>
                </a:cubicBezTo>
                <a:cubicBezTo>
                  <a:pt x="814" y="45"/>
                  <a:pt x="827" y="58"/>
                  <a:pt x="843" y="58"/>
                </a:cubicBezTo>
                <a:cubicBezTo>
                  <a:pt x="1292" y="58"/>
                  <a:pt x="1292" y="58"/>
                  <a:pt x="1292" y="58"/>
                </a:cubicBezTo>
                <a:cubicBezTo>
                  <a:pt x="1292" y="602"/>
                  <a:pt x="1292" y="602"/>
                  <a:pt x="1292" y="602"/>
                </a:cubicBezTo>
                <a:cubicBezTo>
                  <a:pt x="989" y="602"/>
                  <a:pt x="989" y="602"/>
                  <a:pt x="989" y="602"/>
                </a:cubicBezTo>
                <a:cubicBezTo>
                  <a:pt x="973" y="602"/>
                  <a:pt x="960" y="615"/>
                  <a:pt x="960" y="631"/>
                </a:cubicBezTo>
                <a:cubicBezTo>
                  <a:pt x="960" y="647"/>
                  <a:pt x="973" y="660"/>
                  <a:pt x="989" y="660"/>
                </a:cubicBezTo>
                <a:cubicBezTo>
                  <a:pt x="1292" y="660"/>
                  <a:pt x="1292" y="660"/>
                  <a:pt x="1292" y="660"/>
                </a:cubicBezTo>
                <a:cubicBezTo>
                  <a:pt x="1292" y="1311"/>
                  <a:pt x="1292" y="1311"/>
                  <a:pt x="1292" y="1311"/>
                </a:cubicBezTo>
                <a:cubicBezTo>
                  <a:pt x="801" y="1311"/>
                  <a:pt x="801" y="1311"/>
                  <a:pt x="801" y="1311"/>
                </a:cubicBezTo>
                <a:cubicBezTo>
                  <a:pt x="801" y="1060"/>
                  <a:pt x="801" y="1060"/>
                  <a:pt x="801" y="1060"/>
                </a:cubicBezTo>
                <a:cubicBezTo>
                  <a:pt x="801" y="1044"/>
                  <a:pt x="788" y="1031"/>
                  <a:pt x="772" y="1031"/>
                </a:cubicBezTo>
                <a:cubicBezTo>
                  <a:pt x="756" y="1031"/>
                  <a:pt x="743" y="1044"/>
                  <a:pt x="743" y="1060"/>
                </a:cubicBezTo>
                <a:cubicBezTo>
                  <a:pt x="743" y="1340"/>
                  <a:pt x="743" y="1340"/>
                  <a:pt x="743" y="1340"/>
                </a:cubicBezTo>
                <a:cubicBezTo>
                  <a:pt x="743" y="1356"/>
                  <a:pt x="756" y="1369"/>
                  <a:pt x="772" y="1369"/>
                </a:cubicBezTo>
                <a:cubicBezTo>
                  <a:pt x="1292" y="1369"/>
                  <a:pt x="1292" y="1369"/>
                  <a:pt x="1292" y="1369"/>
                </a:cubicBezTo>
                <a:cubicBezTo>
                  <a:pt x="1292" y="2123"/>
                  <a:pt x="1292" y="2123"/>
                  <a:pt x="1292" y="2123"/>
                </a:cubicBezTo>
                <a:cubicBezTo>
                  <a:pt x="842" y="2123"/>
                  <a:pt x="842" y="2123"/>
                  <a:pt x="842" y="2123"/>
                </a:cubicBezTo>
                <a:cubicBezTo>
                  <a:pt x="842" y="1782"/>
                  <a:pt x="842" y="1782"/>
                  <a:pt x="842" y="1782"/>
                </a:cubicBezTo>
                <a:cubicBezTo>
                  <a:pt x="842" y="1766"/>
                  <a:pt x="829" y="1753"/>
                  <a:pt x="813" y="1753"/>
                </a:cubicBezTo>
                <a:cubicBezTo>
                  <a:pt x="433" y="1753"/>
                  <a:pt x="433" y="1753"/>
                  <a:pt x="433" y="1753"/>
                </a:cubicBezTo>
                <a:cubicBezTo>
                  <a:pt x="433" y="1476"/>
                  <a:pt x="433" y="1476"/>
                  <a:pt x="433" y="1476"/>
                </a:cubicBezTo>
                <a:cubicBezTo>
                  <a:pt x="433" y="1460"/>
                  <a:pt x="420" y="1447"/>
                  <a:pt x="404" y="1447"/>
                </a:cubicBezTo>
                <a:cubicBezTo>
                  <a:pt x="388" y="1447"/>
                  <a:pt x="375" y="1460"/>
                  <a:pt x="375" y="1476"/>
                </a:cubicBezTo>
                <a:cubicBezTo>
                  <a:pt x="375" y="1782"/>
                  <a:pt x="375" y="1782"/>
                  <a:pt x="375" y="1782"/>
                </a:cubicBezTo>
                <a:cubicBezTo>
                  <a:pt x="375" y="1798"/>
                  <a:pt x="388" y="1811"/>
                  <a:pt x="404" y="1811"/>
                </a:cubicBezTo>
                <a:cubicBezTo>
                  <a:pt x="784" y="1811"/>
                  <a:pt x="784" y="1811"/>
                  <a:pt x="784" y="1811"/>
                </a:cubicBezTo>
                <a:cubicBezTo>
                  <a:pt x="784" y="2669"/>
                  <a:pt x="784" y="2669"/>
                  <a:pt x="784" y="2669"/>
                </a:cubicBezTo>
                <a:cubicBezTo>
                  <a:pt x="784" y="2685"/>
                  <a:pt x="797" y="2698"/>
                  <a:pt x="813" y="2698"/>
                </a:cubicBezTo>
                <a:cubicBezTo>
                  <a:pt x="829" y="2698"/>
                  <a:pt x="842" y="2685"/>
                  <a:pt x="842" y="2669"/>
                </a:cubicBezTo>
                <a:cubicBezTo>
                  <a:pt x="842" y="2181"/>
                  <a:pt x="842" y="2181"/>
                  <a:pt x="842" y="2181"/>
                </a:cubicBezTo>
                <a:cubicBezTo>
                  <a:pt x="1292" y="2181"/>
                  <a:pt x="1292" y="2181"/>
                  <a:pt x="1292" y="2181"/>
                </a:cubicBezTo>
                <a:cubicBezTo>
                  <a:pt x="1292" y="3036"/>
                  <a:pt x="1292" y="3036"/>
                  <a:pt x="1292" y="3036"/>
                </a:cubicBezTo>
                <a:cubicBezTo>
                  <a:pt x="921" y="3036"/>
                  <a:pt x="921" y="3036"/>
                  <a:pt x="921" y="3036"/>
                </a:cubicBezTo>
                <a:cubicBezTo>
                  <a:pt x="905" y="3036"/>
                  <a:pt x="892" y="3049"/>
                  <a:pt x="892" y="3065"/>
                </a:cubicBezTo>
                <a:cubicBezTo>
                  <a:pt x="892" y="3081"/>
                  <a:pt x="905" y="3094"/>
                  <a:pt x="921" y="3094"/>
                </a:cubicBezTo>
                <a:cubicBezTo>
                  <a:pt x="1321" y="3094"/>
                  <a:pt x="1321" y="3094"/>
                  <a:pt x="1321" y="3094"/>
                </a:cubicBezTo>
                <a:cubicBezTo>
                  <a:pt x="1722" y="3094"/>
                  <a:pt x="1722" y="3094"/>
                  <a:pt x="1722" y="3094"/>
                </a:cubicBezTo>
                <a:cubicBezTo>
                  <a:pt x="1738" y="3094"/>
                  <a:pt x="1751" y="3081"/>
                  <a:pt x="1751" y="3065"/>
                </a:cubicBezTo>
                <a:cubicBezTo>
                  <a:pt x="1751" y="3049"/>
                  <a:pt x="1738" y="3036"/>
                  <a:pt x="1722" y="3036"/>
                </a:cubicBezTo>
                <a:cubicBezTo>
                  <a:pt x="1350" y="3036"/>
                  <a:pt x="1350" y="3036"/>
                  <a:pt x="1350" y="3036"/>
                </a:cubicBezTo>
                <a:cubicBezTo>
                  <a:pt x="1350" y="2181"/>
                  <a:pt x="1350" y="2181"/>
                  <a:pt x="1350" y="2181"/>
                </a:cubicBezTo>
                <a:cubicBezTo>
                  <a:pt x="1800" y="2181"/>
                  <a:pt x="1800" y="2181"/>
                  <a:pt x="1800" y="2181"/>
                </a:cubicBezTo>
                <a:cubicBezTo>
                  <a:pt x="1800" y="2669"/>
                  <a:pt x="1800" y="2669"/>
                  <a:pt x="1800" y="2669"/>
                </a:cubicBezTo>
                <a:cubicBezTo>
                  <a:pt x="1800" y="2685"/>
                  <a:pt x="1813" y="2698"/>
                  <a:pt x="1829" y="2698"/>
                </a:cubicBezTo>
                <a:cubicBezTo>
                  <a:pt x="1845" y="2698"/>
                  <a:pt x="1858" y="2685"/>
                  <a:pt x="1858" y="2669"/>
                </a:cubicBezTo>
                <a:cubicBezTo>
                  <a:pt x="1858" y="1811"/>
                  <a:pt x="1858" y="1811"/>
                  <a:pt x="1858" y="1811"/>
                </a:cubicBezTo>
                <a:cubicBezTo>
                  <a:pt x="2239" y="1811"/>
                  <a:pt x="2239" y="1811"/>
                  <a:pt x="2239" y="1811"/>
                </a:cubicBezTo>
                <a:cubicBezTo>
                  <a:pt x="2254" y="1811"/>
                  <a:pt x="2267" y="1798"/>
                  <a:pt x="2267" y="1782"/>
                </a:cubicBezTo>
                <a:cubicBezTo>
                  <a:pt x="2267" y="1476"/>
                  <a:pt x="2267" y="1476"/>
                  <a:pt x="2267" y="1476"/>
                </a:cubicBezTo>
                <a:cubicBezTo>
                  <a:pt x="2267" y="1460"/>
                  <a:pt x="2254" y="1447"/>
                  <a:pt x="2239" y="1447"/>
                </a:cubicBezTo>
                <a:cubicBezTo>
                  <a:pt x="2223" y="1447"/>
                  <a:pt x="2210" y="1460"/>
                  <a:pt x="2210" y="1476"/>
                </a:cubicBezTo>
                <a:cubicBezTo>
                  <a:pt x="2210" y="1753"/>
                  <a:pt x="2210" y="1753"/>
                  <a:pt x="2210" y="1753"/>
                </a:cubicBezTo>
                <a:cubicBezTo>
                  <a:pt x="1829" y="1753"/>
                  <a:pt x="1829" y="1753"/>
                  <a:pt x="1829" y="1753"/>
                </a:cubicBezTo>
                <a:cubicBezTo>
                  <a:pt x="1813" y="1753"/>
                  <a:pt x="1800" y="1766"/>
                  <a:pt x="1800" y="1782"/>
                </a:cubicBezTo>
                <a:cubicBezTo>
                  <a:pt x="1800" y="2123"/>
                  <a:pt x="1800" y="2123"/>
                  <a:pt x="1800" y="2123"/>
                </a:cubicBezTo>
                <a:cubicBezTo>
                  <a:pt x="1350" y="2123"/>
                  <a:pt x="1350" y="2123"/>
                  <a:pt x="1350" y="2123"/>
                </a:cubicBezTo>
                <a:cubicBezTo>
                  <a:pt x="1350" y="1369"/>
                  <a:pt x="1350" y="1369"/>
                  <a:pt x="1350" y="1369"/>
                </a:cubicBezTo>
                <a:cubicBezTo>
                  <a:pt x="1870" y="1369"/>
                  <a:pt x="1870" y="1369"/>
                  <a:pt x="1870" y="1369"/>
                </a:cubicBezTo>
                <a:cubicBezTo>
                  <a:pt x="1886" y="1369"/>
                  <a:pt x="1899" y="1356"/>
                  <a:pt x="1899" y="1340"/>
                </a:cubicBezTo>
                <a:cubicBezTo>
                  <a:pt x="1899" y="1060"/>
                  <a:pt x="1899" y="1060"/>
                  <a:pt x="1899" y="1060"/>
                </a:cubicBezTo>
                <a:cubicBezTo>
                  <a:pt x="1899" y="1044"/>
                  <a:pt x="1886" y="1031"/>
                  <a:pt x="1870" y="1031"/>
                </a:cubicBezTo>
                <a:cubicBezTo>
                  <a:pt x="1854" y="1031"/>
                  <a:pt x="1841" y="1044"/>
                  <a:pt x="1841" y="1060"/>
                </a:cubicBezTo>
                <a:cubicBezTo>
                  <a:pt x="1841" y="1311"/>
                  <a:pt x="1841" y="1311"/>
                  <a:pt x="1841" y="1311"/>
                </a:cubicBezTo>
                <a:cubicBezTo>
                  <a:pt x="1350" y="1311"/>
                  <a:pt x="1350" y="1311"/>
                  <a:pt x="1350" y="1311"/>
                </a:cubicBezTo>
                <a:cubicBezTo>
                  <a:pt x="1350" y="660"/>
                  <a:pt x="1350" y="660"/>
                  <a:pt x="1350" y="660"/>
                </a:cubicBezTo>
                <a:cubicBezTo>
                  <a:pt x="1643" y="660"/>
                  <a:pt x="1643" y="660"/>
                  <a:pt x="1643" y="660"/>
                </a:cubicBezTo>
                <a:cubicBezTo>
                  <a:pt x="1659" y="660"/>
                  <a:pt x="1672" y="647"/>
                  <a:pt x="1672" y="631"/>
                </a:cubicBezTo>
                <a:cubicBezTo>
                  <a:pt x="1672" y="615"/>
                  <a:pt x="1659" y="602"/>
                  <a:pt x="1643" y="602"/>
                </a:cubicBezTo>
                <a:cubicBezTo>
                  <a:pt x="1350" y="602"/>
                  <a:pt x="1350" y="602"/>
                  <a:pt x="1350" y="602"/>
                </a:cubicBezTo>
                <a:cubicBezTo>
                  <a:pt x="1350" y="58"/>
                  <a:pt x="1350" y="58"/>
                  <a:pt x="1350" y="58"/>
                </a:cubicBezTo>
                <a:cubicBezTo>
                  <a:pt x="1799" y="58"/>
                  <a:pt x="1799" y="58"/>
                  <a:pt x="1799" y="58"/>
                </a:cubicBezTo>
                <a:cubicBezTo>
                  <a:pt x="1815" y="58"/>
                  <a:pt x="1828" y="45"/>
                  <a:pt x="1828" y="29"/>
                </a:cubicBezTo>
                <a:cubicBezTo>
                  <a:pt x="1828" y="13"/>
                  <a:pt x="1815" y="0"/>
                  <a:pt x="1799" y="0"/>
                </a:cubicBezTo>
              </a:path>
            </a:pathLst>
          </a:custGeom>
          <a:solidFill>
            <a:schemeClr val="accent2">
              <a:alpha val="9804"/>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10" name="Logo">
            <a:extLst>
              <a:ext uri="{FF2B5EF4-FFF2-40B4-BE49-F238E27FC236}">
                <a16:creationId xmlns:a16="http://schemas.microsoft.com/office/drawing/2014/main" id="{7D430883-348B-4F96-B27B-40097E253643}"/>
              </a:ext>
            </a:extLst>
          </p:cNvPr>
          <p:cNvSpPr/>
          <p:nvPr/>
        </p:nvSpPr>
        <p:spPr>
          <a:xfrm>
            <a:off x="9397252" y="5875721"/>
            <a:ext cx="2253411" cy="440942"/>
          </a:xfrm>
          <a:custGeom>
            <a:avLst/>
            <a:gdLst>
              <a:gd name="connsiteX0" fmla="*/ 1783139 w 2253411"/>
              <a:gd name="connsiteY0" fmla="*/ 136254 h 440942"/>
              <a:gd name="connsiteX1" fmla="*/ 1751520 w 2253411"/>
              <a:gd name="connsiteY1" fmla="*/ 136254 h 440942"/>
              <a:gd name="connsiteX2" fmla="*/ 1751520 w 2253411"/>
              <a:gd name="connsiteY2" fmla="*/ 299806 h 440942"/>
              <a:gd name="connsiteX3" fmla="*/ 1783139 w 2253411"/>
              <a:gd name="connsiteY3" fmla="*/ 299806 h 440942"/>
              <a:gd name="connsiteX4" fmla="*/ 293338 w 2253411"/>
              <a:gd name="connsiteY4" fmla="*/ 409024 h 440942"/>
              <a:gd name="connsiteX5" fmla="*/ 297448 w 2253411"/>
              <a:gd name="connsiteY5" fmla="*/ 413147 h 440942"/>
              <a:gd name="connsiteX6" fmla="*/ 297460 w 2253411"/>
              <a:gd name="connsiteY6" fmla="*/ 413147 h 440942"/>
              <a:gd name="connsiteX7" fmla="*/ 333669 w 2253411"/>
              <a:gd name="connsiteY7" fmla="*/ 413147 h 440942"/>
              <a:gd name="connsiteX8" fmla="*/ 337779 w 2253411"/>
              <a:gd name="connsiteY8" fmla="*/ 409047 h 440942"/>
              <a:gd name="connsiteX9" fmla="*/ 337777 w 2253411"/>
              <a:gd name="connsiteY9" fmla="*/ 409024 h 440942"/>
              <a:gd name="connsiteX10" fmla="*/ 333683 w 2253411"/>
              <a:gd name="connsiteY10" fmla="*/ 404916 h 440942"/>
              <a:gd name="connsiteX11" fmla="*/ 333669 w 2253411"/>
              <a:gd name="connsiteY11" fmla="*/ 404916 h 440942"/>
              <a:gd name="connsiteX12" fmla="*/ 297460 w 2253411"/>
              <a:gd name="connsiteY12" fmla="*/ 404916 h 440942"/>
              <a:gd name="connsiteX13" fmla="*/ 293338 w 2253411"/>
              <a:gd name="connsiteY13" fmla="*/ 409021 h 440942"/>
              <a:gd name="connsiteX14" fmla="*/ 293338 w 2253411"/>
              <a:gd name="connsiteY14" fmla="*/ 409024 h 440942"/>
              <a:gd name="connsiteX15" fmla="*/ 39859 w 2253411"/>
              <a:gd name="connsiteY15" fmla="*/ 409024 h 440942"/>
              <a:gd name="connsiteX16" fmla="*/ 43946 w 2253411"/>
              <a:gd name="connsiteY16" fmla="*/ 413147 h 440942"/>
              <a:gd name="connsiteX17" fmla="*/ 43967 w 2253411"/>
              <a:gd name="connsiteY17" fmla="*/ 413147 h 440942"/>
              <a:gd name="connsiteX18" fmla="*/ 80176 w 2253411"/>
              <a:gd name="connsiteY18" fmla="*/ 413147 h 440942"/>
              <a:gd name="connsiteX19" fmla="*/ 84298 w 2253411"/>
              <a:gd name="connsiteY19" fmla="*/ 409037 h 440942"/>
              <a:gd name="connsiteX20" fmla="*/ 84298 w 2253411"/>
              <a:gd name="connsiteY20" fmla="*/ 409024 h 440942"/>
              <a:gd name="connsiteX21" fmla="*/ 80179 w 2253411"/>
              <a:gd name="connsiteY21" fmla="*/ 404916 h 440942"/>
              <a:gd name="connsiteX22" fmla="*/ 80176 w 2253411"/>
              <a:gd name="connsiteY22" fmla="*/ 404916 h 440942"/>
              <a:gd name="connsiteX23" fmla="*/ 43967 w 2253411"/>
              <a:gd name="connsiteY23" fmla="*/ 404916 h 440942"/>
              <a:gd name="connsiteX24" fmla="*/ 39859 w 2253411"/>
              <a:gd name="connsiteY24" fmla="*/ 409012 h 440942"/>
              <a:gd name="connsiteX25" fmla="*/ 39859 w 2253411"/>
              <a:gd name="connsiteY25" fmla="*/ 409024 h 440942"/>
              <a:gd name="connsiteX26" fmla="*/ 80177 w 2253411"/>
              <a:gd name="connsiteY26" fmla="*/ 339849 h 440942"/>
              <a:gd name="connsiteX27" fmla="*/ 8803 w 2253411"/>
              <a:gd name="connsiteY27" fmla="*/ 339849 h 440942"/>
              <a:gd name="connsiteX28" fmla="*/ 8803 w 2253411"/>
              <a:gd name="connsiteY28" fmla="*/ 177644 h 440942"/>
              <a:gd name="connsiteX29" fmla="*/ 4680 w 2253411"/>
              <a:gd name="connsiteY29" fmla="*/ 173521 h 440942"/>
              <a:gd name="connsiteX30" fmla="*/ 572 w 2253411"/>
              <a:gd name="connsiteY30" fmla="*/ 177639 h 440942"/>
              <a:gd name="connsiteX31" fmla="*/ 572 w 2253411"/>
              <a:gd name="connsiteY31" fmla="*/ 177644 h 440942"/>
              <a:gd name="connsiteX32" fmla="*/ 572 w 2253411"/>
              <a:gd name="connsiteY32" fmla="*/ 343959 h 440942"/>
              <a:gd name="connsiteX33" fmla="*/ 4676 w 2253411"/>
              <a:gd name="connsiteY33" fmla="*/ 348080 h 440942"/>
              <a:gd name="connsiteX34" fmla="*/ 4680 w 2253411"/>
              <a:gd name="connsiteY34" fmla="*/ 348080 h 440942"/>
              <a:gd name="connsiteX35" fmla="*/ 80176 w 2253411"/>
              <a:gd name="connsiteY35" fmla="*/ 348080 h 440942"/>
              <a:gd name="connsiteX36" fmla="*/ 84298 w 2253411"/>
              <a:gd name="connsiteY36" fmla="*/ 343970 h 440942"/>
              <a:gd name="connsiteX37" fmla="*/ 84298 w 2253411"/>
              <a:gd name="connsiteY37" fmla="*/ 343959 h 440942"/>
              <a:gd name="connsiteX38" fmla="*/ 80176 w 2253411"/>
              <a:gd name="connsiteY38" fmla="*/ 339849 h 440942"/>
              <a:gd name="connsiteX39" fmla="*/ 98412 w 2253411"/>
              <a:gd name="connsiteY39" fmla="*/ 45530 h 440942"/>
              <a:gd name="connsiteX40" fmla="*/ 94292 w 2253411"/>
              <a:gd name="connsiteY40" fmla="*/ 41422 h 440942"/>
              <a:gd name="connsiteX41" fmla="*/ 94289 w 2253411"/>
              <a:gd name="connsiteY41" fmla="*/ 41422 h 440942"/>
              <a:gd name="connsiteX42" fmla="*/ 30459 w 2253411"/>
              <a:gd name="connsiteY42" fmla="*/ 41422 h 440942"/>
              <a:gd name="connsiteX43" fmla="*/ 26351 w 2253411"/>
              <a:gd name="connsiteY43" fmla="*/ 45518 h 440942"/>
              <a:gd name="connsiteX44" fmla="*/ 26351 w 2253411"/>
              <a:gd name="connsiteY44" fmla="*/ 45530 h 440942"/>
              <a:gd name="connsiteX45" fmla="*/ 26351 w 2253411"/>
              <a:gd name="connsiteY45" fmla="*/ 133916 h 440942"/>
              <a:gd name="connsiteX46" fmla="*/ 30456 w 2253411"/>
              <a:gd name="connsiteY46" fmla="*/ 138039 h 440942"/>
              <a:gd name="connsiteX47" fmla="*/ 30459 w 2253411"/>
              <a:gd name="connsiteY47" fmla="*/ 138039 h 440942"/>
              <a:gd name="connsiteX48" fmla="*/ 80191 w 2253411"/>
              <a:gd name="connsiteY48" fmla="*/ 138039 h 440942"/>
              <a:gd name="connsiteX49" fmla="*/ 84300 w 2253411"/>
              <a:gd name="connsiteY49" fmla="*/ 133916 h 440942"/>
              <a:gd name="connsiteX50" fmla="*/ 80191 w 2253411"/>
              <a:gd name="connsiteY50" fmla="*/ 129808 h 440942"/>
              <a:gd name="connsiteX51" fmla="*/ 34582 w 2253411"/>
              <a:gd name="connsiteY51" fmla="*/ 129808 h 440942"/>
              <a:gd name="connsiteX52" fmla="*/ 34582 w 2253411"/>
              <a:gd name="connsiteY52" fmla="*/ 49653 h 440942"/>
              <a:gd name="connsiteX53" fmla="*/ 94291 w 2253411"/>
              <a:gd name="connsiteY53" fmla="*/ 49653 h 440942"/>
              <a:gd name="connsiteX54" fmla="*/ 98413 w 2253411"/>
              <a:gd name="connsiteY54" fmla="*/ 45540 h 440942"/>
              <a:gd name="connsiteX55" fmla="*/ 98413 w 2253411"/>
              <a:gd name="connsiteY55" fmla="*/ 45530 h 440942"/>
              <a:gd name="connsiteX56" fmla="*/ 271146 w 2253411"/>
              <a:gd name="connsiteY56" fmla="*/ 190835 h 440942"/>
              <a:gd name="connsiteX57" fmla="*/ 271146 w 2253411"/>
              <a:gd name="connsiteY57" fmla="*/ 150874 h 440942"/>
              <a:gd name="connsiteX58" fmla="*/ 267039 w 2253411"/>
              <a:gd name="connsiteY58" fmla="*/ 146752 h 440942"/>
              <a:gd name="connsiteX59" fmla="*/ 267037 w 2253411"/>
              <a:gd name="connsiteY59" fmla="*/ 146752 h 440942"/>
              <a:gd name="connsiteX60" fmla="*/ 262900 w 2253411"/>
              <a:gd name="connsiteY60" fmla="*/ 150873 h 440942"/>
              <a:gd name="connsiteX61" fmla="*/ 262900 w 2253411"/>
              <a:gd name="connsiteY61" fmla="*/ 150874 h 440942"/>
              <a:gd name="connsiteX62" fmla="*/ 262900 w 2253411"/>
              <a:gd name="connsiteY62" fmla="*/ 186698 h 440942"/>
              <a:gd name="connsiteX63" fmla="*/ 192929 w 2253411"/>
              <a:gd name="connsiteY63" fmla="*/ 186698 h 440942"/>
              <a:gd name="connsiteX64" fmla="*/ 192929 w 2253411"/>
              <a:gd name="connsiteY64" fmla="*/ 93846 h 440942"/>
              <a:gd name="connsiteX65" fmla="*/ 234730 w 2253411"/>
              <a:gd name="connsiteY65" fmla="*/ 93846 h 440942"/>
              <a:gd name="connsiteX66" fmla="*/ 238853 w 2253411"/>
              <a:gd name="connsiteY66" fmla="*/ 89738 h 440942"/>
              <a:gd name="connsiteX67" fmla="*/ 234730 w 2253411"/>
              <a:gd name="connsiteY67" fmla="*/ 85602 h 440942"/>
              <a:gd name="connsiteX68" fmla="*/ 192929 w 2253411"/>
              <a:gd name="connsiteY68" fmla="*/ 85602 h 440942"/>
              <a:gd name="connsiteX69" fmla="*/ 192929 w 2253411"/>
              <a:gd name="connsiteY69" fmla="*/ 8058 h 440942"/>
              <a:gd name="connsiteX70" fmla="*/ 256951 w 2253411"/>
              <a:gd name="connsiteY70" fmla="*/ 8058 h 440942"/>
              <a:gd name="connsiteX71" fmla="*/ 261072 w 2253411"/>
              <a:gd name="connsiteY71" fmla="*/ 3946 h 440942"/>
              <a:gd name="connsiteX72" fmla="*/ 261072 w 2253411"/>
              <a:gd name="connsiteY72" fmla="*/ 3935 h 440942"/>
              <a:gd name="connsiteX73" fmla="*/ 256954 w 2253411"/>
              <a:gd name="connsiteY73" fmla="*/ -175 h 440942"/>
              <a:gd name="connsiteX74" fmla="*/ 256951 w 2253411"/>
              <a:gd name="connsiteY74" fmla="*/ -175 h 440942"/>
              <a:gd name="connsiteX75" fmla="*/ 120686 w 2253411"/>
              <a:gd name="connsiteY75" fmla="*/ -175 h 440942"/>
              <a:gd name="connsiteX76" fmla="*/ 116578 w 2253411"/>
              <a:gd name="connsiteY76" fmla="*/ 3935 h 440942"/>
              <a:gd name="connsiteX77" fmla="*/ 120685 w 2253411"/>
              <a:gd name="connsiteY77" fmla="*/ 8058 h 440942"/>
              <a:gd name="connsiteX78" fmla="*/ 120686 w 2253411"/>
              <a:gd name="connsiteY78" fmla="*/ 8058 h 440942"/>
              <a:gd name="connsiteX79" fmla="*/ 184696 w 2253411"/>
              <a:gd name="connsiteY79" fmla="*/ 8058 h 440942"/>
              <a:gd name="connsiteX80" fmla="*/ 184696 w 2253411"/>
              <a:gd name="connsiteY80" fmla="*/ 85629 h 440942"/>
              <a:gd name="connsiteX81" fmla="*/ 141436 w 2253411"/>
              <a:gd name="connsiteY81" fmla="*/ 85629 h 440942"/>
              <a:gd name="connsiteX82" fmla="*/ 137315 w 2253411"/>
              <a:gd name="connsiteY82" fmla="*/ 89752 h 440942"/>
              <a:gd name="connsiteX83" fmla="*/ 141435 w 2253411"/>
              <a:gd name="connsiteY83" fmla="*/ 93860 h 440942"/>
              <a:gd name="connsiteX84" fmla="*/ 141436 w 2253411"/>
              <a:gd name="connsiteY84" fmla="*/ 93860 h 440942"/>
              <a:gd name="connsiteX85" fmla="*/ 184696 w 2253411"/>
              <a:gd name="connsiteY85" fmla="*/ 93860 h 440942"/>
              <a:gd name="connsiteX86" fmla="*/ 184696 w 2253411"/>
              <a:gd name="connsiteY86" fmla="*/ 186698 h 440942"/>
              <a:gd name="connsiteX87" fmla="*/ 114724 w 2253411"/>
              <a:gd name="connsiteY87" fmla="*/ 186698 h 440942"/>
              <a:gd name="connsiteX88" fmla="*/ 114724 w 2253411"/>
              <a:gd name="connsiteY88" fmla="*/ 150874 h 440942"/>
              <a:gd name="connsiteX89" fmla="*/ 110611 w 2253411"/>
              <a:gd name="connsiteY89" fmla="*/ 146752 h 440942"/>
              <a:gd name="connsiteX90" fmla="*/ 110602 w 2253411"/>
              <a:gd name="connsiteY90" fmla="*/ 146752 h 440942"/>
              <a:gd name="connsiteX91" fmla="*/ 106479 w 2253411"/>
              <a:gd name="connsiteY91" fmla="*/ 150874 h 440942"/>
              <a:gd name="connsiteX92" fmla="*/ 106479 w 2253411"/>
              <a:gd name="connsiteY92" fmla="*/ 190835 h 440942"/>
              <a:gd name="connsiteX93" fmla="*/ 110598 w 2253411"/>
              <a:gd name="connsiteY93" fmla="*/ 194943 h 440942"/>
              <a:gd name="connsiteX94" fmla="*/ 110602 w 2253411"/>
              <a:gd name="connsiteY94" fmla="*/ 194943 h 440942"/>
              <a:gd name="connsiteX95" fmla="*/ 184696 w 2253411"/>
              <a:gd name="connsiteY95" fmla="*/ 194943 h 440942"/>
              <a:gd name="connsiteX96" fmla="*/ 184696 w 2253411"/>
              <a:gd name="connsiteY96" fmla="*/ 302418 h 440942"/>
              <a:gd name="connsiteX97" fmla="*/ 120523 w 2253411"/>
              <a:gd name="connsiteY97" fmla="*/ 302418 h 440942"/>
              <a:gd name="connsiteX98" fmla="*/ 120523 w 2253411"/>
              <a:gd name="connsiteY98" fmla="*/ 253744 h 440942"/>
              <a:gd name="connsiteX99" fmla="*/ 116395 w 2253411"/>
              <a:gd name="connsiteY99" fmla="*/ 249636 h 440942"/>
              <a:gd name="connsiteX100" fmla="*/ 116386 w 2253411"/>
              <a:gd name="connsiteY100" fmla="*/ 249636 h 440942"/>
              <a:gd name="connsiteX101" fmla="*/ 62189 w 2253411"/>
              <a:gd name="connsiteY101" fmla="*/ 249636 h 440942"/>
              <a:gd name="connsiteX102" fmla="*/ 62189 w 2253411"/>
              <a:gd name="connsiteY102" fmla="*/ 210170 h 440942"/>
              <a:gd name="connsiteX103" fmla="*/ 58084 w 2253411"/>
              <a:gd name="connsiteY103" fmla="*/ 206047 h 440942"/>
              <a:gd name="connsiteX104" fmla="*/ 58081 w 2253411"/>
              <a:gd name="connsiteY104" fmla="*/ 206047 h 440942"/>
              <a:gd name="connsiteX105" fmla="*/ 53958 w 2253411"/>
              <a:gd name="connsiteY105" fmla="*/ 210170 h 440942"/>
              <a:gd name="connsiteX106" fmla="*/ 53958 w 2253411"/>
              <a:gd name="connsiteY106" fmla="*/ 253744 h 440942"/>
              <a:gd name="connsiteX107" fmla="*/ 58081 w 2253411"/>
              <a:gd name="connsiteY107" fmla="*/ 257867 h 440942"/>
              <a:gd name="connsiteX108" fmla="*/ 112277 w 2253411"/>
              <a:gd name="connsiteY108" fmla="*/ 257867 h 440942"/>
              <a:gd name="connsiteX109" fmla="*/ 112277 w 2253411"/>
              <a:gd name="connsiteY109" fmla="*/ 380182 h 440942"/>
              <a:gd name="connsiteX110" fmla="*/ 116382 w 2253411"/>
              <a:gd name="connsiteY110" fmla="*/ 384304 h 440942"/>
              <a:gd name="connsiteX111" fmla="*/ 116386 w 2253411"/>
              <a:gd name="connsiteY111" fmla="*/ 384304 h 440942"/>
              <a:gd name="connsiteX112" fmla="*/ 120523 w 2253411"/>
              <a:gd name="connsiteY112" fmla="*/ 380182 h 440942"/>
              <a:gd name="connsiteX113" fmla="*/ 120523 w 2253411"/>
              <a:gd name="connsiteY113" fmla="*/ 310649 h 440942"/>
              <a:gd name="connsiteX114" fmla="*/ 184696 w 2253411"/>
              <a:gd name="connsiteY114" fmla="*/ 310649 h 440942"/>
              <a:gd name="connsiteX115" fmla="*/ 184696 w 2253411"/>
              <a:gd name="connsiteY115" fmla="*/ 432537 h 440942"/>
              <a:gd name="connsiteX116" fmla="*/ 131736 w 2253411"/>
              <a:gd name="connsiteY116" fmla="*/ 432537 h 440942"/>
              <a:gd name="connsiteX117" fmla="*/ 127628 w 2253411"/>
              <a:gd name="connsiteY117" fmla="*/ 436615 h 440942"/>
              <a:gd name="connsiteX118" fmla="*/ 127628 w 2253411"/>
              <a:gd name="connsiteY118" fmla="*/ 436646 h 440942"/>
              <a:gd name="connsiteX119" fmla="*/ 131716 w 2253411"/>
              <a:gd name="connsiteY119" fmla="*/ 440768 h 440942"/>
              <a:gd name="connsiteX120" fmla="*/ 131736 w 2253411"/>
              <a:gd name="connsiteY120" fmla="*/ 440768 h 440942"/>
              <a:gd name="connsiteX121" fmla="*/ 245888 w 2253411"/>
              <a:gd name="connsiteY121" fmla="*/ 440768 h 440942"/>
              <a:gd name="connsiteX122" fmla="*/ 250011 w 2253411"/>
              <a:gd name="connsiteY122" fmla="*/ 436657 h 440942"/>
              <a:gd name="connsiteX123" fmla="*/ 250011 w 2253411"/>
              <a:gd name="connsiteY123" fmla="*/ 436646 h 440942"/>
              <a:gd name="connsiteX124" fmla="*/ 245909 w 2253411"/>
              <a:gd name="connsiteY124" fmla="*/ 432537 h 440942"/>
              <a:gd name="connsiteX125" fmla="*/ 245888 w 2253411"/>
              <a:gd name="connsiteY125" fmla="*/ 432537 h 440942"/>
              <a:gd name="connsiteX126" fmla="*/ 192929 w 2253411"/>
              <a:gd name="connsiteY126" fmla="*/ 432537 h 440942"/>
              <a:gd name="connsiteX127" fmla="*/ 192929 w 2253411"/>
              <a:gd name="connsiteY127" fmla="*/ 310649 h 440942"/>
              <a:gd name="connsiteX128" fmla="*/ 257116 w 2253411"/>
              <a:gd name="connsiteY128" fmla="*/ 310649 h 440942"/>
              <a:gd name="connsiteX129" fmla="*/ 257116 w 2253411"/>
              <a:gd name="connsiteY129" fmla="*/ 380182 h 440942"/>
              <a:gd name="connsiteX130" fmla="*/ 261250 w 2253411"/>
              <a:gd name="connsiteY130" fmla="*/ 384304 h 440942"/>
              <a:gd name="connsiteX131" fmla="*/ 265358 w 2253411"/>
              <a:gd name="connsiteY131" fmla="*/ 380182 h 440942"/>
              <a:gd name="connsiteX132" fmla="*/ 265358 w 2253411"/>
              <a:gd name="connsiteY132" fmla="*/ 257867 h 440942"/>
              <a:gd name="connsiteX133" fmla="*/ 319557 w 2253411"/>
              <a:gd name="connsiteY133" fmla="*/ 257867 h 440942"/>
              <a:gd name="connsiteX134" fmla="*/ 323665 w 2253411"/>
              <a:gd name="connsiteY134" fmla="*/ 253748 h 440942"/>
              <a:gd name="connsiteX135" fmla="*/ 323665 w 2253411"/>
              <a:gd name="connsiteY135" fmla="*/ 253744 h 440942"/>
              <a:gd name="connsiteX136" fmla="*/ 323665 w 2253411"/>
              <a:gd name="connsiteY136" fmla="*/ 210170 h 440942"/>
              <a:gd name="connsiteX137" fmla="*/ 319557 w 2253411"/>
              <a:gd name="connsiteY137" fmla="*/ 206047 h 440942"/>
              <a:gd name="connsiteX138" fmla="*/ 315434 w 2253411"/>
              <a:gd name="connsiteY138" fmla="*/ 210170 h 440942"/>
              <a:gd name="connsiteX139" fmla="*/ 315434 w 2253411"/>
              <a:gd name="connsiteY139" fmla="*/ 249636 h 440942"/>
              <a:gd name="connsiteX140" fmla="*/ 261250 w 2253411"/>
              <a:gd name="connsiteY140" fmla="*/ 249636 h 440942"/>
              <a:gd name="connsiteX141" fmla="*/ 257115 w 2253411"/>
              <a:gd name="connsiteY141" fmla="*/ 253733 h 440942"/>
              <a:gd name="connsiteX142" fmla="*/ 257115 w 2253411"/>
              <a:gd name="connsiteY142" fmla="*/ 253744 h 440942"/>
              <a:gd name="connsiteX143" fmla="*/ 257115 w 2253411"/>
              <a:gd name="connsiteY143" fmla="*/ 302416 h 440942"/>
              <a:gd name="connsiteX144" fmla="*/ 192927 w 2253411"/>
              <a:gd name="connsiteY144" fmla="*/ 302416 h 440942"/>
              <a:gd name="connsiteX145" fmla="*/ 192927 w 2253411"/>
              <a:gd name="connsiteY145" fmla="*/ 194943 h 440942"/>
              <a:gd name="connsiteX146" fmla="*/ 267036 w 2253411"/>
              <a:gd name="connsiteY146" fmla="*/ 194943 h 440942"/>
              <a:gd name="connsiteX147" fmla="*/ 271144 w 2253411"/>
              <a:gd name="connsiteY147" fmla="*/ 190849 h 440942"/>
              <a:gd name="connsiteX148" fmla="*/ 271144 w 2253411"/>
              <a:gd name="connsiteY148" fmla="*/ 190835 h 440942"/>
              <a:gd name="connsiteX149" fmla="*/ 351285 w 2253411"/>
              <a:gd name="connsiteY149" fmla="*/ 133931 h 440942"/>
              <a:gd name="connsiteX150" fmla="*/ 351285 w 2253411"/>
              <a:gd name="connsiteY150" fmla="*/ 45545 h 440942"/>
              <a:gd name="connsiteX151" fmla="*/ 347175 w 2253411"/>
              <a:gd name="connsiteY151" fmla="*/ 41422 h 440942"/>
              <a:gd name="connsiteX152" fmla="*/ 347164 w 2253411"/>
              <a:gd name="connsiteY152" fmla="*/ 41422 h 440942"/>
              <a:gd name="connsiteX153" fmla="*/ 283332 w 2253411"/>
              <a:gd name="connsiteY153" fmla="*/ 41422 h 440942"/>
              <a:gd name="connsiteX154" fmla="*/ 279224 w 2253411"/>
              <a:gd name="connsiteY154" fmla="*/ 45524 h 440942"/>
              <a:gd name="connsiteX155" fmla="*/ 279224 w 2253411"/>
              <a:gd name="connsiteY155" fmla="*/ 45545 h 440942"/>
              <a:gd name="connsiteX156" fmla="*/ 283332 w 2253411"/>
              <a:gd name="connsiteY156" fmla="*/ 49653 h 440942"/>
              <a:gd name="connsiteX157" fmla="*/ 343054 w 2253411"/>
              <a:gd name="connsiteY157" fmla="*/ 49653 h 440942"/>
              <a:gd name="connsiteX158" fmla="*/ 343054 w 2253411"/>
              <a:gd name="connsiteY158" fmla="*/ 129808 h 440942"/>
              <a:gd name="connsiteX159" fmla="*/ 297460 w 2253411"/>
              <a:gd name="connsiteY159" fmla="*/ 129808 h 440942"/>
              <a:gd name="connsiteX160" fmla="*/ 293338 w 2253411"/>
              <a:gd name="connsiteY160" fmla="*/ 133918 h 440942"/>
              <a:gd name="connsiteX161" fmla="*/ 293338 w 2253411"/>
              <a:gd name="connsiteY161" fmla="*/ 133931 h 440942"/>
              <a:gd name="connsiteX162" fmla="*/ 297460 w 2253411"/>
              <a:gd name="connsiteY162" fmla="*/ 138039 h 440942"/>
              <a:gd name="connsiteX163" fmla="*/ 347164 w 2253411"/>
              <a:gd name="connsiteY163" fmla="*/ 138039 h 440942"/>
              <a:gd name="connsiteX164" fmla="*/ 351285 w 2253411"/>
              <a:gd name="connsiteY164" fmla="*/ 133931 h 440942"/>
              <a:gd name="connsiteX165" fmla="*/ 377065 w 2253411"/>
              <a:gd name="connsiteY165" fmla="*/ 343972 h 440942"/>
              <a:gd name="connsiteX166" fmla="*/ 377065 w 2253411"/>
              <a:gd name="connsiteY166" fmla="*/ 177629 h 440942"/>
              <a:gd name="connsiteX167" fmla="*/ 372946 w 2253411"/>
              <a:gd name="connsiteY167" fmla="*/ 173521 h 440942"/>
              <a:gd name="connsiteX168" fmla="*/ 372943 w 2253411"/>
              <a:gd name="connsiteY168" fmla="*/ 173521 h 440942"/>
              <a:gd name="connsiteX169" fmla="*/ 368834 w 2253411"/>
              <a:gd name="connsiteY169" fmla="*/ 177617 h 440942"/>
              <a:gd name="connsiteX170" fmla="*/ 368834 w 2253411"/>
              <a:gd name="connsiteY170" fmla="*/ 177629 h 440942"/>
              <a:gd name="connsiteX171" fmla="*/ 368834 w 2253411"/>
              <a:gd name="connsiteY171" fmla="*/ 339836 h 440942"/>
              <a:gd name="connsiteX172" fmla="*/ 297460 w 2253411"/>
              <a:gd name="connsiteY172" fmla="*/ 339836 h 440942"/>
              <a:gd name="connsiteX173" fmla="*/ 293338 w 2253411"/>
              <a:gd name="connsiteY173" fmla="*/ 343970 h 440942"/>
              <a:gd name="connsiteX174" fmla="*/ 293338 w 2253411"/>
              <a:gd name="connsiteY174" fmla="*/ 343972 h 440942"/>
              <a:gd name="connsiteX175" fmla="*/ 297438 w 2253411"/>
              <a:gd name="connsiteY175" fmla="*/ 348080 h 440942"/>
              <a:gd name="connsiteX176" fmla="*/ 297460 w 2253411"/>
              <a:gd name="connsiteY176" fmla="*/ 348080 h 440942"/>
              <a:gd name="connsiteX177" fmla="*/ 372943 w 2253411"/>
              <a:gd name="connsiteY177" fmla="*/ 348080 h 440942"/>
              <a:gd name="connsiteX178" fmla="*/ 377065 w 2253411"/>
              <a:gd name="connsiteY178" fmla="*/ 343992 h 440942"/>
              <a:gd name="connsiteX179" fmla="*/ 377065 w 2253411"/>
              <a:gd name="connsiteY179" fmla="*/ 343972 h 440942"/>
              <a:gd name="connsiteX180" fmla="*/ 577721 w 2253411"/>
              <a:gd name="connsiteY180" fmla="*/ 299806 h 440942"/>
              <a:gd name="connsiteX181" fmla="*/ 609683 w 2253411"/>
              <a:gd name="connsiteY181" fmla="*/ 299806 h 440942"/>
              <a:gd name="connsiteX182" fmla="*/ 609683 w 2253411"/>
              <a:gd name="connsiteY182" fmla="*/ 196098 h 440942"/>
              <a:gd name="connsiteX183" fmla="*/ 551186 w 2253411"/>
              <a:gd name="connsiteY183" fmla="*/ 131498 h 440942"/>
              <a:gd name="connsiteX184" fmla="*/ 500878 w 2253411"/>
              <a:gd name="connsiteY184" fmla="*/ 159709 h 440942"/>
              <a:gd name="connsiteX185" fmla="*/ 500878 w 2253411"/>
              <a:gd name="connsiteY185" fmla="*/ 136254 h 440942"/>
              <a:gd name="connsiteX186" fmla="*/ 469601 w 2253411"/>
              <a:gd name="connsiteY186" fmla="*/ 136254 h 440942"/>
              <a:gd name="connsiteX187" fmla="*/ 469601 w 2253411"/>
              <a:gd name="connsiteY187" fmla="*/ 299806 h 440942"/>
              <a:gd name="connsiteX188" fmla="*/ 501565 w 2253411"/>
              <a:gd name="connsiteY188" fmla="*/ 299806 h 440942"/>
              <a:gd name="connsiteX189" fmla="*/ 501565 w 2253411"/>
              <a:gd name="connsiteY189" fmla="*/ 205278 h 440942"/>
              <a:gd name="connsiteX190" fmla="*/ 539629 w 2253411"/>
              <a:gd name="connsiteY190" fmla="*/ 160396 h 440942"/>
              <a:gd name="connsiteX191" fmla="*/ 577721 w 2253411"/>
              <a:gd name="connsiteY191" fmla="*/ 201540 h 440942"/>
              <a:gd name="connsiteX192" fmla="*/ 766751 w 2253411"/>
              <a:gd name="connsiteY192" fmla="*/ 201196 h 440942"/>
              <a:gd name="connsiteX193" fmla="*/ 677320 w 2253411"/>
              <a:gd name="connsiteY193" fmla="*/ 201196 h 440942"/>
              <a:gd name="connsiteX194" fmla="*/ 721870 w 2253411"/>
              <a:gd name="connsiteY194" fmla="*/ 159366 h 440942"/>
              <a:gd name="connsiteX195" fmla="*/ 766751 w 2253411"/>
              <a:gd name="connsiteY195" fmla="*/ 201196 h 440942"/>
              <a:gd name="connsiteX196" fmla="*/ 799388 w 2253411"/>
              <a:gd name="connsiteY196" fmla="*/ 227044 h 440942"/>
              <a:gd name="connsiteX197" fmla="*/ 800075 w 2253411"/>
              <a:gd name="connsiteY197" fmla="*/ 216835 h 440942"/>
              <a:gd name="connsiteX198" fmla="*/ 721527 w 2253411"/>
              <a:gd name="connsiteY198" fmla="*/ 131155 h 440942"/>
              <a:gd name="connsiteX199" fmla="*/ 643324 w 2253411"/>
              <a:gd name="connsiteY199" fmla="*/ 217522 h 440942"/>
              <a:gd name="connsiteX200" fmla="*/ 725608 w 2253411"/>
              <a:gd name="connsiteY200" fmla="*/ 304904 h 440942"/>
              <a:gd name="connsiteX201" fmla="*/ 799044 w 2253411"/>
              <a:gd name="connsiteY201" fmla="*/ 253221 h 440942"/>
              <a:gd name="connsiteX202" fmla="*/ 771519 w 2253411"/>
              <a:gd name="connsiteY202" fmla="*/ 243698 h 440942"/>
              <a:gd name="connsiteX203" fmla="*/ 725608 w 2253411"/>
              <a:gd name="connsiteY203" fmla="*/ 276679 h 440942"/>
              <a:gd name="connsiteX204" fmla="*/ 676304 w 2253411"/>
              <a:gd name="connsiteY204" fmla="*/ 227044 h 440942"/>
              <a:gd name="connsiteX205" fmla="*/ 945791 w 2253411"/>
              <a:gd name="connsiteY205" fmla="*/ 299820 h 440942"/>
              <a:gd name="connsiteX206" fmla="*/ 976394 w 2253411"/>
              <a:gd name="connsiteY206" fmla="*/ 299820 h 440942"/>
              <a:gd name="connsiteX207" fmla="*/ 974677 w 2253411"/>
              <a:gd name="connsiteY207" fmla="*/ 269547 h 440942"/>
              <a:gd name="connsiteX208" fmla="*/ 974677 w 2253411"/>
              <a:gd name="connsiteY208" fmla="*/ 136254 h 440942"/>
              <a:gd name="connsiteX209" fmla="*/ 942727 w 2253411"/>
              <a:gd name="connsiteY209" fmla="*/ 136254 h 440942"/>
              <a:gd name="connsiteX210" fmla="*/ 942727 w 2253411"/>
              <a:gd name="connsiteY210" fmla="*/ 234863 h 440942"/>
              <a:gd name="connsiteX211" fmla="*/ 903948 w 2253411"/>
              <a:gd name="connsiteY211" fmla="*/ 276679 h 440942"/>
              <a:gd name="connsiteX212" fmla="*/ 866901 w 2253411"/>
              <a:gd name="connsiteY212" fmla="*/ 234519 h 440942"/>
              <a:gd name="connsiteX213" fmla="*/ 866901 w 2253411"/>
              <a:gd name="connsiteY213" fmla="*/ 136254 h 440942"/>
              <a:gd name="connsiteX214" fmla="*/ 834924 w 2253411"/>
              <a:gd name="connsiteY214" fmla="*/ 136254 h 440942"/>
              <a:gd name="connsiteX215" fmla="*/ 834924 w 2253411"/>
              <a:gd name="connsiteY215" fmla="*/ 239287 h 440942"/>
              <a:gd name="connsiteX216" fmla="*/ 896143 w 2253411"/>
              <a:gd name="connsiteY216" fmla="*/ 304903 h 440942"/>
              <a:gd name="connsiteX217" fmla="*/ 944418 w 2253411"/>
              <a:gd name="connsiteY217" fmla="*/ 280086 h 440942"/>
              <a:gd name="connsiteX218" fmla="*/ 945791 w 2253411"/>
              <a:gd name="connsiteY218" fmla="*/ 299818 h 440942"/>
              <a:gd name="connsiteX219" fmla="*/ 1098324 w 2253411"/>
              <a:gd name="connsiteY219" fmla="*/ 167541 h 440942"/>
              <a:gd name="connsiteX220" fmla="*/ 1112271 w 2253411"/>
              <a:gd name="connsiteY220" fmla="*/ 168559 h 440942"/>
              <a:gd name="connsiteX221" fmla="*/ 1112271 w 2253411"/>
              <a:gd name="connsiteY221" fmla="*/ 134563 h 440942"/>
              <a:gd name="connsiteX222" fmla="*/ 1101731 w 2253411"/>
              <a:gd name="connsiteY222" fmla="*/ 133532 h 440942"/>
              <a:gd name="connsiteX223" fmla="*/ 1052771 w 2253411"/>
              <a:gd name="connsiteY223" fmla="*/ 164808 h 440942"/>
              <a:gd name="connsiteX224" fmla="*/ 1052771 w 2253411"/>
              <a:gd name="connsiteY224" fmla="*/ 136266 h 440942"/>
              <a:gd name="connsiteX225" fmla="*/ 1021481 w 2253411"/>
              <a:gd name="connsiteY225" fmla="*/ 136266 h 440942"/>
              <a:gd name="connsiteX226" fmla="*/ 1021481 w 2253411"/>
              <a:gd name="connsiteY226" fmla="*/ 299806 h 440942"/>
              <a:gd name="connsiteX227" fmla="*/ 1053443 w 2253411"/>
              <a:gd name="connsiteY227" fmla="*/ 299806 h 440942"/>
              <a:gd name="connsiteX228" fmla="*/ 1053443 w 2253411"/>
              <a:gd name="connsiteY228" fmla="*/ 217851 h 440942"/>
              <a:gd name="connsiteX229" fmla="*/ 1098324 w 2253411"/>
              <a:gd name="connsiteY229" fmla="*/ 167543 h 440942"/>
              <a:gd name="connsiteX230" fmla="*/ 1263512 w 2253411"/>
              <a:gd name="connsiteY230" fmla="*/ 217865 h 440942"/>
              <a:gd name="connsiteX231" fmla="*/ 1212518 w 2253411"/>
              <a:gd name="connsiteY231" fmla="*/ 276350 h 440942"/>
              <a:gd name="connsiteX232" fmla="*/ 1161507 w 2253411"/>
              <a:gd name="connsiteY232" fmla="*/ 217865 h 440942"/>
              <a:gd name="connsiteX233" fmla="*/ 1212518 w 2253411"/>
              <a:gd name="connsiteY233" fmla="*/ 159709 h 440942"/>
              <a:gd name="connsiteX234" fmla="*/ 1263512 w 2253411"/>
              <a:gd name="connsiteY234" fmla="*/ 217865 h 440942"/>
              <a:gd name="connsiteX235" fmla="*/ 1296163 w 2253411"/>
              <a:gd name="connsiteY235" fmla="*/ 217865 h 440942"/>
              <a:gd name="connsiteX236" fmla="*/ 1212518 w 2253411"/>
              <a:gd name="connsiteY236" fmla="*/ 131169 h 440942"/>
              <a:gd name="connsiteX237" fmla="*/ 1128871 w 2253411"/>
              <a:gd name="connsiteY237" fmla="*/ 217865 h 440942"/>
              <a:gd name="connsiteX238" fmla="*/ 1212518 w 2253411"/>
              <a:gd name="connsiteY238" fmla="*/ 304904 h 440942"/>
              <a:gd name="connsiteX239" fmla="*/ 1296163 w 2253411"/>
              <a:gd name="connsiteY239" fmla="*/ 217865 h 440942"/>
              <a:gd name="connsiteX240" fmla="*/ 1388657 w 2253411"/>
              <a:gd name="connsiteY240" fmla="*/ 301496 h 440942"/>
              <a:gd name="connsiteX241" fmla="*/ 1410425 w 2253411"/>
              <a:gd name="connsiteY241" fmla="*/ 298446 h 440942"/>
              <a:gd name="connsiteX242" fmla="*/ 1410425 w 2253411"/>
              <a:gd name="connsiteY242" fmla="*/ 271237 h 440942"/>
              <a:gd name="connsiteX243" fmla="*/ 1397836 w 2253411"/>
              <a:gd name="connsiteY243" fmla="*/ 272612 h 440942"/>
              <a:gd name="connsiteX244" fmla="*/ 1375054 w 2253411"/>
              <a:gd name="connsiteY244" fmla="*/ 250158 h 440942"/>
              <a:gd name="connsiteX245" fmla="*/ 1375054 w 2253411"/>
              <a:gd name="connsiteY245" fmla="*/ 165152 h 440942"/>
              <a:gd name="connsiteX246" fmla="*/ 1410423 w 2253411"/>
              <a:gd name="connsiteY246" fmla="*/ 165152 h 440942"/>
              <a:gd name="connsiteX247" fmla="*/ 1410423 w 2253411"/>
              <a:gd name="connsiteY247" fmla="*/ 136254 h 440942"/>
              <a:gd name="connsiteX248" fmla="*/ 1375054 w 2253411"/>
              <a:gd name="connsiteY248" fmla="*/ 136254 h 440942"/>
              <a:gd name="connsiteX249" fmla="*/ 1375054 w 2253411"/>
              <a:gd name="connsiteY249" fmla="*/ 84585 h 440942"/>
              <a:gd name="connsiteX250" fmla="*/ 1345825 w 2253411"/>
              <a:gd name="connsiteY250" fmla="*/ 84585 h 440942"/>
              <a:gd name="connsiteX251" fmla="*/ 1345825 w 2253411"/>
              <a:gd name="connsiteY251" fmla="*/ 111092 h 440942"/>
              <a:gd name="connsiteX252" fmla="*/ 1320665 w 2253411"/>
              <a:gd name="connsiteY252" fmla="*/ 136254 h 440942"/>
              <a:gd name="connsiteX253" fmla="*/ 1311814 w 2253411"/>
              <a:gd name="connsiteY253" fmla="*/ 136254 h 440942"/>
              <a:gd name="connsiteX254" fmla="*/ 1311814 w 2253411"/>
              <a:gd name="connsiteY254" fmla="*/ 165152 h 440942"/>
              <a:gd name="connsiteX255" fmla="*/ 1343105 w 2253411"/>
              <a:gd name="connsiteY255" fmla="*/ 165152 h 440942"/>
              <a:gd name="connsiteX256" fmla="*/ 1343105 w 2253411"/>
              <a:gd name="connsiteY256" fmla="*/ 254911 h 440942"/>
              <a:gd name="connsiteX257" fmla="*/ 1388657 w 2253411"/>
              <a:gd name="connsiteY257" fmla="*/ 301496 h 440942"/>
              <a:gd name="connsiteX258" fmla="*/ 1564344 w 2253411"/>
              <a:gd name="connsiteY258" fmla="*/ 217865 h 440942"/>
              <a:gd name="connsiteX259" fmla="*/ 1513349 w 2253411"/>
              <a:gd name="connsiteY259" fmla="*/ 276350 h 440942"/>
              <a:gd name="connsiteX260" fmla="*/ 1462340 w 2253411"/>
              <a:gd name="connsiteY260" fmla="*/ 217865 h 440942"/>
              <a:gd name="connsiteX261" fmla="*/ 1513349 w 2253411"/>
              <a:gd name="connsiteY261" fmla="*/ 159709 h 440942"/>
              <a:gd name="connsiteX262" fmla="*/ 1564344 w 2253411"/>
              <a:gd name="connsiteY262" fmla="*/ 217865 h 440942"/>
              <a:gd name="connsiteX263" fmla="*/ 1596994 w 2253411"/>
              <a:gd name="connsiteY263" fmla="*/ 217865 h 440942"/>
              <a:gd name="connsiteX264" fmla="*/ 1513349 w 2253411"/>
              <a:gd name="connsiteY264" fmla="*/ 131169 h 440942"/>
              <a:gd name="connsiteX265" fmla="*/ 1429704 w 2253411"/>
              <a:gd name="connsiteY265" fmla="*/ 217865 h 440942"/>
              <a:gd name="connsiteX266" fmla="*/ 1513349 w 2253411"/>
              <a:gd name="connsiteY266" fmla="*/ 304904 h 440942"/>
              <a:gd name="connsiteX267" fmla="*/ 1596994 w 2253411"/>
              <a:gd name="connsiteY267" fmla="*/ 217865 h 440942"/>
              <a:gd name="connsiteX268" fmla="*/ 1709456 w 2253411"/>
              <a:gd name="connsiteY268" fmla="*/ 167543 h 440942"/>
              <a:gd name="connsiteX269" fmla="*/ 1723392 w 2253411"/>
              <a:gd name="connsiteY269" fmla="*/ 168560 h 440942"/>
              <a:gd name="connsiteX270" fmla="*/ 1723392 w 2253411"/>
              <a:gd name="connsiteY270" fmla="*/ 134563 h 440942"/>
              <a:gd name="connsiteX271" fmla="*/ 1712851 w 2253411"/>
              <a:gd name="connsiteY271" fmla="*/ 133532 h 440942"/>
              <a:gd name="connsiteX272" fmla="*/ 1663890 w 2253411"/>
              <a:gd name="connsiteY272" fmla="*/ 164808 h 440942"/>
              <a:gd name="connsiteX273" fmla="*/ 1663890 w 2253411"/>
              <a:gd name="connsiteY273" fmla="*/ 136266 h 440942"/>
              <a:gd name="connsiteX274" fmla="*/ 1632614 w 2253411"/>
              <a:gd name="connsiteY274" fmla="*/ 136266 h 440942"/>
              <a:gd name="connsiteX275" fmla="*/ 1632614 w 2253411"/>
              <a:gd name="connsiteY275" fmla="*/ 299806 h 440942"/>
              <a:gd name="connsiteX276" fmla="*/ 1664564 w 2253411"/>
              <a:gd name="connsiteY276" fmla="*/ 299806 h 440942"/>
              <a:gd name="connsiteX277" fmla="*/ 1664564 w 2253411"/>
              <a:gd name="connsiteY277" fmla="*/ 217851 h 440942"/>
              <a:gd name="connsiteX278" fmla="*/ 1709456 w 2253411"/>
              <a:gd name="connsiteY278" fmla="*/ 167543 h 440942"/>
              <a:gd name="connsiteX279" fmla="*/ 1790286 w 2253411"/>
              <a:gd name="connsiteY279" fmla="*/ 74360 h 440942"/>
              <a:gd name="connsiteX280" fmla="*/ 1767488 w 2253411"/>
              <a:gd name="connsiteY280" fmla="*/ 51248 h 440942"/>
              <a:gd name="connsiteX281" fmla="*/ 1744374 w 2253411"/>
              <a:gd name="connsiteY281" fmla="*/ 74045 h 440942"/>
              <a:gd name="connsiteX282" fmla="*/ 1767159 w 2253411"/>
              <a:gd name="connsiteY282" fmla="*/ 97158 h 440942"/>
              <a:gd name="connsiteX283" fmla="*/ 1790286 w 2253411"/>
              <a:gd name="connsiteY283" fmla="*/ 74401 h 440942"/>
              <a:gd name="connsiteX284" fmla="*/ 1790286 w 2253411"/>
              <a:gd name="connsiteY284" fmla="*/ 74362 h 440942"/>
              <a:gd name="connsiteX285" fmla="*/ 1937899 w 2253411"/>
              <a:gd name="connsiteY285" fmla="*/ 299820 h 440942"/>
              <a:gd name="connsiteX286" fmla="*/ 1968489 w 2253411"/>
              <a:gd name="connsiteY286" fmla="*/ 299820 h 440942"/>
              <a:gd name="connsiteX287" fmla="*/ 1966785 w 2253411"/>
              <a:gd name="connsiteY287" fmla="*/ 269547 h 440942"/>
              <a:gd name="connsiteX288" fmla="*/ 1966785 w 2253411"/>
              <a:gd name="connsiteY288" fmla="*/ 136254 h 440942"/>
              <a:gd name="connsiteX289" fmla="*/ 1934821 w 2253411"/>
              <a:gd name="connsiteY289" fmla="*/ 136254 h 440942"/>
              <a:gd name="connsiteX290" fmla="*/ 1934821 w 2253411"/>
              <a:gd name="connsiteY290" fmla="*/ 234863 h 440942"/>
              <a:gd name="connsiteX291" fmla="*/ 1896069 w 2253411"/>
              <a:gd name="connsiteY291" fmla="*/ 276679 h 440942"/>
              <a:gd name="connsiteX292" fmla="*/ 1859008 w 2253411"/>
              <a:gd name="connsiteY292" fmla="*/ 234519 h 440942"/>
              <a:gd name="connsiteX293" fmla="*/ 1859008 w 2253411"/>
              <a:gd name="connsiteY293" fmla="*/ 136254 h 440942"/>
              <a:gd name="connsiteX294" fmla="*/ 1827032 w 2253411"/>
              <a:gd name="connsiteY294" fmla="*/ 136254 h 440942"/>
              <a:gd name="connsiteX295" fmla="*/ 1827032 w 2253411"/>
              <a:gd name="connsiteY295" fmla="*/ 239287 h 440942"/>
              <a:gd name="connsiteX296" fmla="*/ 1888249 w 2253411"/>
              <a:gd name="connsiteY296" fmla="*/ 304903 h 440942"/>
              <a:gd name="connsiteX297" fmla="*/ 1936524 w 2253411"/>
              <a:gd name="connsiteY297" fmla="*/ 280086 h 440942"/>
              <a:gd name="connsiteX298" fmla="*/ 1937899 w 2253411"/>
              <a:gd name="connsiteY298" fmla="*/ 299818 h 440942"/>
              <a:gd name="connsiteX299" fmla="*/ 2253984 w 2253411"/>
              <a:gd name="connsiteY299" fmla="*/ 299806 h 440942"/>
              <a:gd name="connsiteX300" fmla="*/ 2253984 w 2253411"/>
              <a:gd name="connsiteY300" fmla="*/ 193721 h 440942"/>
              <a:gd name="connsiteX301" fmla="*/ 2197547 w 2253411"/>
              <a:gd name="connsiteY301" fmla="*/ 131498 h 440942"/>
              <a:gd name="connsiteX302" fmla="*/ 2142800 w 2253411"/>
              <a:gd name="connsiteY302" fmla="*/ 162431 h 440942"/>
              <a:gd name="connsiteX303" fmla="*/ 2093839 w 2253411"/>
              <a:gd name="connsiteY303" fmla="*/ 131498 h 440942"/>
              <a:gd name="connsiteX304" fmla="*/ 2044204 w 2253411"/>
              <a:gd name="connsiteY304" fmla="*/ 158005 h 440942"/>
              <a:gd name="connsiteX305" fmla="*/ 2044204 w 2253411"/>
              <a:gd name="connsiteY305" fmla="*/ 136254 h 440942"/>
              <a:gd name="connsiteX306" fmla="*/ 2013588 w 2253411"/>
              <a:gd name="connsiteY306" fmla="*/ 136254 h 440942"/>
              <a:gd name="connsiteX307" fmla="*/ 2013588 w 2253411"/>
              <a:gd name="connsiteY307" fmla="*/ 299806 h 440942"/>
              <a:gd name="connsiteX308" fmla="*/ 2045221 w 2253411"/>
              <a:gd name="connsiteY308" fmla="*/ 299806 h 440942"/>
              <a:gd name="connsiteX309" fmla="*/ 2045221 w 2253411"/>
              <a:gd name="connsiteY309" fmla="*/ 201209 h 440942"/>
              <a:gd name="connsiteX310" fmla="*/ 2083299 w 2253411"/>
              <a:gd name="connsiteY310" fmla="*/ 159709 h 440942"/>
              <a:gd name="connsiteX311" fmla="*/ 2117971 w 2253411"/>
              <a:gd name="connsiteY311" fmla="*/ 197115 h 440942"/>
              <a:gd name="connsiteX312" fmla="*/ 2117971 w 2253411"/>
              <a:gd name="connsiteY312" fmla="*/ 299807 h 440942"/>
              <a:gd name="connsiteX313" fmla="*/ 2149932 w 2253411"/>
              <a:gd name="connsiteY313" fmla="*/ 299807 h 440942"/>
              <a:gd name="connsiteX314" fmla="*/ 2149932 w 2253411"/>
              <a:gd name="connsiteY314" fmla="*/ 200867 h 440942"/>
              <a:gd name="connsiteX315" fmla="*/ 2187682 w 2253411"/>
              <a:gd name="connsiteY315" fmla="*/ 159711 h 440942"/>
              <a:gd name="connsiteX316" fmla="*/ 2222364 w 2253411"/>
              <a:gd name="connsiteY316" fmla="*/ 197115 h 440942"/>
              <a:gd name="connsiteX317" fmla="*/ 2222364 w 2253411"/>
              <a:gd name="connsiteY317" fmla="*/ 299807 h 440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Lst>
            <a:rect l="l" t="t" r="r" b="b"/>
            <a:pathLst>
              <a:path w="2253411" h="440942">
                <a:moveTo>
                  <a:pt x="1783139" y="136254"/>
                </a:moveTo>
                <a:lnTo>
                  <a:pt x="1751520" y="136254"/>
                </a:lnTo>
                <a:lnTo>
                  <a:pt x="1751520" y="299806"/>
                </a:lnTo>
                <a:lnTo>
                  <a:pt x="1783139" y="299806"/>
                </a:lnTo>
                <a:close/>
                <a:moveTo>
                  <a:pt x="293338" y="409024"/>
                </a:moveTo>
                <a:cubicBezTo>
                  <a:pt x="293335" y="411298"/>
                  <a:pt x="295174" y="413144"/>
                  <a:pt x="297448" y="413147"/>
                </a:cubicBezTo>
                <a:cubicBezTo>
                  <a:pt x="297452" y="413147"/>
                  <a:pt x="297456" y="413147"/>
                  <a:pt x="297460" y="413147"/>
                </a:cubicBezTo>
                <a:lnTo>
                  <a:pt x="333669" y="413147"/>
                </a:lnTo>
                <a:cubicBezTo>
                  <a:pt x="335936" y="413150"/>
                  <a:pt x="337776" y="411314"/>
                  <a:pt x="337779" y="409047"/>
                </a:cubicBezTo>
                <a:cubicBezTo>
                  <a:pt x="337779" y="409039"/>
                  <a:pt x="337779" y="409032"/>
                  <a:pt x="337777" y="409024"/>
                </a:cubicBezTo>
                <a:cubicBezTo>
                  <a:pt x="337782" y="406760"/>
                  <a:pt x="335949" y="404921"/>
                  <a:pt x="333683" y="404916"/>
                </a:cubicBezTo>
                <a:cubicBezTo>
                  <a:pt x="333678" y="404916"/>
                  <a:pt x="333674" y="404916"/>
                  <a:pt x="333669" y="404916"/>
                </a:cubicBezTo>
                <a:lnTo>
                  <a:pt x="297460" y="404916"/>
                </a:lnTo>
                <a:cubicBezTo>
                  <a:pt x="295188" y="404911"/>
                  <a:pt x="293342" y="406749"/>
                  <a:pt x="293338" y="409021"/>
                </a:cubicBezTo>
                <a:cubicBezTo>
                  <a:pt x="293338" y="409023"/>
                  <a:pt x="293338" y="409024"/>
                  <a:pt x="293338" y="409024"/>
                </a:cubicBezTo>
                <a:moveTo>
                  <a:pt x="39859" y="409024"/>
                </a:moveTo>
                <a:cubicBezTo>
                  <a:pt x="39849" y="411291"/>
                  <a:pt x="41679" y="413137"/>
                  <a:pt x="43946" y="413147"/>
                </a:cubicBezTo>
                <a:cubicBezTo>
                  <a:pt x="43953" y="413147"/>
                  <a:pt x="43959" y="413147"/>
                  <a:pt x="43967" y="413147"/>
                </a:cubicBezTo>
                <a:lnTo>
                  <a:pt x="80176" y="413147"/>
                </a:lnTo>
                <a:cubicBezTo>
                  <a:pt x="82449" y="413150"/>
                  <a:pt x="84295" y="411311"/>
                  <a:pt x="84298" y="409037"/>
                </a:cubicBezTo>
                <a:cubicBezTo>
                  <a:pt x="84298" y="409032"/>
                  <a:pt x="84298" y="409029"/>
                  <a:pt x="84298" y="409024"/>
                </a:cubicBezTo>
                <a:cubicBezTo>
                  <a:pt x="84295" y="406752"/>
                  <a:pt x="82451" y="404913"/>
                  <a:pt x="80179" y="404916"/>
                </a:cubicBezTo>
                <a:cubicBezTo>
                  <a:pt x="80177" y="404916"/>
                  <a:pt x="80177" y="404916"/>
                  <a:pt x="80176" y="404916"/>
                </a:cubicBezTo>
                <a:lnTo>
                  <a:pt x="43967" y="404916"/>
                </a:lnTo>
                <a:cubicBezTo>
                  <a:pt x="41701" y="404913"/>
                  <a:pt x="39862" y="406746"/>
                  <a:pt x="39859" y="409012"/>
                </a:cubicBezTo>
                <a:cubicBezTo>
                  <a:pt x="39859" y="409016"/>
                  <a:pt x="39859" y="409021"/>
                  <a:pt x="39859" y="409024"/>
                </a:cubicBezTo>
                <a:moveTo>
                  <a:pt x="80177" y="339849"/>
                </a:moveTo>
                <a:lnTo>
                  <a:pt x="8803" y="339849"/>
                </a:lnTo>
                <a:lnTo>
                  <a:pt x="8803" y="177644"/>
                </a:lnTo>
                <a:cubicBezTo>
                  <a:pt x="8801" y="175367"/>
                  <a:pt x="6955" y="173523"/>
                  <a:pt x="4680" y="173521"/>
                </a:cubicBezTo>
                <a:cubicBezTo>
                  <a:pt x="2408" y="173523"/>
                  <a:pt x="569" y="175367"/>
                  <a:pt x="572" y="177639"/>
                </a:cubicBezTo>
                <a:cubicBezTo>
                  <a:pt x="572" y="177640"/>
                  <a:pt x="572" y="177642"/>
                  <a:pt x="572" y="177644"/>
                </a:cubicBezTo>
                <a:lnTo>
                  <a:pt x="572" y="343959"/>
                </a:lnTo>
                <a:cubicBezTo>
                  <a:pt x="567" y="346229"/>
                  <a:pt x="2404" y="348075"/>
                  <a:pt x="4676" y="348080"/>
                </a:cubicBezTo>
                <a:cubicBezTo>
                  <a:pt x="4677" y="348080"/>
                  <a:pt x="4679" y="348080"/>
                  <a:pt x="4680" y="348080"/>
                </a:cubicBezTo>
                <a:lnTo>
                  <a:pt x="80176" y="348080"/>
                </a:lnTo>
                <a:cubicBezTo>
                  <a:pt x="82449" y="348083"/>
                  <a:pt x="84295" y="346244"/>
                  <a:pt x="84298" y="343970"/>
                </a:cubicBezTo>
                <a:cubicBezTo>
                  <a:pt x="84298" y="343965"/>
                  <a:pt x="84298" y="343962"/>
                  <a:pt x="84298" y="343959"/>
                </a:cubicBezTo>
                <a:cubicBezTo>
                  <a:pt x="84290" y="341687"/>
                  <a:pt x="82447" y="339849"/>
                  <a:pt x="80176" y="339849"/>
                </a:cubicBezTo>
                <a:moveTo>
                  <a:pt x="98412" y="45530"/>
                </a:moveTo>
                <a:cubicBezTo>
                  <a:pt x="98409" y="43258"/>
                  <a:pt x="96564" y="41419"/>
                  <a:pt x="94292" y="41422"/>
                </a:cubicBezTo>
                <a:cubicBezTo>
                  <a:pt x="94291" y="41422"/>
                  <a:pt x="94291" y="41422"/>
                  <a:pt x="94289" y="41422"/>
                </a:cubicBezTo>
                <a:lnTo>
                  <a:pt x="30459" y="41422"/>
                </a:lnTo>
                <a:cubicBezTo>
                  <a:pt x="28193" y="41419"/>
                  <a:pt x="26354" y="43252"/>
                  <a:pt x="26351" y="45518"/>
                </a:cubicBezTo>
                <a:cubicBezTo>
                  <a:pt x="26351" y="45521"/>
                  <a:pt x="26351" y="45526"/>
                  <a:pt x="26351" y="45530"/>
                </a:cubicBezTo>
                <a:lnTo>
                  <a:pt x="26351" y="133916"/>
                </a:lnTo>
                <a:cubicBezTo>
                  <a:pt x="26346" y="136188"/>
                  <a:pt x="28184" y="138034"/>
                  <a:pt x="30456" y="138039"/>
                </a:cubicBezTo>
                <a:cubicBezTo>
                  <a:pt x="30458" y="138039"/>
                  <a:pt x="30458" y="138039"/>
                  <a:pt x="30459" y="138039"/>
                </a:cubicBezTo>
                <a:lnTo>
                  <a:pt x="80191" y="138039"/>
                </a:lnTo>
                <a:cubicBezTo>
                  <a:pt x="82460" y="138026"/>
                  <a:pt x="84295" y="136187"/>
                  <a:pt x="84300" y="133916"/>
                </a:cubicBezTo>
                <a:cubicBezTo>
                  <a:pt x="84293" y="131651"/>
                  <a:pt x="82459" y="129814"/>
                  <a:pt x="80191" y="129808"/>
                </a:cubicBezTo>
                <a:lnTo>
                  <a:pt x="34582" y="129808"/>
                </a:lnTo>
                <a:lnTo>
                  <a:pt x="34582" y="49653"/>
                </a:lnTo>
                <a:lnTo>
                  <a:pt x="94291" y="49653"/>
                </a:lnTo>
                <a:cubicBezTo>
                  <a:pt x="96564" y="49656"/>
                  <a:pt x="98410" y="47813"/>
                  <a:pt x="98413" y="45540"/>
                </a:cubicBezTo>
                <a:cubicBezTo>
                  <a:pt x="98413" y="45537"/>
                  <a:pt x="98413" y="45534"/>
                  <a:pt x="98413" y="45530"/>
                </a:cubicBezTo>
                <a:moveTo>
                  <a:pt x="271146" y="190835"/>
                </a:moveTo>
                <a:lnTo>
                  <a:pt x="271146" y="150874"/>
                </a:lnTo>
                <a:cubicBezTo>
                  <a:pt x="271151" y="148602"/>
                  <a:pt x="269311" y="146756"/>
                  <a:pt x="267039" y="146752"/>
                </a:cubicBezTo>
                <a:cubicBezTo>
                  <a:pt x="267039" y="146752"/>
                  <a:pt x="267037" y="146752"/>
                  <a:pt x="267037" y="146752"/>
                </a:cubicBezTo>
                <a:cubicBezTo>
                  <a:pt x="264756" y="146747"/>
                  <a:pt x="262904" y="148593"/>
                  <a:pt x="262900" y="150873"/>
                </a:cubicBezTo>
                <a:cubicBezTo>
                  <a:pt x="262900" y="150873"/>
                  <a:pt x="262900" y="150874"/>
                  <a:pt x="262900" y="150874"/>
                </a:cubicBezTo>
                <a:lnTo>
                  <a:pt x="262900" y="186698"/>
                </a:lnTo>
                <a:lnTo>
                  <a:pt x="192929" y="186698"/>
                </a:lnTo>
                <a:lnTo>
                  <a:pt x="192929" y="93846"/>
                </a:lnTo>
                <a:lnTo>
                  <a:pt x="234730" y="93846"/>
                </a:lnTo>
                <a:cubicBezTo>
                  <a:pt x="236999" y="93841"/>
                  <a:pt x="238840" y="92007"/>
                  <a:pt x="238853" y="89738"/>
                </a:cubicBezTo>
                <a:cubicBezTo>
                  <a:pt x="238852" y="87459"/>
                  <a:pt x="237009" y="85610"/>
                  <a:pt x="234730" y="85602"/>
                </a:cubicBezTo>
                <a:lnTo>
                  <a:pt x="192929" y="85602"/>
                </a:lnTo>
                <a:lnTo>
                  <a:pt x="192929" y="8058"/>
                </a:lnTo>
                <a:lnTo>
                  <a:pt x="256951" y="8058"/>
                </a:lnTo>
                <a:cubicBezTo>
                  <a:pt x="259225" y="8061"/>
                  <a:pt x="261071" y="6220"/>
                  <a:pt x="261072" y="3946"/>
                </a:cubicBezTo>
                <a:cubicBezTo>
                  <a:pt x="261072" y="3943"/>
                  <a:pt x="261072" y="3938"/>
                  <a:pt x="261072" y="3935"/>
                </a:cubicBezTo>
                <a:cubicBezTo>
                  <a:pt x="261071" y="1663"/>
                  <a:pt x="259226" y="-176"/>
                  <a:pt x="256954" y="-175"/>
                </a:cubicBezTo>
                <a:cubicBezTo>
                  <a:pt x="256953" y="-175"/>
                  <a:pt x="256951" y="-175"/>
                  <a:pt x="256951" y="-175"/>
                </a:cubicBezTo>
                <a:lnTo>
                  <a:pt x="120686" y="-175"/>
                </a:lnTo>
                <a:cubicBezTo>
                  <a:pt x="118418" y="-173"/>
                  <a:pt x="116580" y="1666"/>
                  <a:pt x="116578" y="3935"/>
                </a:cubicBezTo>
                <a:cubicBezTo>
                  <a:pt x="116573" y="6207"/>
                  <a:pt x="118411" y="8053"/>
                  <a:pt x="120685" y="8058"/>
                </a:cubicBezTo>
                <a:cubicBezTo>
                  <a:pt x="120685" y="8058"/>
                  <a:pt x="120686" y="8058"/>
                  <a:pt x="120686" y="8058"/>
                </a:cubicBezTo>
                <a:lnTo>
                  <a:pt x="184696" y="8058"/>
                </a:lnTo>
                <a:lnTo>
                  <a:pt x="184696" y="85629"/>
                </a:lnTo>
                <a:lnTo>
                  <a:pt x="141436" y="85629"/>
                </a:lnTo>
                <a:cubicBezTo>
                  <a:pt x="139161" y="85631"/>
                  <a:pt x="137317" y="87475"/>
                  <a:pt x="137315" y="89752"/>
                </a:cubicBezTo>
                <a:cubicBezTo>
                  <a:pt x="137318" y="92024"/>
                  <a:pt x="139163" y="93864"/>
                  <a:pt x="141435" y="93860"/>
                </a:cubicBezTo>
                <a:cubicBezTo>
                  <a:pt x="141435" y="93860"/>
                  <a:pt x="141436" y="93860"/>
                  <a:pt x="141436" y="93860"/>
                </a:cubicBezTo>
                <a:lnTo>
                  <a:pt x="184696" y="93860"/>
                </a:lnTo>
                <a:lnTo>
                  <a:pt x="184696" y="186698"/>
                </a:lnTo>
                <a:lnTo>
                  <a:pt x="114724" y="186698"/>
                </a:lnTo>
                <a:lnTo>
                  <a:pt x="114724" y="150874"/>
                </a:lnTo>
                <a:cubicBezTo>
                  <a:pt x="114727" y="148601"/>
                  <a:pt x="112885" y="146755"/>
                  <a:pt x="110611" y="146752"/>
                </a:cubicBezTo>
                <a:cubicBezTo>
                  <a:pt x="110608" y="146752"/>
                  <a:pt x="110605" y="146752"/>
                  <a:pt x="110602" y="146752"/>
                </a:cubicBezTo>
                <a:cubicBezTo>
                  <a:pt x="108325" y="146753"/>
                  <a:pt x="106481" y="148598"/>
                  <a:pt x="106479" y="150874"/>
                </a:cubicBezTo>
                <a:lnTo>
                  <a:pt x="106479" y="190835"/>
                </a:lnTo>
                <a:cubicBezTo>
                  <a:pt x="106482" y="193107"/>
                  <a:pt x="108326" y="194947"/>
                  <a:pt x="110598" y="194943"/>
                </a:cubicBezTo>
                <a:cubicBezTo>
                  <a:pt x="110598" y="194943"/>
                  <a:pt x="110600" y="194943"/>
                  <a:pt x="110602" y="194943"/>
                </a:cubicBezTo>
                <a:lnTo>
                  <a:pt x="184696" y="194943"/>
                </a:lnTo>
                <a:lnTo>
                  <a:pt x="184696" y="302418"/>
                </a:lnTo>
                <a:lnTo>
                  <a:pt x="120523" y="302418"/>
                </a:lnTo>
                <a:lnTo>
                  <a:pt x="120523" y="253744"/>
                </a:lnTo>
                <a:cubicBezTo>
                  <a:pt x="120518" y="251469"/>
                  <a:pt x="118670" y="249630"/>
                  <a:pt x="116395" y="249636"/>
                </a:cubicBezTo>
                <a:cubicBezTo>
                  <a:pt x="116392" y="249636"/>
                  <a:pt x="116389" y="249636"/>
                  <a:pt x="116386" y="249636"/>
                </a:cubicBezTo>
                <a:lnTo>
                  <a:pt x="62189" y="249636"/>
                </a:lnTo>
                <a:lnTo>
                  <a:pt x="62189" y="210170"/>
                </a:lnTo>
                <a:cubicBezTo>
                  <a:pt x="62194" y="207898"/>
                  <a:pt x="60356" y="206052"/>
                  <a:pt x="58084" y="206047"/>
                </a:cubicBezTo>
                <a:cubicBezTo>
                  <a:pt x="58082" y="206047"/>
                  <a:pt x="58082" y="206047"/>
                  <a:pt x="58081" y="206047"/>
                </a:cubicBezTo>
                <a:cubicBezTo>
                  <a:pt x="55805" y="206054"/>
                  <a:pt x="53964" y="207895"/>
                  <a:pt x="53958" y="210170"/>
                </a:cubicBezTo>
                <a:lnTo>
                  <a:pt x="53958" y="253744"/>
                </a:lnTo>
                <a:cubicBezTo>
                  <a:pt x="53960" y="256020"/>
                  <a:pt x="55804" y="257866"/>
                  <a:pt x="58081" y="257867"/>
                </a:cubicBezTo>
                <a:lnTo>
                  <a:pt x="112277" y="257867"/>
                </a:lnTo>
                <a:lnTo>
                  <a:pt x="112277" y="380182"/>
                </a:lnTo>
                <a:cubicBezTo>
                  <a:pt x="112273" y="382454"/>
                  <a:pt x="114110" y="384300"/>
                  <a:pt x="116382" y="384304"/>
                </a:cubicBezTo>
                <a:cubicBezTo>
                  <a:pt x="116384" y="384304"/>
                  <a:pt x="116386" y="384304"/>
                  <a:pt x="116386" y="384304"/>
                </a:cubicBezTo>
                <a:cubicBezTo>
                  <a:pt x="118666" y="384303"/>
                  <a:pt x="120515" y="382460"/>
                  <a:pt x="120523" y="380182"/>
                </a:cubicBezTo>
                <a:lnTo>
                  <a:pt x="120523" y="310649"/>
                </a:lnTo>
                <a:lnTo>
                  <a:pt x="184696" y="310649"/>
                </a:lnTo>
                <a:lnTo>
                  <a:pt x="184696" y="432537"/>
                </a:lnTo>
                <a:lnTo>
                  <a:pt x="131736" y="432537"/>
                </a:lnTo>
                <a:cubicBezTo>
                  <a:pt x="129475" y="432528"/>
                  <a:pt x="127636" y="434355"/>
                  <a:pt x="127628" y="436615"/>
                </a:cubicBezTo>
                <a:cubicBezTo>
                  <a:pt x="127628" y="436625"/>
                  <a:pt x="127628" y="436635"/>
                  <a:pt x="127628" y="436646"/>
                </a:cubicBezTo>
                <a:cubicBezTo>
                  <a:pt x="127618" y="438913"/>
                  <a:pt x="129448" y="440759"/>
                  <a:pt x="131716" y="440768"/>
                </a:cubicBezTo>
                <a:cubicBezTo>
                  <a:pt x="131722" y="440768"/>
                  <a:pt x="131730" y="440768"/>
                  <a:pt x="131736" y="440768"/>
                </a:cubicBezTo>
                <a:lnTo>
                  <a:pt x="245888" y="440768"/>
                </a:lnTo>
                <a:cubicBezTo>
                  <a:pt x="248162" y="440771"/>
                  <a:pt x="250008" y="438930"/>
                  <a:pt x="250011" y="436657"/>
                </a:cubicBezTo>
                <a:cubicBezTo>
                  <a:pt x="250011" y="436654"/>
                  <a:pt x="250011" y="436649"/>
                  <a:pt x="250011" y="436646"/>
                </a:cubicBezTo>
                <a:cubicBezTo>
                  <a:pt x="250013" y="434378"/>
                  <a:pt x="248176" y="432539"/>
                  <a:pt x="245909" y="432537"/>
                </a:cubicBezTo>
                <a:cubicBezTo>
                  <a:pt x="245903" y="432537"/>
                  <a:pt x="245895" y="432537"/>
                  <a:pt x="245888" y="432537"/>
                </a:cubicBezTo>
                <a:lnTo>
                  <a:pt x="192929" y="432537"/>
                </a:lnTo>
                <a:lnTo>
                  <a:pt x="192929" y="310649"/>
                </a:lnTo>
                <a:lnTo>
                  <a:pt x="257116" y="310649"/>
                </a:lnTo>
                <a:lnTo>
                  <a:pt x="257116" y="380182"/>
                </a:lnTo>
                <a:cubicBezTo>
                  <a:pt x="257124" y="382460"/>
                  <a:pt x="258972" y="384303"/>
                  <a:pt x="261250" y="384304"/>
                </a:cubicBezTo>
                <a:cubicBezTo>
                  <a:pt x="263522" y="384296"/>
                  <a:pt x="265358" y="382454"/>
                  <a:pt x="265358" y="380182"/>
                </a:cubicBezTo>
                <a:lnTo>
                  <a:pt x="265358" y="257867"/>
                </a:lnTo>
                <a:lnTo>
                  <a:pt x="319557" y="257867"/>
                </a:lnTo>
                <a:cubicBezTo>
                  <a:pt x="321829" y="257864"/>
                  <a:pt x="323668" y="256020"/>
                  <a:pt x="323665" y="253748"/>
                </a:cubicBezTo>
                <a:cubicBezTo>
                  <a:pt x="323665" y="253746"/>
                  <a:pt x="323665" y="253744"/>
                  <a:pt x="323665" y="253744"/>
                </a:cubicBezTo>
                <a:lnTo>
                  <a:pt x="323665" y="210170"/>
                </a:lnTo>
                <a:cubicBezTo>
                  <a:pt x="323665" y="207898"/>
                  <a:pt x="321827" y="206055"/>
                  <a:pt x="319557" y="206047"/>
                </a:cubicBezTo>
                <a:cubicBezTo>
                  <a:pt x="317280" y="206049"/>
                  <a:pt x="315436" y="207893"/>
                  <a:pt x="315434" y="210170"/>
                </a:cubicBezTo>
                <a:lnTo>
                  <a:pt x="315434" y="249636"/>
                </a:lnTo>
                <a:lnTo>
                  <a:pt x="261250" y="249636"/>
                </a:lnTo>
                <a:cubicBezTo>
                  <a:pt x="258977" y="249625"/>
                  <a:pt x="257124" y="251460"/>
                  <a:pt x="257115" y="253733"/>
                </a:cubicBezTo>
                <a:cubicBezTo>
                  <a:pt x="257115" y="253737"/>
                  <a:pt x="257115" y="253741"/>
                  <a:pt x="257115" y="253744"/>
                </a:cubicBezTo>
                <a:lnTo>
                  <a:pt x="257115" y="302416"/>
                </a:lnTo>
                <a:lnTo>
                  <a:pt x="192927" y="302416"/>
                </a:lnTo>
                <a:lnTo>
                  <a:pt x="192927" y="194943"/>
                </a:lnTo>
                <a:lnTo>
                  <a:pt x="267036" y="194943"/>
                </a:lnTo>
                <a:cubicBezTo>
                  <a:pt x="269301" y="194948"/>
                  <a:pt x="271141" y="193113"/>
                  <a:pt x="271144" y="190849"/>
                </a:cubicBezTo>
                <a:cubicBezTo>
                  <a:pt x="271144" y="190845"/>
                  <a:pt x="271144" y="190840"/>
                  <a:pt x="271144" y="190835"/>
                </a:cubicBezTo>
                <a:moveTo>
                  <a:pt x="351285" y="133931"/>
                </a:moveTo>
                <a:lnTo>
                  <a:pt x="351285" y="45545"/>
                </a:lnTo>
                <a:cubicBezTo>
                  <a:pt x="351288" y="43271"/>
                  <a:pt x="349449" y="41425"/>
                  <a:pt x="347175" y="41422"/>
                </a:cubicBezTo>
                <a:cubicBezTo>
                  <a:pt x="347170" y="41422"/>
                  <a:pt x="347167" y="41422"/>
                  <a:pt x="347164" y="41422"/>
                </a:cubicBezTo>
                <a:lnTo>
                  <a:pt x="283332" y="41422"/>
                </a:lnTo>
                <a:cubicBezTo>
                  <a:pt x="281065" y="41420"/>
                  <a:pt x="279226" y="43257"/>
                  <a:pt x="279224" y="45524"/>
                </a:cubicBezTo>
                <a:cubicBezTo>
                  <a:pt x="279224" y="45530"/>
                  <a:pt x="279224" y="45538"/>
                  <a:pt x="279224" y="45545"/>
                </a:cubicBezTo>
                <a:cubicBezTo>
                  <a:pt x="279226" y="47813"/>
                  <a:pt x="281065" y="49651"/>
                  <a:pt x="283332" y="49653"/>
                </a:cubicBezTo>
                <a:lnTo>
                  <a:pt x="343054" y="49653"/>
                </a:lnTo>
                <a:lnTo>
                  <a:pt x="343054" y="129808"/>
                </a:lnTo>
                <a:lnTo>
                  <a:pt x="297460" y="129808"/>
                </a:lnTo>
                <a:cubicBezTo>
                  <a:pt x="295187" y="129805"/>
                  <a:pt x="293341" y="131644"/>
                  <a:pt x="293338" y="133918"/>
                </a:cubicBezTo>
                <a:cubicBezTo>
                  <a:pt x="293338" y="133923"/>
                  <a:pt x="293338" y="133926"/>
                  <a:pt x="293338" y="133931"/>
                </a:cubicBezTo>
                <a:cubicBezTo>
                  <a:pt x="293344" y="136201"/>
                  <a:pt x="295188" y="138039"/>
                  <a:pt x="297460" y="138039"/>
                </a:cubicBezTo>
                <a:lnTo>
                  <a:pt x="347164" y="138039"/>
                </a:lnTo>
                <a:cubicBezTo>
                  <a:pt x="349434" y="138039"/>
                  <a:pt x="351279" y="136201"/>
                  <a:pt x="351285" y="133931"/>
                </a:cubicBezTo>
                <a:moveTo>
                  <a:pt x="377065" y="343972"/>
                </a:moveTo>
                <a:lnTo>
                  <a:pt x="377065" y="177629"/>
                </a:lnTo>
                <a:cubicBezTo>
                  <a:pt x="377062" y="175357"/>
                  <a:pt x="375218" y="173518"/>
                  <a:pt x="372946" y="173521"/>
                </a:cubicBezTo>
                <a:cubicBezTo>
                  <a:pt x="372944" y="173521"/>
                  <a:pt x="372943" y="173521"/>
                  <a:pt x="372943" y="173521"/>
                </a:cubicBezTo>
                <a:cubicBezTo>
                  <a:pt x="370677" y="173518"/>
                  <a:pt x="368838" y="175351"/>
                  <a:pt x="368834" y="177617"/>
                </a:cubicBezTo>
                <a:cubicBezTo>
                  <a:pt x="368834" y="177621"/>
                  <a:pt x="368834" y="177625"/>
                  <a:pt x="368834" y="177629"/>
                </a:cubicBezTo>
                <a:lnTo>
                  <a:pt x="368834" y="339836"/>
                </a:lnTo>
                <a:lnTo>
                  <a:pt x="297460" y="339836"/>
                </a:lnTo>
                <a:cubicBezTo>
                  <a:pt x="295179" y="339839"/>
                  <a:pt x="293335" y="341690"/>
                  <a:pt x="293338" y="343970"/>
                </a:cubicBezTo>
                <a:cubicBezTo>
                  <a:pt x="293338" y="343970"/>
                  <a:pt x="293338" y="343972"/>
                  <a:pt x="293338" y="343972"/>
                </a:cubicBezTo>
                <a:cubicBezTo>
                  <a:pt x="293335" y="346239"/>
                  <a:pt x="295171" y="348078"/>
                  <a:pt x="297438" y="348080"/>
                </a:cubicBezTo>
                <a:cubicBezTo>
                  <a:pt x="297446" y="348080"/>
                  <a:pt x="297452" y="348080"/>
                  <a:pt x="297460" y="348080"/>
                </a:cubicBezTo>
                <a:lnTo>
                  <a:pt x="372943" y="348080"/>
                </a:lnTo>
                <a:cubicBezTo>
                  <a:pt x="375210" y="348089"/>
                  <a:pt x="377056" y="346260"/>
                  <a:pt x="377065" y="343992"/>
                </a:cubicBezTo>
                <a:cubicBezTo>
                  <a:pt x="377065" y="343986"/>
                  <a:pt x="377065" y="343978"/>
                  <a:pt x="377065" y="343972"/>
                </a:cubicBezTo>
                <a:moveTo>
                  <a:pt x="577721" y="299806"/>
                </a:moveTo>
                <a:lnTo>
                  <a:pt x="609683" y="299806"/>
                </a:lnTo>
                <a:lnTo>
                  <a:pt x="609683" y="196098"/>
                </a:lnTo>
                <a:cubicBezTo>
                  <a:pt x="609683" y="159709"/>
                  <a:pt x="590294" y="131498"/>
                  <a:pt x="551186" y="131498"/>
                </a:cubicBezTo>
                <a:cubicBezTo>
                  <a:pt x="532153" y="131498"/>
                  <a:pt x="512778" y="139317"/>
                  <a:pt x="500878" y="159709"/>
                </a:cubicBezTo>
                <a:lnTo>
                  <a:pt x="500878" y="136254"/>
                </a:lnTo>
                <a:lnTo>
                  <a:pt x="469601" y="136254"/>
                </a:lnTo>
                <a:lnTo>
                  <a:pt x="469601" y="299806"/>
                </a:lnTo>
                <a:lnTo>
                  <a:pt x="501565" y="299806"/>
                </a:lnTo>
                <a:lnTo>
                  <a:pt x="501565" y="205278"/>
                </a:lnTo>
                <a:cubicBezTo>
                  <a:pt x="501565" y="180447"/>
                  <a:pt x="514481" y="160396"/>
                  <a:pt x="539629" y="160396"/>
                </a:cubicBezTo>
                <a:cubicBezTo>
                  <a:pt x="568198" y="160396"/>
                  <a:pt x="577721" y="178769"/>
                  <a:pt x="577721" y="201540"/>
                </a:cubicBezTo>
                <a:close/>
                <a:moveTo>
                  <a:pt x="766751" y="201196"/>
                </a:moveTo>
                <a:lnTo>
                  <a:pt x="677320" y="201196"/>
                </a:lnTo>
                <a:cubicBezTo>
                  <a:pt x="678681" y="180130"/>
                  <a:pt x="695020" y="159366"/>
                  <a:pt x="721870" y="159366"/>
                </a:cubicBezTo>
                <a:cubicBezTo>
                  <a:pt x="750756" y="159366"/>
                  <a:pt x="766064" y="177739"/>
                  <a:pt x="766751" y="201196"/>
                </a:cubicBezTo>
                <a:moveTo>
                  <a:pt x="799388" y="227044"/>
                </a:moveTo>
                <a:cubicBezTo>
                  <a:pt x="799861" y="223662"/>
                  <a:pt x="800091" y="220250"/>
                  <a:pt x="800075" y="216835"/>
                </a:cubicBezTo>
                <a:cubicBezTo>
                  <a:pt x="800075" y="165839"/>
                  <a:pt x="771836" y="131155"/>
                  <a:pt x="721527" y="131155"/>
                </a:cubicBezTo>
                <a:cubicBezTo>
                  <a:pt x="680385" y="131155"/>
                  <a:pt x="643324" y="166182"/>
                  <a:pt x="643324" y="217522"/>
                </a:cubicBezTo>
                <a:cubicBezTo>
                  <a:pt x="643324" y="272955"/>
                  <a:pt x="681746" y="304904"/>
                  <a:pt x="725608" y="304904"/>
                </a:cubicBezTo>
                <a:cubicBezTo>
                  <a:pt x="763687" y="304904"/>
                  <a:pt x="789865" y="282134"/>
                  <a:pt x="799044" y="253221"/>
                </a:cubicBezTo>
                <a:lnTo>
                  <a:pt x="771519" y="243698"/>
                </a:lnTo>
                <a:cubicBezTo>
                  <a:pt x="765391" y="262058"/>
                  <a:pt x="752130" y="276679"/>
                  <a:pt x="725608" y="276679"/>
                </a:cubicBezTo>
                <a:cubicBezTo>
                  <a:pt x="698057" y="276679"/>
                  <a:pt x="676991" y="256285"/>
                  <a:pt x="676304" y="227044"/>
                </a:cubicBezTo>
                <a:close/>
                <a:moveTo>
                  <a:pt x="945791" y="299820"/>
                </a:moveTo>
                <a:lnTo>
                  <a:pt x="976394" y="299820"/>
                </a:lnTo>
                <a:cubicBezTo>
                  <a:pt x="975261" y="289769"/>
                  <a:pt x="974688" y="279662"/>
                  <a:pt x="974677" y="269547"/>
                </a:cubicBezTo>
                <a:lnTo>
                  <a:pt x="974677" y="136254"/>
                </a:lnTo>
                <a:lnTo>
                  <a:pt x="942727" y="136254"/>
                </a:lnTo>
                <a:lnTo>
                  <a:pt x="942727" y="234863"/>
                </a:lnTo>
                <a:cubicBezTo>
                  <a:pt x="942727" y="259681"/>
                  <a:pt x="929810" y="276679"/>
                  <a:pt x="903948" y="276679"/>
                </a:cubicBezTo>
                <a:cubicBezTo>
                  <a:pt x="877097" y="276679"/>
                  <a:pt x="866901" y="256959"/>
                  <a:pt x="866901" y="234519"/>
                </a:cubicBezTo>
                <a:lnTo>
                  <a:pt x="866901" y="136254"/>
                </a:lnTo>
                <a:lnTo>
                  <a:pt x="834924" y="136254"/>
                </a:lnTo>
                <a:lnTo>
                  <a:pt x="834924" y="239287"/>
                </a:lnTo>
                <a:cubicBezTo>
                  <a:pt x="834924" y="276348"/>
                  <a:pt x="858065" y="304903"/>
                  <a:pt x="896143" y="304903"/>
                </a:cubicBezTo>
                <a:cubicBezTo>
                  <a:pt x="915175" y="304903"/>
                  <a:pt x="935582" y="297084"/>
                  <a:pt x="944418" y="280086"/>
                </a:cubicBezTo>
                <a:cubicBezTo>
                  <a:pt x="944422" y="286687"/>
                  <a:pt x="944881" y="293281"/>
                  <a:pt x="945791" y="299818"/>
                </a:cubicBezTo>
                <a:moveTo>
                  <a:pt x="1098324" y="167541"/>
                </a:moveTo>
                <a:cubicBezTo>
                  <a:pt x="1102992" y="167551"/>
                  <a:pt x="1107652" y="167891"/>
                  <a:pt x="1112271" y="168559"/>
                </a:cubicBezTo>
                <a:lnTo>
                  <a:pt x="1112271" y="134563"/>
                </a:lnTo>
                <a:cubicBezTo>
                  <a:pt x="1108795" y="133908"/>
                  <a:pt x="1105269" y="133563"/>
                  <a:pt x="1101731" y="133532"/>
                </a:cubicBezTo>
                <a:cubicBezTo>
                  <a:pt x="1085077" y="133532"/>
                  <a:pt x="1064671" y="139661"/>
                  <a:pt x="1052771" y="164808"/>
                </a:cubicBezTo>
                <a:lnTo>
                  <a:pt x="1052771" y="136266"/>
                </a:lnTo>
                <a:lnTo>
                  <a:pt x="1021481" y="136266"/>
                </a:lnTo>
                <a:lnTo>
                  <a:pt x="1021481" y="299806"/>
                </a:lnTo>
                <a:lnTo>
                  <a:pt x="1053443" y="299806"/>
                </a:lnTo>
                <a:lnTo>
                  <a:pt x="1053443" y="217851"/>
                </a:lnTo>
                <a:cubicBezTo>
                  <a:pt x="1053443" y="181820"/>
                  <a:pt x="1071474" y="167543"/>
                  <a:pt x="1098324" y="167543"/>
                </a:cubicBezTo>
                <a:moveTo>
                  <a:pt x="1263512" y="217865"/>
                </a:moveTo>
                <a:cubicBezTo>
                  <a:pt x="1263512" y="255943"/>
                  <a:pt x="1239712" y="276350"/>
                  <a:pt x="1212518" y="276350"/>
                </a:cubicBezTo>
                <a:cubicBezTo>
                  <a:pt x="1185308" y="276350"/>
                  <a:pt x="1161507" y="255943"/>
                  <a:pt x="1161507" y="217865"/>
                </a:cubicBezTo>
                <a:cubicBezTo>
                  <a:pt x="1161507" y="180116"/>
                  <a:pt x="1185308" y="159709"/>
                  <a:pt x="1212518" y="159709"/>
                </a:cubicBezTo>
                <a:cubicBezTo>
                  <a:pt x="1239712" y="159709"/>
                  <a:pt x="1263512" y="180116"/>
                  <a:pt x="1263512" y="217865"/>
                </a:cubicBezTo>
                <a:moveTo>
                  <a:pt x="1296163" y="217865"/>
                </a:moveTo>
                <a:cubicBezTo>
                  <a:pt x="1296163" y="168230"/>
                  <a:pt x="1261479" y="131169"/>
                  <a:pt x="1212518" y="131169"/>
                </a:cubicBezTo>
                <a:cubicBezTo>
                  <a:pt x="1163557" y="131169"/>
                  <a:pt x="1128871" y="168230"/>
                  <a:pt x="1128871" y="217865"/>
                </a:cubicBezTo>
                <a:cubicBezTo>
                  <a:pt x="1128871" y="267844"/>
                  <a:pt x="1163555" y="304904"/>
                  <a:pt x="1212518" y="304904"/>
                </a:cubicBezTo>
                <a:cubicBezTo>
                  <a:pt x="1261479" y="304904"/>
                  <a:pt x="1296163" y="267844"/>
                  <a:pt x="1296163" y="217865"/>
                </a:cubicBezTo>
                <a:moveTo>
                  <a:pt x="1388657" y="301496"/>
                </a:moveTo>
                <a:cubicBezTo>
                  <a:pt x="1396028" y="301629"/>
                  <a:pt x="1403374" y="300599"/>
                  <a:pt x="1410425" y="298446"/>
                </a:cubicBezTo>
                <a:lnTo>
                  <a:pt x="1410425" y="271237"/>
                </a:lnTo>
                <a:cubicBezTo>
                  <a:pt x="1406285" y="272108"/>
                  <a:pt x="1402068" y="272569"/>
                  <a:pt x="1397836" y="272612"/>
                </a:cubicBezTo>
                <a:cubicBezTo>
                  <a:pt x="1381182" y="272612"/>
                  <a:pt x="1375054" y="265109"/>
                  <a:pt x="1375054" y="250158"/>
                </a:cubicBezTo>
                <a:lnTo>
                  <a:pt x="1375054" y="165152"/>
                </a:lnTo>
                <a:lnTo>
                  <a:pt x="1410423" y="165152"/>
                </a:lnTo>
                <a:lnTo>
                  <a:pt x="1410423" y="136254"/>
                </a:lnTo>
                <a:lnTo>
                  <a:pt x="1375054" y="136254"/>
                </a:lnTo>
                <a:lnTo>
                  <a:pt x="1375054" y="84585"/>
                </a:lnTo>
                <a:lnTo>
                  <a:pt x="1345825" y="84585"/>
                </a:lnTo>
                <a:lnTo>
                  <a:pt x="1345825" y="111092"/>
                </a:lnTo>
                <a:cubicBezTo>
                  <a:pt x="1345825" y="125383"/>
                  <a:pt x="1338335" y="136254"/>
                  <a:pt x="1320665" y="136254"/>
                </a:cubicBezTo>
                <a:lnTo>
                  <a:pt x="1311814" y="136254"/>
                </a:lnTo>
                <a:lnTo>
                  <a:pt x="1311814" y="165152"/>
                </a:lnTo>
                <a:lnTo>
                  <a:pt x="1343105" y="165152"/>
                </a:lnTo>
                <a:lnTo>
                  <a:pt x="1343105" y="254911"/>
                </a:lnTo>
                <a:cubicBezTo>
                  <a:pt x="1343105" y="284512"/>
                  <a:pt x="1360777" y="301496"/>
                  <a:pt x="1388657" y="301496"/>
                </a:cubicBezTo>
                <a:moveTo>
                  <a:pt x="1564344" y="217865"/>
                </a:moveTo>
                <a:cubicBezTo>
                  <a:pt x="1564344" y="255943"/>
                  <a:pt x="1540543" y="276350"/>
                  <a:pt x="1513349" y="276350"/>
                </a:cubicBezTo>
                <a:cubicBezTo>
                  <a:pt x="1486155" y="276350"/>
                  <a:pt x="1462340" y="255943"/>
                  <a:pt x="1462340" y="217865"/>
                </a:cubicBezTo>
                <a:cubicBezTo>
                  <a:pt x="1462340" y="180116"/>
                  <a:pt x="1486155" y="159709"/>
                  <a:pt x="1513349" y="159709"/>
                </a:cubicBezTo>
                <a:cubicBezTo>
                  <a:pt x="1540544" y="159709"/>
                  <a:pt x="1564344" y="180116"/>
                  <a:pt x="1564344" y="217865"/>
                </a:cubicBezTo>
                <a:moveTo>
                  <a:pt x="1596994" y="217865"/>
                </a:moveTo>
                <a:cubicBezTo>
                  <a:pt x="1596994" y="168230"/>
                  <a:pt x="1562310" y="131169"/>
                  <a:pt x="1513349" y="131169"/>
                </a:cubicBezTo>
                <a:cubicBezTo>
                  <a:pt x="1464388" y="131169"/>
                  <a:pt x="1429704" y="168230"/>
                  <a:pt x="1429704" y="217865"/>
                </a:cubicBezTo>
                <a:cubicBezTo>
                  <a:pt x="1429704" y="267844"/>
                  <a:pt x="1464388" y="304904"/>
                  <a:pt x="1513349" y="304904"/>
                </a:cubicBezTo>
                <a:cubicBezTo>
                  <a:pt x="1562310" y="304904"/>
                  <a:pt x="1596994" y="267844"/>
                  <a:pt x="1596994" y="217865"/>
                </a:cubicBezTo>
                <a:moveTo>
                  <a:pt x="1709456" y="167543"/>
                </a:moveTo>
                <a:cubicBezTo>
                  <a:pt x="1714119" y="167552"/>
                  <a:pt x="1718776" y="167893"/>
                  <a:pt x="1723392" y="168560"/>
                </a:cubicBezTo>
                <a:lnTo>
                  <a:pt x="1723392" y="134563"/>
                </a:lnTo>
                <a:cubicBezTo>
                  <a:pt x="1719915" y="133908"/>
                  <a:pt x="1716387" y="133563"/>
                  <a:pt x="1712851" y="133532"/>
                </a:cubicBezTo>
                <a:cubicBezTo>
                  <a:pt x="1696195" y="133532"/>
                  <a:pt x="1675790" y="139661"/>
                  <a:pt x="1663890" y="164808"/>
                </a:cubicBezTo>
                <a:lnTo>
                  <a:pt x="1663890" y="136266"/>
                </a:lnTo>
                <a:lnTo>
                  <a:pt x="1632614" y="136266"/>
                </a:lnTo>
                <a:lnTo>
                  <a:pt x="1632614" y="299806"/>
                </a:lnTo>
                <a:lnTo>
                  <a:pt x="1664564" y="299806"/>
                </a:lnTo>
                <a:lnTo>
                  <a:pt x="1664564" y="217851"/>
                </a:lnTo>
                <a:cubicBezTo>
                  <a:pt x="1664564" y="181820"/>
                  <a:pt x="1682606" y="167543"/>
                  <a:pt x="1709456" y="167543"/>
                </a:cubicBezTo>
                <a:moveTo>
                  <a:pt x="1790286" y="74360"/>
                </a:moveTo>
                <a:cubicBezTo>
                  <a:pt x="1790373" y="61682"/>
                  <a:pt x="1780166" y="51335"/>
                  <a:pt x="1767488" y="51248"/>
                </a:cubicBezTo>
                <a:cubicBezTo>
                  <a:pt x="1754810" y="51160"/>
                  <a:pt x="1744461" y="61367"/>
                  <a:pt x="1744374" y="74045"/>
                </a:cubicBezTo>
                <a:cubicBezTo>
                  <a:pt x="1744288" y="86717"/>
                  <a:pt x="1754486" y="97064"/>
                  <a:pt x="1767159" y="97158"/>
                </a:cubicBezTo>
                <a:cubicBezTo>
                  <a:pt x="1779829" y="97261"/>
                  <a:pt x="1790184" y="87071"/>
                  <a:pt x="1790286" y="74401"/>
                </a:cubicBezTo>
                <a:cubicBezTo>
                  <a:pt x="1790286" y="74389"/>
                  <a:pt x="1790286" y="74374"/>
                  <a:pt x="1790286" y="74362"/>
                </a:cubicBezTo>
                <a:moveTo>
                  <a:pt x="1937899" y="299820"/>
                </a:moveTo>
                <a:lnTo>
                  <a:pt x="1968489" y="299820"/>
                </a:lnTo>
                <a:cubicBezTo>
                  <a:pt x="1967368" y="289767"/>
                  <a:pt x="1966799" y="279662"/>
                  <a:pt x="1966785" y="269547"/>
                </a:cubicBezTo>
                <a:lnTo>
                  <a:pt x="1966785" y="136254"/>
                </a:lnTo>
                <a:lnTo>
                  <a:pt x="1934821" y="136254"/>
                </a:lnTo>
                <a:lnTo>
                  <a:pt x="1934821" y="234863"/>
                </a:lnTo>
                <a:cubicBezTo>
                  <a:pt x="1934821" y="259681"/>
                  <a:pt x="1921917" y="276679"/>
                  <a:pt x="1896069" y="276679"/>
                </a:cubicBezTo>
                <a:cubicBezTo>
                  <a:pt x="1869204" y="276679"/>
                  <a:pt x="1859008" y="256959"/>
                  <a:pt x="1859008" y="234519"/>
                </a:cubicBezTo>
                <a:lnTo>
                  <a:pt x="1859008" y="136254"/>
                </a:lnTo>
                <a:lnTo>
                  <a:pt x="1827032" y="136254"/>
                </a:lnTo>
                <a:lnTo>
                  <a:pt x="1827032" y="239287"/>
                </a:lnTo>
                <a:cubicBezTo>
                  <a:pt x="1827032" y="276348"/>
                  <a:pt x="1850171" y="304903"/>
                  <a:pt x="1888249" y="304903"/>
                </a:cubicBezTo>
                <a:cubicBezTo>
                  <a:pt x="1907282" y="304903"/>
                  <a:pt x="1927689" y="297084"/>
                  <a:pt x="1936524" y="280086"/>
                </a:cubicBezTo>
                <a:cubicBezTo>
                  <a:pt x="1936529" y="286687"/>
                  <a:pt x="1936988" y="293281"/>
                  <a:pt x="1937899" y="299818"/>
                </a:cubicBezTo>
                <a:moveTo>
                  <a:pt x="2253984" y="299806"/>
                </a:moveTo>
                <a:lnTo>
                  <a:pt x="2253984" y="193721"/>
                </a:lnTo>
                <a:cubicBezTo>
                  <a:pt x="2253984" y="150874"/>
                  <a:pt x="2226102" y="131498"/>
                  <a:pt x="2197547" y="131498"/>
                </a:cubicBezTo>
                <a:cubicBezTo>
                  <a:pt x="2176797" y="131498"/>
                  <a:pt x="2155704" y="138974"/>
                  <a:pt x="2142800" y="162431"/>
                </a:cubicBezTo>
                <a:cubicBezTo>
                  <a:pt x="2133951" y="141365"/>
                  <a:pt x="2114231" y="131498"/>
                  <a:pt x="2093839" y="131498"/>
                </a:cubicBezTo>
                <a:cubicBezTo>
                  <a:pt x="2074793" y="131498"/>
                  <a:pt x="2054387" y="139991"/>
                  <a:pt x="2044204" y="158005"/>
                </a:cubicBezTo>
                <a:lnTo>
                  <a:pt x="2044204" y="136254"/>
                </a:lnTo>
                <a:lnTo>
                  <a:pt x="2013588" y="136254"/>
                </a:lnTo>
                <a:lnTo>
                  <a:pt x="2013588" y="299806"/>
                </a:lnTo>
                <a:lnTo>
                  <a:pt x="2045221" y="299806"/>
                </a:lnTo>
                <a:lnTo>
                  <a:pt x="2045221" y="201209"/>
                </a:lnTo>
                <a:cubicBezTo>
                  <a:pt x="2045221" y="176723"/>
                  <a:pt x="2060516" y="159709"/>
                  <a:pt x="2083299" y="159709"/>
                </a:cubicBezTo>
                <a:cubicBezTo>
                  <a:pt x="2107759" y="159709"/>
                  <a:pt x="2117971" y="176035"/>
                  <a:pt x="2117971" y="197115"/>
                </a:cubicBezTo>
                <a:lnTo>
                  <a:pt x="2117971" y="299807"/>
                </a:lnTo>
                <a:lnTo>
                  <a:pt x="2149932" y="299807"/>
                </a:lnTo>
                <a:lnTo>
                  <a:pt x="2149932" y="200867"/>
                </a:lnTo>
                <a:cubicBezTo>
                  <a:pt x="2149932" y="177410"/>
                  <a:pt x="2165242" y="159711"/>
                  <a:pt x="2187682" y="159711"/>
                </a:cubicBezTo>
                <a:cubicBezTo>
                  <a:pt x="2211824" y="159711"/>
                  <a:pt x="2222364" y="175706"/>
                  <a:pt x="2222364" y="197115"/>
                </a:cubicBezTo>
                <a:lnTo>
                  <a:pt x="2222364" y="299807"/>
                </a:lnTo>
                <a:close/>
              </a:path>
            </a:pathLst>
          </a:custGeom>
          <a:solidFill>
            <a:srgbClr val="3F1A01"/>
          </a:solidFill>
          <a:ln w="1586" cap="flat">
            <a:noFill/>
            <a:prstDash val="solid"/>
            <a:miter/>
          </a:ln>
        </p:spPr>
        <p:txBody>
          <a:bodyPr rtlCol="0" anchor="ctr"/>
          <a:lstStyle/>
          <a:p>
            <a:endParaRPr lang="en-GB"/>
          </a:p>
        </p:txBody>
      </p:sp>
      <p:sp>
        <p:nvSpPr>
          <p:cNvPr id="9" name="ExternalLogo" hidden="1">
            <a:extLst>
              <a:ext uri="{FF2B5EF4-FFF2-40B4-BE49-F238E27FC236}">
                <a16:creationId xmlns:a16="http://schemas.microsoft.com/office/drawing/2014/main" id="{2FFA38B6-55C7-488D-B8F0-60C88514DD9F}"/>
              </a:ext>
            </a:extLst>
          </p:cNvPr>
          <p:cNvSpPr/>
          <p:nvPr/>
        </p:nvSpPr>
        <p:spPr>
          <a:xfrm>
            <a:off x="10023475" y="4968741"/>
            <a:ext cx="1627188" cy="636980"/>
          </a:xfrm>
          <a:prstGeom prst="rect">
            <a:avLst/>
          </a:prstGeom>
          <a:solidFill>
            <a:srgbClr val="D1D1D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chorCtr="0">
            <a:noAutofit/>
          </a:bodyPr>
          <a:lstStyle/>
          <a:p>
            <a:pPr algn="ctr"/>
            <a:r>
              <a:rPr lang="en-GB" sz="900">
                <a:solidFill>
                  <a:srgbClr val="FF00FF"/>
                </a:solidFill>
              </a:rPr>
              <a:t>External logo</a:t>
            </a:r>
          </a:p>
        </p:txBody>
      </p:sp>
    </p:spTree>
    <p:extLst>
      <p:ext uri="{BB962C8B-B14F-4D97-AF65-F5344CB8AC3E}">
        <p14:creationId xmlns:p14="http://schemas.microsoft.com/office/powerpoint/2010/main" val="3225958651"/>
      </p:ext>
    </p:extLst>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 Dark Green">
    <p:bg>
      <p:bgPr>
        <a:solidFill>
          <a:srgbClr val="99B3A8"/>
        </a:solidFill>
        <a:effectLst/>
      </p:bgPr>
    </p:bg>
    <p:spTree>
      <p:nvGrpSpPr>
        <p:cNvPr id="1" name=""/>
        <p:cNvGrpSpPr/>
        <p:nvPr/>
      </p:nvGrpSpPr>
      <p:grpSpPr>
        <a:xfrm>
          <a:off x="0" y="0"/>
          <a:ext cx="0" cy="0"/>
          <a:chOff x="0" y="0"/>
          <a:chExt cx="0" cy="0"/>
        </a:xfrm>
      </p:grpSpPr>
      <p:sp>
        <p:nvSpPr>
          <p:cNvPr id="9" name="ColoredBackground">
            <a:extLst>
              <a:ext uri="{FF2B5EF4-FFF2-40B4-BE49-F238E27FC236}">
                <a16:creationId xmlns:a16="http://schemas.microsoft.com/office/drawing/2014/main" id="{8B54BABF-88F4-438A-92D3-D931B6BAE8C6}"/>
              </a:ext>
            </a:extLst>
          </p:cNvPr>
          <p:cNvSpPr/>
          <p:nvPr/>
        </p:nvSpPr>
        <p:spPr>
          <a:xfrm>
            <a:off x="0" y="-1"/>
            <a:ext cx="12192000" cy="6858000"/>
          </a:xfrm>
          <a:prstGeom prst="rect">
            <a:avLst/>
          </a:prstGeom>
          <a:solidFill>
            <a:srgbClr val="99B3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5" descr="Shape&#10;&#10;Description automatically generated with medium confidence">
            <a:extLst>
              <a:ext uri="{FF2B5EF4-FFF2-40B4-BE49-F238E27FC236}">
                <a16:creationId xmlns:a16="http://schemas.microsoft.com/office/drawing/2014/main" id="{87CD2556-8AC5-4706-A2A2-034AFF6E02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8464564-6547-498D-A220-7B346E5B1408}"/>
              </a:ext>
            </a:extLst>
          </p:cNvPr>
          <p:cNvSpPr>
            <a:spLocks noGrp="1"/>
          </p:cNvSpPr>
          <p:nvPr>
            <p:ph type="title"/>
          </p:nvPr>
        </p:nvSpPr>
        <p:spPr>
          <a:xfrm>
            <a:off x="1219200" y="546100"/>
            <a:ext cx="6642100" cy="2105818"/>
          </a:xfrm>
        </p:spPr>
        <p:txBody>
          <a:bodyPr anchor="b"/>
          <a:lstStyle>
            <a:lvl1pPr>
              <a:defRPr sz="4000">
                <a:solidFill>
                  <a:srgbClr val="3F1A01"/>
                </a:solidFill>
              </a:defRPr>
            </a:lvl1p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1592638D-BCB6-4F07-9847-FBAA9B3609B5}"/>
              </a:ext>
            </a:extLst>
          </p:cNvPr>
          <p:cNvSpPr>
            <a:spLocks noGrp="1"/>
          </p:cNvSpPr>
          <p:nvPr>
            <p:ph type="body" idx="1"/>
          </p:nvPr>
        </p:nvSpPr>
        <p:spPr>
          <a:xfrm>
            <a:off x="1219200" y="2678906"/>
            <a:ext cx="6642100" cy="1500187"/>
          </a:xfrm>
          <a:prstGeom prst="rect">
            <a:avLst/>
          </a:prstGeom>
        </p:spPr>
        <p:txBody>
          <a:bodyPr/>
          <a:lstStyle>
            <a:lvl1pPr marL="0" indent="0">
              <a:buNone/>
              <a:defRPr sz="2400">
                <a:solidFill>
                  <a:srgbClr val="CCD9D3"/>
                </a:solidFill>
                <a:latin typeface="Times New Roman" panose="02020603050405020304" pitchFamily="18" charset="0"/>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Freeform 9">
            <a:extLst>
              <a:ext uri="{FF2B5EF4-FFF2-40B4-BE49-F238E27FC236}">
                <a16:creationId xmlns:a16="http://schemas.microsoft.com/office/drawing/2014/main" id="{1BC6753F-764E-4733-B343-5BC93ED602E4}"/>
              </a:ext>
            </a:extLst>
          </p:cNvPr>
          <p:cNvSpPr>
            <a:spLocks noEditPoints="1"/>
          </p:cNvSpPr>
          <p:nvPr/>
        </p:nvSpPr>
        <p:spPr bwMode="auto">
          <a:xfrm rot="5400000">
            <a:off x="7458075" y="-2243138"/>
            <a:ext cx="8385175" cy="9817101"/>
          </a:xfrm>
          <a:custGeom>
            <a:avLst/>
            <a:gdLst>
              <a:gd name="T0" fmla="*/ 276 w 2642"/>
              <a:gd name="T1" fmla="*/ 2871 h 3094"/>
              <a:gd name="T2" fmla="*/ 588 w 2642"/>
              <a:gd name="T3" fmla="*/ 2871 h 3094"/>
              <a:gd name="T4" fmla="*/ 2083 w 2642"/>
              <a:gd name="T5" fmla="*/ 2843 h 3094"/>
              <a:gd name="T6" fmla="*/ 2338 w 2642"/>
              <a:gd name="T7" fmla="*/ 2900 h 3094"/>
              <a:gd name="T8" fmla="*/ 29 w 2642"/>
              <a:gd name="T9" fmla="*/ 1219 h 3094"/>
              <a:gd name="T10" fmla="*/ 29 w 2642"/>
              <a:gd name="T11" fmla="*/ 2444 h 3094"/>
              <a:gd name="T12" fmla="*/ 559 w 2642"/>
              <a:gd name="T13" fmla="*/ 2386 h 3094"/>
              <a:gd name="T14" fmla="*/ 29 w 2642"/>
              <a:gd name="T15" fmla="*/ 1219 h 3094"/>
              <a:gd name="T16" fmla="*/ 2584 w 2642"/>
              <a:gd name="T17" fmla="*/ 2386 h 3094"/>
              <a:gd name="T18" fmla="*/ 2083 w 2642"/>
              <a:gd name="T19" fmla="*/ 2444 h 3094"/>
              <a:gd name="T20" fmla="*/ 2642 w 2642"/>
              <a:gd name="T21" fmla="*/ 1248 h 3094"/>
              <a:gd name="T22" fmla="*/ 210 w 2642"/>
              <a:gd name="T23" fmla="*/ 292 h 3094"/>
              <a:gd name="T24" fmla="*/ 210 w 2642"/>
              <a:gd name="T25" fmla="*/ 970 h 3094"/>
              <a:gd name="T26" fmla="*/ 559 w 2642"/>
              <a:gd name="T27" fmla="*/ 912 h 3094"/>
              <a:gd name="T28" fmla="*/ 658 w 2642"/>
              <a:gd name="T29" fmla="*/ 350 h 3094"/>
              <a:gd name="T30" fmla="*/ 2432 w 2642"/>
              <a:gd name="T31" fmla="*/ 292 h 3094"/>
              <a:gd name="T32" fmla="*/ 1984 w 2642"/>
              <a:gd name="T33" fmla="*/ 350 h 3094"/>
              <a:gd name="T34" fmla="*/ 2083 w 2642"/>
              <a:gd name="T35" fmla="*/ 912 h 3094"/>
              <a:gd name="T36" fmla="*/ 2432 w 2642"/>
              <a:gd name="T37" fmla="*/ 970 h 3094"/>
              <a:gd name="T38" fmla="*/ 2432 w 2642"/>
              <a:gd name="T39" fmla="*/ 292 h 3094"/>
              <a:gd name="T40" fmla="*/ 814 w 2642"/>
              <a:gd name="T41" fmla="*/ 29 h 3094"/>
              <a:gd name="T42" fmla="*/ 1292 w 2642"/>
              <a:gd name="T43" fmla="*/ 602 h 3094"/>
              <a:gd name="T44" fmla="*/ 989 w 2642"/>
              <a:gd name="T45" fmla="*/ 660 h 3094"/>
              <a:gd name="T46" fmla="*/ 801 w 2642"/>
              <a:gd name="T47" fmla="*/ 1311 h 3094"/>
              <a:gd name="T48" fmla="*/ 743 w 2642"/>
              <a:gd name="T49" fmla="*/ 1060 h 3094"/>
              <a:gd name="T50" fmla="*/ 1292 w 2642"/>
              <a:gd name="T51" fmla="*/ 1369 h 3094"/>
              <a:gd name="T52" fmla="*/ 842 w 2642"/>
              <a:gd name="T53" fmla="*/ 1782 h 3094"/>
              <a:gd name="T54" fmla="*/ 433 w 2642"/>
              <a:gd name="T55" fmla="*/ 1476 h 3094"/>
              <a:gd name="T56" fmla="*/ 375 w 2642"/>
              <a:gd name="T57" fmla="*/ 1782 h 3094"/>
              <a:gd name="T58" fmla="*/ 784 w 2642"/>
              <a:gd name="T59" fmla="*/ 2669 h 3094"/>
              <a:gd name="T60" fmla="*/ 842 w 2642"/>
              <a:gd name="T61" fmla="*/ 2181 h 3094"/>
              <a:gd name="T62" fmla="*/ 921 w 2642"/>
              <a:gd name="T63" fmla="*/ 3036 h 3094"/>
              <a:gd name="T64" fmla="*/ 1321 w 2642"/>
              <a:gd name="T65" fmla="*/ 3094 h 3094"/>
              <a:gd name="T66" fmla="*/ 1722 w 2642"/>
              <a:gd name="T67" fmla="*/ 3036 h 3094"/>
              <a:gd name="T68" fmla="*/ 1800 w 2642"/>
              <a:gd name="T69" fmla="*/ 2181 h 3094"/>
              <a:gd name="T70" fmla="*/ 1858 w 2642"/>
              <a:gd name="T71" fmla="*/ 2669 h 3094"/>
              <a:gd name="T72" fmla="*/ 2267 w 2642"/>
              <a:gd name="T73" fmla="*/ 1782 h 3094"/>
              <a:gd name="T74" fmla="*/ 2210 w 2642"/>
              <a:gd name="T75" fmla="*/ 1476 h 3094"/>
              <a:gd name="T76" fmla="*/ 1800 w 2642"/>
              <a:gd name="T77" fmla="*/ 1782 h 3094"/>
              <a:gd name="T78" fmla="*/ 1350 w 2642"/>
              <a:gd name="T79" fmla="*/ 1369 h 3094"/>
              <a:gd name="T80" fmla="*/ 1899 w 2642"/>
              <a:gd name="T81" fmla="*/ 1060 h 3094"/>
              <a:gd name="T82" fmla="*/ 1841 w 2642"/>
              <a:gd name="T83" fmla="*/ 1311 h 3094"/>
              <a:gd name="T84" fmla="*/ 1643 w 2642"/>
              <a:gd name="T85" fmla="*/ 660 h 3094"/>
              <a:gd name="T86" fmla="*/ 1350 w 2642"/>
              <a:gd name="T87" fmla="*/ 602 h 3094"/>
              <a:gd name="T88" fmla="*/ 1828 w 2642"/>
              <a:gd name="T89" fmla="*/ 29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42" h="3094">
                <a:moveTo>
                  <a:pt x="559" y="2843"/>
                </a:moveTo>
                <a:cubicBezTo>
                  <a:pt x="305" y="2843"/>
                  <a:pt x="305" y="2843"/>
                  <a:pt x="305" y="2843"/>
                </a:cubicBezTo>
                <a:cubicBezTo>
                  <a:pt x="289" y="2843"/>
                  <a:pt x="276" y="2856"/>
                  <a:pt x="276" y="2871"/>
                </a:cubicBezTo>
                <a:cubicBezTo>
                  <a:pt x="276" y="2887"/>
                  <a:pt x="289" y="2900"/>
                  <a:pt x="305" y="2900"/>
                </a:cubicBezTo>
                <a:cubicBezTo>
                  <a:pt x="559" y="2900"/>
                  <a:pt x="559" y="2900"/>
                  <a:pt x="559" y="2900"/>
                </a:cubicBezTo>
                <a:cubicBezTo>
                  <a:pt x="575" y="2900"/>
                  <a:pt x="588" y="2887"/>
                  <a:pt x="588" y="2871"/>
                </a:cubicBezTo>
                <a:cubicBezTo>
                  <a:pt x="588" y="2856"/>
                  <a:pt x="575" y="2843"/>
                  <a:pt x="559" y="2843"/>
                </a:cubicBezTo>
                <a:moveTo>
                  <a:pt x="2338" y="2843"/>
                </a:moveTo>
                <a:cubicBezTo>
                  <a:pt x="2083" y="2843"/>
                  <a:pt x="2083" y="2843"/>
                  <a:pt x="2083" y="2843"/>
                </a:cubicBezTo>
                <a:cubicBezTo>
                  <a:pt x="2068" y="2843"/>
                  <a:pt x="2055" y="2856"/>
                  <a:pt x="2055" y="2871"/>
                </a:cubicBezTo>
                <a:cubicBezTo>
                  <a:pt x="2055" y="2887"/>
                  <a:pt x="2068" y="2900"/>
                  <a:pt x="2083" y="2900"/>
                </a:cubicBezTo>
                <a:cubicBezTo>
                  <a:pt x="2338" y="2900"/>
                  <a:pt x="2338" y="2900"/>
                  <a:pt x="2338" y="2900"/>
                </a:cubicBezTo>
                <a:cubicBezTo>
                  <a:pt x="2354" y="2900"/>
                  <a:pt x="2366" y="2887"/>
                  <a:pt x="2366" y="2871"/>
                </a:cubicBezTo>
                <a:cubicBezTo>
                  <a:pt x="2366" y="2856"/>
                  <a:pt x="2354" y="2843"/>
                  <a:pt x="2338" y="2843"/>
                </a:cubicBezTo>
                <a:moveTo>
                  <a:pt x="29" y="1219"/>
                </a:moveTo>
                <a:cubicBezTo>
                  <a:pt x="13" y="1219"/>
                  <a:pt x="0" y="1232"/>
                  <a:pt x="0" y="1248"/>
                </a:cubicBezTo>
                <a:cubicBezTo>
                  <a:pt x="0" y="2415"/>
                  <a:pt x="0" y="2415"/>
                  <a:pt x="0" y="2415"/>
                </a:cubicBezTo>
                <a:cubicBezTo>
                  <a:pt x="0" y="2431"/>
                  <a:pt x="13" y="2444"/>
                  <a:pt x="29" y="2444"/>
                </a:cubicBezTo>
                <a:cubicBezTo>
                  <a:pt x="559" y="2444"/>
                  <a:pt x="559" y="2444"/>
                  <a:pt x="559" y="2444"/>
                </a:cubicBezTo>
                <a:cubicBezTo>
                  <a:pt x="575" y="2444"/>
                  <a:pt x="588" y="2431"/>
                  <a:pt x="588" y="2415"/>
                </a:cubicBezTo>
                <a:cubicBezTo>
                  <a:pt x="588" y="2399"/>
                  <a:pt x="575" y="2386"/>
                  <a:pt x="559" y="2386"/>
                </a:cubicBezTo>
                <a:cubicBezTo>
                  <a:pt x="58" y="2386"/>
                  <a:pt x="58" y="2386"/>
                  <a:pt x="58" y="2386"/>
                </a:cubicBezTo>
                <a:cubicBezTo>
                  <a:pt x="58" y="1248"/>
                  <a:pt x="58" y="1248"/>
                  <a:pt x="58" y="1248"/>
                </a:cubicBezTo>
                <a:cubicBezTo>
                  <a:pt x="58" y="1232"/>
                  <a:pt x="45" y="1219"/>
                  <a:pt x="29" y="1219"/>
                </a:cubicBezTo>
                <a:moveTo>
                  <a:pt x="2613" y="1219"/>
                </a:moveTo>
                <a:cubicBezTo>
                  <a:pt x="2597" y="1219"/>
                  <a:pt x="2584" y="1232"/>
                  <a:pt x="2584" y="1248"/>
                </a:cubicBezTo>
                <a:cubicBezTo>
                  <a:pt x="2584" y="2386"/>
                  <a:pt x="2584" y="2386"/>
                  <a:pt x="2584" y="2386"/>
                </a:cubicBezTo>
                <a:cubicBezTo>
                  <a:pt x="2083" y="2386"/>
                  <a:pt x="2083" y="2386"/>
                  <a:pt x="2083" y="2386"/>
                </a:cubicBezTo>
                <a:cubicBezTo>
                  <a:pt x="2067" y="2386"/>
                  <a:pt x="2055" y="2399"/>
                  <a:pt x="2055" y="2415"/>
                </a:cubicBezTo>
                <a:cubicBezTo>
                  <a:pt x="2055" y="2431"/>
                  <a:pt x="2067" y="2444"/>
                  <a:pt x="2083" y="2444"/>
                </a:cubicBezTo>
                <a:cubicBezTo>
                  <a:pt x="2613" y="2444"/>
                  <a:pt x="2613" y="2444"/>
                  <a:pt x="2613" y="2444"/>
                </a:cubicBezTo>
                <a:cubicBezTo>
                  <a:pt x="2629" y="2444"/>
                  <a:pt x="2642" y="2431"/>
                  <a:pt x="2642" y="2415"/>
                </a:cubicBezTo>
                <a:cubicBezTo>
                  <a:pt x="2642" y="1248"/>
                  <a:pt x="2642" y="1248"/>
                  <a:pt x="2642" y="1248"/>
                </a:cubicBezTo>
                <a:cubicBezTo>
                  <a:pt x="2642" y="1232"/>
                  <a:pt x="2629" y="1219"/>
                  <a:pt x="2613" y="1219"/>
                </a:cubicBezTo>
                <a:moveTo>
                  <a:pt x="658" y="292"/>
                </a:moveTo>
                <a:cubicBezTo>
                  <a:pt x="210" y="292"/>
                  <a:pt x="210" y="292"/>
                  <a:pt x="210" y="292"/>
                </a:cubicBezTo>
                <a:cubicBezTo>
                  <a:pt x="194" y="292"/>
                  <a:pt x="181" y="305"/>
                  <a:pt x="181" y="321"/>
                </a:cubicBezTo>
                <a:cubicBezTo>
                  <a:pt x="181" y="941"/>
                  <a:pt x="181" y="941"/>
                  <a:pt x="181" y="941"/>
                </a:cubicBezTo>
                <a:cubicBezTo>
                  <a:pt x="181" y="957"/>
                  <a:pt x="194" y="970"/>
                  <a:pt x="210" y="970"/>
                </a:cubicBezTo>
                <a:cubicBezTo>
                  <a:pt x="559" y="970"/>
                  <a:pt x="559" y="970"/>
                  <a:pt x="559" y="970"/>
                </a:cubicBezTo>
                <a:cubicBezTo>
                  <a:pt x="575" y="970"/>
                  <a:pt x="588" y="957"/>
                  <a:pt x="588" y="941"/>
                </a:cubicBezTo>
                <a:cubicBezTo>
                  <a:pt x="588" y="925"/>
                  <a:pt x="575" y="912"/>
                  <a:pt x="559" y="912"/>
                </a:cubicBezTo>
                <a:cubicBezTo>
                  <a:pt x="239" y="912"/>
                  <a:pt x="239" y="912"/>
                  <a:pt x="239" y="912"/>
                </a:cubicBezTo>
                <a:cubicBezTo>
                  <a:pt x="239" y="350"/>
                  <a:pt x="239" y="350"/>
                  <a:pt x="239" y="350"/>
                </a:cubicBezTo>
                <a:cubicBezTo>
                  <a:pt x="658" y="350"/>
                  <a:pt x="658" y="350"/>
                  <a:pt x="658" y="350"/>
                </a:cubicBezTo>
                <a:cubicBezTo>
                  <a:pt x="674" y="350"/>
                  <a:pt x="687" y="337"/>
                  <a:pt x="687" y="321"/>
                </a:cubicBezTo>
                <a:cubicBezTo>
                  <a:pt x="687" y="305"/>
                  <a:pt x="674" y="292"/>
                  <a:pt x="658" y="292"/>
                </a:cubicBezTo>
                <a:moveTo>
                  <a:pt x="2432" y="292"/>
                </a:moveTo>
                <a:cubicBezTo>
                  <a:pt x="1984" y="292"/>
                  <a:pt x="1984" y="292"/>
                  <a:pt x="1984" y="292"/>
                </a:cubicBezTo>
                <a:cubicBezTo>
                  <a:pt x="1968" y="292"/>
                  <a:pt x="1955" y="305"/>
                  <a:pt x="1955" y="321"/>
                </a:cubicBezTo>
                <a:cubicBezTo>
                  <a:pt x="1955" y="337"/>
                  <a:pt x="1968" y="350"/>
                  <a:pt x="1984" y="350"/>
                </a:cubicBezTo>
                <a:cubicBezTo>
                  <a:pt x="2403" y="350"/>
                  <a:pt x="2403" y="350"/>
                  <a:pt x="2403" y="350"/>
                </a:cubicBezTo>
                <a:cubicBezTo>
                  <a:pt x="2403" y="912"/>
                  <a:pt x="2403" y="912"/>
                  <a:pt x="2403" y="912"/>
                </a:cubicBezTo>
                <a:cubicBezTo>
                  <a:pt x="2083" y="912"/>
                  <a:pt x="2083" y="912"/>
                  <a:pt x="2083" y="912"/>
                </a:cubicBezTo>
                <a:cubicBezTo>
                  <a:pt x="2068" y="912"/>
                  <a:pt x="2055" y="925"/>
                  <a:pt x="2055" y="941"/>
                </a:cubicBezTo>
                <a:cubicBezTo>
                  <a:pt x="2055" y="957"/>
                  <a:pt x="2068" y="970"/>
                  <a:pt x="2083" y="970"/>
                </a:cubicBezTo>
                <a:cubicBezTo>
                  <a:pt x="2432" y="970"/>
                  <a:pt x="2432" y="970"/>
                  <a:pt x="2432" y="970"/>
                </a:cubicBezTo>
                <a:cubicBezTo>
                  <a:pt x="2448" y="970"/>
                  <a:pt x="2461" y="957"/>
                  <a:pt x="2461" y="941"/>
                </a:cubicBezTo>
                <a:cubicBezTo>
                  <a:pt x="2461" y="321"/>
                  <a:pt x="2461" y="321"/>
                  <a:pt x="2461" y="321"/>
                </a:cubicBezTo>
                <a:cubicBezTo>
                  <a:pt x="2461" y="305"/>
                  <a:pt x="2448" y="292"/>
                  <a:pt x="2432" y="292"/>
                </a:cubicBezTo>
                <a:moveTo>
                  <a:pt x="1799" y="0"/>
                </a:moveTo>
                <a:cubicBezTo>
                  <a:pt x="843" y="0"/>
                  <a:pt x="843" y="0"/>
                  <a:pt x="843" y="0"/>
                </a:cubicBezTo>
                <a:cubicBezTo>
                  <a:pt x="827" y="0"/>
                  <a:pt x="814" y="13"/>
                  <a:pt x="814" y="29"/>
                </a:cubicBezTo>
                <a:cubicBezTo>
                  <a:pt x="814" y="45"/>
                  <a:pt x="827" y="58"/>
                  <a:pt x="843" y="58"/>
                </a:cubicBezTo>
                <a:cubicBezTo>
                  <a:pt x="1292" y="58"/>
                  <a:pt x="1292" y="58"/>
                  <a:pt x="1292" y="58"/>
                </a:cubicBezTo>
                <a:cubicBezTo>
                  <a:pt x="1292" y="602"/>
                  <a:pt x="1292" y="602"/>
                  <a:pt x="1292" y="602"/>
                </a:cubicBezTo>
                <a:cubicBezTo>
                  <a:pt x="989" y="602"/>
                  <a:pt x="989" y="602"/>
                  <a:pt x="989" y="602"/>
                </a:cubicBezTo>
                <a:cubicBezTo>
                  <a:pt x="973" y="602"/>
                  <a:pt x="960" y="615"/>
                  <a:pt x="960" y="631"/>
                </a:cubicBezTo>
                <a:cubicBezTo>
                  <a:pt x="960" y="647"/>
                  <a:pt x="973" y="660"/>
                  <a:pt x="989" y="660"/>
                </a:cubicBezTo>
                <a:cubicBezTo>
                  <a:pt x="1292" y="660"/>
                  <a:pt x="1292" y="660"/>
                  <a:pt x="1292" y="660"/>
                </a:cubicBezTo>
                <a:cubicBezTo>
                  <a:pt x="1292" y="1311"/>
                  <a:pt x="1292" y="1311"/>
                  <a:pt x="1292" y="1311"/>
                </a:cubicBezTo>
                <a:cubicBezTo>
                  <a:pt x="801" y="1311"/>
                  <a:pt x="801" y="1311"/>
                  <a:pt x="801" y="1311"/>
                </a:cubicBezTo>
                <a:cubicBezTo>
                  <a:pt x="801" y="1060"/>
                  <a:pt x="801" y="1060"/>
                  <a:pt x="801" y="1060"/>
                </a:cubicBezTo>
                <a:cubicBezTo>
                  <a:pt x="801" y="1044"/>
                  <a:pt x="788" y="1031"/>
                  <a:pt x="772" y="1031"/>
                </a:cubicBezTo>
                <a:cubicBezTo>
                  <a:pt x="756" y="1031"/>
                  <a:pt x="743" y="1044"/>
                  <a:pt x="743" y="1060"/>
                </a:cubicBezTo>
                <a:cubicBezTo>
                  <a:pt x="743" y="1340"/>
                  <a:pt x="743" y="1340"/>
                  <a:pt x="743" y="1340"/>
                </a:cubicBezTo>
                <a:cubicBezTo>
                  <a:pt x="743" y="1356"/>
                  <a:pt x="756" y="1369"/>
                  <a:pt x="772" y="1369"/>
                </a:cubicBezTo>
                <a:cubicBezTo>
                  <a:pt x="1292" y="1369"/>
                  <a:pt x="1292" y="1369"/>
                  <a:pt x="1292" y="1369"/>
                </a:cubicBezTo>
                <a:cubicBezTo>
                  <a:pt x="1292" y="2123"/>
                  <a:pt x="1292" y="2123"/>
                  <a:pt x="1292" y="2123"/>
                </a:cubicBezTo>
                <a:cubicBezTo>
                  <a:pt x="842" y="2123"/>
                  <a:pt x="842" y="2123"/>
                  <a:pt x="842" y="2123"/>
                </a:cubicBezTo>
                <a:cubicBezTo>
                  <a:pt x="842" y="1782"/>
                  <a:pt x="842" y="1782"/>
                  <a:pt x="842" y="1782"/>
                </a:cubicBezTo>
                <a:cubicBezTo>
                  <a:pt x="842" y="1766"/>
                  <a:pt x="829" y="1753"/>
                  <a:pt x="813" y="1753"/>
                </a:cubicBezTo>
                <a:cubicBezTo>
                  <a:pt x="433" y="1753"/>
                  <a:pt x="433" y="1753"/>
                  <a:pt x="433" y="1753"/>
                </a:cubicBezTo>
                <a:cubicBezTo>
                  <a:pt x="433" y="1476"/>
                  <a:pt x="433" y="1476"/>
                  <a:pt x="433" y="1476"/>
                </a:cubicBezTo>
                <a:cubicBezTo>
                  <a:pt x="433" y="1460"/>
                  <a:pt x="420" y="1447"/>
                  <a:pt x="404" y="1447"/>
                </a:cubicBezTo>
                <a:cubicBezTo>
                  <a:pt x="388" y="1447"/>
                  <a:pt x="375" y="1460"/>
                  <a:pt x="375" y="1476"/>
                </a:cubicBezTo>
                <a:cubicBezTo>
                  <a:pt x="375" y="1782"/>
                  <a:pt x="375" y="1782"/>
                  <a:pt x="375" y="1782"/>
                </a:cubicBezTo>
                <a:cubicBezTo>
                  <a:pt x="375" y="1798"/>
                  <a:pt x="388" y="1811"/>
                  <a:pt x="404" y="1811"/>
                </a:cubicBezTo>
                <a:cubicBezTo>
                  <a:pt x="784" y="1811"/>
                  <a:pt x="784" y="1811"/>
                  <a:pt x="784" y="1811"/>
                </a:cubicBezTo>
                <a:cubicBezTo>
                  <a:pt x="784" y="2669"/>
                  <a:pt x="784" y="2669"/>
                  <a:pt x="784" y="2669"/>
                </a:cubicBezTo>
                <a:cubicBezTo>
                  <a:pt x="784" y="2685"/>
                  <a:pt x="797" y="2698"/>
                  <a:pt x="813" y="2698"/>
                </a:cubicBezTo>
                <a:cubicBezTo>
                  <a:pt x="829" y="2698"/>
                  <a:pt x="842" y="2685"/>
                  <a:pt x="842" y="2669"/>
                </a:cubicBezTo>
                <a:cubicBezTo>
                  <a:pt x="842" y="2181"/>
                  <a:pt x="842" y="2181"/>
                  <a:pt x="842" y="2181"/>
                </a:cubicBezTo>
                <a:cubicBezTo>
                  <a:pt x="1292" y="2181"/>
                  <a:pt x="1292" y="2181"/>
                  <a:pt x="1292" y="2181"/>
                </a:cubicBezTo>
                <a:cubicBezTo>
                  <a:pt x="1292" y="3036"/>
                  <a:pt x="1292" y="3036"/>
                  <a:pt x="1292" y="3036"/>
                </a:cubicBezTo>
                <a:cubicBezTo>
                  <a:pt x="921" y="3036"/>
                  <a:pt x="921" y="3036"/>
                  <a:pt x="921" y="3036"/>
                </a:cubicBezTo>
                <a:cubicBezTo>
                  <a:pt x="905" y="3036"/>
                  <a:pt x="892" y="3049"/>
                  <a:pt x="892" y="3065"/>
                </a:cubicBezTo>
                <a:cubicBezTo>
                  <a:pt x="892" y="3081"/>
                  <a:pt x="905" y="3094"/>
                  <a:pt x="921" y="3094"/>
                </a:cubicBezTo>
                <a:cubicBezTo>
                  <a:pt x="1321" y="3094"/>
                  <a:pt x="1321" y="3094"/>
                  <a:pt x="1321" y="3094"/>
                </a:cubicBezTo>
                <a:cubicBezTo>
                  <a:pt x="1722" y="3094"/>
                  <a:pt x="1722" y="3094"/>
                  <a:pt x="1722" y="3094"/>
                </a:cubicBezTo>
                <a:cubicBezTo>
                  <a:pt x="1738" y="3094"/>
                  <a:pt x="1751" y="3081"/>
                  <a:pt x="1751" y="3065"/>
                </a:cubicBezTo>
                <a:cubicBezTo>
                  <a:pt x="1751" y="3049"/>
                  <a:pt x="1738" y="3036"/>
                  <a:pt x="1722" y="3036"/>
                </a:cubicBezTo>
                <a:cubicBezTo>
                  <a:pt x="1350" y="3036"/>
                  <a:pt x="1350" y="3036"/>
                  <a:pt x="1350" y="3036"/>
                </a:cubicBezTo>
                <a:cubicBezTo>
                  <a:pt x="1350" y="2181"/>
                  <a:pt x="1350" y="2181"/>
                  <a:pt x="1350" y="2181"/>
                </a:cubicBezTo>
                <a:cubicBezTo>
                  <a:pt x="1800" y="2181"/>
                  <a:pt x="1800" y="2181"/>
                  <a:pt x="1800" y="2181"/>
                </a:cubicBezTo>
                <a:cubicBezTo>
                  <a:pt x="1800" y="2669"/>
                  <a:pt x="1800" y="2669"/>
                  <a:pt x="1800" y="2669"/>
                </a:cubicBezTo>
                <a:cubicBezTo>
                  <a:pt x="1800" y="2685"/>
                  <a:pt x="1813" y="2698"/>
                  <a:pt x="1829" y="2698"/>
                </a:cubicBezTo>
                <a:cubicBezTo>
                  <a:pt x="1845" y="2698"/>
                  <a:pt x="1858" y="2685"/>
                  <a:pt x="1858" y="2669"/>
                </a:cubicBezTo>
                <a:cubicBezTo>
                  <a:pt x="1858" y="1811"/>
                  <a:pt x="1858" y="1811"/>
                  <a:pt x="1858" y="1811"/>
                </a:cubicBezTo>
                <a:cubicBezTo>
                  <a:pt x="2239" y="1811"/>
                  <a:pt x="2239" y="1811"/>
                  <a:pt x="2239" y="1811"/>
                </a:cubicBezTo>
                <a:cubicBezTo>
                  <a:pt x="2254" y="1811"/>
                  <a:pt x="2267" y="1798"/>
                  <a:pt x="2267" y="1782"/>
                </a:cubicBezTo>
                <a:cubicBezTo>
                  <a:pt x="2267" y="1476"/>
                  <a:pt x="2267" y="1476"/>
                  <a:pt x="2267" y="1476"/>
                </a:cubicBezTo>
                <a:cubicBezTo>
                  <a:pt x="2267" y="1460"/>
                  <a:pt x="2254" y="1447"/>
                  <a:pt x="2239" y="1447"/>
                </a:cubicBezTo>
                <a:cubicBezTo>
                  <a:pt x="2223" y="1447"/>
                  <a:pt x="2210" y="1460"/>
                  <a:pt x="2210" y="1476"/>
                </a:cubicBezTo>
                <a:cubicBezTo>
                  <a:pt x="2210" y="1753"/>
                  <a:pt x="2210" y="1753"/>
                  <a:pt x="2210" y="1753"/>
                </a:cubicBezTo>
                <a:cubicBezTo>
                  <a:pt x="1829" y="1753"/>
                  <a:pt x="1829" y="1753"/>
                  <a:pt x="1829" y="1753"/>
                </a:cubicBezTo>
                <a:cubicBezTo>
                  <a:pt x="1813" y="1753"/>
                  <a:pt x="1800" y="1766"/>
                  <a:pt x="1800" y="1782"/>
                </a:cubicBezTo>
                <a:cubicBezTo>
                  <a:pt x="1800" y="2123"/>
                  <a:pt x="1800" y="2123"/>
                  <a:pt x="1800" y="2123"/>
                </a:cubicBezTo>
                <a:cubicBezTo>
                  <a:pt x="1350" y="2123"/>
                  <a:pt x="1350" y="2123"/>
                  <a:pt x="1350" y="2123"/>
                </a:cubicBezTo>
                <a:cubicBezTo>
                  <a:pt x="1350" y="1369"/>
                  <a:pt x="1350" y="1369"/>
                  <a:pt x="1350" y="1369"/>
                </a:cubicBezTo>
                <a:cubicBezTo>
                  <a:pt x="1870" y="1369"/>
                  <a:pt x="1870" y="1369"/>
                  <a:pt x="1870" y="1369"/>
                </a:cubicBezTo>
                <a:cubicBezTo>
                  <a:pt x="1886" y="1369"/>
                  <a:pt x="1899" y="1356"/>
                  <a:pt x="1899" y="1340"/>
                </a:cubicBezTo>
                <a:cubicBezTo>
                  <a:pt x="1899" y="1060"/>
                  <a:pt x="1899" y="1060"/>
                  <a:pt x="1899" y="1060"/>
                </a:cubicBezTo>
                <a:cubicBezTo>
                  <a:pt x="1899" y="1044"/>
                  <a:pt x="1886" y="1031"/>
                  <a:pt x="1870" y="1031"/>
                </a:cubicBezTo>
                <a:cubicBezTo>
                  <a:pt x="1854" y="1031"/>
                  <a:pt x="1841" y="1044"/>
                  <a:pt x="1841" y="1060"/>
                </a:cubicBezTo>
                <a:cubicBezTo>
                  <a:pt x="1841" y="1311"/>
                  <a:pt x="1841" y="1311"/>
                  <a:pt x="1841" y="1311"/>
                </a:cubicBezTo>
                <a:cubicBezTo>
                  <a:pt x="1350" y="1311"/>
                  <a:pt x="1350" y="1311"/>
                  <a:pt x="1350" y="1311"/>
                </a:cubicBezTo>
                <a:cubicBezTo>
                  <a:pt x="1350" y="660"/>
                  <a:pt x="1350" y="660"/>
                  <a:pt x="1350" y="660"/>
                </a:cubicBezTo>
                <a:cubicBezTo>
                  <a:pt x="1643" y="660"/>
                  <a:pt x="1643" y="660"/>
                  <a:pt x="1643" y="660"/>
                </a:cubicBezTo>
                <a:cubicBezTo>
                  <a:pt x="1659" y="660"/>
                  <a:pt x="1672" y="647"/>
                  <a:pt x="1672" y="631"/>
                </a:cubicBezTo>
                <a:cubicBezTo>
                  <a:pt x="1672" y="615"/>
                  <a:pt x="1659" y="602"/>
                  <a:pt x="1643" y="602"/>
                </a:cubicBezTo>
                <a:cubicBezTo>
                  <a:pt x="1350" y="602"/>
                  <a:pt x="1350" y="602"/>
                  <a:pt x="1350" y="602"/>
                </a:cubicBezTo>
                <a:cubicBezTo>
                  <a:pt x="1350" y="58"/>
                  <a:pt x="1350" y="58"/>
                  <a:pt x="1350" y="58"/>
                </a:cubicBezTo>
                <a:cubicBezTo>
                  <a:pt x="1799" y="58"/>
                  <a:pt x="1799" y="58"/>
                  <a:pt x="1799" y="58"/>
                </a:cubicBezTo>
                <a:cubicBezTo>
                  <a:pt x="1815" y="58"/>
                  <a:pt x="1828" y="45"/>
                  <a:pt x="1828" y="29"/>
                </a:cubicBezTo>
                <a:cubicBezTo>
                  <a:pt x="1828" y="13"/>
                  <a:pt x="1815" y="0"/>
                  <a:pt x="1799" y="0"/>
                </a:cubicBezTo>
              </a:path>
            </a:pathLst>
          </a:custGeom>
          <a:solidFill>
            <a:srgbClr val="CCD9D3">
              <a:alpha val="9804"/>
            </a:srgbClr>
          </a:solidFill>
          <a:ln>
            <a:noFill/>
          </a:ln>
        </p:spPr>
        <p:txBody>
          <a:bodyPr vert="horz" wrap="square" lIns="91440" tIns="45720" rIns="91440" bIns="45720" numCol="1" anchor="t" anchorCtr="0" compatLnSpc="1">
            <a:prstTxWarp prst="textNoShape">
              <a:avLst/>
            </a:prstTxWarp>
          </a:bodyPr>
          <a:lstStyle/>
          <a:p>
            <a:endParaRPr lang="en-GB"/>
          </a:p>
        </p:txBody>
      </p:sp>
      <p:sp>
        <p:nvSpPr>
          <p:cNvPr id="8" name="Logo">
            <a:extLst>
              <a:ext uri="{FF2B5EF4-FFF2-40B4-BE49-F238E27FC236}">
                <a16:creationId xmlns:a16="http://schemas.microsoft.com/office/drawing/2014/main" id="{FA06926E-B963-4389-B26A-6E1EB0DED5EE}"/>
              </a:ext>
            </a:extLst>
          </p:cNvPr>
          <p:cNvSpPr/>
          <p:nvPr/>
        </p:nvSpPr>
        <p:spPr>
          <a:xfrm>
            <a:off x="9397252" y="5875721"/>
            <a:ext cx="2253411" cy="440942"/>
          </a:xfrm>
          <a:custGeom>
            <a:avLst/>
            <a:gdLst>
              <a:gd name="connsiteX0" fmla="*/ 1783139 w 2253411"/>
              <a:gd name="connsiteY0" fmla="*/ 136254 h 440942"/>
              <a:gd name="connsiteX1" fmla="*/ 1751520 w 2253411"/>
              <a:gd name="connsiteY1" fmla="*/ 136254 h 440942"/>
              <a:gd name="connsiteX2" fmla="*/ 1751520 w 2253411"/>
              <a:gd name="connsiteY2" fmla="*/ 299806 h 440942"/>
              <a:gd name="connsiteX3" fmla="*/ 1783139 w 2253411"/>
              <a:gd name="connsiteY3" fmla="*/ 299806 h 440942"/>
              <a:gd name="connsiteX4" fmla="*/ 293338 w 2253411"/>
              <a:gd name="connsiteY4" fmla="*/ 409024 h 440942"/>
              <a:gd name="connsiteX5" fmla="*/ 297448 w 2253411"/>
              <a:gd name="connsiteY5" fmla="*/ 413147 h 440942"/>
              <a:gd name="connsiteX6" fmla="*/ 297460 w 2253411"/>
              <a:gd name="connsiteY6" fmla="*/ 413147 h 440942"/>
              <a:gd name="connsiteX7" fmla="*/ 333669 w 2253411"/>
              <a:gd name="connsiteY7" fmla="*/ 413147 h 440942"/>
              <a:gd name="connsiteX8" fmla="*/ 337779 w 2253411"/>
              <a:gd name="connsiteY8" fmla="*/ 409047 h 440942"/>
              <a:gd name="connsiteX9" fmla="*/ 337777 w 2253411"/>
              <a:gd name="connsiteY9" fmla="*/ 409024 h 440942"/>
              <a:gd name="connsiteX10" fmla="*/ 333683 w 2253411"/>
              <a:gd name="connsiteY10" fmla="*/ 404916 h 440942"/>
              <a:gd name="connsiteX11" fmla="*/ 333669 w 2253411"/>
              <a:gd name="connsiteY11" fmla="*/ 404916 h 440942"/>
              <a:gd name="connsiteX12" fmla="*/ 297460 w 2253411"/>
              <a:gd name="connsiteY12" fmla="*/ 404916 h 440942"/>
              <a:gd name="connsiteX13" fmla="*/ 293338 w 2253411"/>
              <a:gd name="connsiteY13" fmla="*/ 409021 h 440942"/>
              <a:gd name="connsiteX14" fmla="*/ 293338 w 2253411"/>
              <a:gd name="connsiteY14" fmla="*/ 409024 h 440942"/>
              <a:gd name="connsiteX15" fmla="*/ 39859 w 2253411"/>
              <a:gd name="connsiteY15" fmla="*/ 409024 h 440942"/>
              <a:gd name="connsiteX16" fmla="*/ 43946 w 2253411"/>
              <a:gd name="connsiteY16" fmla="*/ 413147 h 440942"/>
              <a:gd name="connsiteX17" fmla="*/ 43967 w 2253411"/>
              <a:gd name="connsiteY17" fmla="*/ 413147 h 440942"/>
              <a:gd name="connsiteX18" fmla="*/ 80176 w 2253411"/>
              <a:gd name="connsiteY18" fmla="*/ 413147 h 440942"/>
              <a:gd name="connsiteX19" fmla="*/ 84298 w 2253411"/>
              <a:gd name="connsiteY19" fmla="*/ 409037 h 440942"/>
              <a:gd name="connsiteX20" fmla="*/ 84298 w 2253411"/>
              <a:gd name="connsiteY20" fmla="*/ 409024 h 440942"/>
              <a:gd name="connsiteX21" fmla="*/ 80179 w 2253411"/>
              <a:gd name="connsiteY21" fmla="*/ 404916 h 440942"/>
              <a:gd name="connsiteX22" fmla="*/ 80176 w 2253411"/>
              <a:gd name="connsiteY22" fmla="*/ 404916 h 440942"/>
              <a:gd name="connsiteX23" fmla="*/ 43967 w 2253411"/>
              <a:gd name="connsiteY23" fmla="*/ 404916 h 440942"/>
              <a:gd name="connsiteX24" fmla="*/ 39859 w 2253411"/>
              <a:gd name="connsiteY24" fmla="*/ 409012 h 440942"/>
              <a:gd name="connsiteX25" fmla="*/ 39859 w 2253411"/>
              <a:gd name="connsiteY25" fmla="*/ 409024 h 440942"/>
              <a:gd name="connsiteX26" fmla="*/ 80177 w 2253411"/>
              <a:gd name="connsiteY26" fmla="*/ 339849 h 440942"/>
              <a:gd name="connsiteX27" fmla="*/ 8803 w 2253411"/>
              <a:gd name="connsiteY27" fmla="*/ 339849 h 440942"/>
              <a:gd name="connsiteX28" fmla="*/ 8803 w 2253411"/>
              <a:gd name="connsiteY28" fmla="*/ 177644 h 440942"/>
              <a:gd name="connsiteX29" fmla="*/ 4680 w 2253411"/>
              <a:gd name="connsiteY29" fmla="*/ 173521 h 440942"/>
              <a:gd name="connsiteX30" fmla="*/ 572 w 2253411"/>
              <a:gd name="connsiteY30" fmla="*/ 177639 h 440942"/>
              <a:gd name="connsiteX31" fmla="*/ 572 w 2253411"/>
              <a:gd name="connsiteY31" fmla="*/ 177644 h 440942"/>
              <a:gd name="connsiteX32" fmla="*/ 572 w 2253411"/>
              <a:gd name="connsiteY32" fmla="*/ 343959 h 440942"/>
              <a:gd name="connsiteX33" fmla="*/ 4676 w 2253411"/>
              <a:gd name="connsiteY33" fmla="*/ 348080 h 440942"/>
              <a:gd name="connsiteX34" fmla="*/ 4680 w 2253411"/>
              <a:gd name="connsiteY34" fmla="*/ 348080 h 440942"/>
              <a:gd name="connsiteX35" fmla="*/ 80176 w 2253411"/>
              <a:gd name="connsiteY35" fmla="*/ 348080 h 440942"/>
              <a:gd name="connsiteX36" fmla="*/ 84298 w 2253411"/>
              <a:gd name="connsiteY36" fmla="*/ 343970 h 440942"/>
              <a:gd name="connsiteX37" fmla="*/ 84298 w 2253411"/>
              <a:gd name="connsiteY37" fmla="*/ 343959 h 440942"/>
              <a:gd name="connsiteX38" fmla="*/ 80176 w 2253411"/>
              <a:gd name="connsiteY38" fmla="*/ 339849 h 440942"/>
              <a:gd name="connsiteX39" fmla="*/ 98412 w 2253411"/>
              <a:gd name="connsiteY39" fmla="*/ 45530 h 440942"/>
              <a:gd name="connsiteX40" fmla="*/ 94292 w 2253411"/>
              <a:gd name="connsiteY40" fmla="*/ 41422 h 440942"/>
              <a:gd name="connsiteX41" fmla="*/ 94289 w 2253411"/>
              <a:gd name="connsiteY41" fmla="*/ 41422 h 440942"/>
              <a:gd name="connsiteX42" fmla="*/ 30459 w 2253411"/>
              <a:gd name="connsiteY42" fmla="*/ 41422 h 440942"/>
              <a:gd name="connsiteX43" fmla="*/ 26351 w 2253411"/>
              <a:gd name="connsiteY43" fmla="*/ 45518 h 440942"/>
              <a:gd name="connsiteX44" fmla="*/ 26351 w 2253411"/>
              <a:gd name="connsiteY44" fmla="*/ 45530 h 440942"/>
              <a:gd name="connsiteX45" fmla="*/ 26351 w 2253411"/>
              <a:gd name="connsiteY45" fmla="*/ 133916 h 440942"/>
              <a:gd name="connsiteX46" fmla="*/ 30456 w 2253411"/>
              <a:gd name="connsiteY46" fmla="*/ 138039 h 440942"/>
              <a:gd name="connsiteX47" fmla="*/ 30459 w 2253411"/>
              <a:gd name="connsiteY47" fmla="*/ 138039 h 440942"/>
              <a:gd name="connsiteX48" fmla="*/ 80191 w 2253411"/>
              <a:gd name="connsiteY48" fmla="*/ 138039 h 440942"/>
              <a:gd name="connsiteX49" fmla="*/ 84300 w 2253411"/>
              <a:gd name="connsiteY49" fmla="*/ 133916 h 440942"/>
              <a:gd name="connsiteX50" fmla="*/ 80191 w 2253411"/>
              <a:gd name="connsiteY50" fmla="*/ 129808 h 440942"/>
              <a:gd name="connsiteX51" fmla="*/ 34582 w 2253411"/>
              <a:gd name="connsiteY51" fmla="*/ 129808 h 440942"/>
              <a:gd name="connsiteX52" fmla="*/ 34582 w 2253411"/>
              <a:gd name="connsiteY52" fmla="*/ 49653 h 440942"/>
              <a:gd name="connsiteX53" fmla="*/ 94291 w 2253411"/>
              <a:gd name="connsiteY53" fmla="*/ 49653 h 440942"/>
              <a:gd name="connsiteX54" fmla="*/ 98413 w 2253411"/>
              <a:gd name="connsiteY54" fmla="*/ 45540 h 440942"/>
              <a:gd name="connsiteX55" fmla="*/ 98413 w 2253411"/>
              <a:gd name="connsiteY55" fmla="*/ 45530 h 440942"/>
              <a:gd name="connsiteX56" fmla="*/ 271146 w 2253411"/>
              <a:gd name="connsiteY56" fmla="*/ 190835 h 440942"/>
              <a:gd name="connsiteX57" fmla="*/ 271146 w 2253411"/>
              <a:gd name="connsiteY57" fmla="*/ 150874 h 440942"/>
              <a:gd name="connsiteX58" fmla="*/ 267039 w 2253411"/>
              <a:gd name="connsiteY58" fmla="*/ 146752 h 440942"/>
              <a:gd name="connsiteX59" fmla="*/ 267037 w 2253411"/>
              <a:gd name="connsiteY59" fmla="*/ 146752 h 440942"/>
              <a:gd name="connsiteX60" fmla="*/ 262900 w 2253411"/>
              <a:gd name="connsiteY60" fmla="*/ 150873 h 440942"/>
              <a:gd name="connsiteX61" fmla="*/ 262900 w 2253411"/>
              <a:gd name="connsiteY61" fmla="*/ 150874 h 440942"/>
              <a:gd name="connsiteX62" fmla="*/ 262900 w 2253411"/>
              <a:gd name="connsiteY62" fmla="*/ 186698 h 440942"/>
              <a:gd name="connsiteX63" fmla="*/ 192929 w 2253411"/>
              <a:gd name="connsiteY63" fmla="*/ 186698 h 440942"/>
              <a:gd name="connsiteX64" fmla="*/ 192929 w 2253411"/>
              <a:gd name="connsiteY64" fmla="*/ 93846 h 440942"/>
              <a:gd name="connsiteX65" fmla="*/ 234730 w 2253411"/>
              <a:gd name="connsiteY65" fmla="*/ 93846 h 440942"/>
              <a:gd name="connsiteX66" fmla="*/ 238853 w 2253411"/>
              <a:gd name="connsiteY66" fmla="*/ 89738 h 440942"/>
              <a:gd name="connsiteX67" fmla="*/ 234730 w 2253411"/>
              <a:gd name="connsiteY67" fmla="*/ 85602 h 440942"/>
              <a:gd name="connsiteX68" fmla="*/ 192929 w 2253411"/>
              <a:gd name="connsiteY68" fmla="*/ 85602 h 440942"/>
              <a:gd name="connsiteX69" fmla="*/ 192929 w 2253411"/>
              <a:gd name="connsiteY69" fmla="*/ 8058 h 440942"/>
              <a:gd name="connsiteX70" fmla="*/ 256951 w 2253411"/>
              <a:gd name="connsiteY70" fmla="*/ 8058 h 440942"/>
              <a:gd name="connsiteX71" fmla="*/ 261072 w 2253411"/>
              <a:gd name="connsiteY71" fmla="*/ 3946 h 440942"/>
              <a:gd name="connsiteX72" fmla="*/ 261072 w 2253411"/>
              <a:gd name="connsiteY72" fmla="*/ 3935 h 440942"/>
              <a:gd name="connsiteX73" fmla="*/ 256954 w 2253411"/>
              <a:gd name="connsiteY73" fmla="*/ -175 h 440942"/>
              <a:gd name="connsiteX74" fmla="*/ 256951 w 2253411"/>
              <a:gd name="connsiteY74" fmla="*/ -175 h 440942"/>
              <a:gd name="connsiteX75" fmla="*/ 120686 w 2253411"/>
              <a:gd name="connsiteY75" fmla="*/ -175 h 440942"/>
              <a:gd name="connsiteX76" fmla="*/ 116578 w 2253411"/>
              <a:gd name="connsiteY76" fmla="*/ 3935 h 440942"/>
              <a:gd name="connsiteX77" fmla="*/ 120685 w 2253411"/>
              <a:gd name="connsiteY77" fmla="*/ 8058 h 440942"/>
              <a:gd name="connsiteX78" fmla="*/ 120686 w 2253411"/>
              <a:gd name="connsiteY78" fmla="*/ 8058 h 440942"/>
              <a:gd name="connsiteX79" fmla="*/ 184696 w 2253411"/>
              <a:gd name="connsiteY79" fmla="*/ 8058 h 440942"/>
              <a:gd name="connsiteX80" fmla="*/ 184696 w 2253411"/>
              <a:gd name="connsiteY80" fmla="*/ 85629 h 440942"/>
              <a:gd name="connsiteX81" fmla="*/ 141436 w 2253411"/>
              <a:gd name="connsiteY81" fmla="*/ 85629 h 440942"/>
              <a:gd name="connsiteX82" fmla="*/ 137315 w 2253411"/>
              <a:gd name="connsiteY82" fmla="*/ 89752 h 440942"/>
              <a:gd name="connsiteX83" fmla="*/ 141435 w 2253411"/>
              <a:gd name="connsiteY83" fmla="*/ 93860 h 440942"/>
              <a:gd name="connsiteX84" fmla="*/ 141436 w 2253411"/>
              <a:gd name="connsiteY84" fmla="*/ 93860 h 440942"/>
              <a:gd name="connsiteX85" fmla="*/ 184696 w 2253411"/>
              <a:gd name="connsiteY85" fmla="*/ 93860 h 440942"/>
              <a:gd name="connsiteX86" fmla="*/ 184696 w 2253411"/>
              <a:gd name="connsiteY86" fmla="*/ 186698 h 440942"/>
              <a:gd name="connsiteX87" fmla="*/ 114724 w 2253411"/>
              <a:gd name="connsiteY87" fmla="*/ 186698 h 440942"/>
              <a:gd name="connsiteX88" fmla="*/ 114724 w 2253411"/>
              <a:gd name="connsiteY88" fmla="*/ 150874 h 440942"/>
              <a:gd name="connsiteX89" fmla="*/ 110611 w 2253411"/>
              <a:gd name="connsiteY89" fmla="*/ 146752 h 440942"/>
              <a:gd name="connsiteX90" fmla="*/ 110602 w 2253411"/>
              <a:gd name="connsiteY90" fmla="*/ 146752 h 440942"/>
              <a:gd name="connsiteX91" fmla="*/ 106479 w 2253411"/>
              <a:gd name="connsiteY91" fmla="*/ 150874 h 440942"/>
              <a:gd name="connsiteX92" fmla="*/ 106479 w 2253411"/>
              <a:gd name="connsiteY92" fmla="*/ 190835 h 440942"/>
              <a:gd name="connsiteX93" fmla="*/ 110598 w 2253411"/>
              <a:gd name="connsiteY93" fmla="*/ 194943 h 440942"/>
              <a:gd name="connsiteX94" fmla="*/ 110602 w 2253411"/>
              <a:gd name="connsiteY94" fmla="*/ 194943 h 440942"/>
              <a:gd name="connsiteX95" fmla="*/ 184696 w 2253411"/>
              <a:gd name="connsiteY95" fmla="*/ 194943 h 440942"/>
              <a:gd name="connsiteX96" fmla="*/ 184696 w 2253411"/>
              <a:gd name="connsiteY96" fmla="*/ 302418 h 440942"/>
              <a:gd name="connsiteX97" fmla="*/ 120523 w 2253411"/>
              <a:gd name="connsiteY97" fmla="*/ 302418 h 440942"/>
              <a:gd name="connsiteX98" fmla="*/ 120523 w 2253411"/>
              <a:gd name="connsiteY98" fmla="*/ 253744 h 440942"/>
              <a:gd name="connsiteX99" fmla="*/ 116395 w 2253411"/>
              <a:gd name="connsiteY99" fmla="*/ 249636 h 440942"/>
              <a:gd name="connsiteX100" fmla="*/ 116386 w 2253411"/>
              <a:gd name="connsiteY100" fmla="*/ 249636 h 440942"/>
              <a:gd name="connsiteX101" fmla="*/ 62189 w 2253411"/>
              <a:gd name="connsiteY101" fmla="*/ 249636 h 440942"/>
              <a:gd name="connsiteX102" fmla="*/ 62189 w 2253411"/>
              <a:gd name="connsiteY102" fmla="*/ 210170 h 440942"/>
              <a:gd name="connsiteX103" fmla="*/ 58084 w 2253411"/>
              <a:gd name="connsiteY103" fmla="*/ 206047 h 440942"/>
              <a:gd name="connsiteX104" fmla="*/ 58081 w 2253411"/>
              <a:gd name="connsiteY104" fmla="*/ 206047 h 440942"/>
              <a:gd name="connsiteX105" fmla="*/ 53958 w 2253411"/>
              <a:gd name="connsiteY105" fmla="*/ 210170 h 440942"/>
              <a:gd name="connsiteX106" fmla="*/ 53958 w 2253411"/>
              <a:gd name="connsiteY106" fmla="*/ 253744 h 440942"/>
              <a:gd name="connsiteX107" fmla="*/ 58081 w 2253411"/>
              <a:gd name="connsiteY107" fmla="*/ 257867 h 440942"/>
              <a:gd name="connsiteX108" fmla="*/ 112277 w 2253411"/>
              <a:gd name="connsiteY108" fmla="*/ 257867 h 440942"/>
              <a:gd name="connsiteX109" fmla="*/ 112277 w 2253411"/>
              <a:gd name="connsiteY109" fmla="*/ 380182 h 440942"/>
              <a:gd name="connsiteX110" fmla="*/ 116382 w 2253411"/>
              <a:gd name="connsiteY110" fmla="*/ 384304 h 440942"/>
              <a:gd name="connsiteX111" fmla="*/ 116386 w 2253411"/>
              <a:gd name="connsiteY111" fmla="*/ 384304 h 440942"/>
              <a:gd name="connsiteX112" fmla="*/ 120523 w 2253411"/>
              <a:gd name="connsiteY112" fmla="*/ 380182 h 440942"/>
              <a:gd name="connsiteX113" fmla="*/ 120523 w 2253411"/>
              <a:gd name="connsiteY113" fmla="*/ 310649 h 440942"/>
              <a:gd name="connsiteX114" fmla="*/ 184696 w 2253411"/>
              <a:gd name="connsiteY114" fmla="*/ 310649 h 440942"/>
              <a:gd name="connsiteX115" fmla="*/ 184696 w 2253411"/>
              <a:gd name="connsiteY115" fmla="*/ 432537 h 440942"/>
              <a:gd name="connsiteX116" fmla="*/ 131736 w 2253411"/>
              <a:gd name="connsiteY116" fmla="*/ 432537 h 440942"/>
              <a:gd name="connsiteX117" fmla="*/ 127628 w 2253411"/>
              <a:gd name="connsiteY117" fmla="*/ 436615 h 440942"/>
              <a:gd name="connsiteX118" fmla="*/ 127628 w 2253411"/>
              <a:gd name="connsiteY118" fmla="*/ 436646 h 440942"/>
              <a:gd name="connsiteX119" fmla="*/ 131716 w 2253411"/>
              <a:gd name="connsiteY119" fmla="*/ 440768 h 440942"/>
              <a:gd name="connsiteX120" fmla="*/ 131736 w 2253411"/>
              <a:gd name="connsiteY120" fmla="*/ 440768 h 440942"/>
              <a:gd name="connsiteX121" fmla="*/ 245888 w 2253411"/>
              <a:gd name="connsiteY121" fmla="*/ 440768 h 440942"/>
              <a:gd name="connsiteX122" fmla="*/ 250011 w 2253411"/>
              <a:gd name="connsiteY122" fmla="*/ 436657 h 440942"/>
              <a:gd name="connsiteX123" fmla="*/ 250011 w 2253411"/>
              <a:gd name="connsiteY123" fmla="*/ 436646 h 440942"/>
              <a:gd name="connsiteX124" fmla="*/ 245909 w 2253411"/>
              <a:gd name="connsiteY124" fmla="*/ 432537 h 440942"/>
              <a:gd name="connsiteX125" fmla="*/ 245888 w 2253411"/>
              <a:gd name="connsiteY125" fmla="*/ 432537 h 440942"/>
              <a:gd name="connsiteX126" fmla="*/ 192929 w 2253411"/>
              <a:gd name="connsiteY126" fmla="*/ 432537 h 440942"/>
              <a:gd name="connsiteX127" fmla="*/ 192929 w 2253411"/>
              <a:gd name="connsiteY127" fmla="*/ 310649 h 440942"/>
              <a:gd name="connsiteX128" fmla="*/ 257116 w 2253411"/>
              <a:gd name="connsiteY128" fmla="*/ 310649 h 440942"/>
              <a:gd name="connsiteX129" fmla="*/ 257116 w 2253411"/>
              <a:gd name="connsiteY129" fmla="*/ 380182 h 440942"/>
              <a:gd name="connsiteX130" fmla="*/ 261250 w 2253411"/>
              <a:gd name="connsiteY130" fmla="*/ 384304 h 440942"/>
              <a:gd name="connsiteX131" fmla="*/ 265358 w 2253411"/>
              <a:gd name="connsiteY131" fmla="*/ 380182 h 440942"/>
              <a:gd name="connsiteX132" fmla="*/ 265358 w 2253411"/>
              <a:gd name="connsiteY132" fmla="*/ 257867 h 440942"/>
              <a:gd name="connsiteX133" fmla="*/ 319557 w 2253411"/>
              <a:gd name="connsiteY133" fmla="*/ 257867 h 440942"/>
              <a:gd name="connsiteX134" fmla="*/ 323665 w 2253411"/>
              <a:gd name="connsiteY134" fmla="*/ 253748 h 440942"/>
              <a:gd name="connsiteX135" fmla="*/ 323665 w 2253411"/>
              <a:gd name="connsiteY135" fmla="*/ 253744 h 440942"/>
              <a:gd name="connsiteX136" fmla="*/ 323665 w 2253411"/>
              <a:gd name="connsiteY136" fmla="*/ 210170 h 440942"/>
              <a:gd name="connsiteX137" fmla="*/ 319557 w 2253411"/>
              <a:gd name="connsiteY137" fmla="*/ 206047 h 440942"/>
              <a:gd name="connsiteX138" fmla="*/ 315434 w 2253411"/>
              <a:gd name="connsiteY138" fmla="*/ 210170 h 440942"/>
              <a:gd name="connsiteX139" fmla="*/ 315434 w 2253411"/>
              <a:gd name="connsiteY139" fmla="*/ 249636 h 440942"/>
              <a:gd name="connsiteX140" fmla="*/ 261250 w 2253411"/>
              <a:gd name="connsiteY140" fmla="*/ 249636 h 440942"/>
              <a:gd name="connsiteX141" fmla="*/ 257115 w 2253411"/>
              <a:gd name="connsiteY141" fmla="*/ 253733 h 440942"/>
              <a:gd name="connsiteX142" fmla="*/ 257115 w 2253411"/>
              <a:gd name="connsiteY142" fmla="*/ 253744 h 440942"/>
              <a:gd name="connsiteX143" fmla="*/ 257115 w 2253411"/>
              <a:gd name="connsiteY143" fmla="*/ 302416 h 440942"/>
              <a:gd name="connsiteX144" fmla="*/ 192927 w 2253411"/>
              <a:gd name="connsiteY144" fmla="*/ 302416 h 440942"/>
              <a:gd name="connsiteX145" fmla="*/ 192927 w 2253411"/>
              <a:gd name="connsiteY145" fmla="*/ 194943 h 440942"/>
              <a:gd name="connsiteX146" fmla="*/ 267036 w 2253411"/>
              <a:gd name="connsiteY146" fmla="*/ 194943 h 440942"/>
              <a:gd name="connsiteX147" fmla="*/ 271144 w 2253411"/>
              <a:gd name="connsiteY147" fmla="*/ 190849 h 440942"/>
              <a:gd name="connsiteX148" fmla="*/ 271144 w 2253411"/>
              <a:gd name="connsiteY148" fmla="*/ 190835 h 440942"/>
              <a:gd name="connsiteX149" fmla="*/ 351285 w 2253411"/>
              <a:gd name="connsiteY149" fmla="*/ 133931 h 440942"/>
              <a:gd name="connsiteX150" fmla="*/ 351285 w 2253411"/>
              <a:gd name="connsiteY150" fmla="*/ 45545 h 440942"/>
              <a:gd name="connsiteX151" fmla="*/ 347175 w 2253411"/>
              <a:gd name="connsiteY151" fmla="*/ 41422 h 440942"/>
              <a:gd name="connsiteX152" fmla="*/ 347164 w 2253411"/>
              <a:gd name="connsiteY152" fmla="*/ 41422 h 440942"/>
              <a:gd name="connsiteX153" fmla="*/ 283332 w 2253411"/>
              <a:gd name="connsiteY153" fmla="*/ 41422 h 440942"/>
              <a:gd name="connsiteX154" fmla="*/ 279224 w 2253411"/>
              <a:gd name="connsiteY154" fmla="*/ 45524 h 440942"/>
              <a:gd name="connsiteX155" fmla="*/ 279224 w 2253411"/>
              <a:gd name="connsiteY155" fmla="*/ 45545 h 440942"/>
              <a:gd name="connsiteX156" fmla="*/ 283332 w 2253411"/>
              <a:gd name="connsiteY156" fmla="*/ 49653 h 440942"/>
              <a:gd name="connsiteX157" fmla="*/ 343054 w 2253411"/>
              <a:gd name="connsiteY157" fmla="*/ 49653 h 440942"/>
              <a:gd name="connsiteX158" fmla="*/ 343054 w 2253411"/>
              <a:gd name="connsiteY158" fmla="*/ 129808 h 440942"/>
              <a:gd name="connsiteX159" fmla="*/ 297460 w 2253411"/>
              <a:gd name="connsiteY159" fmla="*/ 129808 h 440942"/>
              <a:gd name="connsiteX160" fmla="*/ 293338 w 2253411"/>
              <a:gd name="connsiteY160" fmla="*/ 133918 h 440942"/>
              <a:gd name="connsiteX161" fmla="*/ 293338 w 2253411"/>
              <a:gd name="connsiteY161" fmla="*/ 133931 h 440942"/>
              <a:gd name="connsiteX162" fmla="*/ 297460 w 2253411"/>
              <a:gd name="connsiteY162" fmla="*/ 138039 h 440942"/>
              <a:gd name="connsiteX163" fmla="*/ 347164 w 2253411"/>
              <a:gd name="connsiteY163" fmla="*/ 138039 h 440942"/>
              <a:gd name="connsiteX164" fmla="*/ 351285 w 2253411"/>
              <a:gd name="connsiteY164" fmla="*/ 133931 h 440942"/>
              <a:gd name="connsiteX165" fmla="*/ 377065 w 2253411"/>
              <a:gd name="connsiteY165" fmla="*/ 343972 h 440942"/>
              <a:gd name="connsiteX166" fmla="*/ 377065 w 2253411"/>
              <a:gd name="connsiteY166" fmla="*/ 177629 h 440942"/>
              <a:gd name="connsiteX167" fmla="*/ 372946 w 2253411"/>
              <a:gd name="connsiteY167" fmla="*/ 173521 h 440942"/>
              <a:gd name="connsiteX168" fmla="*/ 372943 w 2253411"/>
              <a:gd name="connsiteY168" fmla="*/ 173521 h 440942"/>
              <a:gd name="connsiteX169" fmla="*/ 368834 w 2253411"/>
              <a:gd name="connsiteY169" fmla="*/ 177617 h 440942"/>
              <a:gd name="connsiteX170" fmla="*/ 368834 w 2253411"/>
              <a:gd name="connsiteY170" fmla="*/ 177629 h 440942"/>
              <a:gd name="connsiteX171" fmla="*/ 368834 w 2253411"/>
              <a:gd name="connsiteY171" fmla="*/ 339836 h 440942"/>
              <a:gd name="connsiteX172" fmla="*/ 297460 w 2253411"/>
              <a:gd name="connsiteY172" fmla="*/ 339836 h 440942"/>
              <a:gd name="connsiteX173" fmla="*/ 293338 w 2253411"/>
              <a:gd name="connsiteY173" fmla="*/ 343970 h 440942"/>
              <a:gd name="connsiteX174" fmla="*/ 293338 w 2253411"/>
              <a:gd name="connsiteY174" fmla="*/ 343972 h 440942"/>
              <a:gd name="connsiteX175" fmla="*/ 297438 w 2253411"/>
              <a:gd name="connsiteY175" fmla="*/ 348080 h 440942"/>
              <a:gd name="connsiteX176" fmla="*/ 297460 w 2253411"/>
              <a:gd name="connsiteY176" fmla="*/ 348080 h 440942"/>
              <a:gd name="connsiteX177" fmla="*/ 372943 w 2253411"/>
              <a:gd name="connsiteY177" fmla="*/ 348080 h 440942"/>
              <a:gd name="connsiteX178" fmla="*/ 377065 w 2253411"/>
              <a:gd name="connsiteY178" fmla="*/ 343992 h 440942"/>
              <a:gd name="connsiteX179" fmla="*/ 377065 w 2253411"/>
              <a:gd name="connsiteY179" fmla="*/ 343972 h 440942"/>
              <a:gd name="connsiteX180" fmla="*/ 577721 w 2253411"/>
              <a:gd name="connsiteY180" fmla="*/ 299806 h 440942"/>
              <a:gd name="connsiteX181" fmla="*/ 609683 w 2253411"/>
              <a:gd name="connsiteY181" fmla="*/ 299806 h 440942"/>
              <a:gd name="connsiteX182" fmla="*/ 609683 w 2253411"/>
              <a:gd name="connsiteY182" fmla="*/ 196098 h 440942"/>
              <a:gd name="connsiteX183" fmla="*/ 551186 w 2253411"/>
              <a:gd name="connsiteY183" fmla="*/ 131498 h 440942"/>
              <a:gd name="connsiteX184" fmla="*/ 500878 w 2253411"/>
              <a:gd name="connsiteY184" fmla="*/ 159709 h 440942"/>
              <a:gd name="connsiteX185" fmla="*/ 500878 w 2253411"/>
              <a:gd name="connsiteY185" fmla="*/ 136254 h 440942"/>
              <a:gd name="connsiteX186" fmla="*/ 469601 w 2253411"/>
              <a:gd name="connsiteY186" fmla="*/ 136254 h 440942"/>
              <a:gd name="connsiteX187" fmla="*/ 469601 w 2253411"/>
              <a:gd name="connsiteY187" fmla="*/ 299806 h 440942"/>
              <a:gd name="connsiteX188" fmla="*/ 501565 w 2253411"/>
              <a:gd name="connsiteY188" fmla="*/ 299806 h 440942"/>
              <a:gd name="connsiteX189" fmla="*/ 501565 w 2253411"/>
              <a:gd name="connsiteY189" fmla="*/ 205278 h 440942"/>
              <a:gd name="connsiteX190" fmla="*/ 539629 w 2253411"/>
              <a:gd name="connsiteY190" fmla="*/ 160396 h 440942"/>
              <a:gd name="connsiteX191" fmla="*/ 577721 w 2253411"/>
              <a:gd name="connsiteY191" fmla="*/ 201540 h 440942"/>
              <a:gd name="connsiteX192" fmla="*/ 766751 w 2253411"/>
              <a:gd name="connsiteY192" fmla="*/ 201196 h 440942"/>
              <a:gd name="connsiteX193" fmla="*/ 677320 w 2253411"/>
              <a:gd name="connsiteY193" fmla="*/ 201196 h 440942"/>
              <a:gd name="connsiteX194" fmla="*/ 721870 w 2253411"/>
              <a:gd name="connsiteY194" fmla="*/ 159366 h 440942"/>
              <a:gd name="connsiteX195" fmla="*/ 766751 w 2253411"/>
              <a:gd name="connsiteY195" fmla="*/ 201196 h 440942"/>
              <a:gd name="connsiteX196" fmla="*/ 799388 w 2253411"/>
              <a:gd name="connsiteY196" fmla="*/ 227044 h 440942"/>
              <a:gd name="connsiteX197" fmla="*/ 800075 w 2253411"/>
              <a:gd name="connsiteY197" fmla="*/ 216835 h 440942"/>
              <a:gd name="connsiteX198" fmla="*/ 721527 w 2253411"/>
              <a:gd name="connsiteY198" fmla="*/ 131155 h 440942"/>
              <a:gd name="connsiteX199" fmla="*/ 643324 w 2253411"/>
              <a:gd name="connsiteY199" fmla="*/ 217522 h 440942"/>
              <a:gd name="connsiteX200" fmla="*/ 725608 w 2253411"/>
              <a:gd name="connsiteY200" fmla="*/ 304904 h 440942"/>
              <a:gd name="connsiteX201" fmla="*/ 799044 w 2253411"/>
              <a:gd name="connsiteY201" fmla="*/ 253221 h 440942"/>
              <a:gd name="connsiteX202" fmla="*/ 771519 w 2253411"/>
              <a:gd name="connsiteY202" fmla="*/ 243698 h 440942"/>
              <a:gd name="connsiteX203" fmla="*/ 725608 w 2253411"/>
              <a:gd name="connsiteY203" fmla="*/ 276679 h 440942"/>
              <a:gd name="connsiteX204" fmla="*/ 676304 w 2253411"/>
              <a:gd name="connsiteY204" fmla="*/ 227044 h 440942"/>
              <a:gd name="connsiteX205" fmla="*/ 945791 w 2253411"/>
              <a:gd name="connsiteY205" fmla="*/ 299820 h 440942"/>
              <a:gd name="connsiteX206" fmla="*/ 976394 w 2253411"/>
              <a:gd name="connsiteY206" fmla="*/ 299820 h 440942"/>
              <a:gd name="connsiteX207" fmla="*/ 974677 w 2253411"/>
              <a:gd name="connsiteY207" fmla="*/ 269547 h 440942"/>
              <a:gd name="connsiteX208" fmla="*/ 974677 w 2253411"/>
              <a:gd name="connsiteY208" fmla="*/ 136254 h 440942"/>
              <a:gd name="connsiteX209" fmla="*/ 942727 w 2253411"/>
              <a:gd name="connsiteY209" fmla="*/ 136254 h 440942"/>
              <a:gd name="connsiteX210" fmla="*/ 942727 w 2253411"/>
              <a:gd name="connsiteY210" fmla="*/ 234863 h 440942"/>
              <a:gd name="connsiteX211" fmla="*/ 903948 w 2253411"/>
              <a:gd name="connsiteY211" fmla="*/ 276679 h 440942"/>
              <a:gd name="connsiteX212" fmla="*/ 866901 w 2253411"/>
              <a:gd name="connsiteY212" fmla="*/ 234519 h 440942"/>
              <a:gd name="connsiteX213" fmla="*/ 866901 w 2253411"/>
              <a:gd name="connsiteY213" fmla="*/ 136254 h 440942"/>
              <a:gd name="connsiteX214" fmla="*/ 834924 w 2253411"/>
              <a:gd name="connsiteY214" fmla="*/ 136254 h 440942"/>
              <a:gd name="connsiteX215" fmla="*/ 834924 w 2253411"/>
              <a:gd name="connsiteY215" fmla="*/ 239287 h 440942"/>
              <a:gd name="connsiteX216" fmla="*/ 896143 w 2253411"/>
              <a:gd name="connsiteY216" fmla="*/ 304903 h 440942"/>
              <a:gd name="connsiteX217" fmla="*/ 944418 w 2253411"/>
              <a:gd name="connsiteY217" fmla="*/ 280086 h 440942"/>
              <a:gd name="connsiteX218" fmla="*/ 945791 w 2253411"/>
              <a:gd name="connsiteY218" fmla="*/ 299818 h 440942"/>
              <a:gd name="connsiteX219" fmla="*/ 1098324 w 2253411"/>
              <a:gd name="connsiteY219" fmla="*/ 167541 h 440942"/>
              <a:gd name="connsiteX220" fmla="*/ 1112271 w 2253411"/>
              <a:gd name="connsiteY220" fmla="*/ 168559 h 440942"/>
              <a:gd name="connsiteX221" fmla="*/ 1112271 w 2253411"/>
              <a:gd name="connsiteY221" fmla="*/ 134563 h 440942"/>
              <a:gd name="connsiteX222" fmla="*/ 1101731 w 2253411"/>
              <a:gd name="connsiteY222" fmla="*/ 133532 h 440942"/>
              <a:gd name="connsiteX223" fmla="*/ 1052771 w 2253411"/>
              <a:gd name="connsiteY223" fmla="*/ 164808 h 440942"/>
              <a:gd name="connsiteX224" fmla="*/ 1052771 w 2253411"/>
              <a:gd name="connsiteY224" fmla="*/ 136266 h 440942"/>
              <a:gd name="connsiteX225" fmla="*/ 1021481 w 2253411"/>
              <a:gd name="connsiteY225" fmla="*/ 136266 h 440942"/>
              <a:gd name="connsiteX226" fmla="*/ 1021481 w 2253411"/>
              <a:gd name="connsiteY226" fmla="*/ 299806 h 440942"/>
              <a:gd name="connsiteX227" fmla="*/ 1053443 w 2253411"/>
              <a:gd name="connsiteY227" fmla="*/ 299806 h 440942"/>
              <a:gd name="connsiteX228" fmla="*/ 1053443 w 2253411"/>
              <a:gd name="connsiteY228" fmla="*/ 217851 h 440942"/>
              <a:gd name="connsiteX229" fmla="*/ 1098324 w 2253411"/>
              <a:gd name="connsiteY229" fmla="*/ 167543 h 440942"/>
              <a:gd name="connsiteX230" fmla="*/ 1263512 w 2253411"/>
              <a:gd name="connsiteY230" fmla="*/ 217865 h 440942"/>
              <a:gd name="connsiteX231" fmla="*/ 1212518 w 2253411"/>
              <a:gd name="connsiteY231" fmla="*/ 276350 h 440942"/>
              <a:gd name="connsiteX232" fmla="*/ 1161507 w 2253411"/>
              <a:gd name="connsiteY232" fmla="*/ 217865 h 440942"/>
              <a:gd name="connsiteX233" fmla="*/ 1212518 w 2253411"/>
              <a:gd name="connsiteY233" fmla="*/ 159709 h 440942"/>
              <a:gd name="connsiteX234" fmla="*/ 1263512 w 2253411"/>
              <a:gd name="connsiteY234" fmla="*/ 217865 h 440942"/>
              <a:gd name="connsiteX235" fmla="*/ 1296163 w 2253411"/>
              <a:gd name="connsiteY235" fmla="*/ 217865 h 440942"/>
              <a:gd name="connsiteX236" fmla="*/ 1212518 w 2253411"/>
              <a:gd name="connsiteY236" fmla="*/ 131169 h 440942"/>
              <a:gd name="connsiteX237" fmla="*/ 1128871 w 2253411"/>
              <a:gd name="connsiteY237" fmla="*/ 217865 h 440942"/>
              <a:gd name="connsiteX238" fmla="*/ 1212518 w 2253411"/>
              <a:gd name="connsiteY238" fmla="*/ 304904 h 440942"/>
              <a:gd name="connsiteX239" fmla="*/ 1296163 w 2253411"/>
              <a:gd name="connsiteY239" fmla="*/ 217865 h 440942"/>
              <a:gd name="connsiteX240" fmla="*/ 1388657 w 2253411"/>
              <a:gd name="connsiteY240" fmla="*/ 301496 h 440942"/>
              <a:gd name="connsiteX241" fmla="*/ 1410425 w 2253411"/>
              <a:gd name="connsiteY241" fmla="*/ 298446 h 440942"/>
              <a:gd name="connsiteX242" fmla="*/ 1410425 w 2253411"/>
              <a:gd name="connsiteY242" fmla="*/ 271237 h 440942"/>
              <a:gd name="connsiteX243" fmla="*/ 1397836 w 2253411"/>
              <a:gd name="connsiteY243" fmla="*/ 272612 h 440942"/>
              <a:gd name="connsiteX244" fmla="*/ 1375054 w 2253411"/>
              <a:gd name="connsiteY244" fmla="*/ 250158 h 440942"/>
              <a:gd name="connsiteX245" fmla="*/ 1375054 w 2253411"/>
              <a:gd name="connsiteY245" fmla="*/ 165152 h 440942"/>
              <a:gd name="connsiteX246" fmla="*/ 1410423 w 2253411"/>
              <a:gd name="connsiteY246" fmla="*/ 165152 h 440942"/>
              <a:gd name="connsiteX247" fmla="*/ 1410423 w 2253411"/>
              <a:gd name="connsiteY247" fmla="*/ 136254 h 440942"/>
              <a:gd name="connsiteX248" fmla="*/ 1375054 w 2253411"/>
              <a:gd name="connsiteY248" fmla="*/ 136254 h 440942"/>
              <a:gd name="connsiteX249" fmla="*/ 1375054 w 2253411"/>
              <a:gd name="connsiteY249" fmla="*/ 84585 h 440942"/>
              <a:gd name="connsiteX250" fmla="*/ 1345825 w 2253411"/>
              <a:gd name="connsiteY250" fmla="*/ 84585 h 440942"/>
              <a:gd name="connsiteX251" fmla="*/ 1345825 w 2253411"/>
              <a:gd name="connsiteY251" fmla="*/ 111092 h 440942"/>
              <a:gd name="connsiteX252" fmla="*/ 1320665 w 2253411"/>
              <a:gd name="connsiteY252" fmla="*/ 136254 h 440942"/>
              <a:gd name="connsiteX253" fmla="*/ 1311814 w 2253411"/>
              <a:gd name="connsiteY253" fmla="*/ 136254 h 440942"/>
              <a:gd name="connsiteX254" fmla="*/ 1311814 w 2253411"/>
              <a:gd name="connsiteY254" fmla="*/ 165152 h 440942"/>
              <a:gd name="connsiteX255" fmla="*/ 1343105 w 2253411"/>
              <a:gd name="connsiteY255" fmla="*/ 165152 h 440942"/>
              <a:gd name="connsiteX256" fmla="*/ 1343105 w 2253411"/>
              <a:gd name="connsiteY256" fmla="*/ 254911 h 440942"/>
              <a:gd name="connsiteX257" fmla="*/ 1388657 w 2253411"/>
              <a:gd name="connsiteY257" fmla="*/ 301496 h 440942"/>
              <a:gd name="connsiteX258" fmla="*/ 1564344 w 2253411"/>
              <a:gd name="connsiteY258" fmla="*/ 217865 h 440942"/>
              <a:gd name="connsiteX259" fmla="*/ 1513349 w 2253411"/>
              <a:gd name="connsiteY259" fmla="*/ 276350 h 440942"/>
              <a:gd name="connsiteX260" fmla="*/ 1462340 w 2253411"/>
              <a:gd name="connsiteY260" fmla="*/ 217865 h 440942"/>
              <a:gd name="connsiteX261" fmla="*/ 1513349 w 2253411"/>
              <a:gd name="connsiteY261" fmla="*/ 159709 h 440942"/>
              <a:gd name="connsiteX262" fmla="*/ 1564344 w 2253411"/>
              <a:gd name="connsiteY262" fmla="*/ 217865 h 440942"/>
              <a:gd name="connsiteX263" fmla="*/ 1596994 w 2253411"/>
              <a:gd name="connsiteY263" fmla="*/ 217865 h 440942"/>
              <a:gd name="connsiteX264" fmla="*/ 1513349 w 2253411"/>
              <a:gd name="connsiteY264" fmla="*/ 131169 h 440942"/>
              <a:gd name="connsiteX265" fmla="*/ 1429704 w 2253411"/>
              <a:gd name="connsiteY265" fmla="*/ 217865 h 440942"/>
              <a:gd name="connsiteX266" fmla="*/ 1513349 w 2253411"/>
              <a:gd name="connsiteY266" fmla="*/ 304904 h 440942"/>
              <a:gd name="connsiteX267" fmla="*/ 1596994 w 2253411"/>
              <a:gd name="connsiteY267" fmla="*/ 217865 h 440942"/>
              <a:gd name="connsiteX268" fmla="*/ 1709456 w 2253411"/>
              <a:gd name="connsiteY268" fmla="*/ 167543 h 440942"/>
              <a:gd name="connsiteX269" fmla="*/ 1723392 w 2253411"/>
              <a:gd name="connsiteY269" fmla="*/ 168560 h 440942"/>
              <a:gd name="connsiteX270" fmla="*/ 1723392 w 2253411"/>
              <a:gd name="connsiteY270" fmla="*/ 134563 h 440942"/>
              <a:gd name="connsiteX271" fmla="*/ 1712851 w 2253411"/>
              <a:gd name="connsiteY271" fmla="*/ 133532 h 440942"/>
              <a:gd name="connsiteX272" fmla="*/ 1663890 w 2253411"/>
              <a:gd name="connsiteY272" fmla="*/ 164808 h 440942"/>
              <a:gd name="connsiteX273" fmla="*/ 1663890 w 2253411"/>
              <a:gd name="connsiteY273" fmla="*/ 136266 h 440942"/>
              <a:gd name="connsiteX274" fmla="*/ 1632614 w 2253411"/>
              <a:gd name="connsiteY274" fmla="*/ 136266 h 440942"/>
              <a:gd name="connsiteX275" fmla="*/ 1632614 w 2253411"/>
              <a:gd name="connsiteY275" fmla="*/ 299806 h 440942"/>
              <a:gd name="connsiteX276" fmla="*/ 1664564 w 2253411"/>
              <a:gd name="connsiteY276" fmla="*/ 299806 h 440942"/>
              <a:gd name="connsiteX277" fmla="*/ 1664564 w 2253411"/>
              <a:gd name="connsiteY277" fmla="*/ 217851 h 440942"/>
              <a:gd name="connsiteX278" fmla="*/ 1709456 w 2253411"/>
              <a:gd name="connsiteY278" fmla="*/ 167543 h 440942"/>
              <a:gd name="connsiteX279" fmla="*/ 1790286 w 2253411"/>
              <a:gd name="connsiteY279" fmla="*/ 74360 h 440942"/>
              <a:gd name="connsiteX280" fmla="*/ 1767488 w 2253411"/>
              <a:gd name="connsiteY280" fmla="*/ 51248 h 440942"/>
              <a:gd name="connsiteX281" fmla="*/ 1744374 w 2253411"/>
              <a:gd name="connsiteY281" fmla="*/ 74045 h 440942"/>
              <a:gd name="connsiteX282" fmla="*/ 1767159 w 2253411"/>
              <a:gd name="connsiteY282" fmla="*/ 97158 h 440942"/>
              <a:gd name="connsiteX283" fmla="*/ 1790286 w 2253411"/>
              <a:gd name="connsiteY283" fmla="*/ 74401 h 440942"/>
              <a:gd name="connsiteX284" fmla="*/ 1790286 w 2253411"/>
              <a:gd name="connsiteY284" fmla="*/ 74362 h 440942"/>
              <a:gd name="connsiteX285" fmla="*/ 1937899 w 2253411"/>
              <a:gd name="connsiteY285" fmla="*/ 299820 h 440942"/>
              <a:gd name="connsiteX286" fmla="*/ 1968489 w 2253411"/>
              <a:gd name="connsiteY286" fmla="*/ 299820 h 440942"/>
              <a:gd name="connsiteX287" fmla="*/ 1966785 w 2253411"/>
              <a:gd name="connsiteY287" fmla="*/ 269547 h 440942"/>
              <a:gd name="connsiteX288" fmla="*/ 1966785 w 2253411"/>
              <a:gd name="connsiteY288" fmla="*/ 136254 h 440942"/>
              <a:gd name="connsiteX289" fmla="*/ 1934821 w 2253411"/>
              <a:gd name="connsiteY289" fmla="*/ 136254 h 440942"/>
              <a:gd name="connsiteX290" fmla="*/ 1934821 w 2253411"/>
              <a:gd name="connsiteY290" fmla="*/ 234863 h 440942"/>
              <a:gd name="connsiteX291" fmla="*/ 1896069 w 2253411"/>
              <a:gd name="connsiteY291" fmla="*/ 276679 h 440942"/>
              <a:gd name="connsiteX292" fmla="*/ 1859008 w 2253411"/>
              <a:gd name="connsiteY292" fmla="*/ 234519 h 440942"/>
              <a:gd name="connsiteX293" fmla="*/ 1859008 w 2253411"/>
              <a:gd name="connsiteY293" fmla="*/ 136254 h 440942"/>
              <a:gd name="connsiteX294" fmla="*/ 1827032 w 2253411"/>
              <a:gd name="connsiteY294" fmla="*/ 136254 h 440942"/>
              <a:gd name="connsiteX295" fmla="*/ 1827032 w 2253411"/>
              <a:gd name="connsiteY295" fmla="*/ 239287 h 440942"/>
              <a:gd name="connsiteX296" fmla="*/ 1888249 w 2253411"/>
              <a:gd name="connsiteY296" fmla="*/ 304903 h 440942"/>
              <a:gd name="connsiteX297" fmla="*/ 1936524 w 2253411"/>
              <a:gd name="connsiteY297" fmla="*/ 280086 h 440942"/>
              <a:gd name="connsiteX298" fmla="*/ 1937899 w 2253411"/>
              <a:gd name="connsiteY298" fmla="*/ 299818 h 440942"/>
              <a:gd name="connsiteX299" fmla="*/ 2253984 w 2253411"/>
              <a:gd name="connsiteY299" fmla="*/ 299806 h 440942"/>
              <a:gd name="connsiteX300" fmla="*/ 2253984 w 2253411"/>
              <a:gd name="connsiteY300" fmla="*/ 193721 h 440942"/>
              <a:gd name="connsiteX301" fmla="*/ 2197547 w 2253411"/>
              <a:gd name="connsiteY301" fmla="*/ 131498 h 440942"/>
              <a:gd name="connsiteX302" fmla="*/ 2142800 w 2253411"/>
              <a:gd name="connsiteY302" fmla="*/ 162431 h 440942"/>
              <a:gd name="connsiteX303" fmla="*/ 2093839 w 2253411"/>
              <a:gd name="connsiteY303" fmla="*/ 131498 h 440942"/>
              <a:gd name="connsiteX304" fmla="*/ 2044204 w 2253411"/>
              <a:gd name="connsiteY304" fmla="*/ 158005 h 440942"/>
              <a:gd name="connsiteX305" fmla="*/ 2044204 w 2253411"/>
              <a:gd name="connsiteY305" fmla="*/ 136254 h 440942"/>
              <a:gd name="connsiteX306" fmla="*/ 2013588 w 2253411"/>
              <a:gd name="connsiteY306" fmla="*/ 136254 h 440942"/>
              <a:gd name="connsiteX307" fmla="*/ 2013588 w 2253411"/>
              <a:gd name="connsiteY307" fmla="*/ 299806 h 440942"/>
              <a:gd name="connsiteX308" fmla="*/ 2045221 w 2253411"/>
              <a:gd name="connsiteY308" fmla="*/ 299806 h 440942"/>
              <a:gd name="connsiteX309" fmla="*/ 2045221 w 2253411"/>
              <a:gd name="connsiteY309" fmla="*/ 201209 h 440942"/>
              <a:gd name="connsiteX310" fmla="*/ 2083299 w 2253411"/>
              <a:gd name="connsiteY310" fmla="*/ 159709 h 440942"/>
              <a:gd name="connsiteX311" fmla="*/ 2117971 w 2253411"/>
              <a:gd name="connsiteY311" fmla="*/ 197115 h 440942"/>
              <a:gd name="connsiteX312" fmla="*/ 2117971 w 2253411"/>
              <a:gd name="connsiteY312" fmla="*/ 299807 h 440942"/>
              <a:gd name="connsiteX313" fmla="*/ 2149932 w 2253411"/>
              <a:gd name="connsiteY313" fmla="*/ 299807 h 440942"/>
              <a:gd name="connsiteX314" fmla="*/ 2149932 w 2253411"/>
              <a:gd name="connsiteY314" fmla="*/ 200867 h 440942"/>
              <a:gd name="connsiteX315" fmla="*/ 2187682 w 2253411"/>
              <a:gd name="connsiteY315" fmla="*/ 159711 h 440942"/>
              <a:gd name="connsiteX316" fmla="*/ 2222364 w 2253411"/>
              <a:gd name="connsiteY316" fmla="*/ 197115 h 440942"/>
              <a:gd name="connsiteX317" fmla="*/ 2222364 w 2253411"/>
              <a:gd name="connsiteY317" fmla="*/ 299807 h 440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Lst>
            <a:rect l="l" t="t" r="r" b="b"/>
            <a:pathLst>
              <a:path w="2253411" h="440942">
                <a:moveTo>
                  <a:pt x="1783139" y="136254"/>
                </a:moveTo>
                <a:lnTo>
                  <a:pt x="1751520" y="136254"/>
                </a:lnTo>
                <a:lnTo>
                  <a:pt x="1751520" y="299806"/>
                </a:lnTo>
                <a:lnTo>
                  <a:pt x="1783139" y="299806"/>
                </a:lnTo>
                <a:close/>
                <a:moveTo>
                  <a:pt x="293338" y="409024"/>
                </a:moveTo>
                <a:cubicBezTo>
                  <a:pt x="293335" y="411298"/>
                  <a:pt x="295174" y="413144"/>
                  <a:pt x="297448" y="413147"/>
                </a:cubicBezTo>
                <a:cubicBezTo>
                  <a:pt x="297452" y="413147"/>
                  <a:pt x="297456" y="413147"/>
                  <a:pt x="297460" y="413147"/>
                </a:cubicBezTo>
                <a:lnTo>
                  <a:pt x="333669" y="413147"/>
                </a:lnTo>
                <a:cubicBezTo>
                  <a:pt x="335936" y="413150"/>
                  <a:pt x="337776" y="411314"/>
                  <a:pt x="337779" y="409047"/>
                </a:cubicBezTo>
                <a:cubicBezTo>
                  <a:pt x="337779" y="409039"/>
                  <a:pt x="337779" y="409032"/>
                  <a:pt x="337777" y="409024"/>
                </a:cubicBezTo>
                <a:cubicBezTo>
                  <a:pt x="337782" y="406760"/>
                  <a:pt x="335949" y="404921"/>
                  <a:pt x="333683" y="404916"/>
                </a:cubicBezTo>
                <a:cubicBezTo>
                  <a:pt x="333678" y="404916"/>
                  <a:pt x="333674" y="404916"/>
                  <a:pt x="333669" y="404916"/>
                </a:cubicBezTo>
                <a:lnTo>
                  <a:pt x="297460" y="404916"/>
                </a:lnTo>
                <a:cubicBezTo>
                  <a:pt x="295188" y="404911"/>
                  <a:pt x="293342" y="406749"/>
                  <a:pt x="293338" y="409021"/>
                </a:cubicBezTo>
                <a:cubicBezTo>
                  <a:pt x="293338" y="409023"/>
                  <a:pt x="293338" y="409024"/>
                  <a:pt x="293338" y="409024"/>
                </a:cubicBezTo>
                <a:moveTo>
                  <a:pt x="39859" y="409024"/>
                </a:moveTo>
                <a:cubicBezTo>
                  <a:pt x="39849" y="411291"/>
                  <a:pt x="41679" y="413137"/>
                  <a:pt x="43946" y="413147"/>
                </a:cubicBezTo>
                <a:cubicBezTo>
                  <a:pt x="43953" y="413147"/>
                  <a:pt x="43959" y="413147"/>
                  <a:pt x="43967" y="413147"/>
                </a:cubicBezTo>
                <a:lnTo>
                  <a:pt x="80176" y="413147"/>
                </a:lnTo>
                <a:cubicBezTo>
                  <a:pt x="82449" y="413150"/>
                  <a:pt x="84295" y="411311"/>
                  <a:pt x="84298" y="409037"/>
                </a:cubicBezTo>
                <a:cubicBezTo>
                  <a:pt x="84298" y="409032"/>
                  <a:pt x="84298" y="409029"/>
                  <a:pt x="84298" y="409024"/>
                </a:cubicBezTo>
                <a:cubicBezTo>
                  <a:pt x="84295" y="406752"/>
                  <a:pt x="82451" y="404913"/>
                  <a:pt x="80179" y="404916"/>
                </a:cubicBezTo>
                <a:cubicBezTo>
                  <a:pt x="80177" y="404916"/>
                  <a:pt x="80177" y="404916"/>
                  <a:pt x="80176" y="404916"/>
                </a:cubicBezTo>
                <a:lnTo>
                  <a:pt x="43967" y="404916"/>
                </a:lnTo>
                <a:cubicBezTo>
                  <a:pt x="41701" y="404913"/>
                  <a:pt x="39862" y="406746"/>
                  <a:pt x="39859" y="409012"/>
                </a:cubicBezTo>
                <a:cubicBezTo>
                  <a:pt x="39859" y="409016"/>
                  <a:pt x="39859" y="409021"/>
                  <a:pt x="39859" y="409024"/>
                </a:cubicBezTo>
                <a:moveTo>
                  <a:pt x="80177" y="339849"/>
                </a:moveTo>
                <a:lnTo>
                  <a:pt x="8803" y="339849"/>
                </a:lnTo>
                <a:lnTo>
                  <a:pt x="8803" y="177644"/>
                </a:lnTo>
                <a:cubicBezTo>
                  <a:pt x="8801" y="175367"/>
                  <a:pt x="6955" y="173523"/>
                  <a:pt x="4680" y="173521"/>
                </a:cubicBezTo>
                <a:cubicBezTo>
                  <a:pt x="2408" y="173523"/>
                  <a:pt x="569" y="175367"/>
                  <a:pt x="572" y="177639"/>
                </a:cubicBezTo>
                <a:cubicBezTo>
                  <a:pt x="572" y="177640"/>
                  <a:pt x="572" y="177642"/>
                  <a:pt x="572" y="177644"/>
                </a:cubicBezTo>
                <a:lnTo>
                  <a:pt x="572" y="343959"/>
                </a:lnTo>
                <a:cubicBezTo>
                  <a:pt x="567" y="346229"/>
                  <a:pt x="2404" y="348075"/>
                  <a:pt x="4676" y="348080"/>
                </a:cubicBezTo>
                <a:cubicBezTo>
                  <a:pt x="4677" y="348080"/>
                  <a:pt x="4679" y="348080"/>
                  <a:pt x="4680" y="348080"/>
                </a:cubicBezTo>
                <a:lnTo>
                  <a:pt x="80176" y="348080"/>
                </a:lnTo>
                <a:cubicBezTo>
                  <a:pt x="82449" y="348083"/>
                  <a:pt x="84295" y="346244"/>
                  <a:pt x="84298" y="343970"/>
                </a:cubicBezTo>
                <a:cubicBezTo>
                  <a:pt x="84298" y="343965"/>
                  <a:pt x="84298" y="343962"/>
                  <a:pt x="84298" y="343959"/>
                </a:cubicBezTo>
                <a:cubicBezTo>
                  <a:pt x="84290" y="341687"/>
                  <a:pt x="82447" y="339849"/>
                  <a:pt x="80176" y="339849"/>
                </a:cubicBezTo>
                <a:moveTo>
                  <a:pt x="98412" y="45530"/>
                </a:moveTo>
                <a:cubicBezTo>
                  <a:pt x="98409" y="43258"/>
                  <a:pt x="96564" y="41419"/>
                  <a:pt x="94292" y="41422"/>
                </a:cubicBezTo>
                <a:cubicBezTo>
                  <a:pt x="94291" y="41422"/>
                  <a:pt x="94291" y="41422"/>
                  <a:pt x="94289" y="41422"/>
                </a:cubicBezTo>
                <a:lnTo>
                  <a:pt x="30459" y="41422"/>
                </a:lnTo>
                <a:cubicBezTo>
                  <a:pt x="28193" y="41419"/>
                  <a:pt x="26354" y="43252"/>
                  <a:pt x="26351" y="45518"/>
                </a:cubicBezTo>
                <a:cubicBezTo>
                  <a:pt x="26351" y="45521"/>
                  <a:pt x="26351" y="45526"/>
                  <a:pt x="26351" y="45530"/>
                </a:cubicBezTo>
                <a:lnTo>
                  <a:pt x="26351" y="133916"/>
                </a:lnTo>
                <a:cubicBezTo>
                  <a:pt x="26346" y="136188"/>
                  <a:pt x="28184" y="138034"/>
                  <a:pt x="30456" y="138039"/>
                </a:cubicBezTo>
                <a:cubicBezTo>
                  <a:pt x="30458" y="138039"/>
                  <a:pt x="30458" y="138039"/>
                  <a:pt x="30459" y="138039"/>
                </a:cubicBezTo>
                <a:lnTo>
                  <a:pt x="80191" y="138039"/>
                </a:lnTo>
                <a:cubicBezTo>
                  <a:pt x="82460" y="138026"/>
                  <a:pt x="84295" y="136187"/>
                  <a:pt x="84300" y="133916"/>
                </a:cubicBezTo>
                <a:cubicBezTo>
                  <a:pt x="84293" y="131651"/>
                  <a:pt x="82459" y="129814"/>
                  <a:pt x="80191" y="129808"/>
                </a:cubicBezTo>
                <a:lnTo>
                  <a:pt x="34582" y="129808"/>
                </a:lnTo>
                <a:lnTo>
                  <a:pt x="34582" y="49653"/>
                </a:lnTo>
                <a:lnTo>
                  <a:pt x="94291" y="49653"/>
                </a:lnTo>
                <a:cubicBezTo>
                  <a:pt x="96564" y="49656"/>
                  <a:pt x="98410" y="47813"/>
                  <a:pt x="98413" y="45540"/>
                </a:cubicBezTo>
                <a:cubicBezTo>
                  <a:pt x="98413" y="45537"/>
                  <a:pt x="98413" y="45534"/>
                  <a:pt x="98413" y="45530"/>
                </a:cubicBezTo>
                <a:moveTo>
                  <a:pt x="271146" y="190835"/>
                </a:moveTo>
                <a:lnTo>
                  <a:pt x="271146" y="150874"/>
                </a:lnTo>
                <a:cubicBezTo>
                  <a:pt x="271151" y="148602"/>
                  <a:pt x="269311" y="146756"/>
                  <a:pt x="267039" y="146752"/>
                </a:cubicBezTo>
                <a:cubicBezTo>
                  <a:pt x="267039" y="146752"/>
                  <a:pt x="267037" y="146752"/>
                  <a:pt x="267037" y="146752"/>
                </a:cubicBezTo>
                <a:cubicBezTo>
                  <a:pt x="264756" y="146747"/>
                  <a:pt x="262904" y="148593"/>
                  <a:pt x="262900" y="150873"/>
                </a:cubicBezTo>
                <a:cubicBezTo>
                  <a:pt x="262900" y="150873"/>
                  <a:pt x="262900" y="150874"/>
                  <a:pt x="262900" y="150874"/>
                </a:cubicBezTo>
                <a:lnTo>
                  <a:pt x="262900" y="186698"/>
                </a:lnTo>
                <a:lnTo>
                  <a:pt x="192929" y="186698"/>
                </a:lnTo>
                <a:lnTo>
                  <a:pt x="192929" y="93846"/>
                </a:lnTo>
                <a:lnTo>
                  <a:pt x="234730" y="93846"/>
                </a:lnTo>
                <a:cubicBezTo>
                  <a:pt x="236999" y="93841"/>
                  <a:pt x="238840" y="92007"/>
                  <a:pt x="238853" y="89738"/>
                </a:cubicBezTo>
                <a:cubicBezTo>
                  <a:pt x="238852" y="87459"/>
                  <a:pt x="237009" y="85610"/>
                  <a:pt x="234730" y="85602"/>
                </a:cubicBezTo>
                <a:lnTo>
                  <a:pt x="192929" y="85602"/>
                </a:lnTo>
                <a:lnTo>
                  <a:pt x="192929" y="8058"/>
                </a:lnTo>
                <a:lnTo>
                  <a:pt x="256951" y="8058"/>
                </a:lnTo>
                <a:cubicBezTo>
                  <a:pt x="259225" y="8061"/>
                  <a:pt x="261071" y="6220"/>
                  <a:pt x="261072" y="3946"/>
                </a:cubicBezTo>
                <a:cubicBezTo>
                  <a:pt x="261072" y="3943"/>
                  <a:pt x="261072" y="3938"/>
                  <a:pt x="261072" y="3935"/>
                </a:cubicBezTo>
                <a:cubicBezTo>
                  <a:pt x="261071" y="1663"/>
                  <a:pt x="259226" y="-176"/>
                  <a:pt x="256954" y="-175"/>
                </a:cubicBezTo>
                <a:cubicBezTo>
                  <a:pt x="256953" y="-175"/>
                  <a:pt x="256951" y="-175"/>
                  <a:pt x="256951" y="-175"/>
                </a:cubicBezTo>
                <a:lnTo>
                  <a:pt x="120686" y="-175"/>
                </a:lnTo>
                <a:cubicBezTo>
                  <a:pt x="118418" y="-173"/>
                  <a:pt x="116580" y="1666"/>
                  <a:pt x="116578" y="3935"/>
                </a:cubicBezTo>
                <a:cubicBezTo>
                  <a:pt x="116573" y="6207"/>
                  <a:pt x="118411" y="8053"/>
                  <a:pt x="120685" y="8058"/>
                </a:cubicBezTo>
                <a:cubicBezTo>
                  <a:pt x="120685" y="8058"/>
                  <a:pt x="120686" y="8058"/>
                  <a:pt x="120686" y="8058"/>
                </a:cubicBezTo>
                <a:lnTo>
                  <a:pt x="184696" y="8058"/>
                </a:lnTo>
                <a:lnTo>
                  <a:pt x="184696" y="85629"/>
                </a:lnTo>
                <a:lnTo>
                  <a:pt x="141436" y="85629"/>
                </a:lnTo>
                <a:cubicBezTo>
                  <a:pt x="139161" y="85631"/>
                  <a:pt x="137317" y="87475"/>
                  <a:pt x="137315" y="89752"/>
                </a:cubicBezTo>
                <a:cubicBezTo>
                  <a:pt x="137318" y="92024"/>
                  <a:pt x="139163" y="93864"/>
                  <a:pt x="141435" y="93860"/>
                </a:cubicBezTo>
                <a:cubicBezTo>
                  <a:pt x="141435" y="93860"/>
                  <a:pt x="141436" y="93860"/>
                  <a:pt x="141436" y="93860"/>
                </a:cubicBezTo>
                <a:lnTo>
                  <a:pt x="184696" y="93860"/>
                </a:lnTo>
                <a:lnTo>
                  <a:pt x="184696" y="186698"/>
                </a:lnTo>
                <a:lnTo>
                  <a:pt x="114724" y="186698"/>
                </a:lnTo>
                <a:lnTo>
                  <a:pt x="114724" y="150874"/>
                </a:lnTo>
                <a:cubicBezTo>
                  <a:pt x="114727" y="148601"/>
                  <a:pt x="112885" y="146755"/>
                  <a:pt x="110611" y="146752"/>
                </a:cubicBezTo>
                <a:cubicBezTo>
                  <a:pt x="110608" y="146752"/>
                  <a:pt x="110605" y="146752"/>
                  <a:pt x="110602" y="146752"/>
                </a:cubicBezTo>
                <a:cubicBezTo>
                  <a:pt x="108325" y="146753"/>
                  <a:pt x="106481" y="148598"/>
                  <a:pt x="106479" y="150874"/>
                </a:cubicBezTo>
                <a:lnTo>
                  <a:pt x="106479" y="190835"/>
                </a:lnTo>
                <a:cubicBezTo>
                  <a:pt x="106482" y="193107"/>
                  <a:pt x="108326" y="194947"/>
                  <a:pt x="110598" y="194943"/>
                </a:cubicBezTo>
                <a:cubicBezTo>
                  <a:pt x="110598" y="194943"/>
                  <a:pt x="110600" y="194943"/>
                  <a:pt x="110602" y="194943"/>
                </a:cubicBezTo>
                <a:lnTo>
                  <a:pt x="184696" y="194943"/>
                </a:lnTo>
                <a:lnTo>
                  <a:pt x="184696" y="302418"/>
                </a:lnTo>
                <a:lnTo>
                  <a:pt x="120523" y="302418"/>
                </a:lnTo>
                <a:lnTo>
                  <a:pt x="120523" y="253744"/>
                </a:lnTo>
                <a:cubicBezTo>
                  <a:pt x="120518" y="251469"/>
                  <a:pt x="118670" y="249630"/>
                  <a:pt x="116395" y="249636"/>
                </a:cubicBezTo>
                <a:cubicBezTo>
                  <a:pt x="116392" y="249636"/>
                  <a:pt x="116389" y="249636"/>
                  <a:pt x="116386" y="249636"/>
                </a:cubicBezTo>
                <a:lnTo>
                  <a:pt x="62189" y="249636"/>
                </a:lnTo>
                <a:lnTo>
                  <a:pt x="62189" y="210170"/>
                </a:lnTo>
                <a:cubicBezTo>
                  <a:pt x="62194" y="207898"/>
                  <a:pt x="60356" y="206052"/>
                  <a:pt x="58084" y="206047"/>
                </a:cubicBezTo>
                <a:cubicBezTo>
                  <a:pt x="58082" y="206047"/>
                  <a:pt x="58082" y="206047"/>
                  <a:pt x="58081" y="206047"/>
                </a:cubicBezTo>
                <a:cubicBezTo>
                  <a:pt x="55805" y="206054"/>
                  <a:pt x="53964" y="207895"/>
                  <a:pt x="53958" y="210170"/>
                </a:cubicBezTo>
                <a:lnTo>
                  <a:pt x="53958" y="253744"/>
                </a:lnTo>
                <a:cubicBezTo>
                  <a:pt x="53960" y="256020"/>
                  <a:pt x="55804" y="257866"/>
                  <a:pt x="58081" y="257867"/>
                </a:cubicBezTo>
                <a:lnTo>
                  <a:pt x="112277" y="257867"/>
                </a:lnTo>
                <a:lnTo>
                  <a:pt x="112277" y="380182"/>
                </a:lnTo>
                <a:cubicBezTo>
                  <a:pt x="112273" y="382454"/>
                  <a:pt x="114110" y="384300"/>
                  <a:pt x="116382" y="384304"/>
                </a:cubicBezTo>
                <a:cubicBezTo>
                  <a:pt x="116384" y="384304"/>
                  <a:pt x="116386" y="384304"/>
                  <a:pt x="116386" y="384304"/>
                </a:cubicBezTo>
                <a:cubicBezTo>
                  <a:pt x="118666" y="384303"/>
                  <a:pt x="120515" y="382460"/>
                  <a:pt x="120523" y="380182"/>
                </a:cubicBezTo>
                <a:lnTo>
                  <a:pt x="120523" y="310649"/>
                </a:lnTo>
                <a:lnTo>
                  <a:pt x="184696" y="310649"/>
                </a:lnTo>
                <a:lnTo>
                  <a:pt x="184696" y="432537"/>
                </a:lnTo>
                <a:lnTo>
                  <a:pt x="131736" y="432537"/>
                </a:lnTo>
                <a:cubicBezTo>
                  <a:pt x="129475" y="432528"/>
                  <a:pt x="127636" y="434355"/>
                  <a:pt x="127628" y="436615"/>
                </a:cubicBezTo>
                <a:cubicBezTo>
                  <a:pt x="127628" y="436625"/>
                  <a:pt x="127628" y="436635"/>
                  <a:pt x="127628" y="436646"/>
                </a:cubicBezTo>
                <a:cubicBezTo>
                  <a:pt x="127618" y="438913"/>
                  <a:pt x="129448" y="440759"/>
                  <a:pt x="131716" y="440768"/>
                </a:cubicBezTo>
                <a:cubicBezTo>
                  <a:pt x="131722" y="440768"/>
                  <a:pt x="131730" y="440768"/>
                  <a:pt x="131736" y="440768"/>
                </a:cubicBezTo>
                <a:lnTo>
                  <a:pt x="245888" y="440768"/>
                </a:lnTo>
                <a:cubicBezTo>
                  <a:pt x="248162" y="440771"/>
                  <a:pt x="250008" y="438930"/>
                  <a:pt x="250011" y="436657"/>
                </a:cubicBezTo>
                <a:cubicBezTo>
                  <a:pt x="250011" y="436654"/>
                  <a:pt x="250011" y="436649"/>
                  <a:pt x="250011" y="436646"/>
                </a:cubicBezTo>
                <a:cubicBezTo>
                  <a:pt x="250013" y="434378"/>
                  <a:pt x="248176" y="432539"/>
                  <a:pt x="245909" y="432537"/>
                </a:cubicBezTo>
                <a:cubicBezTo>
                  <a:pt x="245903" y="432537"/>
                  <a:pt x="245895" y="432537"/>
                  <a:pt x="245888" y="432537"/>
                </a:cubicBezTo>
                <a:lnTo>
                  <a:pt x="192929" y="432537"/>
                </a:lnTo>
                <a:lnTo>
                  <a:pt x="192929" y="310649"/>
                </a:lnTo>
                <a:lnTo>
                  <a:pt x="257116" y="310649"/>
                </a:lnTo>
                <a:lnTo>
                  <a:pt x="257116" y="380182"/>
                </a:lnTo>
                <a:cubicBezTo>
                  <a:pt x="257124" y="382460"/>
                  <a:pt x="258972" y="384303"/>
                  <a:pt x="261250" y="384304"/>
                </a:cubicBezTo>
                <a:cubicBezTo>
                  <a:pt x="263522" y="384296"/>
                  <a:pt x="265358" y="382454"/>
                  <a:pt x="265358" y="380182"/>
                </a:cubicBezTo>
                <a:lnTo>
                  <a:pt x="265358" y="257867"/>
                </a:lnTo>
                <a:lnTo>
                  <a:pt x="319557" y="257867"/>
                </a:lnTo>
                <a:cubicBezTo>
                  <a:pt x="321829" y="257864"/>
                  <a:pt x="323668" y="256020"/>
                  <a:pt x="323665" y="253748"/>
                </a:cubicBezTo>
                <a:cubicBezTo>
                  <a:pt x="323665" y="253746"/>
                  <a:pt x="323665" y="253744"/>
                  <a:pt x="323665" y="253744"/>
                </a:cubicBezTo>
                <a:lnTo>
                  <a:pt x="323665" y="210170"/>
                </a:lnTo>
                <a:cubicBezTo>
                  <a:pt x="323665" y="207898"/>
                  <a:pt x="321827" y="206055"/>
                  <a:pt x="319557" y="206047"/>
                </a:cubicBezTo>
                <a:cubicBezTo>
                  <a:pt x="317280" y="206049"/>
                  <a:pt x="315436" y="207893"/>
                  <a:pt x="315434" y="210170"/>
                </a:cubicBezTo>
                <a:lnTo>
                  <a:pt x="315434" y="249636"/>
                </a:lnTo>
                <a:lnTo>
                  <a:pt x="261250" y="249636"/>
                </a:lnTo>
                <a:cubicBezTo>
                  <a:pt x="258977" y="249625"/>
                  <a:pt x="257124" y="251460"/>
                  <a:pt x="257115" y="253733"/>
                </a:cubicBezTo>
                <a:cubicBezTo>
                  <a:pt x="257115" y="253737"/>
                  <a:pt x="257115" y="253741"/>
                  <a:pt x="257115" y="253744"/>
                </a:cubicBezTo>
                <a:lnTo>
                  <a:pt x="257115" y="302416"/>
                </a:lnTo>
                <a:lnTo>
                  <a:pt x="192927" y="302416"/>
                </a:lnTo>
                <a:lnTo>
                  <a:pt x="192927" y="194943"/>
                </a:lnTo>
                <a:lnTo>
                  <a:pt x="267036" y="194943"/>
                </a:lnTo>
                <a:cubicBezTo>
                  <a:pt x="269301" y="194948"/>
                  <a:pt x="271141" y="193113"/>
                  <a:pt x="271144" y="190849"/>
                </a:cubicBezTo>
                <a:cubicBezTo>
                  <a:pt x="271144" y="190845"/>
                  <a:pt x="271144" y="190840"/>
                  <a:pt x="271144" y="190835"/>
                </a:cubicBezTo>
                <a:moveTo>
                  <a:pt x="351285" y="133931"/>
                </a:moveTo>
                <a:lnTo>
                  <a:pt x="351285" y="45545"/>
                </a:lnTo>
                <a:cubicBezTo>
                  <a:pt x="351288" y="43271"/>
                  <a:pt x="349449" y="41425"/>
                  <a:pt x="347175" y="41422"/>
                </a:cubicBezTo>
                <a:cubicBezTo>
                  <a:pt x="347170" y="41422"/>
                  <a:pt x="347167" y="41422"/>
                  <a:pt x="347164" y="41422"/>
                </a:cubicBezTo>
                <a:lnTo>
                  <a:pt x="283332" y="41422"/>
                </a:lnTo>
                <a:cubicBezTo>
                  <a:pt x="281065" y="41420"/>
                  <a:pt x="279226" y="43257"/>
                  <a:pt x="279224" y="45524"/>
                </a:cubicBezTo>
                <a:cubicBezTo>
                  <a:pt x="279224" y="45530"/>
                  <a:pt x="279224" y="45538"/>
                  <a:pt x="279224" y="45545"/>
                </a:cubicBezTo>
                <a:cubicBezTo>
                  <a:pt x="279226" y="47813"/>
                  <a:pt x="281065" y="49651"/>
                  <a:pt x="283332" y="49653"/>
                </a:cubicBezTo>
                <a:lnTo>
                  <a:pt x="343054" y="49653"/>
                </a:lnTo>
                <a:lnTo>
                  <a:pt x="343054" y="129808"/>
                </a:lnTo>
                <a:lnTo>
                  <a:pt x="297460" y="129808"/>
                </a:lnTo>
                <a:cubicBezTo>
                  <a:pt x="295187" y="129805"/>
                  <a:pt x="293341" y="131644"/>
                  <a:pt x="293338" y="133918"/>
                </a:cubicBezTo>
                <a:cubicBezTo>
                  <a:pt x="293338" y="133923"/>
                  <a:pt x="293338" y="133926"/>
                  <a:pt x="293338" y="133931"/>
                </a:cubicBezTo>
                <a:cubicBezTo>
                  <a:pt x="293344" y="136201"/>
                  <a:pt x="295188" y="138039"/>
                  <a:pt x="297460" y="138039"/>
                </a:cubicBezTo>
                <a:lnTo>
                  <a:pt x="347164" y="138039"/>
                </a:lnTo>
                <a:cubicBezTo>
                  <a:pt x="349434" y="138039"/>
                  <a:pt x="351279" y="136201"/>
                  <a:pt x="351285" y="133931"/>
                </a:cubicBezTo>
                <a:moveTo>
                  <a:pt x="377065" y="343972"/>
                </a:moveTo>
                <a:lnTo>
                  <a:pt x="377065" y="177629"/>
                </a:lnTo>
                <a:cubicBezTo>
                  <a:pt x="377062" y="175357"/>
                  <a:pt x="375218" y="173518"/>
                  <a:pt x="372946" y="173521"/>
                </a:cubicBezTo>
                <a:cubicBezTo>
                  <a:pt x="372944" y="173521"/>
                  <a:pt x="372943" y="173521"/>
                  <a:pt x="372943" y="173521"/>
                </a:cubicBezTo>
                <a:cubicBezTo>
                  <a:pt x="370677" y="173518"/>
                  <a:pt x="368838" y="175351"/>
                  <a:pt x="368834" y="177617"/>
                </a:cubicBezTo>
                <a:cubicBezTo>
                  <a:pt x="368834" y="177621"/>
                  <a:pt x="368834" y="177625"/>
                  <a:pt x="368834" y="177629"/>
                </a:cubicBezTo>
                <a:lnTo>
                  <a:pt x="368834" y="339836"/>
                </a:lnTo>
                <a:lnTo>
                  <a:pt x="297460" y="339836"/>
                </a:lnTo>
                <a:cubicBezTo>
                  <a:pt x="295179" y="339839"/>
                  <a:pt x="293335" y="341690"/>
                  <a:pt x="293338" y="343970"/>
                </a:cubicBezTo>
                <a:cubicBezTo>
                  <a:pt x="293338" y="343970"/>
                  <a:pt x="293338" y="343972"/>
                  <a:pt x="293338" y="343972"/>
                </a:cubicBezTo>
                <a:cubicBezTo>
                  <a:pt x="293335" y="346239"/>
                  <a:pt x="295171" y="348078"/>
                  <a:pt x="297438" y="348080"/>
                </a:cubicBezTo>
                <a:cubicBezTo>
                  <a:pt x="297446" y="348080"/>
                  <a:pt x="297452" y="348080"/>
                  <a:pt x="297460" y="348080"/>
                </a:cubicBezTo>
                <a:lnTo>
                  <a:pt x="372943" y="348080"/>
                </a:lnTo>
                <a:cubicBezTo>
                  <a:pt x="375210" y="348089"/>
                  <a:pt x="377056" y="346260"/>
                  <a:pt x="377065" y="343992"/>
                </a:cubicBezTo>
                <a:cubicBezTo>
                  <a:pt x="377065" y="343986"/>
                  <a:pt x="377065" y="343978"/>
                  <a:pt x="377065" y="343972"/>
                </a:cubicBezTo>
                <a:moveTo>
                  <a:pt x="577721" y="299806"/>
                </a:moveTo>
                <a:lnTo>
                  <a:pt x="609683" y="299806"/>
                </a:lnTo>
                <a:lnTo>
                  <a:pt x="609683" y="196098"/>
                </a:lnTo>
                <a:cubicBezTo>
                  <a:pt x="609683" y="159709"/>
                  <a:pt x="590294" y="131498"/>
                  <a:pt x="551186" y="131498"/>
                </a:cubicBezTo>
                <a:cubicBezTo>
                  <a:pt x="532153" y="131498"/>
                  <a:pt x="512778" y="139317"/>
                  <a:pt x="500878" y="159709"/>
                </a:cubicBezTo>
                <a:lnTo>
                  <a:pt x="500878" y="136254"/>
                </a:lnTo>
                <a:lnTo>
                  <a:pt x="469601" y="136254"/>
                </a:lnTo>
                <a:lnTo>
                  <a:pt x="469601" y="299806"/>
                </a:lnTo>
                <a:lnTo>
                  <a:pt x="501565" y="299806"/>
                </a:lnTo>
                <a:lnTo>
                  <a:pt x="501565" y="205278"/>
                </a:lnTo>
                <a:cubicBezTo>
                  <a:pt x="501565" y="180447"/>
                  <a:pt x="514481" y="160396"/>
                  <a:pt x="539629" y="160396"/>
                </a:cubicBezTo>
                <a:cubicBezTo>
                  <a:pt x="568198" y="160396"/>
                  <a:pt x="577721" y="178769"/>
                  <a:pt x="577721" y="201540"/>
                </a:cubicBezTo>
                <a:close/>
                <a:moveTo>
                  <a:pt x="766751" y="201196"/>
                </a:moveTo>
                <a:lnTo>
                  <a:pt x="677320" y="201196"/>
                </a:lnTo>
                <a:cubicBezTo>
                  <a:pt x="678681" y="180130"/>
                  <a:pt x="695020" y="159366"/>
                  <a:pt x="721870" y="159366"/>
                </a:cubicBezTo>
                <a:cubicBezTo>
                  <a:pt x="750756" y="159366"/>
                  <a:pt x="766064" y="177739"/>
                  <a:pt x="766751" y="201196"/>
                </a:cubicBezTo>
                <a:moveTo>
                  <a:pt x="799388" y="227044"/>
                </a:moveTo>
                <a:cubicBezTo>
                  <a:pt x="799861" y="223662"/>
                  <a:pt x="800091" y="220250"/>
                  <a:pt x="800075" y="216835"/>
                </a:cubicBezTo>
                <a:cubicBezTo>
                  <a:pt x="800075" y="165839"/>
                  <a:pt x="771836" y="131155"/>
                  <a:pt x="721527" y="131155"/>
                </a:cubicBezTo>
                <a:cubicBezTo>
                  <a:pt x="680385" y="131155"/>
                  <a:pt x="643324" y="166182"/>
                  <a:pt x="643324" y="217522"/>
                </a:cubicBezTo>
                <a:cubicBezTo>
                  <a:pt x="643324" y="272955"/>
                  <a:pt x="681746" y="304904"/>
                  <a:pt x="725608" y="304904"/>
                </a:cubicBezTo>
                <a:cubicBezTo>
                  <a:pt x="763687" y="304904"/>
                  <a:pt x="789865" y="282134"/>
                  <a:pt x="799044" y="253221"/>
                </a:cubicBezTo>
                <a:lnTo>
                  <a:pt x="771519" y="243698"/>
                </a:lnTo>
                <a:cubicBezTo>
                  <a:pt x="765391" y="262058"/>
                  <a:pt x="752130" y="276679"/>
                  <a:pt x="725608" y="276679"/>
                </a:cubicBezTo>
                <a:cubicBezTo>
                  <a:pt x="698057" y="276679"/>
                  <a:pt x="676991" y="256285"/>
                  <a:pt x="676304" y="227044"/>
                </a:cubicBezTo>
                <a:close/>
                <a:moveTo>
                  <a:pt x="945791" y="299820"/>
                </a:moveTo>
                <a:lnTo>
                  <a:pt x="976394" y="299820"/>
                </a:lnTo>
                <a:cubicBezTo>
                  <a:pt x="975261" y="289769"/>
                  <a:pt x="974688" y="279662"/>
                  <a:pt x="974677" y="269547"/>
                </a:cubicBezTo>
                <a:lnTo>
                  <a:pt x="974677" y="136254"/>
                </a:lnTo>
                <a:lnTo>
                  <a:pt x="942727" y="136254"/>
                </a:lnTo>
                <a:lnTo>
                  <a:pt x="942727" y="234863"/>
                </a:lnTo>
                <a:cubicBezTo>
                  <a:pt x="942727" y="259681"/>
                  <a:pt x="929810" y="276679"/>
                  <a:pt x="903948" y="276679"/>
                </a:cubicBezTo>
                <a:cubicBezTo>
                  <a:pt x="877097" y="276679"/>
                  <a:pt x="866901" y="256959"/>
                  <a:pt x="866901" y="234519"/>
                </a:cubicBezTo>
                <a:lnTo>
                  <a:pt x="866901" y="136254"/>
                </a:lnTo>
                <a:lnTo>
                  <a:pt x="834924" y="136254"/>
                </a:lnTo>
                <a:lnTo>
                  <a:pt x="834924" y="239287"/>
                </a:lnTo>
                <a:cubicBezTo>
                  <a:pt x="834924" y="276348"/>
                  <a:pt x="858065" y="304903"/>
                  <a:pt x="896143" y="304903"/>
                </a:cubicBezTo>
                <a:cubicBezTo>
                  <a:pt x="915175" y="304903"/>
                  <a:pt x="935582" y="297084"/>
                  <a:pt x="944418" y="280086"/>
                </a:cubicBezTo>
                <a:cubicBezTo>
                  <a:pt x="944422" y="286687"/>
                  <a:pt x="944881" y="293281"/>
                  <a:pt x="945791" y="299818"/>
                </a:cubicBezTo>
                <a:moveTo>
                  <a:pt x="1098324" y="167541"/>
                </a:moveTo>
                <a:cubicBezTo>
                  <a:pt x="1102992" y="167551"/>
                  <a:pt x="1107652" y="167891"/>
                  <a:pt x="1112271" y="168559"/>
                </a:cubicBezTo>
                <a:lnTo>
                  <a:pt x="1112271" y="134563"/>
                </a:lnTo>
                <a:cubicBezTo>
                  <a:pt x="1108795" y="133908"/>
                  <a:pt x="1105269" y="133563"/>
                  <a:pt x="1101731" y="133532"/>
                </a:cubicBezTo>
                <a:cubicBezTo>
                  <a:pt x="1085077" y="133532"/>
                  <a:pt x="1064671" y="139661"/>
                  <a:pt x="1052771" y="164808"/>
                </a:cubicBezTo>
                <a:lnTo>
                  <a:pt x="1052771" y="136266"/>
                </a:lnTo>
                <a:lnTo>
                  <a:pt x="1021481" y="136266"/>
                </a:lnTo>
                <a:lnTo>
                  <a:pt x="1021481" y="299806"/>
                </a:lnTo>
                <a:lnTo>
                  <a:pt x="1053443" y="299806"/>
                </a:lnTo>
                <a:lnTo>
                  <a:pt x="1053443" y="217851"/>
                </a:lnTo>
                <a:cubicBezTo>
                  <a:pt x="1053443" y="181820"/>
                  <a:pt x="1071474" y="167543"/>
                  <a:pt x="1098324" y="167543"/>
                </a:cubicBezTo>
                <a:moveTo>
                  <a:pt x="1263512" y="217865"/>
                </a:moveTo>
                <a:cubicBezTo>
                  <a:pt x="1263512" y="255943"/>
                  <a:pt x="1239712" y="276350"/>
                  <a:pt x="1212518" y="276350"/>
                </a:cubicBezTo>
                <a:cubicBezTo>
                  <a:pt x="1185308" y="276350"/>
                  <a:pt x="1161507" y="255943"/>
                  <a:pt x="1161507" y="217865"/>
                </a:cubicBezTo>
                <a:cubicBezTo>
                  <a:pt x="1161507" y="180116"/>
                  <a:pt x="1185308" y="159709"/>
                  <a:pt x="1212518" y="159709"/>
                </a:cubicBezTo>
                <a:cubicBezTo>
                  <a:pt x="1239712" y="159709"/>
                  <a:pt x="1263512" y="180116"/>
                  <a:pt x="1263512" y="217865"/>
                </a:cubicBezTo>
                <a:moveTo>
                  <a:pt x="1296163" y="217865"/>
                </a:moveTo>
                <a:cubicBezTo>
                  <a:pt x="1296163" y="168230"/>
                  <a:pt x="1261479" y="131169"/>
                  <a:pt x="1212518" y="131169"/>
                </a:cubicBezTo>
                <a:cubicBezTo>
                  <a:pt x="1163557" y="131169"/>
                  <a:pt x="1128871" y="168230"/>
                  <a:pt x="1128871" y="217865"/>
                </a:cubicBezTo>
                <a:cubicBezTo>
                  <a:pt x="1128871" y="267844"/>
                  <a:pt x="1163555" y="304904"/>
                  <a:pt x="1212518" y="304904"/>
                </a:cubicBezTo>
                <a:cubicBezTo>
                  <a:pt x="1261479" y="304904"/>
                  <a:pt x="1296163" y="267844"/>
                  <a:pt x="1296163" y="217865"/>
                </a:cubicBezTo>
                <a:moveTo>
                  <a:pt x="1388657" y="301496"/>
                </a:moveTo>
                <a:cubicBezTo>
                  <a:pt x="1396028" y="301629"/>
                  <a:pt x="1403374" y="300599"/>
                  <a:pt x="1410425" y="298446"/>
                </a:cubicBezTo>
                <a:lnTo>
                  <a:pt x="1410425" y="271237"/>
                </a:lnTo>
                <a:cubicBezTo>
                  <a:pt x="1406285" y="272108"/>
                  <a:pt x="1402068" y="272569"/>
                  <a:pt x="1397836" y="272612"/>
                </a:cubicBezTo>
                <a:cubicBezTo>
                  <a:pt x="1381182" y="272612"/>
                  <a:pt x="1375054" y="265109"/>
                  <a:pt x="1375054" y="250158"/>
                </a:cubicBezTo>
                <a:lnTo>
                  <a:pt x="1375054" y="165152"/>
                </a:lnTo>
                <a:lnTo>
                  <a:pt x="1410423" y="165152"/>
                </a:lnTo>
                <a:lnTo>
                  <a:pt x="1410423" y="136254"/>
                </a:lnTo>
                <a:lnTo>
                  <a:pt x="1375054" y="136254"/>
                </a:lnTo>
                <a:lnTo>
                  <a:pt x="1375054" y="84585"/>
                </a:lnTo>
                <a:lnTo>
                  <a:pt x="1345825" y="84585"/>
                </a:lnTo>
                <a:lnTo>
                  <a:pt x="1345825" y="111092"/>
                </a:lnTo>
                <a:cubicBezTo>
                  <a:pt x="1345825" y="125383"/>
                  <a:pt x="1338335" y="136254"/>
                  <a:pt x="1320665" y="136254"/>
                </a:cubicBezTo>
                <a:lnTo>
                  <a:pt x="1311814" y="136254"/>
                </a:lnTo>
                <a:lnTo>
                  <a:pt x="1311814" y="165152"/>
                </a:lnTo>
                <a:lnTo>
                  <a:pt x="1343105" y="165152"/>
                </a:lnTo>
                <a:lnTo>
                  <a:pt x="1343105" y="254911"/>
                </a:lnTo>
                <a:cubicBezTo>
                  <a:pt x="1343105" y="284512"/>
                  <a:pt x="1360777" y="301496"/>
                  <a:pt x="1388657" y="301496"/>
                </a:cubicBezTo>
                <a:moveTo>
                  <a:pt x="1564344" y="217865"/>
                </a:moveTo>
                <a:cubicBezTo>
                  <a:pt x="1564344" y="255943"/>
                  <a:pt x="1540543" y="276350"/>
                  <a:pt x="1513349" y="276350"/>
                </a:cubicBezTo>
                <a:cubicBezTo>
                  <a:pt x="1486155" y="276350"/>
                  <a:pt x="1462340" y="255943"/>
                  <a:pt x="1462340" y="217865"/>
                </a:cubicBezTo>
                <a:cubicBezTo>
                  <a:pt x="1462340" y="180116"/>
                  <a:pt x="1486155" y="159709"/>
                  <a:pt x="1513349" y="159709"/>
                </a:cubicBezTo>
                <a:cubicBezTo>
                  <a:pt x="1540544" y="159709"/>
                  <a:pt x="1564344" y="180116"/>
                  <a:pt x="1564344" y="217865"/>
                </a:cubicBezTo>
                <a:moveTo>
                  <a:pt x="1596994" y="217865"/>
                </a:moveTo>
                <a:cubicBezTo>
                  <a:pt x="1596994" y="168230"/>
                  <a:pt x="1562310" y="131169"/>
                  <a:pt x="1513349" y="131169"/>
                </a:cubicBezTo>
                <a:cubicBezTo>
                  <a:pt x="1464388" y="131169"/>
                  <a:pt x="1429704" y="168230"/>
                  <a:pt x="1429704" y="217865"/>
                </a:cubicBezTo>
                <a:cubicBezTo>
                  <a:pt x="1429704" y="267844"/>
                  <a:pt x="1464388" y="304904"/>
                  <a:pt x="1513349" y="304904"/>
                </a:cubicBezTo>
                <a:cubicBezTo>
                  <a:pt x="1562310" y="304904"/>
                  <a:pt x="1596994" y="267844"/>
                  <a:pt x="1596994" y="217865"/>
                </a:cubicBezTo>
                <a:moveTo>
                  <a:pt x="1709456" y="167543"/>
                </a:moveTo>
                <a:cubicBezTo>
                  <a:pt x="1714119" y="167552"/>
                  <a:pt x="1718776" y="167893"/>
                  <a:pt x="1723392" y="168560"/>
                </a:cubicBezTo>
                <a:lnTo>
                  <a:pt x="1723392" y="134563"/>
                </a:lnTo>
                <a:cubicBezTo>
                  <a:pt x="1719915" y="133908"/>
                  <a:pt x="1716387" y="133563"/>
                  <a:pt x="1712851" y="133532"/>
                </a:cubicBezTo>
                <a:cubicBezTo>
                  <a:pt x="1696195" y="133532"/>
                  <a:pt x="1675790" y="139661"/>
                  <a:pt x="1663890" y="164808"/>
                </a:cubicBezTo>
                <a:lnTo>
                  <a:pt x="1663890" y="136266"/>
                </a:lnTo>
                <a:lnTo>
                  <a:pt x="1632614" y="136266"/>
                </a:lnTo>
                <a:lnTo>
                  <a:pt x="1632614" y="299806"/>
                </a:lnTo>
                <a:lnTo>
                  <a:pt x="1664564" y="299806"/>
                </a:lnTo>
                <a:lnTo>
                  <a:pt x="1664564" y="217851"/>
                </a:lnTo>
                <a:cubicBezTo>
                  <a:pt x="1664564" y="181820"/>
                  <a:pt x="1682606" y="167543"/>
                  <a:pt x="1709456" y="167543"/>
                </a:cubicBezTo>
                <a:moveTo>
                  <a:pt x="1790286" y="74360"/>
                </a:moveTo>
                <a:cubicBezTo>
                  <a:pt x="1790373" y="61682"/>
                  <a:pt x="1780166" y="51335"/>
                  <a:pt x="1767488" y="51248"/>
                </a:cubicBezTo>
                <a:cubicBezTo>
                  <a:pt x="1754810" y="51160"/>
                  <a:pt x="1744461" y="61367"/>
                  <a:pt x="1744374" y="74045"/>
                </a:cubicBezTo>
                <a:cubicBezTo>
                  <a:pt x="1744288" y="86717"/>
                  <a:pt x="1754486" y="97064"/>
                  <a:pt x="1767159" y="97158"/>
                </a:cubicBezTo>
                <a:cubicBezTo>
                  <a:pt x="1779829" y="97261"/>
                  <a:pt x="1790184" y="87071"/>
                  <a:pt x="1790286" y="74401"/>
                </a:cubicBezTo>
                <a:cubicBezTo>
                  <a:pt x="1790286" y="74389"/>
                  <a:pt x="1790286" y="74374"/>
                  <a:pt x="1790286" y="74362"/>
                </a:cubicBezTo>
                <a:moveTo>
                  <a:pt x="1937899" y="299820"/>
                </a:moveTo>
                <a:lnTo>
                  <a:pt x="1968489" y="299820"/>
                </a:lnTo>
                <a:cubicBezTo>
                  <a:pt x="1967368" y="289767"/>
                  <a:pt x="1966799" y="279662"/>
                  <a:pt x="1966785" y="269547"/>
                </a:cubicBezTo>
                <a:lnTo>
                  <a:pt x="1966785" y="136254"/>
                </a:lnTo>
                <a:lnTo>
                  <a:pt x="1934821" y="136254"/>
                </a:lnTo>
                <a:lnTo>
                  <a:pt x="1934821" y="234863"/>
                </a:lnTo>
                <a:cubicBezTo>
                  <a:pt x="1934821" y="259681"/>
                  <a:pt x="1921917" y="276679"/>
                  <a:pt x="1896069" y="276679"/>
                </a:cubicBezTo>
                <a:cubicBezTo>
                  <a:pt x="1869204" y="276679"/>
                  <a:pt x="1859008" y="256959"/>
                  <a:pt x="1859008" y="234519"/>
                </a:cubicBezTo>
                <a:lnTo>
                  <a:pt x="1859008" y="136254"/>
                </a:lnTo>
                <a:lnTo>
                  <a:pt x="1827032" y="136254"/>
                </a:lnTo>
                <a:lnTo>
                  <a:pt x="1827032" y="239287"/>
                </a:lnTo>
                <a:cubicBezTo>
                  <a:pt x="1827032" y="276348"/>
                  <a:pt x="1850171" y="304903"/>
                  <a:pt x="1888249" y="304903"/>
                </a:cubicBezTo>
                <a:cubicBezTo>
                  <a:pt x="1907282" y="304903"/>
                  <a:pt x="1927689" y="297084"/>
                  <a:pt x="1936524" y="280086"/>
                </a:cubicBezTo>
                <a:cubicBezTo>
                  <a:pt x="1936529" y="286687"/>
                  <a:pt x="1936988" y="293281"/>
                  <a:pt x="1937899" y="299818"/>
                </a:cubicBezTo>
                <a:moveTo>
                  <a:pt x="2253984" y="299806"/>
                </a:moveTo>
                <a:lnTo>
                  <a:pt x="2253984" y="193721"/>
                </a:lnTo>
                <a:cubicBezTo>
                  <a:pt x="2253984" y="150874"/>
                  <a:pt x="2226102" y="131498"/>
                  <a:pt x="2197547" y="131498"/>
                </a:cubicBezTo>
                <a:cubicBezTo>
                  <a:pt x="2176797" y="131498"/>
                  <a:pt x="2155704" y="138974"/>
                  <a:pt x="2142800" y="162431"/>
                </a:cubicBezTo>
                <a:cubicBezTo>
                  <a:pt x="2133951" y="141365"/>
                  <a:pt x="2114231" y="131498"/>
                  <a:pt x="2093839" y="131498"/>
                </a:cubicBezTo>
                <a:cubicBezTo>
                  <a:pt x="2074793" y="131498"/>
                  <a:pt x="2054387" y="139991"/>
                  <a:pt x="2044204" y="158005"/>
                </a:cubicBezTo>
                <a:lnTo>
                  <a:pt x="2044204" y="136254"/>
                </a:lnTo>
                <a:lnTo>
                  <a:pt x="2013588" y="136254"/>
                </a:lnTo>
                <a:lnTo>
                  <a:pt x="2013588" y="299806"/>
                </a:lnTo>
                <a:lnTo>
                  <a:pt x="2045221" y="299806"/>
                </a:lnTo>
                <a:lnTo>
                  <a:pt x="2045221" y="201209"/>
                </a:lnTo>
                <a:cubicBezTo>
                  <a:pt x="2045221" y="176723"/>
                  <a:pt x="2060516" y="159709"/>
                  <a:pt x="2083299" y="159709"/>
                </a:cubicBezTo>
                <a:cubicBezTo>
                  <a:pt x="2107759" y="159709"/>
                  <a:pt x="2117971" y="176035"/>
                  <a:pt x="2117971" y="197115"/>
                </a:cubicBezTo>
                <a:lnTo>
                  <a:pt x="2117971" y="299807"/>
                </a:lnTo>
                <a:lnTo>
                  <a:pt x="2149932" y="299807"/>
                </a:lnTo>
                <a:lnTo>
                  <a:pt x="2149932" y="200867"/>
                </a:lnTo>
                <a:cubicBezTo>
                  <a:pt x="2149932" y="177410"/>
                  <a:pt x="2165242" y="159711"/>
                  <a:pt x="2187682" y="159711"/>
                </a:cubicBezTo>
                <a:cubicBezTo>
                  <a:pt x="2211824" y="159711"/>
                  <a:pt x="2222364" y="175706"/>
                  <a:pt x="2222364" y="197115"/>
                </a:cubicBezTo>
                <a:lnTo>
                  <a:pt x="2222364" y="299807"/>
                </a:lnTo>
                <a:close/>
              </a:path>
            </a:pathLst>
          </a:custGeom>
          <a:solidFill>
            <a:srgbClr val="3F1A01"/>
          </a:solidFill>
          <a:ln w="1586" cap="flat">
            <a:noFill/>
            <a:prstDash val="solid"/>
            <a:miter/>
          </a:ln>
        </p:spPr>
        <p:txBody>
          <a:bodyPr rtlCol="0" anchor="ctr"/>
          <a:lstStyle/>
          <a:p>
            <a:endParaRPr lang="en-GB"/>
          </a:p>
        </p:txBody>
      </p:sp>
      <p:sp>
        <p:nvSpPr>
          <p:cNvPr id="10" name="ExternalLogo" hidden="1">
            <a:extLst>
              <a:ext uri="{FF2B5EF4-FFF2-40B4-BE49-F238E27FC236}">
                <a16:creationId xmlns:a16="http://schemas.microsoft.com/office/drawing/2014/main" id="{A7CB6955-843C-4B5E-8320-F419CE6F818B}"/>
              </a:ext>
            </a:extLst>
          </p:cNvPr>
          <p:cNvSpPr/>
          <p:nvPr/>
        </p:nvSpPr>
        <p:spPr>
          <a:xfrm>
            <a:off x="10023475" y="4968741"/>
            <a:ext cx="1627188" cy="636980"/>
          </a:xfrm>
          <a:prstGeom prst="rect">
            <a:avLst/>
          </a:prstGeom>
          <a:solidFill>
            <a:srgbClr val="D1D1D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chorCtr="0">
            <a:noAutofit/>
          </a:bodyPr>
          <a:lstStyle/>
          <a:p>
            <a:pPr algn="ctr"/>
            <a:r>
              <a:rPr lang="en-GB" sz="900">
                <a:solidFill>
                  <a:srgbClr val="FF00FF"/>
                </a:solidFill>
              </a:rPr>
              <a:t>External logo</a:t>
            </a:r>
          </a:p>
        </p:txBody>
      </p:sp>
    </p:spTree>
    <p:extLst>
      <p:ext uri="{BB962C8B-B14F-4D97-AF65-F5344CB8AC3E}">
        <p14:creationId xmlns:p14="http://schemas.microsoft.com/office/powerpoint/2010/main" val="2191729254"/>
      </p:ext>
    </p:extLst>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Section Header - Light Green">
    <p:bg>
      <p:bgPr>
        <a:solidFill>
          <a:srgbClr val="CCD9D3"/>
        </a:solidFill>
        <a:effectLst/>
      </p:bgPr>
    </p:bg>
    <p:spTree>
      <p:nvGrpSpPr>
        <p:cNvPr id="1" name=""/>
        <p:cNvGrpSpPr/>
        <p:nvPr/>
      </p:nvGrpSpPr>
      <p:grpSpPr>
        <a:xfrm>
          <a:off x="0" y="0"/>
          <a:ext cx="0" cy="0"/>
          <a:chOff x="0" y="0"/>
          <a:chExt cx="0" cy="0"/>
        </a:xfrm>
      </p:grpSpPr>
      <p:sp>
        <p:nvSpPr>
          <p:cNvPr id="9" name="ColoredBackground">
            <a:extLst>
              <a:ext uri="{FF2B5EF4-FFF2-40B4-BE49-F238E27FC236}">
                <a16:creationId xmlns:a16="http://schemas.microsoft.com/office/drawing/2014/main" id="{1231D8F4-609E-4AD8-82BE-42FA9C15C855}"/>
              </a:ext>
            </a:extLst>
          </p:cNvPr>
          <p:cNvSpPr/>
          <p:nvPr/>
        </p:nvSpPr>
        <p:spPr>
          <a:xfrm>
            <a:off x="0" y="-1"/>
            <a:ext cx="12192000" cy="6858000"/>
          </a:xfrm>
          <a:prstGeom prst="rect">
            <a:avLst/>
          </a:prstGeom>
          <a:solidFill>
            <a:srgbClr val="CCD9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5" descr="Shape&#10;&#10;Description automatically generated with medium confidence">
            <a:extLst>
              <a:ext uri="{FF2B5EF4-FFF2-40B4-BE49-F238E27FC236}">
                <a16:creationId xmlns:a16="http://schemas.microsoft.com/office/drawing/2014/main" id="{5504250A-5322-42F2-8102-832BBED2BE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8464564-6547-498D-A220-7B346E5B1408}"/>
              </a:ext>
            </a:extLst>
          </p:cNvPr>
          <p:cNvSpPr>
            <a:spLocks noGrp="1"/>
          </p:cNvSpPr>
          <p:nvPr>
            <p:ph type="title"/>
          </p:nvPr>
        </p:nvSpPr>
        <p:spPr>
          <a:xfrm>
            <a:off x="1219200" y="546100"/>
            <a:ext cx="6642100" cy="2105818"/>
          </a:xfrm>
        </p:spPr>
        <p:txBody>
          <a:bodyPr anchor="b"/>
          <a:lstStyle>
            <a:lvl1pPr>
              <a:defRPr sz="4000">
                <a:solidFill>
                  <a:srgbClr val="3F1A01"/>
                </a:solidFill>
              </a:defRPr>
            </a:lvl1p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1592638D-BCB6-4F07-9847-FBAA9B3609B5}"/>
              </a:ext>
            </a:extLst>
          </p:cNvPr>
          <p:cNvSpPr>
            <a:spLocks noGrp="1"/>
          </p:cNvSpPr>
          <p:nvPr>
            <p:ph type="body" idx="1"/>
          </p:nvPr>
        </p:nvSpPr>
        <p:spPr>
          <a:xfrm>
            <a:off x="1219200" y="2678906"/>
            <a:ext cx="6642100" cy="1500187"/>
          </a:xfrm>
          <a:prstGeom prst="rect">
            <a:avLst/>
          </a:prstGeom>
        </p:spPr>
        <p:txBody>
          <a:bodyPr/>
          <a:lstStyle>
            <a:lvl1pPr marL="0" indent="0">
              <a:buNone/>
              <a:defRPr sz="2400">
                <a:solidFill>
                  <a:schemeClr val="accent3"/>
                </a:solidFill>
                <a:latin typeface="Times New Roman" panose="02020603050405020304" pitchFamily="18" charset="0"/>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Freeform 9">
            <a:extLst>
              <a:ext uri="{FF2B5EF4-FFF2-40B4-BE49-F238E27FC236}">
                <a16:creationId xmlns:a16="http://schemas.microsoft.com/office/drawing/2014/main" id="{1BC6753F-764E-4733-B343-5BC93ED602E4}"/>
              </a:ext>
            </a:extLst>
          </p:cNvPr>
          <p:cNvSpPr>
            <a:spLocks noEditPoints="1"/>
          </p:cNvSpPr>
          <p:nvPr/>
        </p:nvSpPr>
        <p:spPr bwMode="auto">
          <a:xfrm rot="5400000">
            <a:off x="7458075" y="-2243138"/>
            <a:ext cx="8385175" cy="9817101"/>
          </a:xfrm>
          <a:custGeom>
            <a:avLst/>
            <a:gdLst>
              <a:gd name="T0" fmla="*/ 276 w 2642"/>
              <a:gd name="T1" fmla="*/ 2871 h 3094"/>
              <a:gd name="T2" fmla="*/ 588 w 2642"/>
              <a:gd name="T3" fmla="*/ 2871 h 3094"/>
              <a:gd name="T4" fmla="*/ 2083 w 2642"/>
              <a:gd name="T5" fmla="*/ 2843 h 3094"/>
              <a:gd name="T6" fmla="*/ 2338 w 2642"/>
              <a:gd name="T7" fmla="*/ 2900 h 3094"/>
              <a:gd name="T8" fmla="*/ 29 w 2642"/>
              <a:gd name="T9" fmla="*/ 1219 h 3094"/>
              <a:gd name="T10" fmla="*/ 29 w 2642"/>
              <a:gd name="T11" fmla="*/ 2444 h 3094"/>
              <a:gd name="T12" fmla="*/ 559 w 2642"/>
              <a:gd name="T13" fmla="*/ 2386 h 3094"/>
              <a:gd name="T14" fmla="*/ 29 w 2642"/>
              <a:gd name="T15" fmla="*/ 1219 h 3094"/>
              <a:gd name="T16" fmla="*/ 2584 w 2642"/>
              <a:gd name="T17" fmla="*/ 2386 h 3094"/>
              <a:gd name="T18" fmla="*/ 2083 w 2642"/>
              <a:gd name="T19" fmla="*/ 2444 h 3094"/>
              <a:gd name="T20" fmla="*/ 2642 w 2642"/>
              <a:gd name="T21" fmla="*/ 1248 h 3094"/>
              <a:gd name="T22" fmla="*/ 210 w 2642"/>
              <a:gd name="T23" fmla="*/ 292 h 3094"/>
              <a:gd name="T24" fmla="*/ 210 w 2642"/>
              <a:gd name="T25" fmla="*/ 970 h 3094"/>
              <a:gd name="T26" fmla="*/ 559 w 2642"/>
              <a:gd name="T27" fmla="*/ 912 h 3094"/>
              <a:gd name="T28" fmla="*/ 658 w 2642"/>
              <a:gd name="T29" fmla="*/ 350 h 3094"/>
              <a:gd name="T30" fmla="*/ 2432 w 2642"/>
              <a:gd name="T31" fmla="*/ 292 h 3094"/>
              <a:gd name="T32" fmla="*/ 1984 w 2642"/>
              <a:gd name="T33" fmla="*/ 350 h 3094"/>
              <a:gd name="T34" fmla="*/ 2083 w 2642"/>
              <a:gd name="T35" fmla="*/ 912 h 3094"/>
              <a:gd name="T36" fmla="*/ 2432 w 2642"/>
              <a:gd name="T37" fmla="*/ 970 h 3094"/>
              <a:gd name="T38" fmla="*/ 2432 w 2642"/>
              <a:gd name="T39" fmla="*/ 292 h 3094"/>
              <a:gd name="T40" fmla="*/ 814 w 2642"/>
              <a:gd name="T41" fmla="*/ 29 h 3094"/>
              <a:gd name="T42" fmla="*/ 1292 w 2642"/>
              <a:gd name="T43" fmla="*/ 602 h 3094"/>
              <a:gd name="T44" fmla="*/ 989 w 2642"/>
              <a:gd name="T45" fmla="*/ 660 h 3094"/>
              <a:gd name="T46" fmla="*/ 801 w 2642"/>
              <a:gd name="T47" fmla="*/ 1311 h 3094"/>
              <a:gd name="T48" fmla="*/ 743 w 2642"/>
              <a:gd name="T49" fmla="*/ 1060 h 3094"/>
              <a:gd name="T50" fmla="*/ 1292 w 2642"/>
              <a:gd name="T51" fmla="*/ 1369 h 3094"/>
              <a:gd name="T52" fmla="*/ 842 w 2642"/>
              <a:gd name="T53" fmla="*/ 1782 h 3094"/>
              <a:gd name="T54" fmla="*/ 433 w 2642"/>
              <a:gd name="T55" fmla="*/ 1476 h 3094"/>
              <a:gd name="T56" fmla="*/ 375 w 2642"/>
              <a:gd name="T57" fmla="*/ 1782 h 3094"/>
              <a:gd name="T58" fmla="*/ 784 w 2642"/>
              <a:gd name="T59" fmla="*/ 2669 h 3094"/>
              <a:gd name="T60" fmla="*/ 842 w 2642"/>
              <a:gd name="T61" fmla="*/ 2181 h 3094"/>
              <a:gd name="T62" fmla="*/ 921 w 2642"/>
              <a:gd name="T63" fmla="*/ 3036 h 3094"/>
              <a:gd name="T64" fmla="*/ 1321 w 2642"/>
              <a:gd name="T65" fmla="*/ 3094 h 3094"/>
              <a:gd name="T66" fmla="*/ 1722 w 2642"/>
              <a:gd name="T67" fmla="*/ 3036 h 3094"/>
              <a:gd name="T68" fmla="*/ 1800 w 2642"/>
              <a:gd name="T69" fmla="*/ 2181 h 3094"/>
              <a:gd name="T70" fmla="*/ 1858 w 2642"/>
              <a:gd name="T71" fmla="*/ 2669 h 3094"/>
              <a:gd name="T72" fmla="*/ 2267 w 2642"/>
              <a:gd name="T73" fmla="*/ 1782 h 3094"/>
              <a:gd name="T74" fmla="*/ 2210 w 2642"/>
              <a:gd name="T75" fmla="*/ 1476 h 3094"/>
              <a:gd name="T76" fmla="*/ 1800 w 2642"/>
              <a:gd name="T77" fmla="*/ 1782 h 3094"/>
              <a:gd name="T78" fmla="*/ 1350 w 2642"/>
              <a:gd name="T79" fmla="*/ 1369 h 3094"/>
              <a:gd name="T80" fmla="*/ 1899 w 2642"/>
              <a:gd name="T81" fmla="*/ 1060 h 3094"/>
              <a:gd name="T82" fmla="*/ 1841 w 2642"/>
              <a:gd name="T83" fmla="*/ 1311 h 3094"/>
              <a:gd name="T84" fmla="*/ 1643 w 2642"/>
              <a:gd name="T85" fmla="*/ 660 h 3094"/>
              <a:gd name="T86" fmla="*/ 1350 w 2642"/>
              <a:gd name="T87" fmla="*/ 602 h 3094"/>
              <a:gd name="T88" fmla="*/ 1828 w 2642"/>
              <a:gd name="T89" fmla="*/ 29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42" h="3094">
                <a:moveTo>
                  <a:pt x="559" y="2843"/>
                </a:moveTo>
                <a:cubicBezTo>
                  <a:pt x="305" y="2843"/>
                  <a:pt x="305" y="2843"/>
                  <a:pt x="305" y="2843"/>
                </a:cubicBezTo>
                <a:cubicBezTo>
                  <a:pt x="289" y="2843"/>
                  <a:pt x="276" y="2856"/>
                  <a:pt x="276" y="2871"/>
                </a:cubicBezTo>
                <a:cubicBezTo>
                  <a:pt x="276" y="2887"/>
                  <a:pt x="289" y="2900"/>
                  <a:pt x="305" y="2900"/>
                </a:cubicBezTo>
                <a:cubicBezTo>
                  <a:pt x="559" y="2900"/>
                  <a:pt x="559" y="2900"/>
                  <a:pt x="559" y="2900"/>
                </a:cubicBezTo>
                <a:cubicBezTo>
                  <a:pt x="575" y="2900"/>
                  <a:pt x="588" y="2887"/>
                  <a:pt x="588" y="2871"/>
                </a:cubicBezTo>
                <a:cubicBezTo>
                  <a:pt x="588" y="2856"/>
                  <a:pt x="575" y="2843"/>
                  <a:pt x="559" y="2843"/>
                </a:cubicBezTo>
                <a:moveTo>
                  <a:pt x="2338" y="2843"/>
                </a:moveTo>
                <a:cubicBezTo>
                  <a:pt x="2083" y="2843"/>
                  <a:pt x="2083" y="2843"/>
                  <a:pt x="2083" y="2843"/>
                </a:cubicBezTo>
                <a:cubicBezTo>
                  <a:pt x="2068" y="2843"/>
                  <a:pt x="2055" y="2856"/>
                  <a:pt x="2055" y="2871"/>
                </a:cubicBezTo>
                <a:cubicBezTo>
                  <a:pt x="2055" y="2887"/>
                  <a:pt x="2068" y="2900"/>
                  <a:pt x="2083" y="2900"/>
                </a:cubicBezTo>
                <a:cubicBezTo>
                  <a:pt x="2338" y="2900"/>
                  <a:pt x="2338" y="2900"/>
                  <a:pt x="2338" y="2900"/>
                </a:cubicBezTo>
                <a:cubicBezTo>
                  <a:pt x="2354" y="2900"/>
                  <a:pt x="2366" y="2887"/>
                  <a:pt x="2366" y="2871"/>
                </a:cubicBezTo>
                <a:cubicBezTo>
                  <a:pt x="2366" y="2856"/>
                  <a:pt x="2354" y="2843"/>
                  <a:pt x="2338" y="2843"/>
                </a:cubicBezTo>
                <a:moveTo>
                  <a:pt x="29" y="1219"/>
                </a:moveTo>
                <a:cubicBezTo>
                  <a:pt x="13" y="1219"/>
                  <a:pt x="0" y="1232"/>
                  <a:pt x="0" y="1248"/>
                </a:cubicBezTo>
                <a:cubicBezTo>
                  <a:pt x="0" y="2415"/>
                  <a:pt x="0" y="2415"/>
                  <a:pt x="0" y="2415"/>
                </a:cubicBezTo>
                <a:cubicBezTo>
                  <a:pt x="0" y="2431"/>
                  <a:pt x="13" y="2444"/>
                  <a:pt x="29" y="2444"/>
                </a:cubicBezTo>
                <a:cubicBezTo>
                  <a:pt x="559" y="2444"/>
                  <a:pt x="559" y="2444"/>
                  <a:pt x="559" y="2444"/>
                </a:cubicBezTo>
                <a:cubicBezTo>
                  <a:pt x="575" y="2444"/>
                  <a:pt x="588" y="2431"/>
                  <a:pt x="588" y="2415"/>
                </a:cubicBezTo>
                <a:cubicBezTo>
                  <a:pt x="588" y="2399"/>
                  <a:pt x="575" y="2386"/>
                  <a:pt x="559" y="2386"/>
                </a:cubicBezTo>
                <a:cubicBezTo>
                  <a:pt x="58" y="2386"/>
                  <a:pt x="58" y="2386"/>
                  <a:pt x="58" y="2386"/>
                </a:cubicBezTo>
                <a:cubicBezTo>
                  <a:pt x="58" y="1248"/>
                  <a:pt x="58" y="1248"/>
                  <a:pt x="58" y="1248"/>
                </a:cubicBezTo>
                <a:cubicBezTo>
                  <a:pt x="58" y="1232"/>
                  <a:pt x="45" y="1219"/>
                  <a:pt x="29" y="1219"/>
                </a:cubicBezTo>
                <a:moveTo>
                  <a:pt x="2613" y="1219"/>
                </a:moveTo>
                <a:cubicBezTo>
                  <a:pt x="2597" y="1219"/>
                  <a:pt x="2584" y="1232"/>
                  <a:pt x="2584" y="1248"/>
                </a:cubicBezTo>
                <a:cubicBezTo>
                  <a:pt x="2584" y="2386"/>
                  <a:pt x="2584" y="2386"/>
                  <a:pt x="2584" y="2386"/>
                </a:cubicBezTo>
                <a:cubicBezTo>
                  <a:pt x="2083" y="2386"/>
                  <a:pt x="2083" y="2386"/>
                  <a:pt x="2083" y="2386"/>
                </a:cubicBezTo>
                <a:cubicBezTo>
                  <a:pt x="2067" y="2386"/>
                  <a:pt x="2055" y="2399"/>
                  <a:pt x="2055" y="2415"/>
                </a:cubicBezTo>
                <a:cubicBezTo>
                  <a:pt x="2055" y="2431"/>
                  <a:pt x="2067" y="2444"/>
                  <a:pt x="2083" y="2444"/>
                </a:cubicBezTo>
                <a:cubicBezTo>
                  <a:pt x="2613" y="2444"/>
                  <a:pt x="2613" y="2444"/>
                  <a:pt x="2613" y="2444"/>
                </a:cubicBezTo>
                <a:cubicBezTo>
                  <a:pt x="2629" y="2444"/>
                  <a:pt x="2642" y="2431"/>
                  <a:pt x="2642" y="2415"/>
                </a:cubicBezTo>
                <a:cubicBezTo>
                  <a:pt x="2642" y="1248"/>
                  <a:pt x="2642" y="1248"/>
                  <a:pt x="2642" y="1248"/>
                </a:cubicBezTo>
                <a:cubicBezTo>
                  <a:pt x="2642" y="1232"/>
                  <a:pt x="2629" y="1219"/>
                  <a:pt x="2613" y="1219"/>
                </a:cubicBezTo>
                <a:moveTo>
                  <a:pt x="658" y="292"/>
                </a:moveTo>
                <a:cubicBezTo>
                  <a:pt x="210" y="292"/>
                  <a:pt x="210" y="292"/>
                  <a:pt x="210" y="292"/>
                </a:cubicBezTo>
                <a:cubicBezTo>
                  <a:pt x="194" y="292"/>
                  <a:pt x="181" y="305"/>
                  <a:pt x="181" y="321"/>
                </a:cubicBezTo>
                <a:cubicBezTo>
                  <a:pt x="181" y="941"/>
                  <a:pt x="181" y="941"/>
                  <a:pt x="181" y="941"/>
                </a:cubicBezTo>
                <a:cubicBezTo>
                  <a:pt x="181" y="957"/>
                  <a:pt x="194" y="970"/>
                  <a:pt x="210" y="970"/>
                </a:cubicBezTo>
                <a:cubicBezTo>
                  <a:pt x="559" y="970"/>
                  <a:pt x="559" y="970"/>
                  <a:pt x="559" y="970"/>
                </a:cubicBezTo>
                <a:cubicBezTo>
                  <a:pt x="575" y="970"/>
                  <a:pt x="588" y="957"/>
                  <a:pt x="588" y="941"/>
                </a:cubicBezTo>
                <a:cubicBezTo>
                  <a:pt x="588" y="925"/>
                  <a:pt x="575" y="912"/>
                  <a:pt x="559" y="912"/>
                </a:cubicBezTo>
                <a:cubicBezTo>
                  <a:pt x="239" y="912"/>
                  <a:pt x="239" y="912"/>
                  <a:pt x="239" y="912"/>
                </a:cubicBezTo>
                <a:cubicBezTo>
                  <a:pt x="239" y="350"/>
                  <a:pt x="239" y="350"/>
                  <a:pt x="239" y="350"/>
                </a:cubicBezTo>
                <a:cubicBezTo>
                  <a:pt x="658" y="350"/>
                  <a:pt x="658" y="350"/>
                  <a:pt x="658" y="350"/>
                </a:cubicBezTo>
                <a:cubicBezTo>
                  <a:pt x="674" y="350"/>
                  <a:pt x="687" y="337"/>
                  <a:pt x="687" y="321"/>
                </a:cubicBezTo>
                <a:cubicBezTo>
                  <a:pt x="687" y="305"/>
                  <a:pt x="674" y="292"/>
                  <a:pt x="658" y="292"/>
                </a:cubicBezTo>
                <a:moveTo>
                  <a:pt x="2432" y="292"/>
                </a:moveTo>
                <a:cubicBezTo>
                  <a:pt x="1984" y="292"/>
                  <a:pt x="1984" y="292"/>
                  <a:pt x="1984" y="292"/>
                </a:cubicBezTo>
                <a:cubicBezTo>
                  <a:pt x="1968" y="292"/>
                  <a:pt x="1955" y="305"/>
                  <a:pt x="1955" y="321"/>
                </a:cubicBezTo>
                <a:cubicBezTo>
                  <a:pt x="1955" y="337"/>
                  <a:pt x="1968" y="350"/>
                  <a:pt x="1984" y="350"/>
                </a:cubicBezTo>
                <a:cubicBezTo>
                  <a:pt x="2403" y="350"/>
                  <a:pt x="2403" y="350"/>
                  <a:pt x="2403" y="350"/>
                </a:cubicBezTo>
                <a:cubicBezTo>
                  <a:pt x="2403" y="912"/>
                  <a:pt x="2403" y="912"/>
                  <a:pt x="2403" y="912"/>
                </a:cubicBezTo>
                <a:cubicBezTo>
                  <a:pt x="2083" y="912"/>
                  <a:pt x="2083" y="912"/>
                  <a:pt x="2083" y="912"/>
                </a:cubicBezTo>
                <a:cubicBezTo>
                  <a:pt x="2068" y="912"/>
                  <a:pt x="2055" y="925"/>
                  <a:pt x="2055" y="941"/>
                </a:cubicBezTo>
                <a:cubicBezTo>
                  <a:pt x="2055" y="957"/>
                  <a:pt x="2068" y="970"/>
                  <a:pt x="2083" y="970"/>
                </a:cubicBezTo>
                <a:cubicBezTo>
                  <a:pt x="2432" y="970"/>
                  <a:pt x="2432" y="970"/>
                  <a:pt x="2432" y="970"/>
                </a:cubicBezTo>
                <a:cubicBezTo>
                  <a:pt x="2448" y="970"/>
                  <a:pt x="2461" y="957"/>
                  <a:pt x="2461" y="941"/>
                </a:cubicBezTo>
                <a:cubicBezTo>
                  <a:pt x="2461" y="321"/>
                  <a:pt x="2461" y="321"/>
                  <a:pt x="2461" y="321"/>
                </a:cubicBezTo>
                <a:cubicBezTo>
                  <a:pt x="2461" y="305"/>
                  <a:pt x="2448" y="292"/>
                  <a:pt x="2432" y="292"/>
                </a:cubicBezTo>
                <a:moveTo>
                  <a:pt x="1799" y="0"/>
                </a:moveTo>
                <a:cubicBezTo>
                  <a:pt x="843" y="0"/>
                  <a:pt x="843" y="0"/>
                  <a:pt x="843" y="0"/>
                </a:cubicBezTo>
                <a:cubicBezTo>
                  <a:pt x="827" y="0"/>
                  <a:pt x="814" y="13"/>
                  <a:pt x="814" y="29"/>
                </a:cubicBezTo>
                <a:cubicBezTo>
                  <a:pt x="814" y="45"/>
                  <a:pt x="827" y="58"/>
                  <a:pt x="843" y="58"/>
                </a:cubicBezTo>
                <a:cubicBezTo>
                  <a:pt x="1292" y="58"/>
                  <a:pt x="1292" y="58"/>
                  <a:pt x="1292" y="58"/>
                </a:cubicBezTo>
                <a:cubicBezTo>
                  <a:pt x="1292" y="602"/>
                  <a:pt x="1292" y="602"/>
                  <a:pt x="1292" y="602"/>
                </a:cubicBezTo>
                <a:cubicBezTo>
                  <a:pt x="989" y="602"/>
                  <a:pt x="989" y="602"/>
                  <a:pt x="989" y="602"/>
                </a:cubicBezTo>
                <a:cubicBezTo>
                  <a:pt x="973" y="602"/>
                  <a:pt x="960" y="615"/>
                  <a:pt x="960" y="631"/>
                </a:cubicBezTo>
                <a:cubicBezTo>
                  <a:pt x="960" y="647"/>
                  <a:pt x="973" y="660"/>
                  <a:pt x="989" y="660"/>
                </a:cubicBezTo>
                <a:cubicBezTo>
                  <a:pt x="1292" y="660"/>
                  <a:pt x="1292" y="660"/>
                  <a:pt x="1292" y="660"/>
                </a:cubicBezTo>
                <a:cubicBezTo>
                  <a:pt x="1292" y="1311"/>
                  <a:pt x="1292" y="1311"/>
                  <a:pt x="1292" y="1311"/>
                </a:cubicBezTo>
                <a:cubicBezTo>
                  <a:pt x="801" y="1311"/>
                  <a:pt x="801" y="1311"/>
                  <a:pt x="801" y="1311"/>
                </a:cubicBezTo>
                <a:cubicBezTo>
                  <a:pt x="801" y="1060"/>
                  <a:pt x="801" y="1060"/>
                  <a:pt x="801" y="1060"/>
                </a:cubicBezTo>
                <a:cubicBezTo>
                  <a:pt x="801" y="1044"/>
                  <a:pt x="788" y="1031"/>
                  <a:pt x="772" y="1031"/>
                </a:cubicBezTo>
                <a:cubicBezTo>
                  <a:pt x="756" y="1031"/>
                  <a:pt x="743" y="1044"/>
                  <a:pt x="743" y="1060"/>
                </a:cubicBezTo>
                <a:cubicBezTo>
                  <a:pt x="743" y="1340"/>
                  <a:pt x="743" y="1340"/>
                  <a:pt x="743" y="1340"/>
                </a:cubicBezTo>
                <a:cubicBezTo>
                  <a:pt x="743" y="1356"/>
                  <a:pt x="756" y="1369"/>
                  <a:pt x="772" y="1369"/>
                </a:cubicBezTo>
                <a:cubicBezTo>
                  <a:pt x="1292" y="1369"/>
                  <a:pt x="1292" y="1369"/>
                  <a:pt x="1292" y="1369"/>
                </a:cubicBezTo>
                <a:cubicBezTo>
                  <a:pt x="1292" y="2123"/>
                  <a:pt x="1292" y="2123"/>
                  <a:pt x="1292" y="2123"/>
                </a:cubicBezTo>
                <a:cubicBezTo>
                  <a:pt x="842" y="2123"/>
                  <a:pt x="842" y="2123"/>
                  <a:pt x="842" y="2123"/>
                </a:cubicBezTo>
                <a:cubicBezTo>
                  <a:pt x="842" y="1782"/>
                  <a:pt x="842" y="1782"/>
                  <a:pt x="842" y="1782"/>
                </a:cubicBezTo>
                <a:cubicBezTo>
                  <a:pt x="842" y="1766"/>
                  <a:pt x="829" y="1753"/>
                  <a:pt x="813" y="1753"/>
                </a:cubicBezTo>
                <a:cubicBezTo>
                  <a:pt x="433" y="1753"/>
                  <a:pt x="433" y="1753"/>
                  <a:pt x="433" y="1753"/>
                </a:cubicBezTo>
                <a:cubicBezTo>
                  <a:pt x="433" y="1476"/>
                  <a:pt x="433" y="1476"/>
                  <a:pt x="433" y="1476"/>
                </a:cubicBezTo>
                <a:cubicBezTo>
                  <a:pt x="433" y="1460"/>
                  <a:pt x="420" y="1447"/>
                  <a:pt x="404" y="1447"/>
                </a:cubicBezTo>
                <a:cubicBezTo>
                  <a:pt x="388" y="1447"/>
                  <a:pt x="375" y="1460"/>
                  <a:pt x="375" y="1476"/>
                </a:cubicBezTo>
                <a:cubicBezTo>
                  <a:pt x="375" y="1782"/>
                  <a:pt x="375" y="1782"/>
                  <a:pt x="375" y="1782"/>
                </a:cubicBezTo>
                <a:cubicBezTo>
                  <a:pt x="375" y="1798"/>
                  <a:pt x="388" y="1811"/>
                  <a:pt x="404" y="1811"/>
                </a:cubicBezTo>
                <a:cubicBezTo>
                  <a:pt x="784" y="1811"/>
                  <a:pt x="784" y="1811"/>
                  <a:pt x="784" y="1811"/>
                </a:cubicBezTo>
                <a:cubicBezTo>
                  <a:pt x="784" y="2669"/>
                  <a:pt x="784" y="2669"/>
                  <a:pt x="784" y="2669"/>
                </a:cubicBezTo>
                <a:cubicBezTo>
                  <a:pt x="784" y="2685"/>
                  <a:pt x="797" y="2698"/>
                  <a:pt x="813" y="2698"/>
                </a:cubicBezTo>
                <a:cubicBezTo>
                  <a:pt x="829" y="2698"/>
                  <a:pt x="842" y="2685"/>
                  <a:pt x="842" y="2669"/>
                </a:cubicBezTo>
                <a:cubicBezTo>
                  <a:pt x="842" y="2181"/>
                  <a:pt x="842" y="2181"/>
                  <a:pt x="842" y="2181"/>
                </a:cubicBezTo>
                <a:cubicBezTo>
                  <a:pt x="1292" y="2181"/>
                  <a:pt x="1292" y="2181"/>
                  <a:pt x="1292" y="2181"/>
                </a:cubicBezTo>
                <a:cubicBezTo>
                  <a:pt x="1292" y="3036"/>
                  <a:pt x="1292" y="3036"/>
                  <a:pt x="1292" y="3036"/>
                </a:cubicBezTo>
                <a:cubicBezTo>
                  <a:pt x="921" y="3036"/>
                  <a:pt x="921" y="3036"/>
                  <a:pt x="921" y="3036"/>
                </a:cubicBezTo>
                <a:cubicBezTo>
                  <a:pt x="905" y="3036"/>
                  <a:pt x="892" y="3049"/>
                  <a:pt x="892" y="3065"/>
                </a:cubicBezTo>
                <a:cubicBezTo>
                  <a:pt x="892" y="3081"/>
                  <a:pt x="905" y="3094"/>
                  <a:pt x="921" y="3094"/>
                </a:cubicBezTo>
                <a:cubicBezTo>
                  <a:pt x="1321" y="3094"/>
                  <a:pt x="1321" y="3094"/>
                  <a:pt x="1321" y="3094"/>
                </a:cubicBezTo>
                <a:cubicBezTo>
                  <a:pt x="1722" y="3094"/>
                  <a:pt x="1722" y="3094"/>
                  <a:pt x="1722" y="3094"/>
                </a:cubicBezTo>
                <a:cubicBezTo>
                  <a:pt x="1738" y="3094"/>
                  <a:pt x="1751" y="3081"/>
                  <a:pt x="1751" y="3065"/>
                </a:cubicBezTo>
                <a:cubicBezTo>
                  <a:pt x="1751" y="3049"/>
                  <a:pt x="1738" y="3036"/>
                  <a:pt x="1722" y="3036"/>
                </a:cubicBezTo>
                <a:cubicBezTo>
                  <a:pt x="1350" y="3036"/>
                  <a:pt x="1350" y="3036"/>
                  <a:pt x="1350" y="3036"/>
                </a:cubicBezTo>
                <a:cubicBezTo>
                  <a:pt x="1350" y="2181"/>
                  <a:pt x="1350" y="2181"/>
                  <a:pt x="1350" y="2181"/>
                </a:cubicBezTo>
                <a:cubicBezTo>
                  <a:pt x="1800" y="2181"/>
                  <a:pt x="1800" y="2181"/>
                  <a:pt x="1800" y="2181"/>
                </a:cubicBezTo>
                <a:cubicBezTo>
                  <a:pt x="1800" y="2669"/>
                  <a:pt x="1800" y="2669"/>
                  <a:pt x="1800" y="2669"/>
                </a:cubicBezTo>
                <a:cubicBezTo>
                  <a:pt x="1800" y="2685"/>
                  <a:pt x="1813" y="2698"/>
                  <a:pt x="1829" y="2698"/>
                </a:cubicBezTo>
                <a:cubicBezTo>
                  <a:pt x="1845" y="2698"/>
                  <a:pt x="1858" y="2685"/>
                  <a:pt x="1858" y="2669"/>
                </a:cubicBezTo>
                <a:cubicBezTo>
                  <a:pt x="1858" y="1811"/>
                  <a:pt x="1858" y="1811"/>
                  <a:pt x="1858" y="1811"/>
                </a:cubicBezTo>
                <a:cubicBezTo>
                  <a:pt x="2239" y="1811"/>
                  <a:pt x="2239" y="1811"/>
                  <a:pt x="2239" y="1811"/>
                </a:cubicBezTo>
                <a:cubicBezTo>
                  <a:pt x="2254" y="1811"/>
                  <a:pt x="2267" y="1798"/>
                  <a:pt x="2267" y="1782"/>
                </a:cubicBezTo>
                <a:cubicBezTo>
                  <a:pt x="2267" y="1476"/>
                  <a:pt x="2267" y="1476"/>
                  <a:pt x="2267" y="1476"/>
                </a:cubicBezTo>
                <a:cubicBezTo>
                  <a:pt x="2267" y="1460"/>
                  <a:pt x="2254" y="1447"/>
                  <a:pt x="2239" y="1447"/>
                </a:cubicBezTo>
                <a:cubicBezTo>
                  <a:pt x="2223" y="1447"/>
                  <a:pt x="2210" y="1460"/>
                  <a:pt x="2210" y="1476"/>
                </a:cubicBezTo>
                <a:cubicBezTo>
                  <a:pt x="2210" y="1753"/>
                  <a:pt x="2210" y="1753"/>
                  <a:pt x="2210" y="1753"/>
                </a:cubicBezTo>
                <a:cubicBezTo>
                  <a:pt x="1829" y="1753"/>
                  <a:pt x="1829" y="1753"/>
                  <a:pt x="1829" y="1753"/>
                </a:cubicBezTo>
                <a:cubicBezTo>
                  <a:pt x="1813" y="1753"/>
                  <a:pt x="1800" y="1766"/>
                  <a:pt x="1800" y="1782"/>
                </a:cubicBezTo>
                <a:cubicBezTo>
                  <a:pt x="1800" y="2123"/>
                  <a:pt x="1800" y="2123"/>
                  <a:pt x="1800" y="2123"/>
                </a:cubicBezTo>
                <a:cubicBezTo>
                  <a:pt x="1350" y="2123"/>
                  <a:pt x="1350" y="2123"/>
                  <a:pt x="1350" y="2123"/>
                </a:cubicBezTo>
                <a:cubicBezTo>
                  <a:pt x="1350" y="1369"/>
                  <a:pt x="1350" y="1369"/>
                  <a:pt x="1350" y="1369"/>
                </a:cubicBezTo>
                <a:cubicBezTo>
                  <a:pt x="1870" y="1369"/>
                  <a:pt x="1870" y="1369"/>
                  <a:pt x="1870" y="1369"/>
                </a:cubicBezTo>
                <a:cubicBezTo>
                  <a:pt x="1886" y="1369"/>
                  <a:pt x="1899" y="1356"/>
                  <a:pt x="1899" y="1340"/>
                </a:cubicBezTo>
                <a:cubicBezTo>
                  <a:pt x="1899" y="1060"/>
                  <a:pt x="1899" y="1060"/>
                  <a:pt x="1899" y="1060"/>
                </a:cubicBezTo>
                <a:cubicBezTo>
                  <a:pt x="1899" y="1044"/>
                  <a:pt x="1886" y="1031"/>
                  <a:pt x="1870" y="1031"/>
                </a:cubicBezTo>
                <a:cubicBezTo>
                  <a:pt x="1854" y="1031"/>
                  <a:pt x="1841" y="1044"/>
                  <a:pt x="1841" y="1060"/>
                </a:cubicBezTo>
                <a:cubicBezTo>
                  <a:pt x="1841" y="1311"/>
                  <a:pt x="1841" y="1311"/>
                  <a:pt x="1841" y="1311"/>
                </a:cubicBezTo>
                <a:cubicBezTo>
                  <a:pt x="1350" y="1311"/>
                  <a:pt x="1350" y="1311"/>
                  <a:pt x="1350" y="1311"/>
                </a:cubicBezTo>
                <a:cubicBezTo>
                  <a:pt x="1350" y="660"/>
                  <a:pt x="1350" y="660"/>
                  <a:pt x="1350" y="660"/>
                </a:cubicBezTo>
                <a:cubicBezTo>
                  <a:pt x="1643" y="660"/>
                  <a:pt x="1643" y="660"/>
                  <a:pt x="1643" y="660"/>
                </a:cubicBezTo>
                <a:cubicBezTo>
                  <a:pt x="1659" y="660"/>
                  <a:pt x="1672" y="647"/>
                  <a:pt x="1672" y="631"/>
                </a:cubicBezTo>
                <a:cubicBezTo>
                  <a:pt x="1672" y="615"/>
                  <a:pt x="1659" y="602"/>
                  <a:pt x="1643" y="602"/>
                </a:cubicBezTo>
                <a:cubicBezTo>
                  <a:pt x="1350" y="602"/>
                  <a:pt x="1350" y="602"/>
                  <a:pt x="1350" y="602"/>
                </a:cubicBezTo>
                <a:cubicBezTo>
                  <a:pt x="1350" y="58"/>
                  <a:pt x="1350" y="58"/>
                  <a:pt x="1350" y="58"/>
                </a:cubicBezTo>
                <a:cubicBezTo>
                  <a:pt x="1799" y="58"/>
                  <a:pt x="1799" y="58"/>
                  <a:pt x="1799" y="58"/>
                </a:cubicBezTo>
                <a:cubicBezTo>
                  <a:pt x="1815" y="58"/>
                  <a:pt x="1828" y="45"/>
                  <a:pt x="1828" y="29"/>
                </a:cubicBezTo>
                <a:cubicBezTo>
                  <a:pt x="1828" y="13"/>
                  <a:pt x="1815" y="0"/>
                  <a:pt x="1799" y="0"/>
                </a:cubicBezTo>
              </a:path>
            </a:pathLst>
          </a:custGeom>
          <a:solidFill>
            <a:schemeClr val="accent3">
              <a:alpha val="9804"/>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8" name="Logo">
            <a:extLst>
              <a:ext uri="{FF2B5EF4-FFF2-40B4-BE49-F238E27FC236}">
                <a16:creationId xmlns:a16="http://schemas.microsoft.com/office/drawing/2014/main" id="{71F6D4E9-51A7-498C-B915-66E0EAF3CE6D}"/>
              </a:ext>
            </a:extLst>
          </p:cNvPr>
          <p:cNvSpPr/>
          <p:nvPr/>
        </p:nvSpPr>
        <p:spPr>
          <a:xfrm>
            <a:off x="9397252" y="5875721"/>
            <a:ext cx="2253411" cy="440942"/>
          </a:xfrm>
          <a:custGeom>
            <a:avLst/>
            <a:gdLst>
              <a:gd name="connsiteX0" fmla="*/ 1783139 w 2253411"/>
              <a:gd name="connsiteY0" fmla="*/ 136254 h 440942"/>
              <a:gd name="connsiteX1" fmla="*/ 1751520 w 2253411"/>
              <a:gd name="connsiteY1" fmla="*/ 136254 h 440942"/>
              <a:gd name="connsiteX2" fmla="*/ 1751520 w 2253411"/>
              <a:gd name="connsiteY2" fmla="*/ 299806 h 440942"/>
              <a:gd name="connsiteX3" fmla="*/ 1783139 w 2253411"/>
              <a:gd name="connsiteY3" fmla="*/ 299806 h 440942"/>
              <a:gd name="connsiteX4" fmla="*/ 293338 w 2253411"/>
              <a:gd name="connsiteY4" fmla="*/ 409024 h 440942"/>
              <a:gd name="connsiteX5" fmla="*/ 297448 w 2253411"/>
              <a:gd name="connsiteY5" fmla="*/ 413147 h 440942"/>
              <a:gd name="connsiteX6" fmla="*/ 297460 w 2253411"/>
              <a:gd name="connsiteY6" fmla="*/ 413147 h 440942"/>
              <a:gd name="connsiteX7" fmla="*/ 333669 w 2253411"/>
              <a:gd name="connsiteY7" fmla="*/ 413147 h 440942"/>
              <a:gd name="connsiteX8" fmla="*/ 337779 w 2253411"/>
              <a:gd name="connsiteY8" fmla="*/ 409047 h 440942"/>
              <a:gd name="connsiteX9" fmla="*/ 337777 w 2253411"/>
              <a:gd name="connsiteY9" fmla="*/ 409024 h 440942"/>
              <a:gd name="connsiteX10" fmla="*/ 333683 w 2253411"/>
              <a:gd name="connsiteY10" fmla="*/ 404916 h 440942"/>
              <a:gd name="connsiteX11" fmla="*/ 333669 w 2253411"/>
              <a:gd name="connsiteY11" fmla="*/ 404916 h 440942"/>
              <a:gd name="connsiteX12" fmla="*/ 297460 w 2253411"/>
              <a:gd name="connsiteY12" fmla="*/ 404916 h 440942"/>
              <a:gd name="connsiteX13" fmla="*/ 293338 w 2253411"/>
              <a:gd name="connsiteY13" fmla="*/ 409021 h 440942"/>
              <a:gd name="connsiteX14" fmla="*/ 293338 w 2253411"/>
              <a:gd name="connsiteY14" fmla="*/ 409024 h 440942"/>
              <a:gd name="connsiteX15" fmla="*/ 39859 w 2253411"/>
              <a:gd name="connsiteY15" fmla="*/ 409024 h 440942"/>
              <a:gd name="connsiteX16" fmla="*/ 43946 w 2253411"/>
              <a:gd name="connsiteY16" fmla="*/ 413147 h 440942"/>
              <a:gd name="connsiteX17" fmla="*/ 43967 w 2253411"/>
              <a:gd name="connsiteY17" fmla="*/ 413147 h 440942"/>
              <a:gd name="connsiteX18" fmla="*/ 80176 w 2253411"/>
              <a:gd name="connsiteY18" fmla="*/ 413147 h 440942"/>
              <a:gd name="connsiteX19" fmla="*/ 84298 w 2253411"/>
              <a:gd name="connsiteY19" fmla="*/ 409037 h 440942"/>
              <a:gd name="connsiteX20" fmla="*/ 84298 w 2253411"/>
              <a:gd name="connsiteY20" fmla="*/ 409024 h 440942"/>
              <a:gd name="connsiteX21" fmla="*/ 80179 w 2253411"/>
              <a:gd name="connsiteY21" fmla="*/ 404916 h 440942"/>
              <a:gd name="connsiteX22" fmla="*/ 80176 w 2253411"/>
              <a:gd name="connsiteY22" fmla="*/ 404916 h 440942"/>
              <a:gd name="connsiteX23" fmla="*/ 43967 w 2253411"/>
              <a:gd name="connsiteY23" fmla="*/ 404916 h 440942"/>
              <a:gd name="connsiteX24" fmla="*/ 39859 w 2253411"/>
              <a:gd name="connsiteY24" fmla="*/ 409012 h 440942"/>
              <a:gd name="connsiteX25" fmla="*/ 39859 w 2253411"/>
              <a:gd name="connsiteY25" fmla="*/ 409024 h 440942"/>
              <a:gd name="connsiteX26" fmla="*/ 80177 w 2253411"/>
              <a:gd name="connsiteY26" fmla="*/ 339849 h 440942"/>
              <a:gd name="connsiteX27" fmla="*/ 8803 w 2253411"/>
              <a:gd name="connsiteY27" fmla="*/ 339849 h 440942"/>
              <a:gd name="connsiteX28" fmla="*/ 8803 w 2253411"/>
              <a:gd name="connsiteY28" fmla="*/ 177644 h 440942"/>
              <a:gd name="connsiteX29" fmla="*/ 4680 w 2253411"/>
              <a:gd name="connsiteY29" fmla="*/ 173521 h 440942"/>
              <a:gd name="connsiteX30" fmla="*/ 572 w 2253411"/>
              <a:gd name="connsiteY30" fmla="*/ 177639 h 440942"/>
              <a:gd name="connsiteX31" fmla="*/ 572 w 2253411"/>
              <a:gd name="connsiteY31" fmla="*/ 177644 h 440942"/>
              <a:gd name="connsiteX32" fmla="*/ 572 w 2253411"/>
              <a:gd name="connsiteY32" fmla="*/ 343959 h 440942"/>
              <a:gd name="connsiteX33" fmla="*/ 4676 w 2253411"/>
              <a:gd name="connsiteY33" fmla="*/ 348080 h 440942"/>
              <a:gd name="connsiteX34" fmla="*/ 4680 w 2253411"/>
              <a:gd name="connsiteY34" fmla="*/ 348080 h 440942"/>
              <a:gd name="connsiteX35" fmla="*/ 80176 w 2253411"/>
              <a:gd name="connsiteY35" fmla="*/ 348080 h 440942"/>
              <a:gd name="connsiteX36" fmla="*/ 84298 w 2253411"/>
              <a:gd name="connsiteY36" fmla="*/ 343970 h 440942"/>
              <a:gd name="connsiteX37" fmla="*/ 84298 w 2253411"/>
              <a:gd name="connsiteY37" fmla="*/ 343959 h 440942"/>
              <a:gd name="connsiteX38" fmla="*/ 80176 w 2253411"/>
              <a:gd name="connsiteY38" fmla="*/ 339849 h 440942"/>
              <a:gd name="connsiteX39" fmla="*/ 98412 w 2253411"/>
              <a:gd name="connsiteY39" fmla="*/ 45530 h 440942"/>
              <a:gd name="connsiteX40" fmla="*/ 94292 w 2253411"/>
              <a:gd name="connsiteY40" fmla="*/ 41422 h 440942"/>
              <a:gd name="connsiteX41" fmla="*/ 94289 w 2253411"/>
              <a:gd name="connsiteY41" fmla="*/ 41422 h 440942"/>
              <a:gd name="connsiteX42" fmla="*/ 30459 w 2253411"/>
              <a:gd name="connsiteY42" fmla="*/ 41422 h 440942"/>
              <a:gd name="connsiteX43" fmla="*/ 26351 w 2253411"/>
              <a:gd name="connsiteY43" fmla="*/ 45518 h 440942"/>
              <a:gd name="connsiteX44" fmla="*/ 26351 w 2253411"/>
              <a:gd name="connsiteY44" fmla="*/ 45530 h 440942"/>
              <a:gd name="connsiteX45" fmla="*/ 26351 w 2253411"/>
              <a:gd name="connsiteY45" fmla="*/ 133916 h 440942"/>
              <a:gd name="connsiteX46" fmla="*/ 30456 w 2253411"/>
              <a:gd name="connsiteY46" fmla="*/ 138039 h 440942"/>
              <a:gd name="connsiteX47" fmla="*/ 30459 w 2253411"/>
              <a:gd name="connsiteY47" fmla="*/ 138039 h 440942"/>
              <a:gd name="connsiteX48" fmla="*/ 80191 w 2253411"/>
              <a:gd name="connsiteY48" fmla="*/ 138039 h 440942"/>
              <a:gd name="connsiteX49" fmla="*/ 84300 w 2253411"/>
              <a:gd name="connsiteY49" fmla="*/ 133916 h 440942"/>
              <a:gd name="connsiteX50" fmla="*/ 80191 w 2253411"/>
              <a:gd name="connsiteY50" fmla="*/ 129808 h 440942"/>
              <a:gd name="connsiteX51" fmla="*/ 34582 w 2253411"/>
              <a:gd name="connsiteY51" fmla="*/ 129808 h 440942"/>
              <a:gd name="connsiteX52" fmla="*/ 34582 w 2253411"/>
              <a:gd name="connsiteY52" fmla="*/ 49653 h 440942"/>
              <a:gd name="connsiteX53" fmla="*/ 94291 w 2253411"/>
              <a:gd name="connsiteY53" fmla="*/ 49653 h 440942"/>
              <a:gd name="connsiteX54" fmla="*/ 98413 w 2253411"/>
              <a:gd name="connsiteY54" fmla="*/ 45540 h 440942"/>
              <a:gd name="connsiteX55" fmla="*/ 98413 w 2253411"/>
              <a:gd name="connsiteY55" fmla="*/ 45530 h 440942"/>
              <a:gd name="connsiteX56" fmla="*/ 271146 w 2253411"/>
              <a:gd name="connsiteY56" fmla="*/ 190835 h 440942"/>
              <a:gd name="connsiteX57" fmla="*/ 271146 w 2253411"/>
              <a:gd name="connsiteY57" fmla="*/ 150874 h 440942"/>
              <a:gd name="connsiteX58" fmla="*/ 267039 w 2253411"/>
              <a:gd name="connsiteY58" fmla="*/ 146752 h 440942"/>
              <a:gd name="connsiteX59" fmla="*/ 267037 w 2253411"/>
              <a:gd name="connsiteY59" fmla="*/ 146752 h 440942"/>
              <a:gd name="connsiteX60" fmla="*/ 262900 w 2253411"/>
              <a:gd name="connsiteY60" fmla="*/ 150873 h 440942"/>
              <a:gd name="connsiteX61" fmla="*/ 262900 w 2253411"/>
              <a:gd name="connsiteY61" fmla="*/ 150874 h 440942"/>
              <a:gd name="connsiteX62" fmla="*/ 262900 w 2253411"/>
              <a:gd name="connsiteY62" fmla="*/ 186698 h 440942"/>
              <a:gd name="connsiteX63" fmla="*/ 192929 w 2253411"/>
              <a:gd name="connsiteY63" fmla="*/ 186698 h 440942"/>
              <a:gd name="connsiteX64" fmla="*/ 192929 w 2253411"/>
              <a:gd name="connsiteY64" fmla="*/ 93846 h 440942"/>
              <a:gd name="connsiteX65" fmla="*/ 234730 w 2253411"/>
              <a:gd name="connsiteY65" fmla="*/ 93846 h 440942"/>
              <a:gd name="connsiteX66" fmla="*/ 238853 w 2253411"/>
              <a:gd name="connsiteY66" fmla="*/ 89738 h 440942"/>
              <a:gd name="connsiteX67" fmla="*/ 234730 w 2253411"/>
              <a:gd name="connsiteY67" fmla="*/ 85602 h 440942"/>
              <a:gd name="connsiteX68" fmla="*/ 192929 w 2253411"/>
              <a:gd name="connsiteY68" fmla="*/ 85602 h 440942"/>
              <a:gd name="connsiteX69" fmla="*/ 192929 w 2253411"/>
              <a:gd name="connsiteY69" fmla="*/ 8058 h 440942"/>
              <a:gd name="connsiteX70" fmla="*/ 256951 w 2253411"/>
              <a:gd name="connsiteY70" fmla="*/ 8058 h 440942"/>
              <a:gd name="connsiteX71" fmla="*/ 261072 w 2253411"/>
              <a:gd name="connsiteY71" fmla="*/ 3946 h 440942"/>
              <a:gd name="connsiteX72" fmla="*/ 261072 w 2253411"/>
              <a:gd name="connsiteY72" fmla="*/ 3935 h 440942"/>
              <a:gd name="connsiteX73" fmla="*/ 256954 w 2253411"/>
              <a:gd name="connsiteY73" fmla="*/ -175 h 440942"/>
              <a:gd name="connsiteX74" fmla="*/ 256951 w 2253411"/>
              <a:gd name="connsiteY74" fmla="*/ -175 h 440942"/>
              <a:gd name="connsiteX75" fmla="*/ 120686 w 2253411"/>
              <a:gd name="connsiteY75" fmla="*/ -175 h 440942"/>
              <a:gd name="connsiteX76" fmla="*/ 116578 w 2253411"/>
              <a:gd name="connsiteY76" fmla="*/ 3935 h 440942"/>
              <a:gd name="connsiteX77" fmla="*/ 120685 w 2253411"/>
              <a:gd name="connsiteY77" fmla="*/ 8058 h 440942"/>
              <a:gd name="connsiteX78" fmla="*/ 120686 w 2253411"/>
              <a:gd name="connsiteY78" fmla="*/ 8058 h 440942"/>
              <a:gd name="connsiteX79" fmla="*/ 184696 w 2253411"/>
              <a:gd name="connsiteY79" fmla="*/ 8058 h 440942"/>
              <a:gd name="connsiteX80" fmla="*/ 184696 w 2253411"/>
              <a:gd name="connsiteY80" fmla="*/ 85629 h 440942"/>
              <a:gd name="connsiteX81" fmla="*/ 141436 w 2253411"/>
              <a:gd name="connsiteY81" fmla="*/ 85629 h 440942"/>
              <a:gd name="connsiteX82" fmla="*/ 137315 w 2253411"/>
              <a:gd name="connsiteY82" fmla="*/ 89752 h 440942"/>
              <a:gd name="connsiteX83" fmla="*/ 141435 w 2253411"/>
              <a:gd name="connsiteY83" fmla="*/ 93860 h 440942"/>
              <a:gd name="connsiteX84" fmla="*/ 141436 w 2253411"/>
              <a:gd name="connsiteY84" fmla="*/ 93860 h 440942"/>
              <a:gd name="connsiteX85" fmla="*/ 184696 w 2253411"/>
              <a:gd name="connsiteY85" fmla="*/ 93860 h 440942"/>
              <a:gd name="connsiteX86" fmla="*/ 184696 w 2253411"/>
              <a:gd name="connsiteY86" fmla="*/ 186698 h 440942"/>
              <a:gd name="connsiteX87" fmla="*/ 114724 w 2253411"/>
              <a:gd name="connsiteY87" fmla="*/ 186698 h 440942"/>
              <a:gd name="connsiteX88" fmla="*/ 114724 w 2253411"/>
              <a:gd name="connsiteY88" fmla="*/ 150874 h 440942"/>
              <a:gd name="connsiteX89" fmla="*/ 110611 w 2253411"/>
              <a:gd name="connsiteY89" fmla="*/ 146752 h 440942"/>
              <a:gd name="connsiteX90" fmla="*/ 110602 w 2253411"/>
              <a:gd name="connsiteY90" fmla="*/ 146752 h 440942"/>
              <a:gd name="connsiteX91" fmla="*/ 106479 w 2253411"/>
              <a:gd name="connsiteY91" fmla="*/ 150874 h 440942"/>
              <a:gd name="connsiteX92" fmla="*/ 106479 w 2253411"/>
              <a:gd name="connsiteY92" fmla="*/ 190835 h 440942"/>
              <a:gd name="connsiteX93" fmla="*/ 110598 w 2253411"/>
              <a:gd name="connsiteY93" fmla="*/ 194943 h 440942"/>
              <a:gd name="connsiteX94" fmla="*/ 110602 w 2253411"/>
              <a:gd name="connsiteY94" fmla="*/ 194943 h 440942"/>
              <a:gd name="connsiteX95" fmla="*/ 184696 w 2253411"/>
              <a:gd name="connsiteY95" fmla="*/ 194943 h 440942"/>
              <a:gd name="connsiteX96" fmla="*/ 184696 w 2253411"/>
              <a:gd name="connsiteY96" fmla="*/ 302418 h 440942"/>
              <a:gd name="connsiteX97" fmla="*/ 120523 w 2253411"/>
              <a:gd name="connsiteY97" fmla="*/ 302418 h 440942"/>
              <a:gd name="connsiteX98" fmla="*/ 120523 w 2253411"/>
              <a:gd name="connsiteY98" fmla="*/ 253744 h 440942"/>
              <a:gd name="connsiteX99" fmla="*/ 116395 w 2253411"/>
              <a:gd name="connsiteY99" fmla="*/ 249636 h 440942"/>
              <a:gd name="connsiteX100" fmla="*/ 116386 w 2253411"/>
              <a:gd name="connsiteY100" fmla="*/ 249636 h 440942"/>
              <a:gd name="connsiteX101" fmla="*/ 62189 w 2253411"/>
              <a:gd name="connsiteY101" fmla="*/ 249636 h 440942"/>
              <a:gd name="connsiteX102" fmla="*/ 62189 w 2253411"/>
              <a:gd name="connsiteY102" fmla="*/ 210170 h 440942"/>
              <a:gd name="connsiteX103" fmla="*/ 58084 w 2253411"/>
              <a:gd name="connsiteY103" fmla="*/ 206047 h 440942"/>
              <a:gd name="connsiteX104" fmla="*/ 58081 w 2253411"/>
              <a:gd name="connsiteY104" fmla="*/ 206047 h 440942"/>
              <a:gd name="connsiteX105" fmla="*/ 53958 w 2253411"/>
              <a:gd name="connsiteY105" fmla="*/ 210170 h 440942"/>
              <a:gd name="connsiteX106" fmla="*/ 53958 w 2253411"/>
              <a:gd name="connsiteY106" fmla="*/ 253744 h 440942"/>
              <a:gd name="connsiteX107" fmla="*/ 58081 w 2253411"/>
              <a:gd name="connsiteY107" fmla="*/ 257867 h 440942"/>
              <a:gd name="connsiteX108" fmla="*/ 112277 w 2253411"/>
              <a:gd name="connsiteY108" fmla="*/ 257867 h 440942"/>
              <a:gd name="connsiteX109" fmla="*/ 112277 w 2253411"/>
              <a:gd name="connsiteY109" fmla="*/ 380182 h 440942"/>
              <a:gd name="connsiteX110" fmla="*/ 116382 w 2253411"/>
              <a:gd name="connsiteY110" fmla="*/ 384304 h 440942"/>
              <a:gd name="connsiteX111" fmla="*/ 116386 w 2253411"/>
              <a:gd name="connsiteY111" fmla="*/ 384304 h 440942"/>
              <a:gd name="connsiteX112" fmla="*/ 120523 w 2253411"/>
              <a:gd name="connsiteY112" fmla="*/ 380182 h 440942"/>
              <a:gd name="connsiteX113" fmla="*/ 120523 w 2253411"/>
              <a:gd name="connsiteY113" fmla="*/ 310649 h 440942"/>
              <a:gd name="connsiteX114" fmla="*/ 184696 w 2253411"/>
              <a:gd name="connsiteY114" fmla="*/ 310649 h 440942"/>
              <a:gd name="connsiteX115" fmla="*/ 184696 w 2253411"/>
              <a:gd name="connsiteY115" fmla="*/ 432537 h 440942"/>
              <a:gd name="connsiteX116" fmla="*/ 131736 w 2253411"/>
              <a:gd name="connsiteY116" fmla="*/ 432537 h 440942"/>
              <a:gd name="connsiteX117" fmla="*/ 127628 w 2253411"/>
              <a:gd name="connsiteY117" fmla="*/ 436615 h 440942"/>
              <a:gd name="connsiteX118" fmla="*/ 127628 w 2253411"/>
              <a:gd name="connsiteY118" fmla="*/ 436646 h 440942"/>
              <a:gd name="connsiteX119" fmla="*/ 131716 w 2253411"/>
              <a:gd name="connsiteY119" fmla="*/ 440768 h 440942"/>
              <a:gd name="connsiteX120" fmla="*/ 131736 w 2253411"/>
              <a:gd name="connsiteY120" fmla="*/ 440768 h 440942"/>
              <a:gd name="connsiteX121" fmla="*/ 245888 w 2253411"/>
              <a:gd name="connsiteY121" fmla="*/ 440768 h 440942"/>
              <a:gd name="connsiteX122" fmla="*/ 250011 w 2253411"/>
              <a:gd name="connsiteY122" fmla="*/ 436657 h 440942"/>
              <a:gd name="connsiteX123" fmla="*/ 250011 w 2253411"/>
              <a:gd name="connsiteY123" fmla="*/ 436646 h 440942"/>
              <a:gd name="connsiteX124" fmla="*/ 245909 w 2253411"/>
              <a:gd name="connsiteY124" fmla="*/ 432537 h 440942"/>
              <a:gd name="connsiteX125" fmla="*/ 245888 w 2253411"/>
              <a:gd name="connsiteY125" fmla="*/ 432537 h 440942"/>
              <a:gd name="connsiteX126" fmla="*/ 192929 w 2253411"/>
              <a:gd name="connsiteY126" fmla="*/ 432537 h 440942"/>
              <a:gd name="connsiteX127" fmla="*/ 192929 w 2253411"/>
              <a:gd name="connsiteY127" fmla="*/ 310649 h 440942"/>
              <a:gd name="connsiteX128" fmla="*/ 257116 w 2253411"/>
              <a:gd name="connsiteY128" fmla="*/ 310649 h 440942"/>
              <a:gd name="connsiteX129" fmla="*/ 257116 w 2253411"/>
              <a:gd name="connsiteY129" fmla="*/ 380182 h 440942"/>
              <a:gd name="connsiteX130" fmla="*/ 261250 w 2253411"/>
              <a:gd name="connsiteY130" fmla="*/ 384304 h 440942"/>
              <a:gd name="connsiteX131" fmla="*/ 265358 w 2253411"/>
              <a:gd name="connsiteY131" fmla="*/ 380182 h 440942"/>
              <a:gd name="connsiteX132" fmla="*/ 265358 w 2253411"/>
              <a:gd name="connsiteY132" fmla="*/ 257867 h 440942"/>
              <a:gd name="connsiteX133" fmla="*/ 319557 w 2253411"/>
              <a:gd name="connsiteY133" fmla="*/ 257867 h 440942"/>
              <a:gd name="connsiteX134" fmla="*/ 323665 w 2253411"/>
              <a:gd name="connsiteY134" fmla="*/ 253748 h 440942"/>
              <a:gd name="connsiteX135" fmla="*/ 323665 w 2253411"/>
              <a:gd name="connsiteY135" fmla="*/ 253744 h 440942"/>
              <a:gd name="connsiteX136" fmla="*/ 323665 w 2253411"/>
              <a:gd name="connsiteY136" fmla="*/ 210170 h 440942"/>
              <a:gd name="connsiteX137" fmla="*/ 319557 w 2253411"/>
              <a:gd name="connsiteY137" fmla="*/ 206047 h 440942"/>
              <a:gd name="connsiteX138" fmla="*/ 315434 w 2253411"/>
              <a:gd name="connsiteY138" fmla="*/ 210170 h 440942"/>
              <a:gd name="connsiteX139" fmla="*/ 315434 w 2253411"/>
              <a:gd name="connsiteY139" fmla="*/ 249636 h 440942"/>
              <a:gd name="connsiteX140" fmla="*/ 261250 w 2253411"/>
              <a:gd name="connsiteY140" fmla="*/ 249636 h 440942"/>
              <a:gd name="connsiteX141" fmla="*/ 257115 w 2253411"/>
              <a:gd name="connsiteY141" fmla="*/ 253733 h 440942"/>
              <a:gd name="connsiteX142" fmla="*/ 257115 w 2253411"/>
              <a:gd name="connsiteY142" fmla="*/ 253744 h 440942"/>
              <a:gd name="connsiteX143" fmla="*/ 257115 w 2253411"/>
              <a:gd name="connsiteY143" fmla="*/ 302416 h 440942"/>
              <a:gd name="connsiteX144" fmla="*/ 192927 w 2253411"/>
              <a:gd name="connsiteY144" fmla="*/ 302416 h 440942"/>
              <a:gd name="connsiteX145" fmla="*/ 192927 w 2253411"/>
              <a:gd name="connsiteY145" fmla="*/ 194943 h 440942"/>
              <a:gd name="connsiteX146" fmla="*/ 267036 w 2253411"/>
              <a:gd name="connsiteY146" fmla="*/ 194943 h 440942"/>
              <a:gd name="connsiteX147" fmla="*/ 271144 w 2253411"/>
              <a:gd name="connsiteY147" fmla="*/ 190849 h 440942"/>
              <a:gd name="connsiteX148" fmla="*/ 271144 w 2253411"/>
              <a:gd name="connsiteY148" fmla="*/ 190835 h 440942"/>
              <a:gd name="connsiteX149" fmla="*/ 351285 w 2253411"/>
              <a:gd name="connsiteY149" fmla="*/ 133931 h 440942"/>
              <a:gd name="connsiteX150" fmla="*/ 351285 w 2253411"/>
              <a:gd name="connsiteY150" fmla="*/ 45545 h 440942"/>
              <a:gd name="connsiteX151" fmla="*/ 347175 w 2253411"/>
              <a:gd name="connsiteY151" fmla="*/ 41422 h 440942"/>
              <a:gd name="connsiteX152" fmla="*/ 347164 w 2253411"/>
              <a:gd name="connsiteY152" fmla="*/ 41422 h 440942"/>
              <a:gd name="connsiteX153" fmla="*/ 283332 w 2253411"/>
              <a:gd name="connsiteY153" fmla="*/ 41422 h 440942"/>
              <a:gd name="connsiteX154" fmla="*/ 279224 w 2253411"/>
              <a:gd name="connsiteY154" fmla="*/ 45524 h 440942"/>
              <a:gd name="connsiteX155" fmla="*/ 279224 w 2253411"/>
              <a:gd name="connsiteY155" fmla="*/ 45545 h 440942"/>
              <a:gd name="connsiteX156" fmla="*/ 283332 w 2253411"/>
              <a:gd name="connsiteY156" fmla="*/ 49653 h 440942"/>
              <a:gd name="connsiteX157" fmla="*/ 343054 w 2253411"/>
              <a:gd name="connsiteY157" fmla="*/ 49653 h 440942"/>
              <a:gd name="connsiteX158" fmla="*/ 343054 w 2253411"/>
              <a:gd name="connsiteY158" fmla="*/ 129808 h 440942"/>
              <a:gd name="connsiteX159" fmla="*/ 297460 w 2253411"/>
              <a:gd name="connsiteY159" fmla="*/ 129808 h 440942"/>
              <a:gd name="connsiteX160" fmla="*/ 293338 w 2253411"/>
              <a:gd name="connsiteY160" fmla="*/ 133918 h 440942"/>
              <a:gd name="connsiteX161" fmla="*/ 293338 w 2253411"/>
              <a:gd name="connsiteY161" fmla="*/ 133931 h 440942"/>
              <a:gd name="connsiteX162" fmla="*/ 297460 w 2253411"/>
              <a:gd name="connsiteY162" fmla="*/ 138039 h 440942"/>
              <a:gd name="connsiteX163" fmla="*/ 347164 w 2253411"/>
              <a:gd name="connsiteY163" fmla="*/ 138039 h 440942"/>
              <a:gd name="connsiteX164" fmla="*/ 351285 w 2253411"/>
              <a:gd name="connsiteY164" fmla="*/ 133931 h 440942"/>
              <a:gd name="connsiteX165" fmla="*/ 377065 w 2253411"/>
              <a:gd name="connsiteY165" fmla="*/ 343972 h 440942"/>
              <a:gd name="connsiteX166" fmla="*/ 377065 w 2253411"/>
              <a:gd name="connsiteY166" fmla="*/ 177629 h 440942"/>
              <a:gd name="connsiteX167" fmla="*/ 372946 w 2253411"/>
              <a:gd name="connsiteY167" fmla="*/ 173521 h 440942"/>
              <a:gd name="connsiteX168" fmla="*/ 372943 w 2253411"/>
              <a:gd name="connsiteY168" fmla="*/ 173521 h 440942"/>
              <a:gd name="connsiteX169" fmla="*/ 368834 w 2253411"/>
              <a:gd name="connsiteY169" fmla="*/ 177617 h 440942"/>
              <a:gd name="connsiteX170" fmla="*/ 368834 w 2253411"/>
              <a:gd name="connsiteY170" fmla="*/ 177629 h 440942"/>
              <a:gd name="connsiteX171" fmla="*/ 368834 w 2253411"/>
              <a:gd name="connsiteY171" fmla="*/ 339836 h 440942"/>
              <a:gd name="connsiteX172" fmla="*/ 297460 w 2253411"/>
              <a:gd name="connsiteY172" fmla="*/ 339836 h 440942"/>
              <a:gd name="connsiteX173" fmla="*/ 293338 w 2253411"/>
              <a:gd name="connsiteY173" fmla="*/ 343970 h 440942"/>
              <a:gd name="connsiteX174" fmla="*/ 293338 w 2253411"/>
              <a:gd name="connsiteY174" fmla="*/ 343972 h 440942"/>
              <a:gd name="connsiteX175" fmla="*/ 297438 w 2253411"/>
              <a:gd name="connsiteY175" fmla="*/ 348080 h 440942"/>
              <a:gd name="connsiteX176" fmla="*/ 297460 w 2253411"/>
              <a:gd name="connsiteY176" fmla="*/ 348080 h 440942"/>
              <a:gd name="connsiteX177" fmla="*/ 372943 w 2253411"/>
              <a:gd name="connsiteY177" fmla="*/ 348080 h 440942"/>
              <a:gd name="connsiteX178" fmla="*/ 377065 w 2253411"/>
              <a:gd name="connsiteY178" fmla="*/ 343992 h 440942"/>
              <a:gd name="connsiteX179" fmla="*/ 377065 w 2253411"/>
              <a:gd name="connsiteY179" fmla="*/ 343972 h 440942"/>
              <a:gd name="connsiteX180" fmla="*/ 577721 w 2253411"/>
              <a:gd name="connsiteY180" fmla="*/ 299806 h 440942"/>
              <a:gd name="connsiteX181" fmla="*/ 609683 w 2253411"/>
              <a:gd name="connsiteY181" fmla="*/ 299806 h 440942"/>
              <a:gd name="connsiteX182" fmla="*/ 609683 w 2253411"/>
              <a:gd name="connsiteY182" fmla="*/ 196098 h 440942"/>
              <a:gd name="connsiteX183" fmla="*/ 551186 w 2253411"/>
              <a:gd name="connsiteY183" fmla="*/ 131498 h 440942"/>
              <a:gd name="connsiteX184" fmla="*/ 500878 w 2253411"/>
              <a:gd name="connsiteY184" fmla="*/ 159709 h 440942"/>
              <a:gd name="connsiteX185" fmla="*/ 500878 w 2253411"/>
              <a:gd name="connsiteY185" fmla="*/ 136254 h 440942"/>
              <a:gd name="connsiteX186" fmla="*/ 469601 w 2253411"/>
              <a:gd name="connsiteY186" fmla="*/ 136254 h 440942"/>
              <a:gd name="connsiteX187" fmla="*/ 469601 w 2253411"/>
              <a:gd name="connsiteY187" fmla="*/ 299806 h 440942"/>
              <a:gd name="connsiteX188" fmla="*/ 501565 w 2253411"/>
              <a:gd name="connsiteY188" fmla="*/ 299806 h 440942"/>
              <a:gd name="connsiteX189" fmla="*/ 501565 w 2253411"/>
              <a:gd name="connsiteY189" fmla="*/ 205278 h 440942"/>
              <a:gd name="connsiteX190" fmla="*/ 539629 w 2253411"/>
              <a:gd name="connsiteY190" fmla="*/ 160396 h 440942"/>
              <a:gd name="connsiteX191" fmla="*/ 577721 w 2253411"/>
              <a:gd name="connsiteY191" fmla="*/ 201540 h 440942"/>
              <a:gd name="connsiteX192" fmla="*/ 766751 w 2253411"/>
              <a:gd name="connsiteY192" fmla="*/ 201196 h 440942"/>
              <a:gd name="connsiteX193" fmla="*/ 677320 w 2253411"/>
              <a:gd name="connsiteY193" fmla="*/ 201196 h 440942"/>
              <a:gd name="connsiteX194" fmla="*/ 721870 w 2253411"/>
              <a:gd name="connsiteY194" fmla="*/ 159366 h 440942"/>
              <a:gd name="connsiteX195" fmla="*/ 766751 w 2253411"/>
              <a:gd name="connsiteY195" fmla="*/ 201196 h 440942"/>
              <a:gd name="connsiteX196" fmla="*/ 799388 w 2253411"/>
              <a:gd name="connsiteY196" fmla="*/ 227044 h 440942"/>
              <a:gd name="connsiteX197" fmla="*/ 800075 w 2253411"/>
              <a:gd name="connsiteY197" fmla="*/ 216835 h 440942"/>
              <a:gd name="connsiteX198" fmla="*/ 721527 w 2253411"/>
              <a:gd name="connsiteY198" fmla="*/ 131155 h 440942"/>
              <a:gd name="connsiteX199" fmla="*/ 643324 w 2253411"/>
              <a:gd name="connsiteY199" fmla="*/ 217522 h 440942"/>
              <a:gd name="connsiteX200" fmla="*/ 725608 w 2253411"/>
              <a:gd name="connsiteY200" fmla="*/ 304904 h 440942"/>
              <a:gd name="connsiteX201" fmla="*/ 799044 w 2253411"/>
              <a:gd name="connsiteY201" fmla="*/ 253221 h 440942"/>
              <a:gd name="connsiteX202" fmla="*/ 771519 w 2253411"/>
              <a:gd name="connsiteY202" fmla="*/ 243698 h 440942"/>
              <a:gd name="connsiteX203" fmla="*/ 725608 w 2253411"/>
              <a:gd name="connsiteY203" fmla="*/ 276679 h 440942"/>
              <a:gd name="connsiteX204" fmla="*/ 676304 w 2253411"/>
              <a:gd name="connsiteY204" fmla="*/ 227044 h 440942"/>
              <a:gd name="connsiteX205" fmla="*/ 945791 w 2253411"/>
              <a:gd name="connsiteY205" fmla="*/ 299820 h 440942"/>
              <a:gd name="connsiteX206" fmla="*/ 976394 w 2253411"/>
              <a:gd name="connsiteY206" fmla="*/ 299820 h 440942"/>
              <a:gd name="connsiteX207" fmla="*/ 974677 w 2253411"/>
              <a:gd name="connsiteY207" fmla="*/ 269547 h 440942"/>
              <a:gd name="connsiteX208" fmla="*/ 974677 w 2253411"/>
              <a:gd name="connsiteY208" fmla="*/ 136254 h 440942"/>
              <a:gd name="connsiteX209" fmla="*/ 942727 w 2253411"/>
              <a:gd name="connsiteY209" fmla="*/ 136254 h 440942"/>
              <a:gd name="connsiteX210" fmla="*/ 942727 w 2253411"/>
              <a:gd name="connsiteY210" fmla="*/ 234863 h 440942"/>
              <a:gd name="connsiteX211" fmla="*/ 903948 w 2253411"/>
              <a:gd name="connsiteY211" fmla="*/ 276679 h 440942"/>
              <a:gd name="connsiteX212" fmla="*/ 866901 w 2253411"/>
              <a:gd name="connsiteY212" fmla="*/ 234519 h 440942"/>
              <a:gd name="connsiteX213" fmla="*/ 866901 w 2253411"/>
              <a:gd name="connsiteY213" fmla="*/ 136254 h 440942"/>
              <a:gd name="connsiteX214" fmla="*/ 834924 w 2253411"/>
              <a:gd name="connsiteY214" fmla="*/ 136254 h 440942"/>
              <a:gd name="connsiteX215" fmla="*/ 834924 w 2253411"/>
              <a:gd name="connsiteY215" fmla="*/ 239287 h 440942"/>
              <a:gd name="connsiteX216" fmla="*/ 896143 w 2253411"/>
              <a:gd name="connsiteY216" fmla="*/ 304903 h 440942"/>
              <a:gd name="connsiteX217" fmla="*/ 944418 w 2253411"/>
              <a:gd name="connsiteY217" fmla="*/ 280086 h 440942"/>
              <a:gd name="connsiteX218" fmla="*/ 945791 w 2253411"/>
              <a:gd name="connsiteY218" fmla="*/ 299818 h 440942"/>
              <a:gd name="connsiteX219" fmla="*/ 1098324 w 2253411"/>
              <a:gd name="connsiteY219" fmla="*/ 167541 h 440942"/>
              <a:gd name="connsiteX220" fmla="*/ 1112271 w 2253411"/>
              <a:gd name="connsiteY220" fmla="*/ 168559 h 440942"/>
              <a:gd name="connsiteX221" fmla="*/ 1112271 w 2253411"/>
              <a:gd name="connsiteY221" fmla="*/ 134563 h 440942"/>
              <a:gd name="connsiteX222" fmla="*/ 1101731 w 2253411"/>
              <a:gd name="connsiteY222" fmla="*/ 133532 h 440942"/>
              <a:gd name="connsiteX223" fmla="*/ 1052771 w 2253411"/>
              <a:gd name="connsiteY223" fmla="*/ 164808 h 440942"/>
              <a:gd name="connsiteX224" fmla="*/ 1052771 w 2253411"/>
              <a:gd name="connsiteY224" fmla="*/ 136266 h 440942"/>
              <a:gd name="connsiteX225" fmla="*/ 1021481 w 2253411"/>
              <a:gd name="connsiteY225" fmla="*/ 136266 h 440942"/>
              <a:gd name="connsiteX226" fmla="*/ 1021481 w 2253411"/>
              <a:gd name="connsiteY226" fmla="*/ 299806 h 440942"/>
              <a:gd name="connsiteX227" fmla="*/ 1053443 w 2253411"/>
              <a:gd name="connsiteY227" fmla="*/ 299806 h 440942"/>
              <a:gd name="connsiteX228" fmla="*/ 1053443 w 2253411"/>
              <a:gd name="connsiteY228" fmla="*/ 217851 h 440942"/>
              <a:gd name="connsiteX229" fmla="*/ 1098324 w 2253411"/>
              <a:gd name="connsiteY229" fmla="*/ 167543 h 440942"/>
              <a:gd name="connsiteX230" fmla="*/ 1263512 w 2253411"/>
              <a:gd name="connsiteY230" fmla="*/ 217865 h 440942"/>
              <a:gd name="connsiteX231" fmla="*/ 1212518 w 2253411"/>
              <a:gd name="connsiteY231" fmla="*/ 276350 h 440942"/>
              <a:gd name="connsiteX232" fmla="*/ 1161507 w 2253411"/>
              <a:gd name="connsiteY232" fmla="*/ 217865 h 440942"/>
              <a:gd name="connsiteX233" fmla="*/ 1212518 w 2253411"/>
              <a:gd name="connsiteY233" fmla="*/ 159709 h 440942"/>
              <a:gd name="connsiteX234" fmla="*/ 1263512 w 2253411"/>
              <a:gd name="connsiteY234" fmla="*/ 217865 h 440942"/>
              <a:gd name="connsiteX235" fmla="*/ 1296163 w 2253411"/>
              <a:gd name="connsiteY235" fmla="*/ 217865 h 440942"/>
              <a:gd name="connsiteX236" fmla="*/ 1212518 w 2253411"/>
              <a:gd name="connsiteY236" fmla="*/ 131169 h 440942"/>
              <a:gd name="connsiteX237" fmla="*/ 1128871 w 2253411"/>
              <a:gd name="connsiteY237" fmla="*/ 217865 h 440942"/>
              <a:gd name="connsiteX238" fmla="*/ 1212518 w 2253411"/>
              <a:gd name="connsiteY238" fmla="*/ 304904 h 440942"/>
              <a:gd name="connsiteX239" fmla="*/ 1296163 w 2253411"/>
              <a:gd name="connsiteY239" fmla="*/ 217865 h 440942"/>
              <a:gd name="connsiteX240" fmla="*/ 1388657 w 2253411"/>
              <a:gd name="connsiteY240" fmla="*/ 301496 h 440942"/>
              <a:gd name="connsiteX241" fmla="*/ 1410425 w 2253411"/>
              <a:gd name="connsiteY241" fmla="*/ 298446 h 440942"/>
              <a:gd name="connsiteX242" fmla="*/ 1410425 w 2253411"/>
              <a:gd name="connsiteY242" fmla="*/ 271237 h 440942"/>
              <a:gd name="connsiteX243" fmla="*/ 1397836 w 2253411"/>
              <a:gd name="connsiteY243" fmla="*/ 272612 h 440942"/>
              <a:gd name="connsiteX244" fmla="*/ 1375054 w 2253411"/>
              <a:gd name="connsiteY244" fmla="*/ 250158 h 440942"/>
              <a:gd name="connsiteX245" fmla="*/ 1375054 w 2253411"/>
              <a:gd name="connsiteY245" fmla="*/ 165152 h 440942"/>
              <a:gd name="connsiteX246" fmla="*/ 1410423 w 2253411"/>
              <a:gd name="connsiteY246" fmla="*/ 165152 h 440942"/>
              <a:gd name="connsiteX247" fmla="*/ 1410423 w 2253411"/>
              <a:gd name="connsiteY247" fmla="*/ 136254 h 440942"/>
              <a:gd name="connsiteX248" fmla="*/ 1375054 w 2253411"/>
              <a:gd name="connsiteY248" fmla="*/ 136254 h 440942"/>
              <a:gd name="connsiteX249" fmla="*/ 1375054 w 2253411"/>
              <a:gd name="connsiteY249" fmla="*/ 84585 h 440942"/>
              <a:gd name="connsiteX250" fmla="*/ 1345825 w 2253411"/>
              <a:gd name="connsiteY250" fmla="*/ 84585 h 440942"/>
              <a:gd name="connsiteX251" fmla="*/ 1345825 w 2253411"/>
              <a:gd name="connsiteY251" fmla="*/ 111092 h 440942"/>
              <a:gd name="connsiteX252" fmla="*/ 1320665 w 2253411"/>
              <a:gd name="connsiteY252" fmla="*/ 136254 h 440942"/>
              <a:gd name="connsiteX253" fmla="*/ 1311814 w 2253411"/>
              <a:gd name="connsiteY253" fmla="*/ 136254 h 440942"/>
              <a:gd name="connsiteX254" fmla="*/ 1311814 w 2253411"/>
              <a:gd name="connsiteY254" fmla="*/ 165152 h 440942"/>
              <a:gd name="connsiteX255" fmla="*/ 1343105 w 2253411"/>
              <a:gd name="connsiteY255" fmla="*/ 165152 h 440942"/>
              <a:gd name="connsiteX256" fmla="*/ 1343105 w 2253411"/>
              <a:gd name="connsiteY256" fmla="*/ 254911 h 440942"/>
              <a:gd name="connsiteX257" fmla="*/ 1388657 w 2253411"/>
              <a:gd name="connsiteY257" fmla="*/ 301496 h 440942"/>
              <a:gd name="connsiteX258" fmla="*/ 1564344 w 2253411"/>
              <a:gd name="connsiteY258" fmla="*/ 217865 h 440942"/>
              <a:gd name="connsiteX259" fmla="*/ 1513349 w 2253411"/>
              <a:gd name="connsiteY259" fmla="*/ 276350 h 440942"/>
              <a:gd name="connsiteX260" fmla="*/ 1462340 w 2253411"/>
              <a:gd name="connsiteY260" fmla="*/ 217865 h 440942"/>
              <a:gd name="connsiteX261" fmla="*/ 1513349 w 2253411"/>
              <a:gd name="connsiteY261" fmla="*/ 159709 h 440942"/>
              <a:gd name="connsiteX262" fmla="*/ 1564344 w 2253411"/>
              <a:gd name="connsiteY262" fmla="*/ 217865 h 440942"/>
              <a:gd name="connsiteX263" fmla="*/ 1596994 w 2253411"/>
              <a:gd name="connsiteY263" fmla="*/ 217865 h 440942"/>
              <a:gd name="connsiteX264" fmla="*/ 1513349 w 2253411"/>
              <a:gd name="connsiteY264" fmla="*/ 131169 h 440942"/>
              <a:gd name="connsiteX265" fmla="*/ 1429704 w 2253411"/>
              <a:gd name="connsiteY265" fmla="*/ 217865 h 440942"/>
              <a:gd name="connsiteX266" fmla="*/ 1513349 w 2253411"/>
              <a:gd name="connsiteY266" fmla="*/ 304904 h 440942"/>
              <a:gd name="connsiteX267" fmla="*/ 1596994 w 2253411"/>
              <a:gd name="connsiteY267" fmla="*/ 217865 h 440942"/>
              <a:gd name="connsiteX268" fmla="*/ 1709456 w 2253411"/>
              <a:gd name="connsiteY268" fmla="*/ 167543 h 440942"/>
              <a:gd name="connsiteX269" fmla="*/ 1723392 w 2253411"/>
              <a:gd name="connsiteY269" fmla="*/ 168560 h 440942"/>
              <a:gd name="connsiteX270" fmla="*/ 1723392 w 2253411"/>
              <a:gd name="connsiteY270" fmla="*/ 134563 h 440942"/>
              <a:gd name="connsiteX271" fmla="*/ 1712851 w 2253411"/>
              <a:gd name="connsiteY271" fmla="*/ 133532 h 440942"/>
              <a:gd name="connsiteX272" fmla="*/ 1663890 w 2253411"/>
              <a:gd name="connsiteY272" fmla="*/ 164808 h 440942"/>
              <a:gd name="connsiteX273" fmla="*/ 1663890 w 2253411"/>
              <a:gd name="connsiteY273" fmla="*/ 136266 h 440942"/>
              <a:gd name="connsiteX274" fmla="*/ 1632614 w 2253411"/>
              <a:gd name="connsiteY274" fmla="*/ 136266 h 440942"/>
              <a:gd name="connsiteX275" fmla="*/ 1632614 w 2253411"/>
              <a:gd name="connsiteY275" fmla="*/ 299806 h 440942"/>
              <a:gd name="connsiteX276" fmla="*/ 1664564 w 2253411"/>
              <a:gd name="connsiteY276" fmla="*/ 299806 h 440942"/>
              <a:gd name="connsiteX277" fmla="*/ 1664564 w 2253411"/>
              <a:gd name="connsiteY277" fmla="*/ 217851 h 440942"/>
              <a:gd name="connsiteX278" fmla="*/ 1709456 w 2253411"/>
              <a:gd name="connsiteY278" fmla="*/ 167543 h 440942"/>
              <a:gd name="connsiteX279" fmla="*/ 1790286 w 2253411"/>
              <a:gd name="connsiteY279" fmla="*/ 74360 h 440942"/>
              <a:gd name="connsiteX280" fmla="*/ 1767488 w 2253411"/>
              <a:gd name="connsiteY280" fmla="*/ 51248 h 440942"/>
              <a:gd name="connsiteX281" fmla="*/ 1744374 w 2253411"/>
              <a:gd name="connsiteY281" fmla="*/ 74045 h 440942"/>
              <a:gd name="connsiteX282" fmla="*/ 1767159 w 2253411"/>
              <a:gd name="connsiteY282" fmla="*/ 97158 h 440942"/>
              <a:gd name="connsiteX283" fmla="*/ 1790286 w 2253411"/>
              <a:gd name="connsiteY283" fmla="*/ 74401 h 440942"/>
              <a:gd name="connsiteX284" fmla="*/ 1790286 w 2253411"/>
              <a:gd name="connsiteY284" fmla="*/ 74362 h 440942"/>
              <a:gd name="connsiteX285" fmla="*/ 1937899 w 2253411"/>
              <a:gd name="connsiteY285" fmla="*/ 299820 h 440942"/>
              <a:gd name="connsiteX286" fmla="*/ 1968489 w 2253411"/>
              <a:gd name="connsiteY286" fmla="*/ 299820 h 440942"/>
              <a:gd name="connsiteX287" fmla="*/ 1966785 w 2253411"/>
              <a:gd name="connsiteY287" fmla="*/ 269547 h 440942"/>
              <a:gd name="connsiteX288" fmla="*/ 1966785 w 2253411"/>
              <a:gd name="connsiteY288" fmla="*/ 136254 h 440942"/>
              <a:gd name="connsiteX289" fmla="*/ 1934821 w 2253411"/>
              <a:gd name="connsiteY289" fmla="*/ 136254 h 440942"/>
              <a:gd name="connsiteX290" fmla="*/ 1934821 w 2253411"/>
              <a:gd name="connsiteY290" fmla="*/ 234863 h 440942"/>
              <a:gd name="connsiteX291" fmla="*/ 1896069 w 2253411"/>
              <a:gd name="connsiteY291" fmla="*/ 276679 h 440942"/>
              <a:gd name="connsiteX292" fmla="*/ 1859008 w 2253411"/>
              <a:gd name="connsiteY292" fmla="*/ 234519 h 440942"/>
              <a:gd name="connsiteX293" fmla="*/ 1859008 w 2253411"/>
              <a:gd name="connsiteY293" fmla="*/ 136254 h 440942"/>
              <a:gd name="connsiteX294" fmla="*/ 1827032 w 2253411"/>
              <a:gd name="connsiteY294" fmla="*/ 136254 h 440942"/>
              <a:gd name="connsiteX295" fmla="*/ 1827032 w 2253411"/>
              <a:gd name="connsiteY295" fmla="*/ 239287 h 440942"/>
              <a:gd name="connsiteX296" fmla="*/ 1888249 w 2253411"/>
              <a:gd name="connsiteY296" fmla="*/ 304903 h 440942"/>
              <a:gd name="connsiteX297" fmla="*/ 1936524 w 2253411"/>
              <a:gd name="connsiteY297" fmla="*/ 280086 h 440942"/>
              <a:gd name="connsiteX298" fmla="*/ 1937899 w 2253411"/>
              <a:gd name="connsiteY298" fmla="*/ 299818 h 440942"/>
              <a:gd name="connsiteX299" fmla="*/ 2253984 w 2253411"/>
              <a:gd name="connsiteY299" fmla="*/ 299806 h 440942"/>
              <a:gd name="connsiteX300" fmla="*/ 2253984 w 2253411"/>
              <a:gd name="connsiteY300" fmla="*/ 193721 h 440942"/>
              <a:gd name="connsiteX301" fmla="*/ 2197547 w 2253411"/>
              <a:gd name="connsiteY301" fmla="*/ 131498 h 440942"/>
              <a:gd name="connsiteX302" fmla="*/ 2142800 w 2253411"/>
              <a:gd name="connsiteY302" fmla="*/ 162431 h 440942"/>
              <a:gd name="connsiteX303" fmla="*/ 2093839 w 2253411"/>
              <a:gd name="connsiteY303" fmla="*/ 131498 h 440942"/>
              <a:gd name="connsiteX304" fmla="*/ 2044204 w 2253411"/>
              <a:gd name="connsiteY304" fmla="*/ 158005 h 440942"/>
              <a:gd name="connsiteX305" fmla="*/ 2044204 w 2253411"/>
              <a:gd name="connsiteY305" fmla="*/ 136254 h 440942"/>
              <a:gd name="connsiteX306" fmla="*/ 2013588 w 2253411"/>
              <a:gd name="connsiteY306" fmla="*/ 136254 h 440942"/>
              <a:gd name="connsiteX307" fmla="*/ 2013588 w 2253411"/>
              <a:gd name="connsiteY307" fmla="*/ 299806 h 440942"/>
              <a:gd name="connsiteX308" fmla="*/ 2045221 w 2253411"/>
              <a:gd name="connsiteY308" fmla="*/ 299806 h 440942"/>
              <a:gd name="connsiteX309" fmla="*/ 2045221 w 2253411"/>
              <a:gd name="connsiteY309" fmla="*/ 201209 h 440942"/>
              <a:gd name="connsiteX310" fmla="*/ 2083299 w 2253411"/>
              <a:gd name="connsiteY310" fmla="*/ 159709 h 440942"/>
              <a:gd name="connsiteX311" fmla="*/ 2117971 w 2253411"/>
              <a:gd name="connsiteY311" fmla="*/ 197115 h 440942"/>
              <a:gd name="connsiteX312" fmla="*/ 2117971 w 2253411"/>
              <a:gd name="connsiteY312" fmla="*/ 299807 h 440942"/>
              <a:gd name="connsiteX313" fmla="*/ 2149932 w 2253411"/>
              <a:gd name="connsiteY313" fmla="*/ 299807 h 440942"/>
              <a:gd name="connsiteX314" fmla="*/ 2149932 w 2253411"/>
              <a:gd name="connsiteY314" fmla="*/ 200867 h 440942"/>
              <a:gd name="connsiteX315" fmla="*/ 2187682 w 2253411"/>
              <a:gd name="connsiteY315" fmla="*/ 159711 h 440942"/>
              <a:gd name="connsiteX316" fmla="*/ 2222364 w 2253411"/>
              <a:gd name="connsiteY316" fmla="*/ 197115 h 440942"/>
              <a:gd name="connsiteX317" fmla="*/ 2222364 w 2253411"/>
              <a:gd name="connsiteY317" fmla="*/ 299807 h 440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Lst>
            <a:rect l="l" t="t" r="r" b="b"/>
            <a:pathLst>
              <a:path w="2253411" h="440942">
                <a:moveTo>
                  <a:pt x="1783139" y="136254"/>
                </a:moveTo>
                <a:lnTo>
                  <a:pt x="1751520" y="136254"/>
                </a:lnTo>
                <a:lnTo>
                  <a:pt x="1751520" y="299806"/>
                </a:lnTo>
                <a:lnTo>
                  <a:pt x="1783139" y="299806"/>
                </a:lnTo>
                <a:close/>
                <a:moveTo>
                  <a:pt x="293338" y="409024"/>
                </a:moveTo>
                <a:cubicBezTo>
                  <a:pt x="293335" y="411298"/>
                  <a:pt x="295174" y="413144"/>
                  <a:pt x="297448" y="413147"/>
                </a:cubicBezTo>
                <a:cubicBezTo>
                  <a:pt x="297452" y="413147"/>
                  <a:pt x="297456" y="413147"/>
                  <a:pt x="297460" y="413147"/>
                </a:cubicBezTo>
                <a:lnTo>
                  <a:pt x="333669" y="413147"/>
                </a:lnTo>
                <a:cubicBezTo>
                  <a:pt x="335936" y="413150"/>
                  <a:pt x="337776" y="411314"/>
                  <a:pt x="337779" y="409047"/>
                </a:cubicBezTo>
                <a:cubicBezTo>
                  <a:pt x="337779" y="409039"/>
                  <a:pt x="337779" y="409032"/>
                  <a:pt x="337777" y="409024"/>
                </a:cubicBezTo>
                <a:cubicBezTo>
                  <a:pt x="337782" y="406760"/>
                  <a:pt x="335949" y="404921"/>
                  <a:pt x="333683" y="404916"/>
                </a:cubicBezTo>
                <a:cubicBezTo>
                  <a:pt x="333678" y="404916"/>
                  <a:pt x="333674" y="404916"/>
                  <a:pt x="333669" y="404916"/>
                </a:cubicBezTo>
                <a:lnTo>
                  <a:pt x="297460" y="404916"/>
                </a:lnTo>
                <a:cubicBezTo>
                  <a:pt x="295188" y="404911"/>
                  <a:pt x="293342" y="406749"/>
                  <a:pt x="293338" y="409021"/>
                </a:cubicBezTo>
                <a:cubicBezTo>
                  <a:pt x="293338" y="409023"/>
                  <a:pt x="293338" y="409024"/>
                  <a:pt x="293338" y="409024"/>
                </a:cubicBezTo>
                <a:moveTo>
                  <a:pt x="39859" y="409024"/>
                </a:moveTo>
                <a:cubicBezTo>
                  <a:pt x="39849" y="411291"/>
                  <a:pt x="41679" y="413137"/>
                  <a:pt x="43946" y="413147"/>
                </a:cubicBezTo>
                <a:cubicBezTo>
                  <a:pt x="43953" y="413147"/>
                  <a:pt x="43959" y="413147"/>
                  <a:pt x="43967" y="413147"/>
                </a:cubicBezTo>
                <a:lnTo>
                  <a:pt x="80176" y="413147"/>
                </a:lnTo>
                <a:cubicBezTo>
                  <a:pt x="82449" y="413150"/>
                  <a:pt x="84295" y="411311"/>
                  <a:pt x="84298" y="409037"/>
                </a:cubicBezTo>
                <a:cubicBezTo>
                  <a:pt x="84298" y="409032"/>
                  <a:pt x="84298" y="409029"/>
                  <a:pt x="84298" y="409024"/>
                </a:cubicBezTo>
                <a:cubicBezTo>
                  <a:pt x="84295" y="406752"/>
                  <a:pt x="82451" y="404913"/>
                  <a:pt x="80179" y="404916"/>
                </a:cubicBezTo>
                <a:cubicBezTo>
                  <a:pt x="80177" y="404916"/>
                  <a:pt x="80177" y="404916"/>
                  <a:pt x="80176" y="404916"/>
                </a:cubicBezTo>
                <a:lnTo>
                  <a:pt x="43967" y="404916"/>
                </a:lnTo>
                <a:cubicBezTo>
                  <a:pt x="41701" y="404913"/>
                  <a:pt x="39862" y="406746"/>
                  <a:pt x="39859" y="409012"/>
                </a:cubicBezTo>
                <a:cubicBezTo>
                  <a:pt x="39859" y="409016"/>
                  <a:pt x="39859" y="409021"/>
                  <a:pt x="39859" y="409024"/>
                </a:cubicBezTo>
                <a:moveTo>
                  <a:pt x="80177" y="339849"/>
                </a:moveTo>
                <a:lnTo>
                  <a:pt x="8803" y="339849"/>
                </a:lnTo>
                <a:lnTo>
                  <a:pt x="8803" y="177644"/>
                </a:lnTo>
                <a:cubicBezTo>
                  <a:pt x="8801" y="175367"/>
                  <a:pt x="6955" y="173523"/>
                  <a:pt x="4680" y="173521"/>
                </a:cubicBezTo>
                <a:cubicBezTo>
                  <a:pt x="2408" y="173523"/>
                  <a:pt x="569" y="175367"/>
                  <a:pt x="572" y="177639"/>
                </a:cubicBezTo>
                <a:cubicBezTo>
                  <a:pt x="572" y="177640"/>
                  <a:pt x="572" y="177642"/>
                  <a:pt x="572" y="177644"/>
                </a:cubicBezTo>
                <a:lnTo>
                  <a:pt x="572" y="343959"/>
                </a:lnTo>
                <a:cubicBezTo>
                  <a:pt x="567" y="346229"/>
                  <a:pt x="2404" y="348075"/>
                  <a:pt x="4676" y="348080"/>
                </a:cubicBezTo>
                <a:cubicBezTo>
                  <a:pt x="4677" y="348080"/>
                  <a:pt x="4679" y="348080"/>
                  <a:pt x="4680" y="348080"/>
                </a:cubicBezTo>
                <a:lnTo>
                  <a:pt x="80176" y="348080"/>
                </a:lnTo>
                <a:cubicBezTo>
                  <a:pt x="82449" y="348083"/>
                  <a:pt x="84295" y="346244"/>
                  <a:pt x="84298" y="343970"/>
                </a:cubicBezTo>
                <a:cubicBezTo>
                  <a:pt x="84298" y="343965"/>
                  <a:pt x="84298" y="343962"/>
                  <a:pt x="84298" y="343959"/>
                </a:cubicBezTo>
                <a:cubicBezTo>
                  <a:pt x="84290" y="341687"/>
                  <a:pt x="82447" y="339849"/>
                  <a:pt x="80176" y="339849"/>
                </a:cubicBezTo>
                <a:moveTo>
                  <a:pt x="98412" y="45530"/>
                </a:moveTo>
                <a:cubicBezTo>
                  <a:pt x="98409" y="43258"/>
                  <a:pt x="96564" y="41419"/>
                  <a:pt x="94292" y="41422"/>
                </a:cubicBezTo>
                <a:cubicBezTo>
                  <a:pt x="94291" y="41422"/>
                  <a:pt x="94291" y="41422"/>
                  <a:pt x="94289" y="41422"/>
                </a:cubicBezTo>
                <a:lnTo>
                  <a:pt x="30459" y="41422"/>
                </a:lnTo>
                <a:cubicBezTo>
                  <a:pt x="28193" y="41419"/>
                  <a:pt x="26354" y="43252"/>
                  <a:pt x="26351" y="45518"/>
                </a:cubicBezTo>
                <a:cubicBezTo>
                  <a:pt x="26351" y="45521"/>
                  <a:pt x="26351" y="45526"/>
                  <a:pt x="26351" y="45530"/>
                </a:cubicBezTo>
                <a:lnTo>
                  <a:pt x="26351" y="133916"/>
                </a:lnTo>
                <a:cubicBezTo>
                  <a:pt x="26346" y="136188"/>
                  <a:pt x="28184" y="138034"/>
                  <a:pt x="30456" y="138039"/>
                </a:cubicBezTo>
                <a:cubicBezTo>
                  <a:pt x="30458" y="138039"/>
                  <a:pt x="30458" y="138039"/>
                  <a:pt x="30459" y="138039"/>
                </a:cubicBezTo>
                <a:lnTo>
                  <a:pt x="80191" y="138039"/>
                </a:lnTo>
                <a:cubicBezTo>
                  <a:pt x="82460" y="138026"/>
                  <a:pt x="84295" y="136187"/>
                  <a:pt x="84300" y="133916"/>
                </a:cubicBezTo>
                <a:cubicBezTo>
                  <a:pt x="84293" y="131651"/>
                  <a:pt x="82459" y="129814"/>
                  <a:pt x="80191" y="129808"/>
                </a:cubicBezTo>
                <a:lnTo>
                  <a:pt x="34582" y="129808"/>
                </a:lnTo>
                <a:lnTo>
                  <a:pt x="34582" y="49653"/>
                </a:lnTo>
                <a:lnTo>
                  <a:pt x="94291" y="49653"/>
                </a:lnTo>
                <a:cubicBezTo>
                  <a:pt x="96564" y="49656"/>
                  <a:pt x="98410" y="47813"/>
                  <a:pt x="98413" y="45540"/>
                </a:cubicBezTo>
                <a:cubicBezTo>
                  <a:pt x="98413" y="45537"/>
                  <a:pt x="98413" y="45534"/>
                  <a:pt x="98413" y="45530"/>
                </a:cubicBezTo>
                <a:moveTo>
                  <a:pt x="271146" y="190835"/>
                </a:moveTo>
                <a:lnTo>
                  <a:pt x="271146" y="150874"/>
                </a:lnTo>
                <a:cubicBezTo>
                  <a:pt x="271151" y="148602"/>
                  <a:pt x="269311" y="146756"/>
                  <a:pt x="267039" y="146752"/>
                </a:cubicBezTo>
                <a:cubicBezTo>
                  <a:pt x="267039" y="146752"/>
                  <a:pt x="267037" y="146752"/>
                  <a:pt x="267037" y="146752"/>
                </a:cubicBezTo>
                <a:cubicBezTo>
                  <a:pt x="264756" y="146747"/>
                  <a:pt x="262904" y="148593"/>
                  <a:pt x="262900" y="150873"/>
                </a:cubicBezTo>
                <a:cubicBezTo>
                  <a:pt x="262900" y="150873"/>
                  <a:pt x="262900" y="150874"/>
                  <a:pt x="262900" y="150874"/>
                </a:cubicBezTo>
                <a:lnTo>
                  <a:pt x="262900" y="186698"/>
                </a:lnTo>
                <a:lnTo>
                  <a:pt x="192929" y="186698"/>
                </a:lnTo>
                <a:lnTo>
                  <a:pt x="192929" y="93846"/>
                </a:lnTo>
                <a:lnTo>
                  <a:pt x="234730" y="93846"/>
                </a:lnTo>
                <a:cubicBezTo>
                  <a:pt x="236999" y="93841"/>
                  <a:pt x="238840" y="92007"/>
                  <a:pt x="238853" y="89738"/>
                </a:cubicBezTo>
                <a:cubicBezTo>
                  <a:pt x="238852" y="87459"/>
                  <a:pt x="237009" y="85610"/>
                  <a:pt x="234730" y="85602"/>
                </a:cubicBezTo>
                <a:lnTo>
                  <a:pt x="192929" y="85602"/>
                </a:lnTo>
                <a:lnTo>
                  <a:pt x="192929" y="8058"/>
                </a:lnTo>
                <a:lnTo>
                  <a:pt x="256951" y="8058"/>
                </a:lnTo>
                <a:cubicBezTo>
                  <a:pt x="259225" y="8061"/>
                  <a:pt x="261071" y="6220"/>
                  <a:pt x="261072" y="3946"/>
                </a:cubicBezTo>
                <a:cubicBezTo>
                  <a:pt x="261072" y="3943"/>
                  <a:pt x="261072" y="3938"/>
                  <a:pt x="261072" y="3935"/>
                </a:cubicBezTo>
                <a:cubicBezTo>
                  <a:pt x="261071" y="1663"/>
                  <a:pt x="259226" y="-176"/>
                  <a:pt x="256954" y="-175"/>
                </a:cubicBezTo>
                <a:cubicBezTo>
                  <a:pt x="256953" y="-175"/>
                  <a:pt x="256951" y="-175"/>
                  <a:pt x="256951" y="-175"/>
                </a:cubicBezTo>
                <a:lnTo>
                  <a:pt x="120686" y="-175"/>
                </a:lnTo>
                <a:cubicBezTo>
                  <a:pt x="118418" y="-173"/>
                  <a:pt x="116580" y="1666"/>
                  <a:pt x="116578" y="3935"/>
                </a:cubicBezTo>
                <a:cubicBezTo>
                  <a:pt x="116573" y="6207"/>
                  <a:pt x="118411" y="8053"/>
                  <a:pt x="120685" y="8058"/>
                </a:cubicBezTo>
                <a:cubicBezTo>
                  <a:pt x="120685" y="8058"/>
                  <a:pt x="120686" y="8058"/>
                  <a:pt x="120686" y="8058"/>
                </a:cubicBezTo>
                <a:lnTo>
                  <a:pt x="184696" y="8058"/>
                </a:lnTo>
                <a:lnTo>
                  <a:pt x="184696" y="85629"/>
                </a:lnTo>
                <a:lnTo>
                  <a:pt x="141436" y="85629"/>
                </a:lnTo>
                <a:cubicBezTo>
                  <a:pt x="139161" y="85631"/>
                  <a:pt x="137317" y="87475"/>
                  <a:pt x="137315" y="89752"/>
                </a:cubicBezTo>
                <a:cubicBezTo>
                  <a:pt x="137318" y="92024"/>
                  <a:pt x="139163" y="93864"/>
                  <a:pt x="141435" y="93860"/>
                </a:cubicBezTo>
                <a:cubicBezTo>
                  <a:pt x="141435" y="93860"/>
                  <a:pt x="141436" y="93860"/>
                  <a:pt x="141436" y="93860"/>
                </a:cubicBezTo>
                <a:lnTo>
                  <a:pt x="184696" y="93860"/>
                </a:lnTo>
                <a:lnTo>
                  <a:pt x="184696" y="186698"/>
                </a:lnTo>
                <a:lnTo>
                  <a:pt x="114724" y="186698"/>
                </a:lnTo>
                <a:lnTo>
                  <a:pt x="114724" y="150874"/>
                </a:lnTo>
                <a:cubicBezTo>
                  <a:pt x="114727" y="148601"/>
                  <a:pt x="112885" y="146755"/>
                  <a:pt x="110611" y="146752"/>
                </a:cubicBezTo>
                <a:cubicBezTo>
                  <a:pt x="110608" y="146752"/>
                  <a:pt x="110605" y="146752"/>
                  <a:pt x="110602" y="146752"/>
                </a:cubicBezTo>
                <a:cubicBezTo>
                  <a:pt x="108325" y="146753"/>
                  <a:pt x="106481" y="148598"/>
                  <a:pt x="106479" y="150874"/>
                </a:cubicBezTo>
                <a:lnTo>
                  <a:pt x="106479" y="190835"/>
                </a:lnTo>
                <a:cubicBezTo>
                  <a:pt x="106482" y="193107"/>
                  <a:pt x="108326" y="194947"/>
                  <a:pt x="110598" y="194943"/>
                </a:cubicBezTo>
                <a:cubicBezTo>
                  <a:pt x="110598" y="194943"/>
                  <a:pt x="110600" y="194943"/>
                  <a:pt x="110602" y="194943"/>
                </a:cubicBezTo>
                <a:lnTo>
                  <a:pt x="184696" y="194943"/>
                </a:lnTo>
                <a:lnTo>
                  <a:pt x="184696" y="302418"/>
                </a:lnTo>
                <a:lnTo>
                  <a:pt x="120523" y="302418"/>
                </a:lnTo>
                <a:lnTo>
                  <a:pt x="120523" y="253744"/>
                </a:lnTo>
                <a:cubicBezTo>
                  <a:pt x="120518" y="251469"/>
                  <a:pt x="118670" y="249630"/>
                  <a:pt x="116395" y="249636"/>
                </a:cubicBezTo>
                <a:cubicBezTo>
                  <a:pt x="116392" y="249636"/>
                  <a:pt x="116389" y="249636"/>
                  <a:pt x="116386" y="249636"/>
                </a:cubicBezTo>
                <a:lnTo>
                  <a:pt x="62189" y="249636"/>
                </a:lnTo>
                <a:lnTo>
                  <a:pt x="62189" y="210170"/>
                </a:lnTo>
                <a:cubicBezTo>
                  <a:pt x="62194" y="207898"/>
                  <a:pt x="60356" y="206052"/>
                  <a:pt x="58084" y="206047"/>
                </a:cubicBezTo>
                <a:cubicBezTo>
                  <a:pt x="58082" y="206047"/>
                  <a:pt x="58082" y="206047"/>
                  <a:pt x="58081" y="206047"/>
                </a:cubicBezTo>
                <a:cubicBezTo>
                  <a:pt x="55805" y="206054"/>
                  <a:pt x="53964" y="207895"/>
                  <a:pt x="53958" y="210170"/>
                </a:cubicBezTo>
                <a:lnTo>
                  <a:pt x="53958" y="253744"/>
                </a:lnTo>
                <a:cubicBezTo>
                  <a:pt x="53960" y="256020"/>
                  <a:pt x="55804" y="257866"/>
                  <a:pt x="58081" y="257867"/>
                </a:cubicBezTo>
                <a:lnTo>
                  <a:pt x="112277" y="257867"/>
                </a:lnTo>
                <a:lnTo>
                  <a:pt x="112277" y="380182"/>
                </a:lnTo>
                <a:cubicBezTo>
                  <a:pt x="112273" y="382454"/>
                  <a:pt x="114110" y="384300"/>
                  <a:pt x="116382" y="384304"/>
                </a:cubicBezTo>
                <a:cubicBezTo>
                  <a:pt x="116384" y="384304"/>
                  <a:pt x="116386" y="384304"/>
                  <a:pt x="116386" y="384304"/>
                </a:cubicBezTo>
                <a:cubicBezTo>
                  <a:pt x="118666" y="384303"/>
                  <a:pt x="120515" y="382460"/>
                  <a:pt x="120523" y="380182"/>
                </a:cubicBezTo>
                <a:lnTo>
                  <a:pt x="120523" y="310649"/>
                </a:lnTo>
                <a:lnTo>
                  <a:pt x="184696" y="310649"/>
                </a:lnTo>
                <a:lnTo>
                  <a:pt x="184696" y="432537"/>
                </a:lnTo>
                <a:lnTo>
                  <a:pt x="131736" y="432537"/>
                </a:lnTo>
                <a:cubicBezTo>
                  <a:pt x="129475" y="432528"/>
                  <a:pt x="127636" y="434355"/>
                  <a:pt x="127628" y="436615"/>
                </a:cubicBezTo>
                <a:cubicBezTo>
                  <a:pt x="127628" y="436625"/>
                  <a:pt x="127628" y="436635"/>
                  <a:pt x="127628" y="436646"/>
                </a:cubicBezTo>
                <a:cubicBezTo>
                  <a:pt x="127618" y="438913"/>
                  <a:pt x="129448" y="440759"/>
                  <a:pt x="131716" y="440768"/>
                </a:cubicBezTo>
                <a:cubicBezTo>
                  <a:pt x="131722" y="440768"/>
                  <a:pt x="131730" y="440768"/>
                  <a:pt x="131736" y="440768"/>
                </a:cubicBezTo>
                <a:lnTo>
                  <a:pt x="245888" y="440768"/>
                </a:lnTo>
                <a:cubicBezTo>
                  <a:pt x="248162" y="440771"/>
                  <a:pt x="250008" y="438930"/>
                  <a:pt x="250011" y="436657"/>
                </a:cubicBezTo>
                <a:cubicBezTo>
                  <a:pt x="250011" y="436654"/>
                  <a:pt x="250011" y="436649"/>
                  <a:pt x="250011" y="436646"/>
                </a:cubicBezTo>
                <a:cubicBezTo>
                  <a:pt x="250013" y="434378"/>
                  <a:pt x="248176" y="432539"/>
                  <a:pt x="245909" y="432537"/>
                </a:cubicBezTo>
                <a:cubicBezTo>
                  <a:pt x="245903" y="432537"/>
                  <a:pt x="245895" y="432537"/>
                  <a:pt x="245888" y="432537"/>
                </a:cubicBezTo>
                <a:lnTo>
                  <a:pt x="192929" y="432537"/>
                </a:lnTo>
                <a:lnTo>
                  <a:pt x="192929" y="310649"/>
                </a:lnTo>
                <a:lnTo>
                  <a:pt x="257116" y="310649"/>
                </a:lnTo>
                <a:lnTo>
                  <a:pt x="257116" y="380182"/>
                </a:lnTo>
                <a:cubicBezTo>
                  <a:pt x="257124" y="382460"/>
                  <a:pt x="258972" y="384303"/>
                  <a:pt x="261250" y="384304"/>
                </a:cubicBezTo>
                <a:cubicBezTo>
                  <a:pt x="263522" y="384296"/>
                  <a:pt x="265358" y="382454"/>
                  <a:pt x="265358" y="380182"/>
                </a:cubicBezTo>
                <a:lnTo>
                  <a:pt x="265358" y="257867"/>
                </a:lnTo>
                <a:lnTo>
                  <a:pt x="319557" y="257867"/>
                </a:lnTo>
                <a:cubicBezTo>
                  <a:pt x="321829" y="257864"/>
                  <a:pt x="323668" y="256020"/>
                  <a:pt x="323665" y="253748"/>
                </a:cubicBezTo>
                <a:cubicBezTo>
                  <a:pt x="323665" y="253746"/>
                  <a:pt x="323665" y="253744"/>
                  <a:pt x="323665" y="253744"/>
                </a:cubicBezTo>
                <a:lnTo>
                  <a:pt x="323665" y="210170"/>
                </a:lnTo>
                <a:cubicBezTo>
                  <a:pt x="323665" y="207898"/>
                  <a:pt x="321827" y="206055"/>
                  <a:pt x="319557" y="206047"/>
                </a:cubicBezTo>
                <a:cubicBezTo>
                  <a:pt x="317280" y="206049"/>
                  <a:pt x="315436" y="207893"/>
                  <a:pt x="315434" y="210170"/>
                </a:cubicBezTo>
                <a:lnTo>
                  <a:pt x="315434" y="249636"/>
                </a:lnTo>
                <a:lnTo>
                  <a:pt x="261250" y="249636"/>
                </a:lnTo>
                <a:cubicBezTo>
                  <a:pt x="258977" y="249625"/>
                  <a:pt x="257124" y="251460"/>
                  <a:pt x="257115" y="253733"/>
                </a:cubicBezTo>
                <a:cubicBezTo>
                  <a:pt x="257115" y="253737"/>
                  <a:pt x="257115" y="253741"/>
                  <a:pt x="257115" y="253744"/>
                </a:cubicBezTo>
                <a:lnTo>
                  <a:pt x="257115" y="302416"/>
                </a:lnTo>
                <a:lnTo>
                  <a:pt x="192927" y="302416"/>
                </a:lnTo>
                <a:lnTo>
                  <a:pt x="192927" y="194943"/>
                </a:lnTo>
                <a:lnTo>
                  <a:pt x="267036" y="194943"/>
                </a:lnTo>
                <a:cubicBezTo>
                  <a:pt x="269301" y="194948"/>
                  <a:pt x="271141" y="193113"/>
                  <a:pt x="271144" y="190849"/>
                </a:cubicBezTo>
                <a:cubicBezTo>
                  <a:pt x="271144" y="190845"/>
                  <a:pt x="271144" y="190840"/>
                  <a:pt x="271144" y="190835"/>
                </a:cubicBezTo>
                <a:moveTo>
                  <a:pt x="351285" y="133931"/>
                </a:moveTo>
                <a:lnTo>
                  <a:pt x="351285" y="45545"/>
                </a:lnTo>
                <a:cubicBezTo>
                  <a:pt x="351288" y="43271"/>
                  <a:pt x="349449" y="41425"/>
                  <a:pt x="347175" y="41422"/>
                </a:cubicBezTo>
                <a:cubicBezTo>
                  <a:pt x="347170" y="41422"/>
                  <a:pt x="347167" y="41422"/>
                  <a:pt x="347164" y="41422"/>
                </a:cubicBezTo>
                <a:lnTo>
                  <a:pt x="283332" y="41422"/>
                </a:lnTo>
                <a:cubicBezTo>
                  <a:pt x="281065" y="41420"/>
                  <a:pt x="279226" y="43257"/>
                  <a:pt x="279224" y="45524"/>
                </a:cubicBezTo>
                <a:cubicBezTo>
                  <a:pt x="279224" y="45530"/>
                  <a:pt x="279224" y="45538"/>
                  <a:pt x="279224" y="45545"/>
                </a:cubicBezTo>
                <a:cubicBezTo>
                  <a:pt x="279226" y="47813"/>
                  <a:pt x="281065" y="49651"/>
                  <a:pt x="283332" y="49653"/>
                </a:cubicBezTo>
                <a:lnTo>
                  <a:pt x="343054" y="49653"/>
                </a:lnTo>
                <a:lnTo>
                  <a:pt x="343054" y="129808"/>
                </a:lnTo>
                <a:lnTo>
                  <a:pt x="297460" y="129808"/>
                </a:lnTo>
                <a:cubicBezTo>
                  <a:pt x="295187" y="129805"/>
                  <a:pt x="293341" y="131644"/>
                  <a:pt x="293338" y="133918"/>
                </a:cubicBezTo>
                <a:cubicBezTo>
                  <a:pt x="293338" y="133923"/>
                  <a:pt x="293338" y="133926"/>
                  <a:pt x="293338" y="133931"/>
                </a:cubicBezTo>
                <a:cubicBezTo>
                  <a:pt x="293344" y="136201"/>
                  <a:pt x="295188" y="138039"/>
                  <a:pt x="297460" y="138039"/>
                </a:cubicBezTo>
                <a:lnTo>
                  <a:pt x="347164" y="138039"/>
                </a:lnTo>
                <a:cubicBezTo>
                  <a:pt x="349434" y="138039"/>
                  <a:pt x="351279" y="136201"/>
                  <a:pt x="351285" y="133931"/>
                </a:cubicBezTo>
                <a:moveTo>
                  <a:pt x="377065" y="343972"/>
                </a:moveTo>
                <a:lnTo>
                  <a:pt x="377065" y="177629"/>
                </a:lnTo>
                <a:cubicBezTo>
                  <a:pt x="377062" y="175357"/>
                  <a:pt x="375218" y="173518"/>
                  <a:pt x="372946" y="173521"/>
                </a:cubicBezTo>
                <a:cubicBezTo>
                  <a:pt x="372944" y="173521"/>
                  <a:pt x="372943" y="173521"/>
                  <a:pt x="372943" y="173521"/>
                </a:cubicBezTo>
                <a:cubicBezTo>
                  <a:pt x="370677" y="173518"/>
                  <a:pt x="368838" y="175351"/>
                  <a:pt x="368834" y="177617"/>
                </a:cubicBezTo>
                <a:cubicBezTo>
                  <a:pt x="368834" y="177621"/>
                  <a:pt x="368834" y="177625"/>
                  <a:pt x="368834" y="177629"/>
                </a:cubicBezTo>
                <a:lnTo>
                  <a:pt x="368834" y="339836"/>
                </a:lnTo>
                <a:lnTo>
                  <a:pt x="297460" y="339836"/>
                </a:lnTo>
                <a:cubicBezTo>
                  <a:pt x="295179" y="339839"/>
                  <a:pt x="293335" y="341690"/>
                  <a:pt x="293338" y="343970"/>
                </a:cubicBezTo>
                <a:cubicBezTo>
                  <a:pt x="293338" y="343970"/>
                  <a:pt x="293338" y="343972"/>
                  <a:pt x="293338" y="343972"/>
                </a:cubicBezTo>
                <a:cubicBezTo>
                  <a:pt x="293335" y="346239"/>
                  <a:pt x="295171" y="348078"/>
                  <a:pt x="297438" y="348080"/>
                </a:cubicBezTo>
                <a:cubicBezTo>
                  <a:pt x="297446" y="348080"/>
                  <a:pt x="297452" y="348080"/>
                  <a:pt x="297460" y="348080"/>
                </a:cubicBezTo>
                <a:lnTo>
                  <a:pt x="372943" y="348080"/>
                </a:lnTo>
                <a:cubicBezTo>
                  <a:pt x="375210" y="348089"/>
                  <a:pt x="377056" y="346260"/>
                  <a:pt x="377065" y="343992"/>
                </a:cubicBezTo>
                <a:cubicBezTo>
                  <a:pt x="377065" y="343986"/>
                  <a:pt x="377065" y="343978"/>
                  <a:pt x="377065" y="343972"/>
                </a:cubicBezTo>
                <a:moveTo>
                  <a:pt x="577721" y="299806"/>
                </a:moveTo>
                <a:lnTo>
                  <a:pt x="609683" y="299806"/>
                </a:lnTo>
                <a:lnTo>
                  <a:pt x="609683" y="196098"/>
                </a:lnTo>
                <a:cubicBezTo>
                  <a:pt x="609683" y="159709"/>
                  <a:pt x="590294" y="131498"/>
                  <a:pt x="551186" y="131498"/>
                </a:cubicBezTo>
                <a:cubicBezTo>
                  <a:pt x="532153" y="131498"/>
                  <a:pt x="512778" y="139317"/>
                  <a:pt x="500878" y="159709"/>
                </a:cubicBezTo>
                <a:lnTo>
                  <a:pt x="500878" y="136254"/>
                </a:lnTo>
                <a:lnTo>
                  <a:pt x="469601" y="136254"/>
                </a:lnTo>
                <a:lnTo>
                  <a:pt x="469601" y="299806"/>
                </a:lnTo>
                <a:lnTo>
                  <a:pt x="501565" y="299806"/>
                </a:lnTo>
                <a:lnTo>
                  <a:pt x="501565" y="205278"/>
                </a:lnTo>
                <a:cubicBezTo>
                  <a:pt x="501565" y="180447"/>
                  <a:pt x="514481" y="160396"/>
                  <a:pt x="539629" y="160396"/>
                </a:cubicBezTo>
                <a:cubicBezTo>
                  <a:pt x="568198" y="160396"/>
                  <a:pt x="577721" y="178769"/>
                  <a:pt x="577721" y="201540"/>
                </a:cubicBezTo>
                <a:close/>
                <a:moveTo>
                  <a:pt x="766751" y="201196"/>
                </a:moveTo>
                <a:lnTo>
                  <a:pt x="677320" y="201196"/>
                </a:lnTo>
                <a:cubicBezTo>
                  <a:pt x="678681" y="180130"/>
                  <a:pt x="695020" y="159366"/>
                  <a:pt x="721870" y="159366"/>
                </a:cubicBezTo>
                <a:cubicBezTo>
                  <a:pt x="750756" y="159366"/>
                  <a:pt x="766064" y="177739"/>
                  <a:pt x="766751" y="201196"/>
                </a:cubicBezTo>
                <a:moveTo>
                  <a:pt x="799388" y="227044"/>
                </a:moveTo>
                <a:cubicBezTo>
                  <a:pt x="799861" y="223662"/>
                  <a:pt x="800091" y="220250"/>
                  <a:pt x="800075" y="216835"/>
                </a:cubicBezTo>
                <a:cubicBezTo>
                  <a:pt x="800075" y="165839"/>
                  <a:pt x="771836" y="131155"/>
                  <a:pt x="721527" y="131155"/>
                </a:cubicBezTo>
                <a:cubicBezTo>
                  <a:pt x="680385" y="131155"/>
                  <a:pt x="643324" y="166182"/>
                  <a:pt x="643324" y="217522"/>
                </a:cubicBezTo>
                <a:cubicBezTo>
                  <a:pt x="643324" y="272955"/>
                  <a:pt x="681746" y="304904"/>
                  <a:pt x="725608" y="304904"/>
                </a:cubicBezTo>
                <a:cubicBezTo>
                  <a:pt x="763687" y="304904"/>
                  <a:pt x="789865" y="282134"/>
                  <a:pt x="799044" y="253221"/>
                </a:cubicBezTo>
                <a:lnTo>
                  <a:pt x="771519" y="243698"/>
                </a:lnTo>
                <a:cubicBezTo>
                  <a:pt x="765391" y="262058"/>
                  <a:pt x="752130" y="276679"/>
                  <a:pt x="725608" y="276679"/>
                </a:cubicBezTo>
                <a:cubicBezTo>
                  <a:pt x="698057" y="276679"/>
                  <a:pt x="676991" y="256285"/>
                  <a:pt x="676304" y="227044"/>
                </a:cubicBezTo>
                <a:close/>
                <a:moveTo>
                  <a:pt x="945791" y="299820"/>
                </a:moveTo>
                <a:lnTo>
                  <a:pt x="976394" y="299820"/>
                </a:lnTo>
                <a:cubicBezTo>
                  <a:pt x="975261" y="289769"/>
                  <a:pt x="974688" y="279662"/>
                  <a:pt x="974677" y="269547"/>
                </a:cubicBezTo>
                <a:lnTo>
                  <a:pt x="974677" y="136254"/>
                </a:lnTo>
                <a:lnTo>
                  <a:pt x="942727" y="136254"/>
                </a:lnTo>
                <a:lnTo>
                  <a:pt x="942727" y="234863"/>
                </a:lnTo>
                <a:cubicBezTo>
                  <a:pt x="942727" y="259681"/>
                  <a:pt x="929810" y="276679"/>
                  <a:pt x="903948" y="276679"/>
                </a:cubicBezTo>
                <a:cubicBezTo>
                  <a:pt x="877097" y="276679"/>
                  <a:pt x="866901" y="256959"/>
                  <a:pt x="866901" y="234519"/>
                </a:cubicBezTo>
                <a:lnTo>
                  <a:pt x="866901" y="136254"/>
                </a:lnTo>
                <a:lnTo>
                  <a:pt x="834924" y="136254"/>
                </a:lnTo>
                <a:lnTo>
                  <a:pt x="834924" y="239287"/>
                </a:lnTo>
                <a:cubicBezTo>
                  <a:pt x="834924" y="276348"/>
                  <a:pt x="858065" y="304903"/>
                  <a:pt x="896143" y="304903"/>
                </a:cubicBezTo>
                <a:cubicBezTo>
                  <a:pt x="915175" y="304903"/>
                  <a:pt x="935582" y="297084"/>
                  <a:pt x="944418" y="280086"/>
                </a:cubicBezTo>
                <a:cubicBezTo>
                  <a:pt x="944422" y="286687"/>
                  <a:pt x="944881" y="293281"/>
                  <a:pt x="945791" y="299818"/>
                </a:cubicBezTo>
                <a:moveTo>
                  <a:pt x="1098324" y="167541"/>
                </a:moveTo>
                <a:cubicBezTo>
                  <a:pt x="1102992" y="167551"/>
                  <a:pt x="1107652" y="167891"/>
                  <a:pt x="1112271" y="168559"/>
                </a:cubicBezTo>
                <a:lnTo>
                  <a:pt x="1112271" y="134563"/>
                </a:lnTo>
                <a:cubicBezTo>
                  <a:pt x="1108795" y="133908"/>
                  <a:pt x="1105269" y="133563"/>
                  <a:pt x="1101731" y="133532"/>
                </a:cubicBezTo>
                <a:cubicBezTo>
                  <a:pt x="1085077" y="133532"/>
                  <a:pt x="1064671" y="139661"/>
                  <a:pt x="1052771" y="164808"/>
                </a:cubicBezTo>
                <a:lnTo>
                  <a:pt x="1052771" y="136266"/>
                </a:lnTo>
                <a:lnTo>
                  <a:pt x="1021481" y="136266"/>
                </a:lnTo>
                <a:lnTo>
                  <a:pt x="1021481" y="299806"/>
                </a:lnTo>
                <a:lnTo>
                  <a:pt x="1053443" y="299806"/>
                </a:lnTo>
                <a:lnTo>
                  <a:pt x="1053443" y="217851"/>
                </a:lnTo>
                <a:cubicBezTo>
                  <a:pt x="1053443" y="181820"/>
                  <a:pt x="1071474" y="167543"/>
                  <a:pt x="1098324" y="167543"/>
                </a:cubicBezTo>
                <a:moveTo>
                  <a:pt x="1263512" y="217865"/>
                </a:moveTo>
                <a:cubicBezTo>
                  <a:pt x="1263512" y="255943"/>
                  <a:pt x="1239712" y="276350"/>
                  <a:pt x="1212518" y="276350"/>
                </a:cubicBezTo>
                <a:cubicBezTo>
                  <a:pt x="1185308" y="276350"/>
                  <a:pt x="1161507" y="255943"/>
                  <a:pt x="1161507" y="217865"/>
                </a:cubicBezTo>
                <a:cubicBezTo>
                  <a:pt x="1161507" y="180116"/>
                  <a:pt x="1185308" y="159709"/>
                  <a:pt x="1212518" y="159709"/>
                </a:cubicBezTo>
                <a:cubicBezTo>
                  <a:pt x="1239712" y="159709"/>
                  <a:pt x="1263512" y="180116"/>
                  <a:pt x="1263512" y="217865"/>
                </a:cubicBezTo>
                <a:moveTo>
                  <a:pt x="1296163" y="217865"/>
                </a:moveTo>
                <a:cubicBezTo>
                  <a:pt x="1296163" y="168230"/>
                  <a:pt x="1261479" y="131169"/>
                  <a:pt x="1212518" y="131169"/>
                </a:cubicBezTo>
                <a:cubicBezTo>
                  <a:pt x="1163557" y="131169"/>
                  <a:pt x="1128871" y="168230"/>
                  <a:pt x="1128871" y="217865"/>
                </a:cubicBezTo>
                <a:cubicBezTo>
                  <a:pt x="1128871" y="267844"/>
                  <a:pt x="1163555" y="304904"/>
                  <a:pt x="1212518" y="304904"/>
                </a:cubicBezTo>
                <a:cubicBezTo>
                  <a:pt x="1261479" y="304904"/>
                  <a:pt x="1296163" y="267844"/>
                  <a:pt x="1296163" y="217865"/>
                </a:cubicBezTo>
                <a:moveTo>
                  <a:pt x="1388657" y="301496"/>
                </a:moveTo>
                <a:cubicBezTo>
                  <a:pt x="1396028" y="301629"/>
                  <a:pt x="1403374" y="300599"/>
                  <a:pt x="1410425" y="298446"/>
                </a:cubicBezTo>
                <a:lnTo>
                  <a:pt x="1410425" y="271237"/>
                </a:lnTo>
                <a:cubicBezTo>
                  <a:pt x="1406285" y="272108"/>
                  <a:pt x="1402068" y="272569"/>
                  <a:pt x="1397836" y="272612"/>
                </a:cubicBezTo>
                <a:cubicBezTo>
                  <a:pt x="1381182" y="272612"/>
                  <a:pt x="1375054" y="265109"/>
                  <a:pt x="1375054" y="250158"/>
                </a:cubicBezTo>
                <a:lnTo>
                  <a:pt x="1375054" y="165152"/>
                </a:lnTo>
                <a:lnTo>
                  <a:pt x="1410423" y="165152"/>
                </a:lnTo>
                <a:lnTo>
                  <a:pt x="1410423" y="136254"/>
                </a:lnTo>
                <a:lnTo>
                  <a:pt x="1375054" y="136254"/>
                </a:lnTo>
                <a:lnTo>
                  <a:pt x="1375054" y="84585"/>
                </a:lnTo>
                <a:lnTo>
                  <a:pt x="1345825" y="84585"/>
                </a:lnTo>
                <a:lnTo>
                  <a:pt x="1345825" y="111092"/>
                </a:lnTo>
                <a:cubicBezTo>
                  <a:pt x="1345825" y="125383"/>
                  <a:pt x="1338335" y="136254"/>
                  <a:pt x="1320665" y="136254"/>
                </a:cubicBezTo>
                <a:lnTo>
                  <a:pt x="1311814" y="136254"/>
                </a:lnTo>
                <a:lnTo>
                  <a:pt x="1311814" y="165152"/>
                </a:lnTo>
                <a:lnTo>
                  <a:pt x="1343105" y="165152"/>
                </a:lnTo>
                <a:lnTo>
                  <a:pt x="1343105" y="254911"/>
                </a:lnTo>
                <a:cubicBezTo>
                  <a:pt x="1343105" y="284512"/>
                  <a:pt x="1360777" y="301496"/>
                  <a:pt x="1388657" y="301496"/>
                </a:cubicBezTo>
                <a:moveTo>
                  <a:pt x="1564344" y="217865"/>
                </a:moveTo>
                <a:cubicBezTo>
                  <a:pt x="1564344" y="255943"/>
                  <a:pt x="1540543" y="276350"/>
                  <a:pt x="1513349" y="276350"/>
                </a:cubicBezTo>
                <a:cubicBezTo>
                  <a:pt x="1486155" y="276350"/>
                  <a:pt x="1462340" y="255943"/>
                  <a:pt x="1462340" y="217865"/>
                </a:cubicBezTo>
                <a:cubicBezTo>
                  <a:pt x="1462340" y="180116"/>
                  <a:pt x="1486155" y="159709"/>
                  <a:pt x="1513349" y="159709"/>
                </a:cubicBezTo>
                <a:cubicBezTo>
                  <a:pt x="1540544" y="159709"/>
                  <a:pt x="1564344" y="180116"/>
                  <a:pt x="1564344" y="217865"/>
                </a:cubicBezTo>
                <a:moveTo>
                  <a:pt x="1596994" y="217865"/>
                </a:moveTo>
                <a:cubicBezTo>
                  <a:pt x="1596994" y="168230"/>
                  <a:pt x="1562310" y="131169"/>
                  <a:pt x="1513349" y="131169"/>
                </a:cubicBezTo>
                <a:cubicBezTo>
                  <a:pt x="1464388" y="131169"/>
                  <a:pt x="1429704" y="168230"/>
                  <a:pt x="1429704" y="217865"/>
                </a:cubicBezTo>
                <a:cubicBezTo>
                  <a:pt x="1429704" y="267844"/>
                  <a:pt x="1464388" y="304904"/>
                  <a:pt x="1513349" y="304904"/>
                </a:cubicBezTo>
                <a:cubicBezTo>
                  <a:pt x="1562310" y="304904"/>
                  <a:pt x="1596994" y="267844"/>
                  <a:pt x="1596994" y="217865"/>
                </a:cubicBezTo>
                <a:moveTo>
                  <a:pt x="1709456" y="167543"/>
                </a:moveTo>
                <a:cubicBezTo>
                  <a:pt x="1714119" y="167552"/>
                  <a:pt x="1718776" y="167893"/>
                  <a:pt x="1723392" y="168560"/>
                </a:cubicBezTo>
                <a:lnTo>
                  <a:pt x="1723392" y="134563"/>
                </a:lnTo>
                <a:cubicBezTo>
                  <a:pt x="1719915" y="133908"/>
                  <a:pt x="1716387" y="133563"/>
                  <a:pt x="1712851" y="133532"/>
                </a:cubicBezTo>
                <a:cubicBezTo>
                  <a:pt x="1696195" y="133532"/>
                  <a:pt x="1675790" y="139661"/>
                  <a:pt x="1663890" y="164808"/>
                </a:cubicBezTo>
                <a:lnTo>
                  <a:pt x="1663890" y="136266"/>
                </a:lnTo>
                <a:lnTo>
                  <a:pt x="1632614" y="136266"/>
                </a:lnTo>
                <a:lnTo>
                  <a:pt x="1632614" y="299806"/>
                </a:lnTo>
                <a:lnTo>
                  <a:pt x="1664564" y="299806"/>
                </a:lnTo>
                <a:lnTo>
                  <a:pt x="1664564" y="217851"/>
                </a:lnTo>
                <a:cubicBezTo>
                  <a:pt x="1664564" y="181820"/>
                  <a:pt x="1682606" y="167543"/>
                  <a:pt x="1709456" y="167543"/>
                </a:cubicBezTo>
                <a:moveTo>
                  <a:pt x="1790286" y="74360"/>
                </a:moveTo>
                <a:cubicBezTo>
                  <a:pt x="1790373" y="61682"/>
                  <a:pt x="1780166" y="51335"/>
                  <a:pt x="1767488" y="51248"/>
                </a:cubicBezTo>
                <a:cubicBezTo>
                  <a:pt x="1754810" y="51160"/>
                  <a:pt x="1744461" y="61367"/>
                  <a:pt x="1744374" y="74045"/>
                </a:cubicBezTo>
                <a:cubicBezTo>
                  <a:pt x="1744288" y="86717"/>
                  <a:pt x="1754486" y="97064"/>
                  <a:pt x="1767159" y="97158"/>
                </a:cubicBezTo>
                <a:cubicBezTo>
                  <a:pt x="1779829" y="97261"/>
                  <a:pt x="1790184" y="87071"/>
                  <a:pt x="1790286" y="74401"/>
                </a:cubicBezTo>
                <a:cubicBezTo>
                  <a:pt x="1790286" y="74389"/>
                  <a:pt x="1790286" y="74374"/>
                  <a:pt x="1790286" y="74362"/>
                </a:cubicBezTo>
                <a:moveTo>
                  <a:pt x="1937899" y="299820"/>
                </a:moveTo>
                <a:lnTo>
                  <a:pt x="1968489" y="299820"/>
                </a:lnTo>
                <a:cubicBezTo>
                  <a:pt x="1967368" y="289767"/>
                  <a:pt x="1966799" y="279662"/>
                  <a:pt x="1966785" y="269547"/>
                </a:cubicBezTo>
                <a:lnTo>
                  <a:pt x="1966785" y="136254"/>
                </a:lnTo>
                <a:lnTo>
                  <a:pt x="1934821" y="136254"/>
                </a:lnTo>
                <a:lnTo>
                  <a:pt x="1934821" y="234863"/>
                </a:lnTo>
                <a:cubicBezTo>
                  <a:pt x="1934821" y="259681"/>
                  <a:pt x="1921917" y="276679"/>
                  <a:pt x="1896069" y="276679"/>
                </a:cubicBezTo>
                <a:cubicBezTo>
                  <a:pt x="1869204" y="276679"/>
                  <a:pt x="1859008" y="256959"/>
                  <a:pt x="1859008" y="234519"/>
                </a:cubicBezTo>
                <a:lnTo>
                  <a:pt x="1859008" y="136254"/>
                </a:lnTo>
                <a:lnTo>
                  <a:pt x="1827032" y="136254"/>
                </a:lnTo>
                <a:lnTo>
                  <a:pt x="1827032" y="239287"/>
                </a:lnTo>
                <a:cubicBezTo>
                  <a:pt x="1827032" y="276348"/>
                  <a:pt x="1850171" y="304903"/>
                  <a:pt x="1888249" y="304903"/>
                </a:cubicBezTo>
                <a:cubicBezTo>
                  <a:pt x="1907282" y="304903"/>
                  <a:pt x="1927689" y="297084"/>
                  <a:pt x="1936524" y="280086"/>
                </a:cubicBezTo>
                <a:cubicBezTo>
                  <a:pt x="1936529" y="286687"/>
                  <a:pt x="1936988" y="293281"/>
                  <a:pt x="1937899" y="299818"/>
                </a:cubicBezTo>
                <a:moveTo>
                  <a:pt x="2253984" y="299806"/>
                </a:moveTo>
                <a:lnTo>
                  <a:pt x="2253984" y="193721"/>
                </a:lnTo>
                <a:cubicBezTo>
                  <a:pt x="2253984" y="150874"/>
                  <a:pt x="2226102" y="131498"/>
                  <a:pt x="2197547" y="131498"/>
                </a:cubicBezTo>
                <a:cubicBezTo>
                  <a:pt x="2176797" y="131498"/>
                  <a:pt x="2155704" y="138974"/>
                  <a:pt x="2142800" y="162431"/>
                </a:cubicBezTo>
                <a:cubicBezTo>
                  <a:pt x="2133951" y="141365"/>
                  <a:pt x="2114231" y="131498"/>
                  <a:pt x="2093839" y="131498"/>
                </a:cubicBezTo>
                <a:cubicBezTo>
                  <a:pt x="2074793" y="131498"/>
                  <a:pt x="2054387" y="139991"/>
                  <a:pt x="2044204" y="158005"/>
                </a:cubicBezTo>
                <a:lnTo>
                  <a:pt x="2044204" y="136254"/>
                </a:lnTo>
                <a:lnTo>
                  <a:pt x="2013588" y="136254"/>
                </a:lnTo>
                <a:lnTo>
                  <a:pt x="2013588" y="299806"/>
                </a:lnTo>
                <a:lnTo>
                  <a:pt x="2045221" y="299806"/>
                </a:lnTo>
                <a:lnTo>
                  <a:pt x="2045221" y="201209"/>
                </a:lnTo>
                <a:cubicBezTo>
                  <a:pt x="2045221" y="176723"/>
                  <a:pt x="2060516" y="159709"/>
                  <a:pt x="2083299" y="159709"/>
                </a:cubicBezTo>
                <a:cubicBezTo>
                  <a:pt x="2107759" y="159709"/>
                  <a:pt x="2117971" y="176035"/>
                  <a:pt x="2117971" y="197115"/>
                </a:cubicBezTo>
                <a:lnTo>
                  <a:pt x="2117971" y="299807"/>
                </a:lnTo>
                <a:lnTo>
                  <a:pt x="2149932" y="299807"/>
                </a:lnTo>
                <a:lnTo>
                  <a:pt x="2149932" y="200867"/>
                </a:lnTo>
                <a:cubicBezTo>
                  <a:pt x="2149932" y="177410"/>
                  <a:pt x="2165242" y="159711"/>
                  <a:pt x="2187682" y="159711"/>
                </a:cubicBezTo>
                <a:cubicBezTo>
                  <a:pt x="2211824" y="159711"/>
                  <a:pt x="2222364" y="175706"/>
                  <a:pt x="2222364" y="197115"/>
                </a:cubicBezTo>
                <a:lnTo>
                  <a:pt x="2222364" y="299807"/>
                </a:lnTo>
                <a:close/>
              </a:path>
            </a:pathLst>
          </a:custGeom>
          <a:solidFill>
            <a:srgbClr val="3F1A01"/>
          </a:solidFill>
          <a:ln w="1586" cap="flat">
            <a:noFill/>
            <a:prstDash val="solid"/>
            <a:miter/>
          </a:ln>
        </p:spPr>
        <p:txBody>
          <a:bodyPr rtlCol="0" anchor="ctr"/>
          <a:lstStyle/>
          <a:p>
            <a:endParaRPr lang="en-GB"/>
          </a:p>
        </p:txBody>
      </p:sp>
      <p:sp>
        <p:nvSpPr>
          <p:cNvPr id="10" name="ExternalLogo" hidden="1">
            <a:extLst>
              <a:ext uri="{FF2B5EF4-FFF2-40B4-BE49-F238E27FC236}">
                <a16:creationId xmlns:a16="http://schemas.microsoft.com/office/drawing/2014/main" id="{8D8B5B80-B8FE-4386-AD74-364BA8EEE5DF}"/>
              </a:ext>
            </a:extLst>
          </p:cNvPr>
          <p:cNvSpPr/>
          <p:nvPr/>
        </p:nvSpPr>
        <p:spPr>
          <a:xfrm>
            <a:off x="10023475" y="4968741"/>
            <a:ext cx="1627188" cy="636980"/>
          </a:xfrm>
          <a:prstGeom prst="rect">
            <a:avLst/>
          </a:prstGeom>
          <a:solidFill>
            <a:srgbClr val="D1D1D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chorCtr="0">
            <a:noAutofit/>
          </a:bodyPr>
          <a:lstStyle/>
          <a:p>
            <a:pPr algn="ctr"/>
            <a:r>
              <a:rPr lang="en-GB" sz="900">
                <a:solidFill>
                  <a:srgbClr val="FF00FF"/>
                </a:solidFill>
              </a:rPr>
              <a:t>External logo</a:t>
            </a:r>
          </a:p>
        </p:txBody>
      </p:sp>
    </p:spTree>
    <p:extLst>
      <p:ext uri="{BB962C8B-B14F-4D97-AF65-F5344CB8AC3E}">
        <p14:creationId xmlns:p14="http://schemas.microsoft.com/office/powerpoint/2010/main" val="2186362909"/>
      </p:ext>
    </p:extLst>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 Dark Brown">
    <p:bg>
      <p:bgPr>
        <a:solidFill>
          <a:srgbClr val="B2A499"/>
        </a:solidFill>
        <a:effectLst/>
      </p:bgPr>
    </p:bg>
    <p:spTree>
      <p:nvGrpSpPr>
        <p:cNvPr id="1" name=""/>
        <p:cNvGrpSpPr/>
        <p:nvPr/>
      </p:nvGrpSpPr>
      <p:grpSpPr>
        <a:xfrm>
          <a:off x="0" y="0"/>
          <a:ext cx="0" cy="0"/>
          <a:chOff x="0" y="0"/>
          <a:chExt cx="0" cy="0"/>
        </a:xfrm>
      </p:grpSpPr>
      <p:sp>
        <p:nvSpPr>
          <p:cNvPr id="9" name="ColoredBackground">
            <a:extLst>
              <a:ext uri="{FF2B5EF4-FFF2-40B4-BE49-F238E27FC236}">
                <a16:creationId xmlns:a16="http://schemas.microsoft.com/office/drawing/2014/main" id="{71C17852-E684-4EA4-94B3-0DD73C9689BF}"/>
              </a:ext>
            </a:extLst>
          </p:cNvPr>
          <p:cNvSpPr/>
          <p:nvPr/>
        </p:nvSpPr>
        <p:spPr>
          <a:xfrm>
            <a:off x="0" y="-1"/>
            <a:ext cx="12192000" cy="6858000"/>
          </a:xfrm>
          <a:prstGeom prst="rect">
            <a:avLst/>
          </a:prstGeom>
          <a:solidFill>
            <a:srgbClr val="B2A4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5" descr="Shape&#10;&#10;Description automatically generated with medium confidence">
            <a:extLst>
              <a:ext uri="{FF2B5EF4-FFF2-40B4-BE49-F238E27FC236}">
                <a16:creationId xmlns:a16="http://schemas.microsoft.com/office/drawing/2014/main" id="{2AFBA848-05E4-495F-BE70-69481477E5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8464564-6547-498D-A220-7B346E5B1408}"/>
              </a:ext>
            </a:extLst>
          </p:cNvPr>
          <p:cNvSpPr>
            <a:spLocks noGrp="1"/>
          </p:cNvSpPr>
          <p:nvPr>
            <p:ph type="title"/>
          </p:nvPr>
        </p:nvSpPr>
        <p:spPr>
          <a:xfrm>
            <a:off x="1219200" y="546100"/>
            <a:ext cx="6642100" cy="2105818"/>
          </a:xfrm>
        </p:spPr>
        <p:txBody>
          <a:bodyPr anchor="b"/>
          <a:lstStyle>
            <a:lvl1pPr>
              <a:defRPr sz="4000">
                <a:solidFill>
                  <a:srgbClr val="3F1A01"/>
                </a:solidFill>
              </a:defRPr>
            </a:lvl1p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1592638D-BCB6-4F07-9847-FBAA9B3609B5}"/>
              </a:ext>
            </a:extLst>
          </p:cNvPr>
          <p:cNvSpPr>
            <a:spLocks noGrp="1"/>
          </p:cNvSpPr>
          <p:nvPr>
            <p:ph type="body" idx="1"/>
          </p:nvPr>
        </p:nvSpPr>
        <p:spPr>
          <a:xfrm>
            <a:off x="1219200" y="2678906"/>
            <a:ext cx="6642100" cy="1500187"/>
          </a:xfrm>
          <a:prstGeom prst="rect">
            <a:avLst/>
          </a:prstGeom>
        </p:spPr>
        <p:txBody>
          <a:bodyPr/>
          <a:lstStyle>
            <a:lvl1pPr marL="0" indent="0">
              <a:buNone/>
              <a:defRPr sz="2400">
                <a:solidFill>
                  <a:srgbClr val="D9D1CC"/>
                </a:solidFill>
                <a:latin typeface="Times New Roman" panose="02020603050405020304" pitchFamily="18" charset="0"/>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Freeform 9">
            <a:extLst>
              <a:ext uri="{FF2B5EF4-FFF2-40B4-BE49-F238E27FC236}">
                <a16:creationId xmlns:a16="http://schemas.microsoft.com/office/drawing/2014/main" id="{1BC6753F-764E-4733-B343-5BC93ED602E4}"/>
              </a:ext>
            </a:extLst>
          </p:cNvPr>
          <p:cNvSpPr>
            <a:spLocks noEditPoints="1"/>
          </p:cNvSpPr>
          <p:nvPr/>
        </p:nvSpPr>
        <p:spPr bwMode="auto">
          <a:xfrm rot="5400000">
            <a:off x="7458075" y="-2243138"/>
            <a:ext cx="8385175" cy="9817101"/>
          </a:xfrm>
          <a:custGeom>
            <a:avLst/>
            <a:gdLst>
              <a:gd name="T0" fmla="*/ 276 w 2642"/>
              <a:gd name="T1" fmla="*/ 2871 h 3094"/>
              <a:gd name="T2" fmla="*/ 588 w 2642"/>
              <a:gd name="T3" fmla="*/ 2871 h 3094"/>
              <a:gd name="T4" fmla="*/ 2083 w 2642"/>
              <a:gd name="T5" fmla="*/ 2843 h 3094"/>
              <a:gd name="T6" fmla="*/ 2338 w 2642"/>
              <a:gd name="T7" fmla="*/ 2900 h 3094"/>
              <a:gd name="T8" fmla="*/ 29 w 2642"/>
              <a:gd name="T9" fmla="*/ 1219 h 3094"/>
              <a:gd name="T10" fmla="*/ 29 w 2642"/>
              <a:gd name="T11" fmla="*/ 2444 h 3094"/>
              <a:gd name="T12" fmla="*/ 559 w 2642"/>
              <a:gd name="T13" fmla="*/ 2386 h 3094"/>
              <a:gd name="T14" fmla="*/ 29 w 2642"/>
              <a:gd name="T15" fmla="*/ 1219 h 3094"/>
              <a:gd name="T16" fmla="*/ 2584 w 2642"/>
              <a:gd name="T17" fmla="*/ 2386 h 3094"/>
              <a:gd name="T18" fmla="*/ 2083 w 2642"/>
              <a:gd name="T19" fmla="*/ 2444 h 3094"/>
              <a:gd name="T20" fmla="*/ 2642 w 2642"/>
              <a:gd name="T21" fmla="*/ 1248 h 3094"/>
              <a:gd name="T22" fmla="*/ 210 w 2642"/>
              <a:gd name="T23" fmla="*/ 292 h 3094"/>
              <a:gd name="T24" fmla="*/ 210 w 2642"/>
              <a:gd name="T25" fmla="*/ 970 h 3094"/>
              <a:gd name="T26" fmla="*/ 559 w 2642"/>
              <a:gd name="T27" fmla="*/ 912 h 3094"/>
              <a:gd name="T28" fmla="*/ 658 w 2642"/>
              <a:gd name="T29" fmla="*/ 350 h 3094"/>
              <a:gd name="T30" fmla="*/ 2432 w 2642"/>
              <a:gd name="T31" fmla="*/ 292 h 3094"/>
              <a:gd name="T32" fmla="*/ 1984 w 2642"/>
              <a:gd name="T33" fmla="*/ 350 h 3094"/>
              <a:gd name="T34" fmla="*/ 2083 w 2642"/>
              <a:gd name="T35" fmla="*/ 912 h 3094"/>
              <a:gd name="T36" fmla="*/ 2432 w 2642"/>
              <a:gd name="T37" fmla="*/ 970 h 3094"/>
              <a:gd name="T38" fmla="*/ 2432 w 2642"/>
              <a:gd name="T39" fmla="*/ 292 h 3094"/>
              <a:gd name="T40" fmla="*/ 814 w 2642"/>
              <a:gd name="T41" fmla="*/ 29 h 3094"/>
              <a:gd name="T42" fmla="*/ 1292 w 2642"/>
              <a:gd name="T43" fmla="*/ 602 h 3094"/>
              <a:gd name="T44" fmla="*/ 989 w 2642"/>
              <a:gd name="T45" fmla="*/ 660 h 3094"/>
              <a:gd name="T46" fmla="*/ 801 w 2642"/>
              <a:gd name="T47" fmla="*/ 1311 h 3094"/>
              <a:gd name="T48" fmla="*/ 743 w 2642"/>
              <a:gd name="T49" fmla="*/ 1060 h 3094"/>
              <a:gd name="T50" fmla="*/ 1292 w 2642"/>
              <a:gd name="T51" fmla="*/ 1369 h 3094"/>
              <a:gd name="T52" fmla="*/ 842 w 2642"/>
              <a:gd name="T53" fmla="*/ 1782 h 3094"/>
              <a:gd name="T54" fmla="*/ 433 w 2642"/>
              <a:gd name="T55" fmla="*/ 1476 h 3094"/>
              <a:gd name="T56" fmla="*/ 375 w 2642"/>
              <a:gd name="T57" fmla="*/ 1782 h 3094"/>
              <a:gd name="T58" fmla="*/ 784 w 2642"/>
              <a:gd name="T59" fmla="*/ 2669 h 3094"/>
              <a:gd name="T60" fmla="*/ 842 w 2642"/>
              <a:gd name="T61" fmla="*/ 2181 h 3094"/>
              <a:gd name="T62" fmla="*/ 921 w 2642"/>
              <a:gd name="T63" fmla="*/ 3036 h 3094"/>
              <a:gd name="T64" fmla="*/ 1321 w 2642"/>
              <a:gd name="T65" fmla="*/ 3094 h 3094"/>
              <a:gd name="T66" fmla="*/ 1722 w 2642"/>
              <a:gd name="T67" fmla="*/ 3036 h 3094"/>
              <a:gd name="T68" fmla="*/ 1800 w 2642"/>
              <a:gd name="T69" fmla="*/ 2181 h 3094"/>
              <a:gd name="T70" fmla="*/ 1858 w 2642"/>
              <a:gd name="T71" fmla="*/ 2669 h 3094"/>
              <a:gd name="T72" fmla="*/ 2267 w 2642"/>
              <a:gd name="T73" fmla="*/ 1782 h 3094"/>
              <a:gd name="T74" fmla="*/ 2210 w 2642"/>
              <a:gd name="T75" fmla="*/ 1476 h 3094"/>
              <a:gd name="T76" fmla="*/ 1800 w 2642"/>
              <a:gd name="T77" fmla="*/ 1782 h 3094"/>
              <a:gd name="T78" fmla="*/ 1350 w 2642"/>
              <a:gd name="T79" fmla="*/ 1369 h 3094"/>
              <a:gd name="T80" fmla="*/ 1899 w 2642"/>
              <a:gd name="T81" fmla="*/ 1060 h 3094"/>
              <a:gd name="T82" fmla="*/ 1841 w 2642"/>
              <a:gd name="T83" fmla="*/ 1311 h 3094"/>
              <a:gd name="T84" fmla="*/ 1643 w 2642"/>
              <a:gd name="T85" fmla="*/ 660 h 3094"/>
              <a:gd name="T86" fmla="*/ 1350 w 2642"/>
              <a:gd name="T87" fmla="*/ 602 h 3094"/>
              <a:gd name="T88" fmla="*/ 1828 w 2642"/>
              <a:gd name="T89" fmla="*/ 29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42" h="3094">
                <a:moveTo>
                  <a:pt x="559" y="2843"/>
                </a:moveTo>
                <a:cubicBezTo>
                  <a:pt x="305" y="2843"/>
                  <a:pt x="305" y="2843"/>
                  <a:pt x="305" y="2843"/>
                </a:cubicBezTo>
                <a:cubicBezTo>
                  <a:pt x="289" y="2843"/>
                  <a:pt x="276" y="2856"/>
                  <a:pt x="276" y="2871"/>
                </a:cubicBezTo>
                <a:cubicBezTo>
                  <a:pt x="276" y="2887"/>
                  <a:pt x="289" y="2900"/>
                  <a:pt x="305" y="2900"/>
                </a:cubicBezTo>
                <a:cubicBezTo>
                  <a:pt x="559" y="2900"/>
                  <a:pt x="559" y="2900"/>
                  <a:pt x="559" y="2900"/>
                </a:cubicBezTo>
                <a:cubicBezTo>
                  <a:pt x="575" y="2900"/>
                  <a:pt x="588" y="2887"/>
                  <a:pt x="588" y="2871"/>
                </a:cubicBezTo>
                <a:cubicBezTo>
                  <a:pt x="588" y="2856"/>
                  <a:pt x="575" y="2843"/>
                  <a:pt x="559" y="2843"/>
                </a:cubicBezTo>
                <a:moveTo>
                  <a:pt x="2338" y="2843"/>
                </a:moveTo>
                <a:cubicBezTo>
                  <a:pt x="2083" y="2843"/>
                  <a:pt x="2083" y="2843"/>
                  <a:pt x="2083" y="2843"/>
                </a:cubicBezTo>
                <a:cubicBezTo>
                  <a:pt x="2068" y="2843"/>
                  <a:pt x="2055" y="2856"/>
                  <a:pt x="2055" y="2871"/>
                </a:cubicBezTo>
                <a:cubicBezTo>
                  <a:pt x="2055" y="2887"/>
                  <a:pt x="2068" y="2900"/>
                  <a:pt x="2083" y="2900"/>
                </a:cubicBezTo>
                <a:cubicBezTo>
                  <a:pt x="2338" y="2900"/>
                  <a:pt x="2338" y="2900"/>
                  <a:pt x="2338" y="2900"/>
                </a:cubicBezTo>
                <a:cubicBezTo>
                  <a:pt x="2354" y="2900"/>
                  <a:pt x="2366" y="2887"/>
                  <a:pt x="2366" y="2871"/>
                </a:cubicBezTo>
                <a:cubicBezTo>
                  <a:pt x="2366" y="2856"/>
                  <a:pt x="2354" y="2843"/>
                  <a:pt x="2338" y="2843"/>
                </a:cubicBezTo>
                <a:moveTo>
                  <a:pt x="29" y="1219"/>
                </a:moveTo>
                <a:cubicBezTo>
                  <a:pt x="13" y="1219"/>
                  <a:pt x="0" y="1232"/>
                  <a:pt x="0" y="1248"/>
                </a:cubicBezTo>
                <a:cubicBezTo>
                  <a:pt x="0" y="2415"/>
                  <a:pt x="0" y="2415"/>
                  <a:pt x="0" y="2415"/>
                </a:cubicBezTo>
                <a:cubicBezTo>
                  <a:pt x="0" y="2431"/>
                  <a:pt x="13" y="2444"/>
                  <a:pt x="29" y="2444"/>
                </a:cubicBezTo>
                <a:cubicBezTo>
                  <a:pt x="559" y="2444"/>
                  <a:pt x="559" y="2444"/>
                  <a:pt x="559" y="2444"/>
                </a:cubicBezTo>
                <a:cubicBezTo>
                  <a:pt x="575" y="2444"/>
                  <a:pt x="588" y="2431"/>
                  <a:pt x="588" y="2415"/>
                </a:cubicBezTo>
                <a:cubicBezTo>
                  <a:pt x="588" y="2399"/>
                  <a:pt x="575" y="2386"/>
                  <a:pt x="559" y="2386"/>
                </a:cubicBezTo>
                <a:cubicBezTo>
                  <a:pt x="58" y="2386"/>
                  <a:pt x="58" y="2386"/>
                  <a:pt x="58" y="2386"/>
                </a:cubicBezTo>
                <a:cubicBezTo>
                  <a:pt x="58" y="1248"/>
                  <a:pt x="58" y="1248"/>
                  <a:pt x="58" y="1248"/>
                </a:cubicBezTo>
                <a:cubicBezTo>
                  <a:pt x="58" y="1232"/>
                  <a:pt x="45" y="1219"/>
                  <a:pt x="29" y="1219"/>
                </a:cubicBezTo>
                <a:moveTo>
                  <a:pt x="2613" y="1219"/>
                </a:moveTo>
                <a:cubicBezTo>
                  <a:pt x="2597" y="1219"/>
                  <a:pt x="2584" y="1232"/>
                  <a:pt x="2584" y="1248"/>
                </a:cubicBezTo>
                <a:cubicBezTo>
                  <a:pt x="2584" y="2386"/>
                  <a:pt x="2584" y="2386"/>
                  <a:pt x="2584" y="2386"/>
                </a:cubicBezTo>
                <a:cubicBezTo>
                  <a:pt x="2083" y="2386"/>
                  <a:pt x="2083" y="2386"/>
                  <a:pt x="2083" y="2386"/>
                </a:cubicBezTo>
                <a:cubicBezTo>
                  <a:pt x="2067" y="2386"/>
                  <a:pt x="2055" y="2399"/>
                  <a:pt x="2055" y="2415"/>
                </a:cubicBezTo>
                <a:cubicBezTo>
                  <a:pt x="2055" y="2431"/>
                  <a:pt x="2067" y="2444"/>
                  <a:pt x="2083" y="2444"/>
                </a:cubicBezTo>
                <a:cubicBezTo>
                  <a:pt x="2613" y="2444"/>
                  <a:pt x="2613" y="2444"/>
                  <a:pt x="2613" y="2444"/>
                </a:cubicBezTo>
                <a:cubicBezTo>
                  <a:pt x="2629" y="2444"/>
                  <a:pt x="2642" y="2431"/>
                  <a:pt x="2642" y="2415"/>
                </a:cubicBezTo>
                <a:cubicBezTo>
                  <a:pt x="2642" y="1248"/>
                  <a:pt x="2642" y="1248"/>
                  <a:pt x="2642" y="1248"/>
                </a:cubicBezTo>
                <a:cubicBezTo>
                  <a:pt x="2642" y="1232"/>
                  <a:pt x="2629" y="1219"/>
                  <a:pt x="2613" y="1219"/>
                </a:cubicBezTo>
                <a:moveTo>
                  <a:pt x="658" y="292"/>
                </a:moveTo>
                <a:cubicBezTo>
                  <a:pt x="210" y="292"/>
                  <a:pt x="210" y="292"/>
                  <a:pt x="210" y="292"/>
                </a:cubicBezTo>
                <a:cubicBezTo>
                  <a:pt x="194" y="292"/>
                  <a:pt x="181" y="305"/>
                  <a:pt x="181" y="321"/>
                </a:cubicBezTo>
                <a:cubicBezTo>
                  <a:pt x="181" y="941"/>
                  <a:pt x="181" y="941"/>
                  <a:pt x="181" y="941"/>
                </a:cubicBezTo>
                <a:cubicBezTo>
                  <a:pt x="181" y="957"/>
                  <a:pt x="194" y="970"/>
                  <a:pt x="210" y="970"/>
                </a:cubicBezTo>
                <a:cubicBezTo>
                  <a:pt x="559" y="970"/>
                  <a:pt x="559" y="970"/>
                  <a:pt x="559" y="970"/>
                </a:cubicBezTo>
                <a:cubicBezTo>
                  <a:pt x="575" y="970"/>
                  <a:pt x="588" y="957"/>
                  <a:pt x="588" y="941"/>
                </a:cubicBezTo>
                <a:cubicBezTo>
                  <a:pt x="588" y="925"/>
                  <a:pt x="575" y="912"/>
                  <a:pt x="559" y="912"/>
                </a:cubicBezTo>
                <a:cubicBezTo>
                  <a:pt x="239" y="912"/>
                  <a:pt x="239" y="912"/>
                  <a:pt x="239" y="912"/>
                </a:cubicBezTo>
                <a:cubicBezTo>
                  <a:pt x="239" y="350"/>
                  <a:pt x="239" y="350"/>
                  <a:pt x="239" y="350"/>
                </a:cubicBezTo>
                <a:cubicBezTo>
                  <a:pt x="658" y="350"/>
                  <a:pt x="658" y="350"/>
                  <a:pt x="658" y="350"/>
                </a:cubicBezTo>
                <a:cubicBezTo>
                  <a:pt x="674" y="350"/>
                  <a:pt x="687" y="337"/>
                  <a:pt x="687" y="321"/>
                </a:cubicBezTo>
                <a:cubicBezTo>
                  <a:pt x="687" y="305"/>
                  <a:pt x="674" y="292"/>
                  <a:pt x="658" y="292"/>
                </a:cubicBezTo>
                <a:moveTo>
                  <a:pt x="2432" y="292"/>
                </a:moveTo>
                <a:cubicBezTo>
                  <a:pt x="1984" y="292"/>
                  <a:pt x="1984" y="292"/>
                  <a:pt x="1984" y="292"/>
                </a:cubicBezTo>
                <a:cubicBezTo>
                  <a:pt x="1968" y="292"/>
                  <a:pt x="1955" y="305"/>
                  <a:pt x="1955" y="321"/>
                </a:cubicBezTo>
                <a:cubicBezTo>
                  <a:pt x="1955" y="337"/>
                  <a:pt x="1968" y="350"/>
                  <a:pt x="1984" y="350"/>
                </a:cubicBezTo>
                <a:cubicBezTo>
                  <a:pt x="2403" y="350"/>
                  <a:pt x="2403" y="350"/>
                  <a:pt x="2403" y="350"/>
                </a:cubicBezTo>
                <a:cubicBezTo>
                  <a:pt x="2403" y="912"/>
                  <a:pt x="2403" y="912"/>
                  <a:pt x="2403" y="912"/>
                </a:cubicBezTo>
                <a:cubicBezTo>
                  <a:pt x="2083" y="912"/>
                  <a:pt x="2083" y="912"/>
                  <a:pt x="2083" y="912"/>
                </a:cubicBezTo>
                <a:cubicBezTo>
                  <a:pt x="2068" y="912"/>
                  <a:pt x="2055" y="925"/>
                  <a:pt x="2055" y="941"/>
                </a:cubicBezTo>
                <a:cubicBezTo>
                  <a:pt x="2055" y="957"/>
                  <a:pt x="2068" y="970"/>
                  <a:pt x="2083" y="970"/>
                </a:cubicBezTo>
                <a:cubicBezTo>
                  <a:pt x="2432" y="970"/>
                  <a:pt x="2432" y="970"/>
                  <a:pt x="2432" y="970"/>
                </a:cubicBezTo>
                <a:cubicBezTo>
                  <a:pt x="2448" y="970"/>
                  <a:pt x="2461" y="957"/>
                  <a:pt x="2461" y="941"/>
                </a:cubicBezTo>
                <a:cubicBezTo>
                  <a:pt x="2461" y="321"/>
                  <a:pt x="2461" y="321"/>
                  <a:pt x="2461" y="321"/>
                </a:cubicBezTo>
                <a:cubicBezTo>
                  <a:pt x="2461" y="305"/>
                  <a:pt x="2448" y="292"/>
                  <a:pt x="2432" y="292"/>
                </a:cubicBezTo>
                <a:moveTo>
                  <a:pt x="1799" y="0"/>
                </a:moveTo>
                <a:cubicBezTo>
                  <a:pt x="843" y="0"/>
                  <a:pt x="843" y="0"/>
                  <a:pt x="843" y="0"/>
                </a:cubicBezTo>
                <a:cubicBezTo>
                  <a:pt x="827" y="0"/>
                  <a:pt x="814" y="13"/>
                  <a:pt x="814" y="29"/>
                </a:cubicBezTo>
                <a:cubicBezTo>
                  <a:pt x="814" y="45"/>
                  <a:pt x="827" y="58"/>
                  <a:pt x="843" y="58"/>
                </a:cubicBezTo>
                <a:cubicBezTo>
                  <a:pt x="1292" y="58"/>
                  <a:pt x="1292" y="58"/>
                  <a:pt x="1292" y="58"/>
                </a:cubicBezTo>
                <a:cubicBezTo>
                  <a:pt x="1292" y="602"/>
                  <a:pt x="1292" y="602"/>
                  <a:pt x="1292" y="602"/>
                </a:cubicBezTo>
                <a:cubicBezTo>
                  <a:pt x="989" y="602"/>
                  <a:pt x="989" y="602"/>
                  <a:pt x="989" y="602"/>
                </a:cubicBezTo>
                <a:cubicBezTo>
                  <a:pt x="973" y="602"/>
                  <a:pt x="960" y="615"/>
                  <a:pt x="960" y="631"/>
                </a:cubicBezTo>
                <a:cubicBezTo>
                  <a:pt x="960" y="647"/>
                  <a:pt x="973" y="660"/>
                  <a:pt x="989" y="660"/>
                </a:cubicBezTo>
                <a:cubicBezTo>
                  <a:pt x="1292" y="660"/>
                  <a:pt x="1292" y="660"/>
                  <a:pt x="1292" y="660"/>
                </a:cubicBezTo>
                <a:cubicBezTo>
                  <a:pt x="1292" y="1311"/>
                  <a:pt x="1292" y="1311"/>
                  <a:pt x="1292" y="1311"/>
                </a:cubicBezTo>
                <a:cubicBezTo>
                  <a:pt x="801" y="1311"/>
                  <a:pt x="801" y="1311"/>
                  <a:pt x="801" y="1311"/>
                </a:cubicBezTo>
                <a:cubicBezTo>
                  <a:pt x="801" y="1060"/>
                  <a:pt x="801" y="1060"/>
                  <a:pt x="801" y="1060"/>
                </a:cubicBezTo>
                <a:cubicBezTo>
                  <a:pt x="801" y="1044"/>
                  <a:pt x="788" y="1031"/>
                  <a:pt x="772" y="1031"/>
                </a:cubicBezTo>
                <a:cubicBezTo>
                  <a:pt x="756" y="1031"/>
                  <a:pt x="743" y="1044"/>
                  <a:pt x="743" y="1060"/>
                </a:cubicBezTo>
                <a:cubicBezTo>
                  <a:pt x="743" y="1340"/>
                  <a:pt x="743" y="1340"/>
                  <a:pt x="743" y="1340"/>
                </a:cubicBezTo>
                <a:cubicBezTo>
                  <a:pt x="743" y="1356"/>
                  <a:pt x="756" y="1369"/>
                  <a:pt x="772" y="1369"/>
                </a:cubicBezTo>
                <a:cubicBezTo>
                  <a:pt x="1292" y="1369"/>
                  <a:pt x="1292" y="1369"/>
                  <a:pt x="1292" y="1369"/>
                </a:cubicBezTo>
                <a:cubicBezTo>
                  <a:pt x="1292" y="2123"/>
                  <a:pt x="1292" y="2123"/>
                  <a:pt x="1292" y="2123"/>
                </a:cubicBezTo>
                <a:cubicBezTo>
                  <a:pt x="842" y="2123"/>
                  <a:pt x="842" y="2123"/>
                  <a:pt x="842" y="2123"/>
                </a:cubicBezTo>
                <a:cubicBezTo>
                  <a:pt x="842" y="1782"/>
                  <a:pt x="842" y="1782"/>
                  <a:pt x="842" y="1782"/>
                </a:cubicBezTo>
                <a:cubicBezTo>
                  <a:pt x="842" y="1766"/>
                  <a:pt x="829" y="1753"/>
                  <a:pt x="813" y="1753"/>
                </a:cubicBezTo>
                <a:cubicBezTo>
                  <a:pt x="433" y="1753"/>
                  <a:pt x="433" y="1753"/>
                  <a:pt x="433" y="1753"/>
                </a:cubicBezTo>
                <a:cubicBezTo>
                  <a:pt x="433" y="1476"/>
                  <a:pt x="433" y="1476"/>
                  <a:pt x="433" y="1476"/>
                </a:cubicBezTo>
                <a:cubicBezTo>
                  <a:pt x="433" y="1460"/>
                  <a:pt x="420" y="1447"/>
                  <a:pt x="404" y="1447"/>
                </a:cubicBezTo>
                <a:cubicBezTo>
                  <a:pt x="388" y="1447"/>
                  <a:pt x="375" y="1460"/>
                  <a:pt x="375" y="1476"/>
                </a:cubicBezTo>
                <a:cubicBezTo>
                  <a:pt x="375" y="1782"/>
                  <a:pt x="375" y="1782"/>
                  <a:pt x="375" y="1782"/>
                </a:cubicBezTo>
                <a:cubicBezTo>
                  <a:pt x="375" y="1798"/>
                  <a:pt x="388" y="1811"/>
                  <a:pt x="404" y="1811"/>
                </a:cubicBezTo>
                <a:cubicBezTo>
                  <a:pt x="784" y="1811"/>
                  <a:pt x="784" y="1811"/>
                  <a:pt x="784" y="1811"/>
                </a:cubicBezTo>
                <a:cubicBezTo>
                  <a:pt x="784" y="2669"/>
                  <a:pt x="784" y="2669"/>
                  <a:pt x="784" y="2669"/>
                </a:cubicBezTo>
                <a:cubicBezTo>
                  <a:pt x="784" y="2685"/>
                  <a:pt x="797" y="2698"/>
                  <a:pt x="813" y="2698"/>
                </a:cubicBezTo>
                <a:cubicBezTo>
                  <a:pt x="829" y="2698"/>
                  <a:pt x="842" y="2685"/>
                  <a:pt x="842" y="2669"/>
                </a:cubicBezTo>
                <a:cubicBezTo>
                  <a:pt x="842" y="2181"/>
                  <a:pt x="842" y="2181"/>
                  <a:pt x="842" y="2181"/>
                </a:cubicBezTo>
                <a:cubicBezTo>
                  <a:pt x="1292" y="2181"/>
                  <a:pt x="1292" y="2181"/>
                  <a:pt x="1292" y="2181"/>
                </a:cubicBezTo>
                <a:cubicBezTo>
                  <a:pt x="1292" y="3036"/>
                  <a:pt x="1292" y="3036"/>
                  <a:pt x="1292" y="3036"/>
                </a:cubicBezTo>
                <a:cubicBezTo>
                  <a:pt x="921" y="3036"/>
                  <a:pt x="921" y="3036"/>
                  <a:pt x="921" y="3036"/>
                </a:cubicBezTo>
                <a:cubicBezTo>
                  <a:pt x="905" y="3036"/>
                  <a:pt x="892" y="3049"/>
                  <a:pt x="892" y="3065"/>
                </a:cubicBezTo>
                <a:cubicBezTo>
                  <a:pt x="892" y="3081"/>
                  <a:pt x="905" y="3094"/>
                  <a:pt x="921" y="3094"/>
                </a:cubicBezTo>
                <a:cubicBezTo>
                  <a:pt x="1321" y="3094"/>
                  <a:pt x="1321" y="3094"/>
                  <a:pt x="1321" y="3094"/>
                </a:cubicBezTo>
                <a:cubicBezTo>
                  <a:pt x="1722" y="3094"/>
                  <a:pt x="1722" y="3094"/>
                  <a:pt x="1722" y="3094"/>
                </a:cubicBezTo>
                <a:cubicBezTo>
                  <a:pt x="1738" y="3094"/>
                  <a:pt x="1751" y="3081"/>
                  <a:pt x="1751" y="3065"/>
                </a:cubicBezTo>
                <a:cubicBezTo>
                  <a:pt x="1751" y="3049"/>
                  <a:pt x="1738" y="3036"/>
                  <a:pt x="1722" y="3036"/>
                </a:cubicBezTo>
                <a:cubicBezTo>
                  <a:pt x="1350" y="3036"/>
                  <a:pt x="1350" y="3036"/>
                  <a:pt x="1350" y="3036"/>
                </a:cubicBezTo>
                <a:cubicBezTo>
                  <a:pt x="1350" y="2181"/>
                  <a:pt x="1350" y="2181"/>
                  <a:pt x="1350" y="2181"/>
                </a:cubicBezTo>
                <a:cubicBezTo>
                  <a:pt x="1800" y="2181"/>
                  <a:pt x="1800" y="2181"/>
                  <a:pt x="1800" y="2181"/>
                </a:cubicBezTo>
                <a:cubicBezTo>
                  <a:pt x="1800" y="2669"/>
                  <a:pt x="1800" y="2669"/>
                  <a:pt x="1800" y="2669"/>
                </a:cubicBezTo>
                <a:cubicBezTo>
                  <a:pt x="1800" y="2685"/>
                  <a:pt x="1813" y="2698"/>
                  <a:pt x="1829" y="2698"/>
                </a:cubicBezTo>
                <a:cubicBezTo>
                  <a:pt x="1845" y="2698"/>
                  <a:pt x="1858" y="2685"/>
                  <a:pt x="1858" y="2669"/>
                </a:cubicBezTo>
                <a:cubicBezTo>
                  <a:pt x="1858" y="1811"/>
                  <a:pt x="1858" y="1811"/>
                  <a:pt x="1858" y="1811"/>
                </a:cubicBezTo>
                <a:cubicBezTo>
                  <a:pt x="2239" y="1811"/>
                  <a:pt x="2239" y="1811"/>
                  <a:pt x="2239" y="1811"/>
                </a:cubicBezTo>
                <a:cubicBezTo>
                  <a:pt x="2254" y="1811"/>
                  <a:pt x="2267" y="1798"/>
                  <a:pt x="2267" y="1782"/>
                </a:cubicBezTo>
                <a:cubicBezTo>
                  <a:pt x="2267" y="1476"/>
                  <a:pt x="2267" y="1476"/>
                  <a:pt x="2267" y="1476"/>
                </a:cubicBezTo>
                <a:cubicBezTo>
                  <a:pt x="2267" y="1460"/>
                  <a:pt x="2254" y="1447"/>
                  <a:pt x="2239" y="1447"/>
                </a:cubicBezTo>
                <a:cubicBezTo>
                  <a:pt x="2223" y="1447"/>
                  <a:pt x="2210" y="1460"/>
                  <a:pt x="2210" y="1476"/>
                </a:cubicBezTo>
                <a:cubicBezTo>
                  <a:pt x="2210" y="1753"/>
                  <a:pt x="2210" y="1753"/>
                  <a:pt x="2210" y="1753"/>
                </a:cubicBezTo>
                <a:cubicBezTo>
                  <a:pt x="1829" y="1753"/>
                  <a:pt x="1829" y="1753"/>
                  <a:pt x="1829" y="1753"/>
                </a:cubicBezTo>
                <a:cubicBezTo>
                  <a:pt x="1813" y="1753"/>
                  <a:pt x="1800" y="1766"/>
                  <a:pt x="1800" y="1782"/>
                </a:cubicBezTo>
                <a:cubicBezTo>
                  <a:pt x="1800" y="2123"/>
                  <a:pt x="1800" y="2123"/>
                  <a:pt x="1800" y="2123"/>
                </a:cubicBezTo>
                <a:cubicBezTo>
                  <a:pt x="1350" y="2123"/>
                  <a:pt x="1350" y="2123"/>
                  <a:pt x="1350" y="2123"/>
                </a:cubicBezTo>
                <a:cubicBezTo>
                  <a:pt x="1350" y="1369"/>
                  <a:pt x="1350" y="1369"/>
                  <a:pt x="1350" y="1369"/>
                </a:cubicBezTo>
                <a:cubicBezTo>
                  <a:pt x="1870" y="1369"/>
                  <a:pt x="1870" y="1369"/>
                  <a:pt x="1870" y="1369"/>
                </a:cubicBezTo>
                <a:cubicBezTo>
                  <a:pt x="1886" y="1369"/>
                  <a:pt x="1899" y="1356"/>
                  <a:pt x="1899" y="1340"/>
                </a:cubicBezTo>
                <a:cubicBezTo>
                  <a:pt x="1899" y="1060"/>
                  <a:pt x="1899" y="1060"/>
                  <a:pt x="1899" y="1060"/>
                </a:cubicBezTo>
                <a:cubicBezTo>
                  <a:pt x="1899" y="1044"/>
                  <a:pt x="1886" y="1031"/>
                  <a:pt x="1870" y="1031"/>
                </a:cubicBezTo>
                <a:cubicBezTo>
                  <a:pt x="1854" y="1031"/>
                  <a:pt x="1841" y="1044"/>
                  <a:pt x="1841" y="1060"/>
                </a:cubicBezTo>
                <a:cubicBezTo>
                  <a:pt x="1841" y="1311"/>
                  <a:pt x="1841" y="1311"/>
                  <a:pt x="1841" y="1311"/>
                </a:cubicBezTo>
                <a:cubicBezTo>
                  <a:pt x="1350" y="1311"/>
                  <a:pt x="1350" y="1311"/>
                  <a:pt x="1350" y="1311"/>
                </a:cubicBezTo>
                <a:cubicBezTo>
                  <a:pt x="1350" y="660"/>
                  <a:pt x="1350" y="660"/>
                  <a:pt x="1350" y="660"/>
                </a:cubicBezTo>
                <a:cubicBezTo>
                  <a:pt x="1643" y="660"/>
                  <a:pt x="1643" y="660"/>
                  <a:pt x="1643" y="660"/>
                </a:cubicBezTo>
                <a:cubicBezTo>
                  <a:pt x="1659" y="660"/>
                  <a:pt x="1672" y="647"/>
                  <a:pt x="1672" y="631"/>
                </a:cubicBezTo>
                <a:cubicBezTo>
                  <a:pt x="1672" y="615"/>
                  <a:pt x="1659" y="602"/>
                  <a:pt x="1643" y="602"/>
                </a:cubicBezTo>
                <a:cubicBezTo>
                  <a:pt x="1350" y="602"/>
                  <a:pt x="1350" y="602"/>
                  <a:pt x="1350" y="602"/>
                </a:cubicBezTo>
                <a:cubicBezTo>
                  <a:pt x="1350" y="58"/>
                  <a:pt x="1350" y="58"/>
                  <a:pt x="1350" y="58"/>
                </a:cubicBezTo>
                <a:cubicBezTo>
                  <a:pt x="1799" y="58"/>
                  <a:pt x="1799" y="58"/>
                  <a:pt x="1799" y="58"/>
                </a:cubicBezTo>
                <a:cubicBezTo>
                  <a:pt x="1815" y="58"/>
                  <a:pt x="1828" y="45"/>
                  <a:pt x="1828" y="29"/>
                </a:cubicBezTo>
                <a:cubicBezTo>
                  <a:pt x="1828" y="13"/>
                  <a:pt x="1815" y="0"/>
                  <a:pt x="1799" y="0"/>
                </a:cubicBezTo>
              </a:path>
            </a:pathLst>
          </a:custGeom>
          <a:solidFill>
            <a:srgbClr val="D9D1CC">
              <a:alpha val="9804"/>
            </a:srgbClr>
          </a:solidFill>
          <a:ln>
            <a:noFill/>
          </a:ln>
        </p:spPr>
        <p:txBody>
          <a:bodyPr vert="horz" wrap="square" lIns="91440" tIns="45720" rIns="91440" bIns="45720" numCol="1" anchor="t" anchorCtr="0" compatLnSpc="1">
            <a:prstTxWarp prst="textNoShape">
              <a:avLst/>
            </a:prstTxWarp>
          </a:bodyPr>
          <a:lstStyle/>
          <a:p>
            <a:endParaRPr lang="en-GB"/>
          </a:p>
        </p:txBody>
      </p:sp>
      <p:sp>
        <p:nvSpPr>
          <p:cNvPr id="8" name="Logo">
            <a:extLst>
              <a:ext uri="{FF2B5EF4-FFF2-40B4-BE49-F238E27FC236}">
                <a16:creationId xmlns:a16="http://schemas.microsoft.com/office/drawing/2014/main" id="{85DF6064-7F5D-4C69-AAE5-824283C29DC0}"/>
              </a:ext>
            </a:extLst>
          </p:cNvPr>
          <p:cNvSpPr/>
          <p:nvPr/>
        </p:nvSpPr>
        <p:spPr>
          <a:xfrm>
            <a:off x="9397252" y="5875721"/>
            <a:ext cx="2253411" cy="440942"/>
          </a:xfrm>
          <a:custGeom>
            <a:avLst/>
            <a:gdLst>
              <a:gd name="connsiteX0" fmla="*/ 1783139 w 2253411"/>
              <a:gd name="connsiteY0" fmla="*/ 136254 h 440942"/>
              <a:gd name="connsiteX1" fmla="*/ 1751520 w 2253411"/>
              <a:gd name="connsiteY1" fmla="*/ 136254 h 440942"/>
              <a:gd name="connsiteX2" fmla="*/ 1751520 w 2253411"/>
              <a:gd name="connsiteY2" fmla="*/ 299806 h 440942"/>
              <a:gd name="connsiteX3" fmla="*/ 1783139 w 2253411"/>
              <a:gd name="connsiteY3" fmla="*/ 299806 h 440942"/>
              <a:gd name="connsiteX4" fmla="*/ 293338 w 2253411"/>
              <a:gd name="connsiteY4" fmla="*/ 409024 h 440942"/>
              <a:gd name="connsiteX5" fmla="*/ 297448 w 2253411"/>
              <a:gd name="connsiteY5" fmla="*/ 413147 h 440942"/>
              <a:gd name="connsiteX6" fmla="*/ 297460 w 2253411"/>
              <a:gd name="connsiteY6" fmla="*/ 413147 h 440942"/>
              <a:gd name="connsiteX7" fmla="*/ 333669 w 2253411"/>
              <a:gd name="connsiteY7" fmla="*/ 413147 h 440942"/>
              <a:gd name="connsiteX8" fmla="*/ 337779 w 2253411"/>
              <a:gd name="connsiteY8" fmla="*/ 409047 h 440942"/>
              <a:gd name="connsiteX9" fmla="*/ 337777 w 2253411"/>
              <a:gd name="connsiteY9" fmla="*/ 409024 h 440942"/>
              <a:gd name="connsiteX10" fmla="*/ 333683 w 2253411"/>
              <a:gd name="connsiteY10" fmla="*/ 404916 h 440942"/>
              <a:gd name="connsiteX11" fmla="*/ 333669 w 2253411"/>
              <a:gd name="connsiteY11" fmla="*/ 404916 h 440942"/>
              <a:gd name="connsiteX12" fmla="*/ 297460 w 2253411"/>
              <a:gd name="connsiteY12" fmla="*/ 404916 h 440942"/>
              <a:gd name="connsiteX13" fmla="*/ 293338 w 2253411"/>
              <a:gd name="connsiteY13" fmla="*/ 409021 h 440942"/>
              <a:gd name="connsiteX14" fmla="*/ 293338 w 2253411"/>
              <a:gd name="connsiteY14" fmla="*/ 409024 h 440942"/>
              <a:gd name="connsiteX15" fmla="*/ 39859 w 2253411"/>
              <a:gd name="connsiteY15" fmla="*/ 409024 h 440942"/>
              <a:gd name="connsiteX16" fmla="*/ 43946 w 2253411"/>
              <a:gd name="connsiteY16" fmla="*/ 413147 h 440942"/>
              <a:gd name="connsiteX17" fmla="*/ 43967 w 2253411"/>
              <a:gd name="connsiteY17" fmla="*/ 413147 h 440942"/>
              <a:gd name="connsiteX18" fmla="*/ 80176 w 2253411"/>
              <a:gd name="connsiteY18" fmla="*/ 413147 h 440942"/>
              <a:gd name="connsiteX19" fmla="*/ 84298 w 2253411"/>
              <a:gd name="connsiteY19" fmla="*/ 409037 h 440942"/>
              <a:gd name="connsiteX20" fmla="*/ 84298 w 2253411"/>
              <a:gd name="connsiteY20" fmla="*/ 409024 h 440942"/>
              <a:gd name="connsiteX21" fmla="*/ 80179 w 2253411"/>
              <a:gd name="connsiteY21" fmla="*/ 404916 h 440942"/>
              <a:gd name="connsiteX22" fmla="*/ 80176 w 2253411"/>
              <a:gd name="connsiteY22" fmla="*/ 404916 h 440942"/>
              <a:gd name="connsiteX23" fmla="*/ 43967 w 2253411"/>
              <a:gd name="connsiteY23" fmla="*/ 404916 h 440942"/>
              <a:gd name="connsiteX24" fmla="*/ 39859 w 2253411"/>
              <a:gd name="connsiteY24" fmla="*/ 409012 h 440942"/>
              <a:gd name="connsiteX25" fmla="*/ 39859 w 2253411"/>
              <a:gd name="connsiteY25" fmla="*/ 409024 h 440942"/>
              <a:gd name="connsiteX26" fmla="*/ 80177 w 2253411"/>
              <a:gd name="connsiteY26" fmla="*/ 339849 h 440942"/>
              <a:gd name="connsiteX27" fmla="*/ 8803 w 2253411"/>
              <a:gd name="connsiteY27" fmla="*/ 339849 h 440942"/>
              <a:gd name="connsiteX28" fmla="*/ 8803 w 2253411"/>
              <a:gd name="connsiteY28" fmla="*/ 177644 h 440942"/>
              <a:gd name="connsiteX29" fmla="*/ 4680 w 2253411"/>
              <a:gd name="connsiteY29" fmla="*/ 173521 h 440942"/>
              <a:gd name="connsiteX30" fmla="*/ 572 w 2253411"/>
              <a:gd name="connsiteY30" fmla="*/ 177639 h 440942"/>
              <a:gd name="connsiteX31" fmla="*/ 572 w 2253411"/>
              <a:gd name="connsiteY31" fmla="*/ 177644 h 440942"/>
              <a:gd name="connsiteX32" fmla="*/ 572 w 2253411"/>
              <a:gd name="connsiteY32" fmla="*/ 343959 h 440942"/>
              <a:gd name="connsiteX33" fmla="*/ 4676 w 2253411"/>
              <a:gd name="connsiteY33" fmla="*/ 348080 h 440942"/>
              <a:gd name="connsiteX34" fmla="*/ 4680 w 2253411"/>
              <a:gd name="connsiteY34" fmla="*/ 348080 h 440942"/>
              <a:gd name="connsiteX35" fmla="*/ 80176 w 2253411"/>
              <a:gd name="connsiteY35" fmla="*/ 348080 h 440942"/>
              <a:gd name="connsiteX36" fmla="*/ 84298 w 2253411"/>
              <a:gd name="connsiteY36" fmla="*/ 343970 h 440942"/>
              <a:gd name="connsiteX37" fmla="*/ 84298 w 2253411"/>
              <a:gd name="connsiteY37" fmla="*/ 343959 h 440942"/>
              <a:gd name="connsiteX38" fmla="*/ 80176 w 2253411"/>
              <a:gd name="connsiteY38" fmla="*/ 339849 h 440942"/>
              <a:gd name="connsiteX39" fmla="*/ 98412 w 2253411"/>
              <a:gd name="connsiteY39" fmla="*/ 45530 h 440942"/>
              <a:gd name="connsiteX40" fmla="*/ 94292 w 2253411"/>
              <a:gd name="connsiteY40" fmla="*/ 41422 h 440942"/>
              <a:gd name="connsiteX41" fmla="*/ 94289 w 2253411"/>
              <a:gd name="connsiteY41" fmla="*/ 41422 h 440942"/>
              <a:gd name="connsiteX42" fmla="*/ 30459 w 2253411"/>
              <a:gd name="connsiteY42" fmla="*/ 41422 h 440942"/>
              <a:gd name="connsiteX43" fmla="*/ 26351 w 2253411"/>
              <a:gd name="connsiteY43" fmla="*/ 45518 h 440942"/>
              <a:gd name="connsiteX44" fmla="*/ 26351 w 2253411"/>
              <a:gd name="connsiteY44" fmla="*/ 45530 h 440942"/>
              <a:gd name="connsiteX45" fmla="*/ 26351 w 2253411"/>
              <a:gd name="connsiteY45" fmla="*/ 133916 h 440942"/>
              <a:gd name="connsiteX46" fmla="*/ 30456 w 2253411"/>
              <a:gd name="connsiteY46" fmla="*/ 138039 h 440942"/>
              <a:gd name="connsiteX47" fmla="*/ 30459 w 2253411"/>
              <a:gd name="connsiteY47" fmla="*/ 138039 h 440942"/>
              <a:gd name="connsiteX48" fmla="*/ 80191 w 2253411"/>
              <a:gd name="connsiteY48" fmla="*/ 138039 h 440942"/>
              <a:gd name="connsiteX49" fmla="*/ 84300 w 2253411"/>
              <a:gd name="connsiteY49" fmla="*/ 133916 h 440942"/>
              <a:gd name="connsiteX50" fmla="*/ 80191 w 2253411"/>
              <a:gd name="connsiteY50" fmla="*/ 129808 h 440942"/>
              <a:gd name="connsiteX51" fmla="*/ 34582 w 2253411"/>
              <a:gd name="connsiteY51" fmla="*/ 129808 h 440942"/>
              <a:gd name="connsiteX52" fmla="*/ 34582 w 2253411"/>
              <a:gd name="connsiteY52" fmla="*/ 49653 h 440942"/>
              <a:gd name="connsiteX53" fmla="*/ 94291 w 2253411"/>
              <a:gd name="connsiteY53" fmla="*/ 49653 h 440942"/>
              <a:gd name="connsiteX54" fmla="*/ 98413 w 2253411"/>
              <a:gd name="connsiteY54" fmla="*/ 45540 h 440942"/>
              <a:gd name="connsiteX55" fmla="*/ 98413 w 2253411"/>
              <a:gd name="connsiteY55" fmla="*/ 45530 h 440942"/>
              <a:gd name="connsiteX56" fmla="*/ 271146 w 2253411"/>
              <a:gd name="connsiteY56" fmla="*/ 190835 h 440942"/>
              <a:gd name="connsiteX57" fmla="*/ 271146 w 2253411"/>
              <a:gd name="connsiteY57" fmla="*/ 150874 h 440942"/>
              <a:gd name="connsiteX58" fmla="*/ 267039 w 2253411"/>
              <a:gd name="connsiteY58" fmla="*/ 146752 h 440942"/>
              <a:gd name="connsiteX59" fmla="*/ 267037 w 2253411"/>
              <a:gd name="connsiteY59" fmla="*/ 146752 h 440942"/>
              <a:gd name="connsiteX60" fmla="*/ 262900 w 2253411"/>
              <a:gd name="connsiteY60" fmla="*/ 150873 h 440942"/>
              <a:gd name="connsiteX61" fmla="*/ 262900 w 2253411"/>
              <a:gd name="connsiteY61" fmla="*/ 150874 h 440942"/>
              <a:gd name="connsiteX62" fmla="*/ 262900 w 2253411"/>
              <a:gd name="connsiteY62" fmla="*/ 186698 h 440942"/>
              <a:gd name="connsiteX63" fmla="*/ 192929 w 2253411"/>
              <a:gd name="connsiteY63" fmla="*/ 186698 h 440942"/>
              <a:gd name="connsiteX64" fmla="*/ 192929 w 2253411"/>
              <a:gd name="connsiteY64" fmla="*/ 93846 h 440942"/>
              <a:gd name="connsiteX65" fmla="*/ 234730 w 2253411"/>
              <a:gd name="connsiteY65" fmla="*/ 93846 h 440942"/>
              <a:gd name="connsiteX66" fmla="*/ 238853 w 2253411"/>
              <a:gd name="connsiteY66" fmla="*/ 89738 h 440942"/>
              <a:gd name="connsiteX67" fmla="*/ 234730 w 2253411"/>
              <a:gd name="connsiteY67" fmla="*/ 85602 h 440942"/>
              <a:gd name="connsiteX68" fmla="*/ 192929 w 2253411"/>
              <a:gd name="connsiteY68" fmla="*/ 85602 h 440942"/>
              <a:gd name="connsiteX69" fmla="*/ 192929 w 2253411"/>
              <a:gd name="connsiteY69" fmla="*/ 8058 h 440942"/>
              <a:gd name="connsiteX70" fmla="*/ 256951 w 2253411"/>
              <a:gd name="connsiteY70" fmla="*/ 8058 h 440942"/>
              <a:gd name="connsiteX71" fmla="*/ 261072 w 2253411"/>
              <a:gd name="connsiteY71" fmla="*/ 3946 h 440942"/>
              <a:gd name="connsiteX72" fmla="*/ 261072 w 2253411"/>
              <a:gd name="connsiteY72" fmla="*/ 3935 h 440942"/>
              <a:gd name="connsiteX73" fmla="*/ 256954 w 2253411"/>
              <a:gd name="connsiteY73" fmla="*/ -175 h 440942"/>
              <a:gd name="connsiteX74" fmla="*/ 256951 w 2253411"/>
              <a:gd name="connsiteY74" fmla="*/ -175 h 440942"/>
              <a:gd name="connsiteX75" fmla="*/ 120686 w 2253411"/>
              <a:gd name="connsiteY75" fmla="*/ -175 h 440942"/>
              <a:gd name="connsiteX76" fmla="*/ 116578 w 2253411"/>
              <a:gd name="connsiteY76" fmla="*/ 3935 h 440942"/>
              <a:gd name="connsiteX77" fmla="*/ 120685 w 2253411"/>
              <a:gd name="connsiteY77" fmla="*/ 8058 h 440942"/>
              <a:gd name="connsiteX78" fmla="*/ 120686 w 2253411"/>
              <a:gd name="connsiteY78" fmla="*/ 8058 h 440942"/>
              <a:gd name="connsiteX79" fmla="*/ 184696 w 2253411"/>
              <a:gd name="connsiteY79" fmla="*/ 8058 h 440942"/>
              <a:gd name="connsiteX80" fmla="*/ 184696 w 2253411"/>
              <a:gd name="connsiteY80" fmla="*/ 85629 h 440942"/>
              <a:gd name="connsiteX81" fmla="*/ 141436 w 2253411"/>
              <a:gd name="connsiteY81" fmla="*/ 85629 h 440942"/>
              <a:gd name="connsiteX82" fmla="*/ 137315 w 2253411"/>
              <a:gd name="connsiteY82" fmla="*/ 89752 h 440942"/>
              <a:gd name="connsiteX83" fmla="*/ 141435 w 2253411"/>
              <a:gd name="connsiteY83" fmla="*/ 93860 h 440942"/>
              <a:gd name="connsiteX84" fmla="*/ 141436 w 2253411"/>
              <a:gd name="connsiteY84" fmla="*/ 93860 h 440942"/>
              <a:gd name="connsiteX85" fmla="*/ 184696 w 2253411"/>
              <a:gd name="connsiteY85" fmla="*/ 93860 h 440942"/>
              <a:gd name="connsiteX86" fmla="*/ 184696 w 2253411"/>
              <a:gd name="connsiteY86" fmla="*/ 186698 h 440942"/>
              <a:gd name="connsiteX87" fmla="*/ 114724 w 2253411"/>
              <a:gd name="connsiteY87" fmla="*/ 186698 h 440942"/>
              <a:gd name="connsiteX88" fmla="*/ 114724 w 2253411"/>
              <a:gd name="connsiteY88" fmla="*/ 150874 h 440942"/>
              <a:gd name="connsiteX89" fmla="*/ 110611 w 2253411"/>
              <a:gd name="connsiteY89" fmla="*/ 146752 h 440942"/>
              <a:gd name="connsiteX90" fmla="*/ 110602 w 2253411"/>
              <a:gd name="connsiteY90" fmla="*/ 146752 h 440942"/>
              <a:gd name="connsiteX91" fmla="*/ 106479 w 2253411"/>
              <a:gd name="connsiteY91" fmla="*/ 150874 h 440942"/>
              <a:gd name="connsiteX92" fmla="*/ 106479 w 2253411"/>
              <a:gd name="connsiteY92" fmla="*/ 190835 h 440942"/>
              <a:gd name="connsiteX93" fmla="*/ 110598 w 2253411"/>
              <a:gd name="connsiteY93" fmla="*/ 194943 h 440942"/>
              <a:gd name="connsiteX94" fmla="*/ 110602 w 2253411"/>
              <a:gd name="connsiteY94" fmla="*/ 194943 h 440942"/>
              <a:gd name="connsiteX95" fmla="*/ 184696 w 2253411"/>
              <a:gd name="connsiteY95" fmla="*/ 194943 h 440942"/>
              <a:gd name="connsiteX96" fmla="*/ 184696 w 2253411"/>
              <a:gd name="connsiteY96" fmla="*/ 302418 h 440942"/>
              <a:gd name="connsiteX97" fmla="*/ 120523 w 2253411"/>
              <a:gd name="connsiteY97" fmla="*/ 302418 h 440942"/>
              <a:gd name="connsiteX98" fmla="*/ 120523 w 2253411"/>
              <a:gd name="connsiteY98" fmla="*/ 253744 h 440942"/>
              <a:gd name="connsiteX99" fmla="*/ 116395 w 2253411"/>
              <a:gd name="connsiteY99" fmla="*/ 249636 h 440942"/>
              <a:gd name="connsiteX100" fmla="*/ 116386 w 2253411"/>
              <a:gd name="connsiteY100" fmla="*/ 249636 h 440942"/>
              <a:gd name="connsiteX101" fmla="*/ 62189 w 2253411"/>
              <a:gd name="connsiteY101" fmla="*/ 249636 h 440942"/>
              <a:gd name="connsiteX102" fmla="*/ 62189 w 2253411"/>
              <a:gd name="connsiteY102" fmla="*/ 210170 h 440942"/>
              <a:gd name="connsiteX103" fmla="*/ 58084 w 2253411"/>
              <a:gd name="connsiteY103" fmla="*/ 206047 h 440942"/>
              <a:gd name="connsiteX104" fmla="*/ 58081 w 2253411"/>
              <a:gd name="connsiteY104" fmla="*/ 206047 h 440942"/>
              <a:gd name="connsiteX105" fmla="*/ 53958 w 2253411"/>
              <a:gd name="connsiteY105" fmla="*/ 210170 h 440942"/>
              <a:gd name="connsiteX106" fmla="*/ 53958 w 2253411"/>
              <a:gd name="connsiteY106" fmla="*/ 253744 h 440942"/>
              <a:gd name="connsiteX107" fmla="*/ 58081 w 2253411"/>
              <a:gd name="connsiteY107" fmla="*/ 257867 h 440942"/>
              <a:gd name="connsiteX108" fmla="*/ 112277 w 2253411"/>
              <a:gd name="connsiteY108" fmla="*/ 257867 h 440942"/>
              <a:gd name="connsiteX109" fmla="*/ 112277 w 2253411"/>
              <a:gd name="connsiteY109" fmla="*/ 380182 h 440942"/>
              <a:gd name="connsiteX110" fmla="*/ 116382 w 2253411"/>
              <a:gd name="connsiteY110" fmla="*/ 384304 h 440942"/>
              <a:gd name="connsiteX111" fmla="*/ 116386 w 2253411"/>
              <a:gd name="connsiteY111" fmla="*/ 384304 h 440942"/>
              <a:gd name="connsiteX112" fmla="*/ 120523 w 2253411"/>
              <a:gd name="connsiteY112" fmla="*/ 380182 h 440942"/>
              <a:gd name="connsiteX113" fmla="*/ 120523 w 2253411"/>
              <a:gd name="connsiteY113" fmla="*/ 310649 h 440942"/>
              <a:gd name="connsiteX114" fmla="*/ 184696 w 2253411"/>
              <a:gd name="connsiteY114" fmla="*/ 310649 h 440942"/>
              <a:gd name="connsiteX115" fmla="*/ 184696 w 2253411"/>
              <a:gd name="connsiteY115" fmla="*/ 432537 h 440942"/>
              <a:gd name="connsiteX116" fmla="*/ 131736 w 2253411"/>
              <a:gd name="connsiteY116" fmla="*/ 432537 h 440942"/>
              <a:gd name="connsiteX117" fmla="*/ 127628 w 2253411"/>
              <a:gd name="connsiteY117" fmla="*/ 436615 h 440942"/>
              <a:gd name="connsiteX118" fmla="*/ 127628 w 2253411"/>
              <a:gd name="connsiteY118" fmla="*/ 436646 h 440942"/>
              <a:gd name="connsiteX119" fmla="*/ 131716 w 2253411"/>
              <a:gd name="connsiteY119" fmla="*/ 440768 h 440942"/>
              <a:gd name="connsiteX120" fmla="*/ 131736 w 2253411"/>
              <a:gd name="connsiteY120" fmla="*/ 440768 h 440942"/>
              <a:gd name="connsiteX121" fmla="*/ 245888 w 2253411"/>
              <a:gd name="connsiteY121" fmla="*/ 440768 h 440942"/>
              <a:gd name="connsiteX122" fmla="*/ 250011 w 2253411"/>
              <a:gd name="connsiteY122" fmla="*/ 436657 h 440942"/>
              <a:gd name="connsiteX123" fmla="*/ 250011 w 2253411"/>
              <a:gd name="connsiteY123" fmla="*/ 436646 h 440942"/>
              <a:gd name="connsiteX124" fmla="*/ 245909 w 2253411"/>
              <a:gd name="connsiteY124" fmla="*/ 432537 h 440942"/>
              <a:gd name="connsiteX125" fmla="*/ 245888 w 2253411"/>
              <a:gd name="connsiteY125" fmla="*/ 432537 h 440942"/>
              <a:gd name="connsiteX126" fmla="*/ 192929 w 2253411"/>
              <a:gd name="connsiteY126" fmla="*/ 432537 h 440942"/>
              <a:gd name="connsiteX127" fmla="*/ 192929 w 2253411"/>
              <a:gd name="connsiteY127" fmla="*/ 310649 h 440942"/>
              <a:gd name="connsiteX128" fmla="*/ 257116 w 2253411"/>
              <a:gd name="connsiteY128" fmla="*/ 310649 h 440942"/>
              <a:gd name="connsiteX129" fmla="*/ 257116 w 2253411"/>
              <a:gd name="connsiteY129" fmla="*/ 380182 h 440942"/>
              <a:gd name="connsiteX130" fmla="*/ 261250 w 2253411"/>
              <a:gd name="connsiteY130" fmla="*/ 384304 h 440942"/>
              <a:gd name="connsiteX131" fmla="*/ 265358 w 2253411"/>
              <a:gd name="connsiteY131" fmla="*/ 380182 h 440942"/>
              <a:gd name="connsiteX132" fmla="*/ 265358 w 2253411"/>
              <a:gd name="connsiteY132" fmla="*/ 257867 h 440942"/>
              <a:gd name="connsiteX133" fmla="*/ 319557 w 2253411"/>
              <a:gd name="connsiteY133" fmla="*/ 257867 h 440942"/>
              <a:gd name="connsiteX134" fmla="*/ 323665 w 2253411"/>
              <a:gd name="connsiteY134" fmla="*/ 253748 h 440942"/>
              <a:gd name="connsiteX135" fmla="*/ 323665 w 2253411"/>
              <a:gd name="connsiteY135" fmla="*/ 253744 h 440942"/>
              <a:gd name="connsiteX136" fmla="*/ 323665 w 2253411"/>
              <a:gd name="connsiteY136" fmla="*/ 210170 h 440942"/>
              <a:gd name="connsiteX137" fmla="*/ 319557 w 2253411"/>
              <a:gd name="connsiteY137" fmla="*/ 206047 h 440942"/>
              <a:gd name="connsiteX138" fmla="*/ 315434 w 2253411"/>
              <a:gd name="connsiteY138" fmla="*/ 210170 h 440942"/>
              <a:gd name="connsiteX139" fmla="*/ 315434 w 2253411"/>
              <a:gd name="connsiteY139" fmla="*/ 249636 h 440942"/>
              <a:gd name="connsiteX140" fmla="*/ 261250 w 2253411"/>
              <a:gd name="connsiteY140" fmla="*/ 249636 h 440942"/>
              <a:gd name="connsiteX141" fmla="*/ 257115 w 2253411"/>
              <a:gd name="connsiteY141" fmla="*/ 253733 h 440942"/>
              <a:gd name="connsiteX142" fmla="*/ 257115 w 2253411"/>
              <a:gd name="connsiteY142" fmla="*/ 253744 h 440942"/>
              <a:gd name="connsiteX143" fmla="*/ 257115 w 2253411"/>
              <a:gd name="connsiteY143" fmla="*/ 302416 h 440942"/>
              <a:gd name="connsiteX144" fmla="*/ 192927 w 2253411"/>
              <a:gd name="connsiteY144" fmla="*/ 302416 h 440942"/>
              <a:gd name="connsiteX145" fmla="*/ 192927 w 2253411"/>
              <a:gd name="connsiteY145" fmla="*/ 194943 h 440942"/>
              <a:gd name="connsiteX146" fmla="*/ 267036 w 2253411"/>
              <a:gd name="connsiteY146" fmla="*/ 194943 h 440942"/>
              <a:gd name="connsiteX147" fmla="*/ 271144 w 2253411"/>
              <a:gd name="connsiteY147" fmla="*/ 190849 h 440942"/>
              <a:gd name="connsiteX148" fmla="*/ 271144 w 2253411"/>
              <a:gd name="connsiteY148" fmla="*/ 190835 h 440942"/>
              <a:gd name="connsiteX149" fmla="*/ 351285 w 2253411"/>
              <a:gd name="connsiteY149" fmla="*/ 133931 h 440942"/>
              <a:gd name="connsiteX150" fmla="*/ 351285 w 2253411"/>
              <a:gd name="connsiteY150" fmla="*/ 45545 h 440942"/>
              <a:gd name="connsiteX151" fmla="*/ 347175 w 2253411"/>
              <a:gd name="connsiteY151" fmla="*/ 41422 h 440942"/>
              <a:gd name="connsiteX152" fmla="*/ 347164 w 2253411"/>
              <a:gd name="connsiteY152" fmla="*/ 41422 h 440942"/>
              <a:gd name="connsiteX153" fmla="*/ 283332 w 2253411"/>
              <a:gd name="connsiteY153" fmla="*/ 41422 h 440942"/>
              <a:gd name="connsiteX154" fmla="*/ 279224 w 2253411"/>
              <a:gd name="connsiteY154" fmla="*/ 45524 h 440942"/>
              <a:gd name="connsiteX155" fmla="*/ 279224 w 2253411"/>
              <a:gd name="connsiteY155" fmla="*/ 45545 h 440942"/>
              <a:gd name="connsiteX156" fmla="*/ 283332 w 2253411"/>
              <a:gd name="connsiteY156" fmla="*/ 49653 h 440942"/>
              <a:gd name="connsiteX157" fmla="*/ 343054 w 2253411"/>
              <a:gd name="connsiteY157" fmla="*/ 49653 h 440942"/>
              <a:gd name="connsiteX158" fmla="*/ 343054 w 2253411"/>
              <a:gd name="connsiteY158" fmla="*/ 129808 h 440942"/>
              <a:gd name="connsiteX159" fmla="*/ 297460 w 2253411"/>
              <a:gd name="connsiteY159" fmla="*/ 129808 h 440942"/>
              <a:gd name="connsiteX160" fmla="*/ 293338 w 2253411"/>
              <a:gd name="connsiteY160" fmla="*/ 133918 h 440942"/>
              <a:gd name="connsiteX161" fmla="*/ 293338 w 2253411"/>
              <a:gd name="connsiteY161" fmla="*/ 133931 h 440942"/>
              <a:gd name="connsiteX162" fmla="*/ 297460 w 2253411"/>
              <a:gd name="connsiteY162" fmla="*/ 138039 h 440942"/>
              <a:gd name="connsiteX163" fmla="*/ 347164 w 2253411"/>
              <a:gd name="connsiteY163" fmla="*/ 138039 h 440942"/>
              <a:gd name="connsiteX164" fmla="*/ 351285 w 2253411"/>
              <a:gd name="connsiteY164" fmla="*/ 133931 h 440942"/>
              <a:gd name="connsiteX165" fmla="*/ 377065 w 2253411"/>
              <a:gd name="connsiteY165" fmla="*/ 343972 h 440942"/>
              <a:gd name="connsiteX166" fmla="*/ 377065 w 2253411"/>
              <a:gd name="connsiteY166" fmla="*/ 177629 h 440942"/>
              <a:gd name="connsiteX167" fmla="*/ 372946 w 2253411"/>
              <a:gd name="connsiteY167" fmla="*/ 173521 h 440942"/>
              <a:gd name="connsiteX168" fmla="*/ 372943 w 2253411"/>
              <a:gd name="connsiteY168" fmla="*/ 173521 h 440942"/>
              <a:gd name="connsiteX169" fmla="*/ 368834 w 2253411"/>
              <a:gd name="connsiteY169" fmla="*/ 177617 h 440942"/>
              <a:gd name="connsiteX170" fmla="*/ 368834 w 2253411"/>
              <a:gd name="connsiteY170" fmla="*/ 177629 h 440942"/>
              <a:gd name="connsiteX171" fmla="*/ 368834 w 2253411"/>
              <a:gd name="connsiteY171" fmla="*/ 339836 h 440942"/>
              <a:gd name="connsiteX172" fmla="*/ 297460 w 2253411"/>
              <a:gd name="connsiteY172" fmla="*/ 339836 h 440942"/>
              <a:gd name="connsiteX173" fmla="*/ 293338 w 2253411"/>
              <a:gd name="connsiteY173" fmla="*/ 343970 h 440942"/>
              <a:gd name="connsiteX174" fmla="*/ 293338 w 2253411"/>
              <a:gd name="connsiteY174" fmla="*/ 343972 h 440942"/>
              <a:gd name="connsiteX175" fmla="*/ 297438 w 2253411"/>
              <a:gd name="connsiteY175" fmla="*/ 348080 h 440942"/>
              <a:gd name="connsiteX176" fmla="*/ 297460 w 2253411"/>
              <a:gd name="connsiteY176" fmla="*/ 348080 h 440942"/>
              <a:gd name="connsiteX177" fmla="*/ 372943 w 2253411"/>
              <a:gd name="connsiteY177" fmla="*/ 348080 h 440942"/>
              <a:gd name="connsiteX178" fmla="*/ 377065 w 2253411"/>
              <a:gd name="connsiteY178" fmla="*/ 343992 h 440942"/>
              <a:gd name="connsiteX179" fmla="*/ 377065 w 2253411"/>
              <a:gd name="connsiteY179" fmla="*/ 343972 h 440942"/>
              <a:gd name="connsiteX180" fmla="*/ 577721 w 2253411"/>
              <a:gd name="connsiteY180" fmla="*/ 299806 h 440942"/>
              <a:gd name="connsiteX181" fmla="*/ 609683 w 2253411"/>
              <a:gd name="connsiteY181" fmla="*/ 299806 h 440942"/>
              <a:gd name="connsiteX182" fmla="*/ 609683 w 2253411"/>
              <a:gd name="connsiteY182" fmla="*/ 196098 h 440942"/>
              <a:gd name="connsiteX183" fmla="*/ 551186 w 2253411"/>
              <a:gd name="connsiteY183" fmla="*/ 131498 h 440942"/>
              <a:gd name="connsiteX184" fmla="*/ 500878 w 2253411"/>
              <a:gd name="connsiteY184" fmla="*/ 159709 h 440942"/>
              <a:gd name="connsiteX185" fmla="*/ 500878 w 2253411"/>
              <a:gd name="connsiteY185" fmla="*/ 136254 h 440942"/>
              <a:gd name="connsiteX186" fmla="*/ 469601 w 2253411"/>
              <a:gd name="connsiteY186" fmla="*/ 136254 h 440942"/>
              <a:gd name="connsiteX187" fmla="*/ 469601 w 2253411"/>
              <a:gd name="connsiteY187" fmla="*/ 299806 h 440942"/>
              <a:gd name="connsiteX188" fmla="*/ 501565 w 2253411"/>
              <a:gd name="connsiteY188" fmla="*/ 299806 h 440942"/>
              <a:gd name="connsiteX189" fmla="*/ 501565 w 2253411"/>
              <a:gd name="connsiteY189" fmla="*/ 205278 h 440942"/>
              <a:gd name="connsiteX190" fmla="*/ 539629 w 2253411"/>
              <a:gd name="connsiteY190" fmla="*/ 160396 h 440942"/>
              <a:gd name="connsiteX191" fmla="*/ 577721 w 2253411"/>
              <a:gd name="connsiteY191" fmla="*/ 201540 h 440942"/>
              <a:gd name="connsiteX192" fmla="*/ 766751 w 2253411"/>
              <a:gd name="connsiteY192" fmla="*/ 201196 h 440942"/>
              <a:gd name="connsiteX193" fmla="*/ 677320 w 2253411"/>
              <a:gd name="connsiteY193" fmla="*/ 201196 h 440942"/>
              <a:gd name="connsiteX194" fmla="*/ 721870 w 2253411"/>
              <a:gd name="connsiteY194" fmla="*/ 159366 h 440942"/>
              <a:gd name="connsiteX195" fmla="*/ 766751 w 2253411"/>
              <a:gd name="connsiteY195" fmla="*/ 201196 h 440942"/>
              <a:gd name="connsiteX196" fmla="*/ 799388 w 2253411"/>
              <a:gd name="connsiteY196" fmla="*/ 227044 h 440942"/>
              <a:gd name="connsiteX197" fmla="*/ 800075 w 2253411"/>
              <a:gd name="connsiteY197" fmla="*/ 216835 h 440942"/>
              <a:gd name="connsiteX198" fmla="*/ 721527 w 2253411"/>
              <a:gd name="connsiteY198" fmla="*/ 131155 h 440942"/>
              <a:gd name="connsiteX199" fmla="*/ 643324 w 2253411"/>
              <a:gd name="connsiteY199" fmla="*/ 217522 h 440942"/>
              <a:gd name="connsiteX200" fmla="*/ 725608 w 2253411"/>
              <a:gd name="connsiteY200" fmla="*/ 304904 h 440942"/>
              <a:gd name="connsiteX201" fmla="*/ 799044 w 2253411"/>
              <a:gd name="connsiteY201" fmla="*/ 253221 h 440942"/>
              <a:gd name="connsiteX202" fmla="*/ 771519 w 2253411"/>
              <a:gd name="connsiteY202" fmla="*/ 243698 h 440942"/>
              <a:gd name="connsiteX203" fmla="*/ 725608 w 2253411"/>
              <a:gd name="connsiteY203" fmla="*/ 276679 h 440942"/>
              <a:gd name="connsiteX204" fmla="*/ 676304 w 2253411"/>
              <a:gd name="connsiteY204" fmla="*/ 227044 h 440942"/>
              <a:gd name="connsiteX205" fmla="*/ 945791 w 2253411"/>
              <a:gd name="connsiteY205" fmla="*/ 299820 h 440942"/>
              <a:gd name="connsiteX206" fmla="*/ 976394 w 2253411"/>
              <a:gd name="connsiteY206" fmla="*/ 299820 h 440942"/>
              <a:gd name="connsiteX207" fmla="*/ 974677 w 2253411"/>
              <a:gd name="connsiteY207" fmla="*/ 269547 h 440942"/>
              <a:gd name="connsiteX208" fmla="*/ 974677 w 2253411"/>
              <a:gd name="connsiteY208" fmla="*/ 136254 h 440942"/>
              <a:gd name="connsiteX209" fmla="*/ 942727 w 2253411"/>
              <a:gd name="connsiteY209" fmla="*/ 136254 h 440942"/>
              <a:gd name="connsiteX210" fmla="*/ 942727 w 2253411"/>
              <a:gd name="connsiteY210" fmla="*/ 234863 h 440942"/>
              <a:gd name="connsiteX211" fmla="*/ 903948 w 2253411"/>
              <a:gd name="connsiteY211" fmla="*/ 276679 h 440942"/>
              <a:gd name="connsiteX212" fmla="*/ 866901 w 2253411"/>
              <a:gd name="connsiteY212" fmla="*/ 234519 h 440942"/>
              <a:gd name="connsiteX213" fmla="*/ 866901 w 2253411"/>
              <a:gd name="connsiteY213" fmla="*/ 136254 h 440942"/>
              <a:gd name="connsiteX214" fmla="*/ 834924 w 2253411"/>
              <a:gd name="connsiteY214" fmla="*/ 136254 h 440942"/>
              <a:gd name="connsiteX215" fmla="*/ 834924 w 2253411"/>
              <a:gd name="connsiteY215" fmla="*/ 239287 h 440942"/>
              <a:gd name="connsiteX216" fmla="*/ 896143 w 2253411"/>
              <a:gd name="connsiteY216" fmla="*/ 304903 h 440942"/>
              <a:gd name="connsiteX217" fmla="*/ 944418 w 2253411"/>
              <a:gd name="connsiteY217" fmla="*/ 280086 h 440942"/>
              <a:gd name="connsiteX218" fmla="*/ 945791 w 2253411"/>
              <a:gd name="connsiteY218" fmla="*/ 299818 h 440942"/>
              <a:gd name="connsiteX219" fmla="*/ 1098324 w 2253411"/>
              <a:gd name="connsiteY219" fmla="*/ 167541 h 440942"/>
              <a:gd name="connsiteX220" fmla="*/ 1112271 w 2253411"/>
              <a:gd name="connsiteY220" fmla="*/ 168559 h 440942"/>
              <a:gd name="connsiteX221" fmla="*/ 1112271 w 2253411"/>
              <a:gd name="connsiteY221" fmla="*/ 134563 h 440942"/>
              <a:gd name="connsiteX222" fmla="*/ 1101731 w 2253411"/>
              <a:gd name="connsiteY222" fmla="*/ 133532 h 440942"/>
              <a:gd name="connsiteX223" fmla="*/ 1052771 w 2253411"/>
              <a:gd name="connsiteY223" fmla="*/ 164808 h 440942"/>
              <a:gd name="connsiteX224" fmla="*/ 1052771 w 2253411"/>
              <a:gd name="connsiteY224" fmla="*/ 136266 h 440942"/>
              <a:gd name="connsiteX225" fmla="*/ 1021481 w 2253411"/>
              <a:gd name="connsiteY225" fmla="*/ 136266 h 440942"/>
              <a:gd name="connsiteX226" fmla="*/ 1021481 w 2253411"/>
              <a:gd name="connsiteY226" fmla="*/ 299806 h 440942"/>
              <a:gd name="connsiteX227" fmla="*/ 1053443 w 2253411"/>
              <a:gd name="connsiteY227" fmla="*/ 299806 h 440942"/>
              <a:gd name="connsiteX228" fmla="*/ 1053443 w 2253411"/>
              <a:gd name="connsiteY228" fmla="*/ 217851 h 440942"/>
              <a:gd name="connsiteX229" fmla="*/ 1098324 w 2253411"/>
              <a:gd name="connsiteY229" fmla="*/ 167543 h 440942"/>
              <a:gd name="connsiteX230" fmla="*/ 1263512 w 2253411"/>
              <a:gd name="connsiteY230" fmla="*/ 217865 h 440942"/>
              <a:gd name="connsiteX231" fmla="*/ 1212518 w 2253411"/>
              <a:gd name="connsiteY231" fmla="*/ 276350 h 440942"/>
              <a:gd name="connsiteX232" fmla="*/ 1161507 w 2253411"/>
              <a:gd name="connsiteY232" fmla="*/ 217865 h 440942"/>
              <a:gd name="connsiteX233" fmla="*/ 1212518 w 2253411"/>
              <a:gd name="connsiteY233" fmla="*/ 159709 h 440942"/>
              <a:gd name="connsiteX234" fmla="*/ 1263512 w 2253411"/>
              <a:gd name="connsiteY234" fmla="*/ 217865 h 440942"/>
              <a:gd name="connsiteX235" fmla="*/ 1296163 w 2253411"/>
              <a:gd name="connsiteY235" fmla="*/ 217865 h 440942"/>
              <a:gd name="connsiteX236" fmla="*/ 1212518 w 2253411"/>
              <a:gd name="connsiteY236" fmla="*/ 131169 h 440942"/>
              <a:gd name="connsiteX237" fmla="*/ 1128871 w 2253411"/>
              <a:gd name="connsiteY237" fmla="*/ 217865 h 440942"/>
              <a:gd name="connsiteX238" fmla="*/ 1212518 w 2253411"/>
              <a:gd name="connsiteY238" fmla="*/ 304904 h 440942"/>
              <a:gd name="connsiteX239" fmla="*/ 1296163 w 2253411"/>
              <a:gd name="connsiteY239" fmla="*/ 217865 h 440942"/>
              <a:gd name="connsiteX240" fmla="*/ 1388657 w 2253411"/>
              <a:gd name="connsiteY240" fmla="*/ 301496 h 440942"/>
              <a:gd name="connsiteX241" fmla="*/ 1410425 w 2253411"/>
              <a:gd name="connsiteY241" fmla="*/ 298446 h 440942"/>
              <a:gd name="connsiteX242" fmla="*/ 1410425 w 2253411"/>
              <a:gd name="connsiteY242" fmla="*/ 271237 h 440942"/>
              <a:gd name="connsiteX243" fmla="*/ 1397836 w 2253411"/>
              <a:gd name="connsiteY243" fmla="*/ 272612 h 440942"/>
              <a:gd name="connsiteX244" fmla="*/ 1375054 w 2253411"/>
              <a:gd name="connsiteY244" fmla="*/ 250158 h 440942"/>
              <a:gd name="connsiteX245" fmla="*/ 1375054 w 2253411"/>
              <a:gd name="connsiteY245" fmla="*/ 165152 h 440942"/>
              <a:gd name="connsiteX246" fmla="*/ 1410423 w 2253411"/>
              <a:gd name="connsiteY246" fmla="*/ 165152 h 440942"/>
              <a:gd name="connsiteX247" fmla="*/ 1410423 w 2253411"/>
              <a:gd name="connsiteY247" fmla="*/ 136254 h 440942"/>
              <a:gd name="connsiteX248" fmla="*/ 1375054 w 2253411"/>
              <a:gd name="connsiteY248" fmla="*/ 136254 h 440942"/>
              <a:gd name="connsiteX249" fmla="*/ 1375054 w 2253411"/>
              <a:gd name="connsiteY249" fmla="*/ 84585 h 440942"/>
              <a:gd name="connsiteX250" fmla="*/ 1345825 w 2253411"/>
              <a:gd name="connsiteY250" fmla="*/ 84585 h 440942"/>
              <a:gd name="connsiteX251" fmla="*/ 1345825 w 2253411"/>
              <a:gd name="connsiteY251" fmla="*/ 111092 h 440942"/>
              <a:gd name="connsiteX252" fmla="*/ 1320665 w 2253411"/>
              <a:gd name="connsiteY252" fmla="*/ 136254 h 440942"/>
              <a:gd name="connsiteX253" fmla="*/ 1311814 w 2253411"/>
              <a:gd name="connsiteY253" fmla="*/ 136254 h 440942"/>
              <a:gd name="connsiteX254" fmla="*/ 1311814 w 2253411"/>
              <a:gd name="connsiteY254" fmla="*/ 165152 h 440942"/>
              <a:gd name="connsiteX255" fmla="*/ 1343105 w 2253411"/>
              <a:gd name="connsiteY255" fmla="*/ 165152 h 440942"/>
              <a:gd name="connsiteX256" fmla="*/ 1343105 w 2253411"/>
              <a:gd name="connsiteY256" fmla="*/ 254911 h 440942"/>
              <a:gd name="connsiteX257" fmla="*/ 1388657 w 2253411"/>
              <a:gd name="connsiteY257" fmla="*/ 301496 h 440942"/>
              <a:gd name="connsiteX258" fmla="*/ 1564344 w 2253411"/>
              <a:gd name="connsiteY258" fmla="*/ 217865 h 440942"/>
              <a:gd name="connsiteX259" fmla="*/ 1513349 w 2253411"/>
              <a:gd name="connsiteY259" fmla="*/ 276350 h 440942"/>
              <a:gd name="connsiteX260" fmla="*/ 1462340 w 2253411"/>
              <a:gd name="connsiteY260" fmla="*/ 217865 h 440942"/>
              <a:gd name="connsiteX261" fmla="*/ 1513349 w 2253411"/>
              <a:gd name="connsiteY261" fmla="*/ 159709 h 440942"/>
              <a:gd name="connsiteX262" fmla="*/ 1564344 w 2253411"/>
              <a:gd name="connsiteY262" fmla="*/ 217865 h 440942"/>
              <a:gd name="connsiteX263" fmla="*/ 1596994 w 2253411"/>
              <a:gd name="connsiteY263" fmla="*/ 217865 h 440942"/>
              <a:gd name="connsiteX264" fmla="*/ 1513349 w 2253411"/>
              <a:gd name="connsiteY264" fmla="*/ 131169 h 440942"/>
              <a:gd name="connsiteX265" fmla="*/ 1429704 w 2253411"/>
              <a:gd name="connsiteY265" fmla="*/ 217865 h 440942"/>
              <a:gd name="connsiteX266" fmla="*/ 1513349 w 2253411"/>
              <a:gd name="connsiteY266" fmla="*/ 304904 h 440942"/>
              <a:gd name="connsiteX267" fmla="*/ 1596994 w 2253411"/>
              <a:gd name="connsiteY267" fmla="*/ 217865 h 440942"/>
              <a:gd name="connsiteX268" fmla="*/ 1709456 w 2253411"/>
              <a:gd name="connsiteY268" fmla="*/ 167543 h 440942"/>
              <a:gd name="connsiteX269" fmla="*/ 1723392 w 2253411"/>
              <a:gd name="connsiteY269" fmla="*/ 168560 h 440942"/>
              <a:gd name="connsiteX270" fmla="*/ 1723392 w 2253411"/>
              <a:gd name="connsiteY270" fmla="*/ 134563 h 440942"/>
              <a:gd name="connsiteX271" fmla="*/ 1712851 w 2253411"/>
              <a:gd name="connsiteY271" fmla="*/ 133532 h 440942"/>
              <a:gd name="connsiteX272" fmla="*/ 1663890 w 2253411"/>
              <a:gd name="connsiteY272" fmla="*/ 164808 h 440942"/>
              <a:gd name="connsiteX273" fmla="*/ 1663890 w 2253411"/>
              <a:gd name="connsiteY273" fmla="*/ 136266 h 440942"/>
              <a:gd name="connsiteX274" fmla="*/ 1632614 w 2253411"/>
              <a:gd name="connsiteY274" fmla="*/ 136266 h 440942"/>
              <a:gd name="connsiteX275" fmla="*/ 1632614 w 2253411"/>
              <a:gd name="connsiteY275" fmla="*/ 299806 h 440942"/>
              <a:gd name="connsiteX276" fmla="*/ 1664564 w 2253411"/>
              <a:gd name="connsiteY276" fmla="*/ 299806 h 440942"/>
              <a:gd name="connsiteX277" fmla="*/ 1664564 w 2253411"/>
              <a:gd name="connsiteY277" fmla="*/ 217851 h 440942"/>
              <a:gd name="connsiteX278" fmla="*/ 1709456 w 2253411"/>
              <a:gd name="connsiteY278" fmla="*/ 167543 h 440942"/>
              <a:gd name="connsiteX279" fmla="*/ 1790286 w 2253411"/>
              <a:gd name="connsiteY279" fmla="*/ 74360 h 440942"/>
              <a:gd name="connsiteX280" fmla="*/ 1767488 w 2253411"/>
              <a:gd name="connsiteY280" fmla="*/ 51248 h 440942"/>
              <a:gd name="connsiteX281" fmla="*/ 1744374 w 2253411"/>
              <a:gd name="connsiteY281" fmla="*/ 74045 h 440942"/>
              <a:gd name="connsiteX282" fmla="*/ 1767159 w 2253411"/>
              <a:gd name="connsiteY282" fmla="*/ 97158 h 440942"/>
              <a:gd name="connsiteX283" fmla="*/ 1790286 w 2253411"/>
              <a:gd name="connsiteY283" fmla="*/ 74401 h 440942"/>
              <a:gd name="connsiteX284" fmla="*/ 1790286 w 2253411"/>
              <a:gd name="connsiteY284" fmla="*/ 74362 h 440942"/>
              <a:gd name="connsiteX285" fmla="*/ 1937899 w 2253411"/>
              <a:gd name="connsiteY285" fmla="*/ 299820 h 440942"/>
              <a:gd name="connsiteX286" fmla="*/ 1968489 w 2253411"/>
              <a:gd name="connsiteY286" fmla="*/ 299820 h 440942"/>
              <a:gd name="connsiteX287" fmla="*/ 1966785 w 2253411"/>
              <a:gd name="connsiteY287" fmla="*/ 269547 h 440942"/>
              <a:gd name="connsiteX288" fmla="*/ 1966785 w 2253411"/>
              <a:gd name="connsiteY288" fmla="*/ 136254 h 440942"/>
              <a:gd name="connsiteX289" fmla="*/ 1934821 w 2253411"/>
              <a:gd name="connsiteY289" fmla="*/ 136254 h 440942"/>
              <a:gd name="connsiteX290" fmla="*/ 1934821 w 2253411"/>
              <a:gd name="connsiteY290" fmla="*/ 234863 h 440942"/>
              <a:gd name="connsiteX291" fmla="*/ 1896069 w 2253411"/>
              <a:gd name="connsiteY291" fmla="*/ 276679 h 440942"/>
              <a:gd name="connsiteX292" fmla="*/ 1859008 w 2253411"/>
              <a:gd name="connsiteY292" fmla="*/ 234519 h 440942"/>
              <a:gd name="connsiteX293" fmla="*/ 1859008 w 2253411"/>
              <a:gd name="connsiteY293" fmla="*/ 136254 h 440942"/>
              <a:gd name="connsiteX294" fmla="*/ 1827032 w 2253411"/>
              <a:gd name="connsiteY294" fmla="*/ 136254 h 440942"/>
              <a:gd name="connsiteX295" fmla="*/ 1827032 w 2253411"/>
              <a:gd name="connsiteY295" fmla="*/ 239287 h 440942"/>
              <a:gd name="connsiteX296" fmla="*/ 1888249 w 2253411"/>
              <a:gd name="connsiteY296" fmla="*/ 304903 h 440942"/>
              <a:gd name="connsiteX297" fmla="*/ 1936524 w 2253411"/>
              <a:gd name="connsiteY297" fmla="*/ 280086 h 440942"/>
              <a:gd name="connsiteX298" fmla="*/ 1937899 w 2253411"/>
              <a:gd name="connsiteY298" fmla="*/ 299818 h 440942"/>
              <a:gd name="connsiteX299" fmla="*/ 2253984 w 2253411"/>
              <a:gd name="connsiteY299" fmla="*/ 299806 h 440942"/>
              <a:gd name="connsiteX300" fmla="*/ 2253984 w 2253411"/>
              <a:gd name="connsiteY300" fmla="*/ 193721 h 440942"/>
              <a:gd name="connsiteX301" fmla="*/ 2197547 w 2253411"/>
              <a:gd name="connsiteY301" fmla="*/ 131498 h 440942"/>
              <a:gd name="connsiteX302" fmla="*/ 2142800 w 2253411"/>
              <a:gd name="connsiteY302" fmla="*/ 162431 h 440942"/>
              <a:gd name="connsiteX303" fmla="*/ 2093839 w 2253411"/>
              <a:gd name="connsiteY303" fmla="*/ 131498 h 440942"/>
              <a:gd name="connsiteX304" fmla="*/ 2044204 w 2253411"/>
              <a:gd name="connsiteY304" fmla="*/ 158005 h 440942"/>
              <a:gd name="connsiteX305" fmla="*/ 2044204 w 2253411"/>
              <a:gd name="connsiteY305" fmla="*/ 136254 h 440942"/>
              <a:gd name="connsiteX306" fmla="*/ 2013588 w 2253411"/>
              <a:gd name="connsiteY306" fmla="*/ 136254 h 440942"/>
              <a:gd name="connsiteX307" fmla="*/ 2013588 w 2253411"/>
              <a:gd name="connsiteY307" fmla="*/ 299806 h 440942"/>
              <a:gd name="connsiteX308" fmla="*/ 2045221 w 2253411"/>
              <a:gd name="connsiteY308" fmla="*/ 299806 h 440942"/>
              <a:gd name="connsiteX309" fmla="*/ 2045221 w 2253411"/>
              <a:gd name="connsiteY309" fmla="*/ 201209 h 440942"/>
              <a:gd name="connsiteX310" fmla="*/ 2083299 w 2253411"/>
              <a:gd name="connsiteY310" fmla="*/ 159709 h 440942"/>
              <a:gd name="connsiteX311" fmla="*/ 2117971 w 2253411"/>
              <a:gd name="connsiteY311" fmla="*/ 197115 h 440942"/>
              <a:gd name="connsiteX312" fmla="*/ 2117971 w 2253411"/>
              <a:gd name="connsiteY312" fmla="*/ 299807 h 440942"/>
              <a:gd name="connsiteX313" fmla="*/ 2149932 w 2253411"/>
              <a:gd name="connsiteY313" fmla="*/ 299807 h 440942"/>
              <a:gd name="connsiteX314" fmla="*/ 2149932 w 2253411"/>
              <a:gd name="connsiteY314" fmla="*/ 200867 h 440942"/>
              <a:gd name="connsiteX315" fmla="*/ 2187682 w 2253411"/>
              <a:gd name="connsiteY315" fmla="*/ 159711 h 440942"/>
              <a:gd name="connsiteX316" fmla="*/ 2222364 w 2253411"/>
              <a:gd name="connsiteY316" fmla="*/ 197115 h 440942"/>
              <a:gd name="connsiteX317" fmla="*/ 2222364 w 2253411"/>
              <a:gd name="connsiteY317" fmla="*/ 299807 h 440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Lst>
            <a:rect l="l" t="t" r="r" b="b"/>
            <a:pathLst>
              <a:path w="2253411" h="440942">
                <a:moveTo>
                  <a:pt x="1783139" y="136254"/>
                </a:moveTo>
                <a:lnTo>
                  <a:pt x="1751520" y="136254"/>
                </a:lnTo>
                <a:lnTo>
                  <a:pt x="1751520" y="299806"/>
                </a:lnTo>
                <a:lnTo>
                  <a:pt x="1783139" y="299806"/>
                </a:lnTo>
                <a:close/>
                <a:moveTo>
                  <a:pt x="293338" y="409024"/>
                </a:moveTo>
                <a:cubicBezTo>
                  <a:pt x="293335" y="411298"/>
                  <a:pt x="295174" y="413144"/>
                  <a:pt x="297448" y="413147"/>
                </a:cubicBezTo>
                <a:cubicBezTo>
                  <a:pt x="297452" y="413147"/>
                  <a:pt x="297456" y="413147"/>
                  <a:pt x="297460" y="413147"/>
                </a:cubicBezTo>
                <a:lnTo>
                  <a:pt x="333669" y="413147"/>
                </a:lnTo>
                <a:cubicBezTo>
                  <a:pt x="335936" y="413150"/>
                  <a:pt x="337776" y="411314"/>
                  <a:pt x="337779" y="409047"/>
                </a:cubicBezTo>
                <a:cubicBezTo>
                  <a:pt x="337779" y="409039"/>
                  <a:pt x="337779" y="409032"/>
                  <a:pt x="337777" y="409024"/>
                </a:cubicBezTo>
                <a:cubicBezTo>
                  <a:pt x="337782" y="406760"/>
                  <a:pt x="335949" y="404921"/>
                  <a:pt x="333683" y="404916"/>
                </a:cubicBezTo>
                <a:cubicBezTo>
                  <a:pt x="333678" y="404916"/>
                  <a:pt x="333674" y="404916"/>
                  <a:pt x="333669" y="404916"/>
                </a:cubicBezTo>
                <a:lnTo>
                  <a:pt x="297460" y="404916"/>
                </a:lnTo>
                <a:cubicBezTo>
                  <a:pt x="295188" y="404911"/>
                  <a:pt x="293342" y="406749"/>
                  <a:pt x="293338" y="409021"/>
                </a:cubicBezTo>
                <a:cubicBezTo>
                  <a:pt x="293338" y="409023"/>
                  <a:pt x="293338" y="409024"/>
                  <a:pt x="293338" y="409024"/>
                </a:cubicBezTo>
                <a:moveTo>
                  <a:pt x="39859" y="409024"/>
                </a:moveTo>
                <a:cubicBezTo>
                  <a:pt x="39849" y="411291"/>
                  <a:pt x="41679" y="413137"/>
                  <a:pt x="43946" y="413147"/>
                </a:cubicBezTo>
                <a:cubicBezTo>
                  <a:pt x="43953" y="413147"/>
                  <a:pt x="43959" y="413147"/>
                  <a:pt x="43967" y="413147"/>
                </a:cubicBezTo>
                <a:lnTo>
                  <a:pt x="80176" y="413147"/>
                </a:lnTo>
                <a:cubicBezTo>
                  <a:pt x="82449" y="413150"/>
                  <a:pt x="84295" y="411311"/>
                  <a:pt x="84298" y="409037"/>
                </a:cubicBezTo>
                <a:cubicBezTo>
                  <a:pt x="84298" y="409032"/>
                  <a:pt x="84298" y="409029"/>
                  <a:pt x="84298" y="409024"/>
                </a:cubicBezTo>
                <a:cubicBezTo>
                  <a:pt x="84295" y="406752"/>
                  <a:pt x="82451" y="404913"/>
                  <a:pt x="80179" y="404916"/>
                </a:cubicBezTo>
                <a:cubicBezTo>
                  <a:pt x="80177" y="404916"/>
                  <a:pt x="80177" y="404916"/>
                  <a:pt x="80176" y="404916"/>
                </a:cubicBezTo>
                <a:lnTo>
                  <a:pt x="43967" y="404916"/>
                </a:lnTo>
                <a:cubicBezTo>
                  <a:pt x="41701" y="404913"/>
                  <a:pt x="39862" y="406746"/>
                  <a:pt x="39859" y="409012"/>
                </a:cubicBezTo>
                <a:cubicBezTo>
                  <a:pt x="39859" y="409016"/>
                  <a:pt x="39859" y="409021"/>
                  <a:pt x="39859" y="409024"/>
                </a:cubicBezTo>
                <a:moveTo>
                  <a:pt x="80177" y="339849"/>
                </a:moveTo>
                <a:lnTo>
                  <a:pt x="8803" y="339849"/>
                </a:lnTo>
                <a:lnTo>
                  <a:pt x="8803" y="177644"/>
                </a:lnTo>
                <a:cubicBezTo>
                  <a:pt x="8801" y="175367"/>
                  <a:pt x="6955" y="173523"/>
                  <a:pt x="4680" y="173521"/>
                </a:cubicBezTo>
                <a:cubicBezTo>
                  <a:pt x="2408" y="173523"/>
                  <a:pt x="569" y="175367"/>
                  <a:pt x="572" y="177639"/>
                </a:cubicBezTo>
                <a:cubicBezTo>
                  <a:pt x="572" y="177640"/>
                  <a:pt x="572" y="177642"/>
                  <a:pt x="572" y="177644"/>
                </a:cubicBezTo>
                <a:lnTo>
                  <a:pt x="572" y="343959"/>
                </a:lnTo>
                <a:cubicBezTo>
                  <a:pt x="567" y="346229"/>
                  <a:pt x="2404" y="348075"/>
                  <a:pt x="4676" y="348080"/>
                </a:cubicBezTo>
                <a:cubicBezTo>
                  <a:pt x="4677" y="348080"/>
                  <a:pt x="4679" y="348080"/>
                  <a:pt x="4680" y="348080"/>
                </a:cubicBezTo>
                <a:lnTo>
                  <a:pt x="80176" y="348080"/>
                </a:lnTo>
                <a:cubicBezTo>
                  <a:pt x="82449" y="348083"/>
                  <a:pt x="84295" y="346244"/>
                  <a:pt x="84298" y="343970"/>
                </a:cubicBezTo>
                <a:cubicBezTo>
                  <a:pt x="84298" y="343965"/>
                  <a:pt x="84298" y="343962"/>
                  <a:pt x="84298" y="343959"/>
                </a:cubicBezTo>
                <a:cubicBezTo>
                  <a:pt x="84290" y="341687"/>
                  <a:pt x="82447" y="339849"/>
                  <a:pt x="80176" y="339849"/>
                </a:cubicBezTo>
                <a:moveTo>
                  <a:pt x="98412" y="45530"/>
                </a:moveTo>
                <a:cubicBezTo>
                  <a:pt x="98409" y="43258"/>
                  <a:pt x="96564" y="41419"/>
                  <a:pt x="94292" y="41422"/>
                </a:cubicBezTo>
                <a:cubicBezTo>
                  <a:pt x="94291" y="41422"/>
                  <a:pt x="94291" y="41422"/>
                  <a:pt x="94289" y="41422"/>
                </a:cubicBezTo>
                <a:lnTo>
                  <a:pt x="30459" y="41422"/>
                </a:lnTo>
                <a:cubicBezTo>
                  <a:pt x="28193" y="41419"/>
                  <a:pt x="26354" y="43252"/>
                  <a:pt x="26351" y="45518"/>
                </a:cubicBezTo>
                <a:cubicBezTo>
                  <a:pt x="26351" y="45521"/>
                  <a:pt x="26351" y="45526"/>
                  <a:pt x="26351" y="45530"/>
                </a:cubicBezTo>
                <a:lnTo>
                  <a:pt x="26351" y="133916"/>
                </a:lnTo>
                <a:cubicBezTo>
                  <a:pt x="26346" y="136188"/>
                  <a:pt x="28184" y="138034"/>
                  <a:pt x="30456" y="138039"/>
                </a:cubicBezTo>
                <a:cubicBezTo>
                  <a:pt x="30458" y="138039"/>
                  <a:pt x="30458" y="138039"/>
                  <a:pt x="30459" y="138039"/>
                </a:cubicBezTo>
                <a:lnTo>
                  <a:pt x="80191" y="138039"/>
                </a:lnTo>
                <a:cubicBezTo>
                  <a:pt x="82460" y="138026"/>
                  <a:pt x="84295" y="136187"/>
                  <a:pt x="84300" y="133916"/>
                </a:cubicBezTo>
                <a:cubicBezTo>
                  <a:pt x="84293" y="131651"/>
                  <a:pt x="82459" y="129814"/>
                  <a:pt x="80191" y="129808"/>
                </a:cubicBezTo>
                <a:lnTo>
                  <a:pt x="34582" y="129808"/>
                </a:lnTo>
                <a:lnTo>
                  <a:pt x="34582" y="49653"/>
                </a:lnTo>
                <a:lnTo>
                  <a:pt x="94291" y="49653"/>
                </a:lnTo>
                <a:cubicBezTo>
                  <a:pt x="96564" y="49656"/>
                  <a:pt x="98410" y="47813"/>
                  <a:pt x="98413" y="45540"/>
                </a:cubicBezTo>
                <a:cubicBezTo>
                  <a:pt x="98413" y="45537"/>
                  <a:pt x="98413" y="45534"/>
                  <a:pt x="98413" y="45530"/>
                </a:cubicBezTo>
                <a:moveTo>
                  <a:pt x="271146" y="190835"/>
                </a:moveTo>
                <a:lnTo>
                  <a:pt x="271146" y="150874"/>
                </a:lnTo>
                <a:cubicBezTo>
                  <a:pt x="271151" y="148602"/>
                  <a:pt x="269311" y="146756"/>
                  <a:pt x="267039" y="146752"/>
                </a:cubicBezTo>
                <a:cubicBezTo>
                  <a:pt x="267039" y="146752"/>
                  <a:pt x="267037" y="146752"/>
                  <a:pt x="267037" y="146752"/>
                </a:cubicBezTo>
                <a:cubicBezTo>
                  <a:pt x="264756" y="146747"/>
                  <a:pt x="262904" y="148593"/>
                  <a:pt x="262900" y="150873"/>
                </a:cubicBezTo>
                <a:cubicBezTo>
                  <a:pt x="262900" y="150873"/>
                  <a:pt x="262900" y="150874"/>
                  <a:pt x="262900" y="150874"/>
                </a:cubicBezTo>
                <a:lnTo>
                  <a:pt x="262900" y="186698"/>
                </a:lnTo>
                <a:lnTo>
                  <a:pt x="192929" y="186698"/>
                </a:lnTo>
                <a:lnTo>
                  <a:pt x="192929" y="93846"/>
                </a:lnTo>
                <a:lnTo>
                  <a:pt x="234730" y="93846"/>
                </a:lnTo>
                <a:cubicBezTo>
                  <a:pt x="236999" y="93841"/>
                  <a:pt x="238840" y="92007"/>
                  <a:pt x="238853" y="89738"/>
                </a:cubicBezTo>
                <a:cubicBezTo>
                  <a:pt x="238852" y="87459"/>
                  <a:pt x="237009" y="85610"/>
                  <a:pt x="234730" y="85602"/>
                </a:cubicBezTo>
                <a:lnTo>
                  <a:pt x="192929" y="85602"/>
                </a:lnTo>
                <a:lnTo>
                  <a:pt x="192929" y="8058"/>
                </a:lnTo>
                <a:lnTo>
                  <a:pt x="256951" y="8058"/>
                </a:lnTo>
                <a:cubicBezTo>
                  <a:pt x="259225" y="8061"/>
                  <a:pt x="261071" y="6220"/>
                  <a:pt x="261072" y="3946"/>
                </a:cubicBezTo>
                <a:cubicBezTo>
                  <a:pt x="261072" y="3943"/>
                  <a:pt x="261072" y="3938"/>
                  <a:pt x="261072" y="3935"/>
                </a:cubicBezTo>
                <a:cubicBezTo>
                  <a:pt x="261071" y="1663"/>
                  <a:pt x="259226" y="-176"/>
                  <a:pt x="256954" y="-175"/>
                </a:cubicBezTo>
                <a:cubicBezTo>
                  <a:pt x="256953" y="-175"/>
                  <a:pt x="256951" y="-175"/>
                  <a:pt x="256951" y="-175"/>
                </a:cubicBezTo>
                <a:lnTo>
                  <a:pt x="120686" y="-175"/>
                </a:lnTo>
                <a:cubicBezTo>
                  <a:pt x="118418" y="-173"/>
                  <a:pt x="116580" y="1666"/>
                  <a:pt x="116578" y="3935"/>
                </a:cubicBezTo>
                <a:cubicBezTo>
                  <a:pt x="116573" y="6207"/>
                  <a:pt x="118411" y="8053"/>
                  <a:pt x="120685" y="8058"/>
                </a:cubicBezTo>
                <a:cubicBezTo>
                  <a:pt x="120685" y="8058"/>
                  <a:pt x="120686" y="8058"/>
                  <a:pt x="120686" y="8058"/>
                </a:cubicBezTo>
                <a:lnTo>
                  <a:pt x="184696" y="8058"/>
                </a:lnTo>
                <a:lnTo>
                  <a:pt x="184696" y="85629"/>
                </a:lnTo>
                <a:lnTo>
                  <a:pt x="141436" y="85629"/>
                </a:lnTo>
                <a:cubicBezTo>
                  <a:pt x="139161" y="85631"/>
                  <a:pt x="137317" y="87475"/>
                  <a:pt x="137315" y="89752"/>
                </a:cubicBezTo>
                <a:cubicBezTo>
                  <a:pt x="137318" y="92024"/>
                  <a:pt x="139163" y="93864"/>
                  <a:pt x="141435" y="93860"/>
                </a:cubicBezTo>
                <a:cubicBezTo>
                  <a:pt x="141435" y="93860"/>
                  <a:pt x="141436" y="93860"/>
                  <a:pt x="141436" y="93860"/>
                </a:cubicBezTo>
                <a:lnTo>
                  <a:pt x="184696" y="93860"/>
                </a:lnTo>
                <a:lnTo>
                  <a:pt x="184696" y="186698"/>
                </a:lnTo>
                <a:lnTo>
                  <a:pt x="114724" y="186698"/>
                </a:lnTo>
                <a:lnTo>
                  <a:pt x="114724" y="150874"/>
                </a:lnTo>
                <a:cubicBezTo>
                  <a:pt x="114727" y="148601"/>
                  <a:pt x="112885" y="146755"/>
                  <a:pt x="110611" y="146752"/>
                </a:cubicBezTo>
                <a:cubicBezTo>
                  <a:pt x="110608" y="146752"/>
                  <a:pt x="110605" y="146752"/>
                  <a:pt x="110602" y="146752"/>
                </a:cubicBezTo>
                <a:cubicBezTo>
                  <a:pt x="108325" y="146753"/>
                  <a:pt x="106481" y="148598"/>
                  <a:pt x="106479" y="150874"/>
                </a:cubicBezTo>
                <a:lnTo>
                  <a:pt x="106479" y="190835"/>
                </a:lnTo>
                <a:cubicBezTo>
                  <a:pt x="106482" y="193107"/>
                  <a:pt x="108326" y="194947"/>
                  <a:pt x="110598" y="194943"/>
                </a:cubicBezTo>
                <a:cubicBezTo>
                  <a:pt x="110598" y="194943"/>
                  <a:pt x="110600" y="194943"/>
                  <a:pt x="110602" y="194943"/>
                </a:cubicBezTo>
                <a:lnTo>
                  <a:pt x="184696" y="194943"/>
                </a:lnTo>
                <a:lnTo>
                  <a:pt x="184696" y="302418"/>
                </a:lnTo>
                <a:lnTo>
                  <a:pt x="120523" y="302418"/>
                </a:lnTo>
                <a:lnTo>
                  <a:pt x="120523" y="253744"/>
                </a:lnTo>
                <a:cubicBezTo>
                  <a:pt x="120518" y="251469"/>
                  <a:pt x="118670" y="249630"/>
                  <a:pt x="116395" y="249636"/>
                </a:cubicBezTo>
                <a:cubicBezTo>
                  <a:pt x="116392" y="249636"/>
                  <a:pt x="116389" y="249636"/>
                  <a:pt x="116386" y="249636"/>
                </a:cubicBezTo>
                <a:lnTo>
                  <a:pt x="62189" y="249636"/>
                </a:lnTo>
                <a:lnTo>
                  <a:pt x="62189" y="210170"/>
                </a:lnTo>
                <a:cubicBezTo>
                  <a:pt x="62194" y="207898"/>
                  <a:pt x="60356" y="206052"/>
                  <a:pt x="58084" y="206047"/>
                </a:cubicBezTo>
                <a:cubicBezTo>
                  <a:pt x="58082" y="206047"/>
                  <a:pt x="58082" y="206047"/>
                  <a:pt x="58081" y="206047"/>
                </a:cubicBezTo>
                <a:cubicBezTo>
                  <a:pt x="55805" y="206054"/>
                  <a:pt x="53964" y="207895"/>
                  <a:pt x="53958" y="210170"/>
                </a:cubicBezTo>
                <a:lnTo>
                  <a:pt x="53958" y="253744"/>
                </a:lnTo>
                <a:cubicBezTo>
                  <a:pt x="53960" y="256020"/>
                  <a:pt x="55804" y="257866"/>
                  <a:pt x="58081" y="257867"/>
                </a:cubicBezTo>
                <a:lnTo>
                  <a:pt x="112277" y="257867"/>
                </a:lnTo>
                <a:lnTo>
                  <a:pt x="112277" y="380182"/>
                </a:lnTo>
                <a:cubicBezTo>
                  <a:pt x="112273" y="382454"/>
                  <a:pt x="114110" y="384300"/>
                  <a:pt x="116382" y="384304"/>
                </a:cubicBezTo>
                <a:cubicBezTo>
                  <a:pt x="116384" y="384304"/>
                  <a:pt x="116386" y="384304"/>
                  <a:pt x="116386" y="384304"/>
                </a:cubicBezTo>
                <a:cubicBezTo>
                  <a:pt x="118666" y="384303"/>
                  <a:pt x="120515" y="382460"/>
                  <a:pt x="120523" y="380182"/>
                </a:cubicBezTo>
                <a:lnTo>
                  <a:pt x="120523" y="310649"/>
                </a:lnTo>
                <a:lnTo>
                  <a:pt x="184696" y="310649"/>
                </a:lnTo>
                <a:lnTo>
                  <a:pt x="184696" y="432537"/>
                </a:lnTo>
                <a:lnTo>
                  <a:pt x="131736" y="432537"/>
                </a:lnTo>
                <a:cubicBezTo>
                  <a:pt x="129475" y="432528"/>
                  <a:pt x="127636" y="434355"/>
                  <a:pt x="127628" y="436615"/>
                </a:cubicBezTo>
                <a:cubicBezTo>
                  <a:pt x="127628" y="436625"/>
                  <a:pt x="127628" y="436635"/>
                  <a:pt x="127628" y="436646"/>
                </a:cubicBezTo>
                <a:cubicBezTo>
                  <a:pt x="127618" y="438913"/>
                  <a:pt x="129448" y="440759"/>
                  <a:pt x="131716" y="440768"/>
                </a:cubicBezTo>
                <a:cubicBezTo>
                  <a:pt x="131722" y="440768"/>
                  <a:pt x="131730" y="440768"/>
                  <a:pt x="131736" y="440768"/>
                </a:cubicBezTo>
                <a:lnTo>
                  <a:pt x="245888" y="440768"/>
                </a:lnTo>
                <a:cubicBezTo>
                  <a:pt x="248162" y="440771"/>
                  <a:pt x="250008" y="438930"/>
                  <a:pt x="250011" y="436657"/>
                </a:cubicBezTo>
                <a:cubicBezTo>
                  <a:pt x="250011" y="436654"/>
                  <a:pt x="250011" y="436649"/>
                  <a:pt x="250011" y="436646"/>
                </a:cubicBezTo>
                <a:cubicBezTo>
                  <a:pt x="250013" y="434378"/>
                  <a:pt x="248176" y="432539"/>
                  <a:pt x="245909" y="432537"/>
                </a:cubicBezTo>
                <a:cubicBezTo>
                  <a:pt x="245903" y="432537"/>
                  <a:pt x="245895" y="432537"/>
                  <a:pt x="245888" y="432537"/>
                </a:cubicBezTo>
                <a:lnTo>
                  <a:pt x="192929" y="432537"/>
                </a:lnTo>
                <a:lnTo>
                  <a:pt x="192929" y="310649"/>
                </a:lnTo>
                <a:lnTo>
                  <a:pt x="257116" y="310649"/>
                </a:lnTo>
                <a:lnTo>
                  <a:pt x="257116" y="380182"/>
                </a:lnTo>
                <a:cubicBezTo>
                  <a:pt x="257124" y="382460"/>
                  <a:pt x="258972" y="384303"/>
                  <a:pt x="261250" y="384304"/>
                </a:cubicBezTo>
                <a:cubicBezTo>
                  <a:pt x="263522" y="384296"/>
                  <a:pt x="265358" y="382454"/>
                  <a:pt x="265358" y="380182"/>
                </a:cubicBezTo>
                <a:lnTo>
                  <a:pt x="265358" y="257867"/>
                </a:lnTo>
                <a:lnTo>
                  <a:pt x="319557" y="257867"/>
                </a:lnTo>
                <a:cubicBezTo>
                  <a:pt x="321829" y="257864"/>
                  <a:pt x="323668" y="256020"/>
                  <a:pt x="323665" y="253748"/>
                </a:cubicBezTo>
                <a:cubicBezTo>
                  <a:pt x="323665" y="253746"/>
                  <a:pt x="323665" y="253744"/>
                  <a:pt x="323665" y="253744"/>
                </a:cubicBezTo>
                <a:lnTo>
                  <a:pt x="323665" y="210170"/>
                </a:lnTo>
                <a:cubicBezTo>
                  <a:pt x="323665" y="207898"/>
                  <a:pt x="321827" y="206055"/>
                  <a:pt x="319557" y="206047"/>
                </a:cubicBezTo>
                <a:cubicBezTo>
                  <a:pt x="317280" y="206049"/>
                  <a:pt x="315436" y="207893"/>
                  <a:pt x="315434" y="210170"/>
                </a:cubicBezTo>
                <a:lnTo>
                  <a:pt x="315434" y="249636"/>
                </a:lnTo>
                <a:lnTo>
                  <a:pt x="261250" y="249636"/>
                </a:lnTo>
                <a:cubicBezTo>
                  <a:pt x="258977" y="249625"/>
                  <a:pt x="257124" y="251460"/>
                  <a:pt x="257115" y="253733"/>
                </a:cubicBezTo>
                <a:cubicBezTo>
                  <a:pt x="257115" y="253737"/>
                  <a:pt x="257115" y="253741"/>
                  <a:pt x="257115" y="253744"/>
                </a:cubicBezTo>
                <a:lnTo>
                  <a:pt x="257115" y="302416"/>
                </a:lnTo>
                <a:lnTo>
                  <a:pt x="192927" y="302416"/>
                </a:lnTo>
                <a:lnTo>
                  <a:pt x="192927" y="194943"/>
                </a:lnTo>
                <a:lnTo>
                  <a:pt x="267036" y="194943"/>
                </a:lnTo>
                <a:cubicBezTo>
                  <a:pt x="269301" y="194948"/>
                  <a:pt x="271141" y="193113"/>
                  <a:pt x="271144" y="190849"/>
                </a:cubicBezTo>
                <a:cubicBezTo>
                  <a:pt x="271144" y="190845"/>
                  <a:pt x="271144" y="190840"/>
                  <a:pt x="271144" y="190835"/>
                </a:cubicBezTo>
                <a:moveTo>
                  <a:pt x="351285" y="133931"/>
                </a:moveTo>
                <a:lnTo>
                  <a:pt x="351285" y="45545"/>
                </a:lnTo>
                <a:cubicBezTo>
                  <a:pt x="351288" y="43271"/>
                  <a:pt x="349449" y="41425"/>
                  <a:pt x="347175" y="41422"/>
                </a:cubicBezTo>
                <a:cubicBezTo>
                  <a:pt x="347170" y="41422"/>
                  <a:pt x="347167" y="41422"/>
                  <a:pt x="347164" y="41422"/>
                </a:cubicBezTo>
                <a:lnTo>
                  <a:pt x="283332" y="41422"/>
                </a:lnTo>
                <a:cubicBezTo>
                  <a:pt x="281065" y="41420"/>
                  <a:pt x="279226" y="43257"/>
                  <a:pt x="279224" y="45524"/>
                </a:cubicBezTo>
                <a:cubicBezTo>
                  <a:pt x="279224" y="45530"/>
                  <a:pt x="279224" y="45538"/>
                  <a:pt x="279224" y="45545"/>
                </a:cubicBezTo>
                <a:cubicBezTo>
                  <a:pt x="279226" y="47813"/>
                  <a:pt x="281065" y="49651"/>
                  <a:pt x="283332" y="49653"/>
                </a:cubicBezTo>
                <a:lnTo>
                  <a:pt x="343054" y="49653"/>
                </a:lnTo>
                <a:lnTo>
                  <a:pt x="343054" y="129808"/>
                </a:lnTo>
                <a:lnTo>
                  <a:pt x="297460" y="129808"/>
                </a:lnTo>
                <a:cubicBezTo>
                  <a:pt x="295187" y="129805"/>
                  <a:pt x="293341" y="131644"/>
                  <a:pt x="293338" y="133918"/>
                </a:cubicBezTo>
                <a:cubicBezTo>
                  <a:pt x="293338" y="133923"/>
                  <a:pt x="293338" y="133926"/>
                  <a:pt x="293338" y="133931"/>
                </a:cubicBezTo>
                <a:cubicBezTo>
                  <a:pt x="293344" y="136201"/>
                  <a:pt x="295188" y="138039"/>
                  <a:pt x="297460" y="138039"/>
                </a:cubicBezTo>
                <a:lnTo>
                  <a:pt x="347164" y="138039"/>
                </a:lnTo>
                <a:cubicBezTo>
                  <a:pt x="349434" y="138039"/>
                  <a:pt x="351279" y="136201"/>
                  <a:pt x="351285" y="133931"/>
                </a:cubicBezTo>
                <a:moveTo>
                  <a:pt x="377065" y="343972"/>
                </a:moveTo>
                <a:lnTo>
                  <a:pt x="377065" y="177629"/>
                </a:lnTo>
                <a:cubicBezTo>
                  <a:pt x="377062" y="175357"/>
                  <a:pt x="375218" y="173518"/>
                  <a:pt x="372946" y="173521"/>
                </a:cubicBezTo>
                <a:cubicBezTo>
                  <a:pt x="372944" y="173521"/>
                  <a:pt x="372943" y="173521"/>
                  <a:pt x="372943" y="173521"/>
                </a:cubicBezTo>
                <a:cubicBezTo>
                  <a:pt x="370677" y="173518"/>
                  <a:pt x="368838" y="175351"/>
                  <a:pt x="368834" y="177617"/>
                </a:cubicBezTo>
                <a:cubicBezTo>
                  <a:pt x="368834" y="177621"/>
                  <a:pt x="368834" y="177625"/>
                  <a:pt x="368834" y="177629"/>
                </a:cubicBezTo>
                <a:lnTo>
                  <a:pt x="368834" y="339836"/>
                </a:lnTo>
                <a:lnTo>
                  <a:pt x="297460" y="339836"/>
                </a:lnTo>
                <a:cubicBezTo>
                  <a:pt x="295179" y="339839"/>
                  <a:pt x="293335" y="341690"/>
                  <a:pt x="293338" y="343970"/>
                </a:cubicBezTo>
                <a:cubicBezTo>
                  <a:pt x="293338" y="343970"/>
                  <a:pt x="293338" y="343972"/>
                  <a:pt x="293338" y="343972"/>
                </a:cubicBezTo>
                <a:cubicBezTo>
                  <a:pt x="293335" y="346239"/>
                  <a:pt x="295171" y="348078"/>
                  <a:pt x="297438" y="348080"/>
                </a:cubicBezTo>
                <a:cubicBezTo>
                  <a:pt x="297446" y="348080"/>
                  <a:pt x="297452" y="348080"/>
                  <a:pt x="297460" y="348080"/>
                </a:cubicBezTo>
                <a:lnTo>
                  <a:pt x="372943" y="348080"/>
                </a:lnTo>
                <a:cubicBezTo>
                  <a:pt x="375210" y="348089"/>
                  <a:pt x="377056" y="346260"/>
                  <a:pt x="377065" y="343992"/>
                </a:cubicBezTo>
                <a:cubicBezTo>
                  <a:pt x="377065" y="343986"/>
                  <a:pt x="377065" y="343978"/>
                  <a:pt x="377065" y="343972"/>
                </a:cubicBezTo>
                <a:moveTo>
                  <a:pt x="577721" y="299806"/>
                </a:moveTo>
                <a:lnTo>
                  <a:pt x="609683" y="299806"/>
                </a:lnTo>
                <a:lnTo>
                  <a:pt x="609683" y="196098"/>
                </a:lnTo>
                <a:cubicBezTo>
                  <a:pt x="609683" y="159709"/>
                  <a:pt x="590294" y="131498"/>
                  <a:pt x="551186" y="131498"/>
                </a:cubicBezTo>
                <a:cubicBezTo>
                  <a:pt x="532153" y="131498"/>
                  <a:pt x="512778" y="139317"/>
                  <a:pt x="500878" y="159709"/>
                </a:cubicBezTo>
                <a:lnTo>
                  <a:pt x="500878" y="136254"/>
                </a:lnTo>
                <a:lnTo>
                  <a:pt x="469601" y="136254"/>
                </a:lnTo>
                <a:lnTo>
                  <a:pt x="469601" y="299806"/>
                </a:lnTo>
                <a:lnTo>
                  <a:pt x="501565" y="299806"/>
                </a:lnTo>
                <a:lnTo>
                  <a:pt x="501565" y="205278"/>
                </a:lnTo>
                <a:cubicBezTo>
                  <a:pt x="501565" y="180447"/>
                  <a:pt x="514481" y="160396"/>
                  <a:pt x="539629" y="160396"/>
                </a:cubicBezTo>
                <a:cubicBezTo>
                  <a:pt x="568198" y="160396"/>
                  <a:pt x="577721" y="178769"/>
                  <a:pt x="577721" y="201540"/>
                </a:cubicBezTo>
                <a:close/>
                <a:moveTo>
                  <a:pt x="766751" y="201196"/>
                </a:moveTo>
                <a:lnTo>
                  <a:pt x="677320" y="201196"/>
                </a:lnTo>
                <a:cubicBezTo>
                  <a:pt x="678681" y="180130"/>
                  <a:pt x="695020" y="159366"/>
                  <a:pt x="721870" y="159366"/>
                </a:cubicBezTo>
                <a:cubicBezTo>
                  <a:pt x="750756" y="159366"/>
                  <a:pt x="766064" y="177739"/>
                  <a:pt x="766751" y="201196"/>
                </a:cubicBezTo>
                <a:moveTo>
                  <a:pt x="799388" y="227044"/>
                </a:moveTo>
                <a:cubicBezTo>
                  <a:pt x="799861" y="223662"/>
                  <a:pt x="800091" y="220250"/>
                  <a:pt x="800075" y="216835"/>
                </a:cubicBezTo>
                <a:cubicBezTo>
                  <a:pt x="800075" y="165839"/>
                  <a:pt x="771836" y="131155"/>
                  <a:pt x="721527" y="131155"/>
                </a:cubicBezTo>
                <a:cubicBezTo>
                  <a:pt x="680385" y="131155"/>
                  <a:pt x="643324" y="166182"/>
                  <a:pt x="643324" y="217522"/>
                </a:cubicBezTo>
                <a:cubicBezTo>
                  <a:pt x="643324" y="272955"/>
                  <a:pt x="681746" y="304904"/>
                  <a:pt x="725608" y="304904"/>
                </a:cubicBezTo>
                <a:cubicBezTo>
                  <a:pt x="763687" y="304904"/>
                  <a:pt x="789865" y="282134"/>
                  <a:pt x="799044" y="253221"/>
                </a:cubicBezTo>
                <a:lnTo>
                  <a:pt x="771519" y="243698"/>
                </a:lnTo>
                <a:cubicBezTo>
                  <a:pt x="765391" y="262058"/>
                  <a:pt x="752130" y="276679"/>
                  <a:pt x="725608" y="276679"/>
                </a:cubicBezTo>
                <a:cubicBezTo>
                  <a:pt x="698057" y="276679"/>
                  <a:pt x="676991" y="256285"/>
                  <a:pt x="676304" y="227044"/>
                </a:cubicBezTo>
                <a:close/>
                <a:moveTo>
                  <a:pt x="945791" y="299820"/>
                </a:moveTo>
                <a:lnTo>
                  <a:pt x="976394" y="299820"/>
                </a:lnTo>
                <a:cubicBezTo>
                  <a:pt x="975261" y="289769"/>
                  <a:pt x="974688" y="279662"/>
                  <a:pt x="974677" y="269547"/>
                </a:cubicBezTo>
                <a:lnTo>
                  <a:pt x="974677" y="136254"/>
                </a:lnTo>
                <a:lnTo>
                  <a:pt x="942727" y="136254"/>
                </a:lnTo>
                <a:lnTo>
                  <a:pt x="942727" y="234863"/>
                </a:lnTo>
                <a:cubicBezTo>
                  <a:pt x="942727" y="259681"/>
                  <a:pt x="929810" y="276679"/>
                  <a:pt x="903948" y="276679"/>
                </a:cubicBezTo>
                <a:cubicBezTo>
                  <a:pt x="877097" y="276679"/>
                  <a:pt x="866901" y="256959"/>
                  <a:pt x="866901" y="234519"/>
                </a:cubicBezTo>
                <a:lnTo>
                  <a:pt x="866901" y="136254"/>
                </a:lnTo>
                <a:lnTo>
                  <a:pt x="834924" y="136254"/>
                </a:lnTo>
                <a:lnTo>
                  <a:pt x="834924" y="239287"/>
                </a:lnTo>
                <a:cubicBezTo>
                  <a:pt x="834924" y="276348"/>
                  <a:pt x="858065" y="304903"/>
                  <a:pt x="896143" y="304903"/>
                </a:cubicBezTo>
                <a:cubicBezTo>
                  <a:pt x="915175" y="304903"/>
                  <a:pt x="935582" y="297084"/>
                  <a:pt x="944418" y="280086"/>
                </a:cubicBezTo>
                <a:cubicBezTo>
                  <a:pt x="944422" y="286687"/>
                  <a:pt x="944881" y="293281"/>
                  <a:pt x="945791" y="299818"/>
                </a:cubicBezTo>
                <a:moveTo>
                  <a:pt x="1098324" y="167541"/>
                </a:moveTo>
                <a:cubicBezTo>
                  <a:pt x="1102992" y="167551"/>
                  <a:pt x="1107652" y="167891"/>
                  <a:pt x="1112271" y="168559"/>
                </a:cubicBezTo>
                <a:lnTo>
                  <a:pt x="1112271" y="134563"/>
                </a:lnTo>
                <a:cubicBezTo>
                  <a:pt x="1108795" y="133908"/>
                  <a:pt x="1105269" y="133563"/>
                  <a:pt x="1101731" y="133532"/>
                </a:cubicBezTo>
                <a:cubicBezTo>
                  <a:pt x="1085077" y="133532"/>
                  <a:pt x="1064671" y="139661"/>
                  <a:pt x="1052771" y="164808"/>
                </a:cubicBezTo>
                <a:lnTo>
                  <a:pt x="1052771" y="136266"/>
                </a:lnTo>
                <a:lnTo>
                  <a:pt x="1021481" y="136266"/>
                </a:lnTo>
                <a:lnTo>
                  <a:pt x="1021481" y="299806"/>
                </a:lnTo>
                <a:lnTo>
                  <a:pt x="1053443" y="299806"/>
                </a:lnTo>
                <a:lnTo>
                  <a:pt x="1053443" y="217851"/>
                </a:lnTo>
                <a:cubicBezTo>
                  <a:pt x="1053443" y="181820"/>
                  <a:pt x="1071474" y="167543"/>
                  <a:pt x="1098324" y="167543"/>
                </a:cubicBezTo>
                <a:moveTo>
                  <a:pt x="1263512" y="217865"/>
                </a:moveTo>
                <a:cubicBezTo>
                  <a:pt x="1263512" y="255943"/>
                  <a:pt x="1239712" y="276350"/>
                  <a:pt x="1212518" y="276350"/>
                </a:cubicBezTo>
                <a:cubicBezTo>
                  <a:pt x="1185308" y="276350"/>
                  <a:pt x="1161507" y="255943"/>
                  <a:pt x="1161507" y="217865"/>
                </a:cubicBezTo>
                <a:cubicBezTo>
                  <a:pt x="1161507" y="180116"/>
                  <a:pt x="1185308" y="159709"/>
                  <a:pt x="1212518" y="159709"/>
                </a:cubicBezTo>
                <a:cubicBezTo>
                  <a:pt x="1239712" y="159709"/>
                  <a:pt x="1263512" y="180116"/>
                  <a:pt x="1263512" y="217865"/>
                </a:cubicBezTo>
                <a:moveTo>
                  <a:pt x="1296163" y="217865"/>
                </a:moveTo>
                <a:cubicBezTo>
                  <a:pt x="1296163" y="168230"/>
                  <a:pt x="1261479" y="131169"/>
                  <a:pt x="1212518" y="131169"/>
                </a:cubicBezTo>
                <a:cubicBezTo>
                  <a:pt x="1163557" y="131169"/>
                  <a:pt x="1128871" y="168230"/>
                  <a:pt x="1128871" y="217865"/>
                </a:cubicBezTo>
                <a:cubicBezTo>
                  <a:pt x="1128871" y="267844"/>
                  <a:pt x="1163555" y="304904"/>
                  <a:pt x="1212518" y="304904"/>
                </a:cubicBezTo>
                <a:cubicBezTo>
                  <a:pt x="1261479" y="304904"/>
                  <a:pt x="1296163" y="267844"/>
                  <a:pt x="1296163" y="217865"/>
                </a:cubicBezTo>
                <a:moveTo>
                  <a:pt x="1388657" y="301496"/>
                </a:moveTo>
                <a:cubicBezTo>
                  <a:pt x="1396028" y="301629"/>
                  <a:pt x="1403374" y="300599"/>
                  <a:pt x="1410425" y="298446"/>
                </a:cubicBezTo>
                <a:lnTo>
                  <a:pt x="1410425" y="271237"/>
                </a:lnTo>
                <a:cubicBezTo>
                  <a:pt x="1406285" y="272108"/>
                  <a:pt x="1402068" y="272569"/>
                  <a:pt x="1397836" y="272612"/>
                </a:cubicBezTo>
                <a:cubicBezTo>
                  <a:pt x="1381182" y="272612"/>
                  <a:pt x="1375054" y="265109"/>
                  <a:pt x="1375054" y="250158"/>
                </a:cubicBezTo>
                <a:lnTo>
                  <a:pt x="1375054" y="165152"/>
                </a:lnTo>
                <a:lnTo>
                  <a:pt x="1410423" y="165152"/>
                </a:lnTo>
                <a:lnTo>
                  <a:pt x="1410423" y="136254"/>
                </a:lnTo>
                <a:lnTo>
                  <a:pt x="1375054" y="136254"/>
                </a:lnTo>
                <a:lnTo>
                  <a:pt x="1375054" y="84585"/>
                </a:lnTo>
                <a:lnTo>
                  <a:pt x="1345825" y="84585"/>
                </a:lnTo>
                <a:lnTo>
                  <a:pt x="1345825" y="111092"/>
                </a:lnTo>
                <a:cubicBezTo>
                  <a:pt x="1345825" y="125383"/>
                  <a:pt x="1338335" y="136254"/>
                  <a:pt x="1320665" y="136254"/>
                </a:cubicBezTo>
                <a:lnTo>
                  <a:pt x="1311814" y="136254"/>
                </a:lnTo>
                <a:lnTo>
                  <a:pt x="1311814" y="165152"/>
                </a:lnTo>
                <a:lnTo>
                  <a:pt x="1343105" y="165152"/>
                </a:lnTo>
                <a:lnTo>
                  <a:pt x="1343105" y="254911"/>
                </a:lnTo>
                <a:cubicBezTo>
                  <a:pt x="1343105" y="284512"/>
                  <a:pt x="1360777" y="301496"/>
                  <a:pt x="1388657" y="301496"/>
                </a:cubicBezTo>
                <a:moveTo>
                  <a:pt x="1564344" y="217865"/>
                </a:moveTo>
                <a:cubicBezTo>
                  <a:pt x="1564344" y="255943"/>
                  <a:pt x="1540543" y="276350"/>
                  <a:pt x="1513349" y="276350"/>
                </a:cubicBezTo>
                <a:cubicBezTo>
                  <a:pt x="1486155" y="276350"/>
                  <a:pt x="1462340" y="255943"/>
                  <a:pt x="1462340" y="217865"/>
                </a:cubicBezTo>
                <a:cubicBezTo>
                  <a:pt x="1462340" y="180116"/>
                  <a:pt x="1486155" y="159709"/>
                  <a:pt x="1513349" y="159709"/>
                </a:cubicBezTo>
                <a:cubicBezTo>
                  <a:pt x="1540544" y="159709"/>
                  <a:pt x="1564344" y="180116"/>
                  <a:pt x="1564344" y="217865"/>
                </a:cubicBezTo>
                <a:moveTo>
                  <a:pt x="1596994" y="217865"/>
                </a:moveTo>
                <a:cubicBezTo>
                  <a:pt x="1596994" y="168230"/>
                  <a:pt x="1562310" y="131169"/>
                  <a:pt x="1513349" y="131169"/>
                </a:cubicBezTo>
                <a:cubicBezTo>
                  <a:pt x="1464388" y="131169"/>
                  <a:pt x="1429704" y="168230"/>
                  <a:pt x="1429704" y="217865"/>
                </a:cubicBezTo>
                <a:cubicBezTo>
                  <a:pt x="1429704" y="267844"/>
                  <a:pt x="1464388" y="304904"/>
                  <a:pt x="1513349" y="304904"/>
                </a:cubicBezTo>
                <a:cubicBezTo>
                  <a:pt x="1562310" y="304904"/>
                  <a:pt x="1596994" y="267844"/>
                  <a:pt x="1596994" y="217865"/>
                </a:cubicBezTo>
                <a:moveTo>
                  <a:pt x="1709456" y="167543"/>
                </a:moveTo>
                <a:cubicBezTo>
                  <a:pt x="1714119" y="167552"/>
                  <a:pt x="1718776" y="167893"/>
                  <a:pt x="1723392" y="168560"/>
                </a:cubicBezTo>
                <a:lnTo>
                  <a:pt x="1723392" y="134563"/>
                </a:lnTo>
                <a:cubicBezTo>
                  <a:pt x="1719915" y="133908"/>
                  <a:pt x="1716387" y="133563"/>
                  <a:pt x="1712851" y="133532"/>
                </a:cubicBezTo>
                <a:cubicBezTo>
                  <a:pt x="1696195" y="133532"/>
                  <a:pt x="1675790" y="139661"/>
                  <a:pt x="1663890" y="164808"/>
                </a:cubicBezTo>
                <a:lnTo>
                  <a:pt x="1663890" y="136266"/>
                </a:lnTo>
                <a:lnTo>
                  <a:pt x="1632614" y="136266"/>
                </a:lnTo>
                <a:lnTo>
                  <a:pt x="1632614" y="299806"/>
                </a:lnTo>
                <a:lnTo>
                  <a:pt x="1664564" y="299806"/>
                </a:lnTo>
                <a:lnTo>
                  <a:pt x="1664564" y="217851"/>
                </a:lnTo>
                <a:cubicBezTo>
                  <a:pt x="1664564" y="181820"/>
                  <a:pt x="1682606" y="167543"/>
                  <a:pt x="1709456" y="167543"/>
                </a:cubicBezTo>
                <a:moveTo>
                  <a:pt x="1790286" y="74360"/>
                </a:moveTo>
                <a:cubicBezTo>
                  <a:pt x="1790373" y="61682"/>
                  <a:pt x="1780166" y="51335"/>
                  <a:pt x="1767488" y="51248"/>
                </a:cubicBezTo>
                <a:cubicBezTo>
                  <a:pt x="1754810" y="51160"/>
                  <a:pt x="1744461" y="61367"/>
                  <a:pt x="1744374" y="74045"/>
                </a:cubicBezTo>
                <a:cubicBezTo>
                  <a:pt x="1744288" y="86717"/>
                  <a:pt x="1754486" y="97064"/>
                  <a:pt x="1767159" y="97158"/>
                </a:cubicBezTo>
                <a:cubicBezTo>
                  <a:pt x="1779829" y="97261"/>
                  <a:pt x="1790184" y="87071"/>
                  <a:pt x="1790286" y="74401"/>
                </a:cubicBezTo>
                <a:cubicBezTo>
                  <a:pt x="1790286" y="74389"/>
                  <a:pt x="1790286" y="74374"/>
                  <a:pt x="1790286" y="74362"/>
                </a:cubicBezTo>
                <a:moveTo>
                  <a:pt x="1937899" y="299820"/>
                </a:moveTo>
                <a:lnTo>
                  <a:pt x="1968489" y="299820"/>
                </a:lnTo>
                <a:cubicBezTo>
                  <a:pt x="1967368" y="289767"/>
                  <a:pt x="1966799" y="279662"/>
                  <a:pt x="1966785" y="269547"/>
                </a:cubicBezTo>
                <a:lnTo>
                  <a:pt x="1966785" y="136254"/>
                </a:lnTo>
                <a:lnTo>
                  <a:pt x="1934821" y="136254"/>
                </a:lnTo>
                <a:lnTo>
                  <a:pt x="1934821" y="234863"/>
                </a:lnTo>
                <a:cubicBezTo>
                  <a:pt x="1934821" y="259681"/>
                  <a:pt x="1921917" y="276679"/>
                  <a:pt x="1896069" y="276679"/>
                </a:cubicBezTo>
                <a:cubicBezTo>
                  <a:pt x="1869204" y="276679"/>
                  <a:pt x="1859008" y="256959"/>
                  <a:pt x="1859008" y="234519"/>
                </a:cubicBezTo>
                <a:lnTo>
                  <a:pt x="1859008" y="136254"/>
                </a:lnTo>
                <a:lnTo>
                  <a:pt x="1827032" y="136254"/>
                </a:lnTo>
                <a:lnTo>
                  <a:pt x="1827032" y="239287"/>
                </a:lnTo>
                <a:cubicBezTo>
                  <a:pt x="1827032" y="276348"/>
                  <a:pt x="1850171" y="304903"/>
                  <a:pt x="1888249" y="304903"/>
                </a:cubicBezTo>
                <a:cubicBezTo>
                  <a:pt x="1907282" y="304903"/>
                  <a:pt x="1927689" y="297084"/>
                  <a:pt x="1936524" y="280086"/>
                </a:cubicBezTo>
                <a:cubicBezTo>
                  <a:pt x="1936529" y="286687"/>
                  <a:pt x="1936988" y="293281"/>
                  <a:pt x="1937899" y="299818"/>
                </a:cubicBezTo>
                <a:moveTo>
                  <a:pt x="2253984" y="299806"/>
                </a:moveTo>
                <a:lnTo>
                  <a:pt x="2253984" y="193721"/>
                </a:lnTo>
                <a:cubicBezTo>
                  <a:pt x="2253984" y="150874"/>
                  <a:pt x="2226102" y="131498"/>
                  <a:pt x="2197547" y="131498"/>
                </a:cubicBezTo>
                <a:cubicBezTo>
                  <a:pt x="2176797" y="131498"/>
                  <a:pt x="2155704" y="138974"/>
                  <a:pt x="2142800" y="162431"/>
                </a:cubicBezTo>
                <a:cubicBezTo>
                  <a:pt x="2133951" y="141365"/>
                  <a:pt x="2114231" y="131498"/>
                  <a:pt x="2093839" y="131498"/>
                </a:cubicBezTo>
                <a:cubicBezTo>
                  <a:pt x="2074793" y="131498"/>
                  <a:pt x="2054387" y="139991"/>
                  <a:pt x="2044204" y="158005"/>
                </a:cubicBezTo>
                <a:lnTo>
                  <a:pt x="2044204" y="136254"/>
                </a:lnTo>
                <a:lnTo>
                  <a:pt x="2013588" y="136254"/>
                </a:lnTo>
                <a:lnTo>
                  <a:pt x="2013588" y="299806"/>
                </a:lnTo>
                <a:lnTo>
                  <a:pt x="2045221" y="299806"/>
                </a:lnTo>
                <a:lnTo>
                  <a:pt x="2045221" y="201209"/>
                </a:lnTo>
                <a:cubicBezTo>
                  <a:pt x="2045221" y="176723"/>
                  <a:pt x="2060516" y="159709"/>
                  <a:pt x="2083299" y="159709"/>
                </a:cubicBezTo>
                <a:cubicBezTo>
                  <a:pt x="2107759" y="159709"/>
                  <a:pt x="2117971" y="176035"/>
                  <a:pt x="2117971" y="197115"/>
                </a:cubicBezTo>
                <a:lnTo>
                  <a:pt x="2117971" y="299807"/>
                </a:lnTo>
                <a:lnTo>
                  <a:pt x="2149932" y="299807"/>
                </a:lnTo>
                <a:lnTo>
                  <a:pt x="2149932" y="200867"/>
                </a:lnTo>
                <a:cubicBezTo>
                  <a:pt x="2149932" y="177410"/>
                  <a:pt x="2165242" y="159711"/>
                  <a:pt x="2187682" y="159711"/>
                </a:cubicBezTo>
                <a:cubicBezTo>
                  <a:pt x="2211824" y="159711"/>
                  <a:pt x="2222364" y="175706"/>
                  <a:pt x="2222364" y="197115"/>
                </a:cubicBezTo>
                <a:lnTo>
                  <a:pt x="2222364" y="299807"/>
                </a:lnTo>
                <a:close/>
              </a:path>
            </a:pathLst>
          </a:custGeom>
          <a:solidFill>
            <a:srgbClr val="3F1A01"/>
          </a:solidFill>
          <a:ln w="1586" cap="flat">
            <a:noFill/>
            <a:prstDash val="solid"/>
            <a:miter/>
          </a:ln>
        </p:spPr>
        <p:txBody>
          <a:bodyPr rtlCol="0" anchor="ctr"/>
          <a:lstStyle/>
          <a:p>
            <a:endParaRPr lang="en-GB"/>
          </a:p>
        </p:txBody>
      </p:sp>
      <p:sp>
        <p:nvSpPr>
          <p:cNvPr id="10" name="ExternalLogo" hidden="1">
            <a:extLst>
              <a:ext uri="{FF2B5EF4-FFF2-40B4-BE49-F238E27FC236}">
                <a16:creationId xmlns:a16="http://schemas.microsoft.com/office/drawing/2014/main" id="{785F50A2-FEAD-4B66-A58D-1F6C2BB6A70A}"/>
              </a:ext>
            </a:extLst>
          </p:cNvPr>
          <p:cNvSpPr/>
          <p:nvPr/>
        </p:nvSpPr>
        <p:spPr>
          <a:xfrm>
            <a:off x="10023475" y="4968741"/>
            <a:ext cx="1627188" cy="636980"/>
          </a:xfrm>
          <a:prstGeom prst="rect">
            <a:avLst/>
          </a:prstGeom>
          <a:solidFill>
            <a:srgbClr val="D1D1D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chorCtr="0">
            <a:noAutofit/>
          </a:bodyPr>
          <a:lstStyle/>
          <a:p>
            <a:pPr algn="ctr"/>
            <a:r>
              <a:rPr lang="en-GB" sz="900">
                <a:solidFill>
                  <a:srgbClr val="FF00FF"/>
                </a:solidFill>
              </a:rPr>
              <a:t>External logo</a:t>
            </a:r>
          </a:p>
        </p:txBody>
      </p:sp>
    </p:spTree>
    <p:extLst>
      <p:ext uri="{BB962C8B-B14F-4D97-AF65-F5344CB8AC3E}">
        <p14:creationId xmlns:p14="http://schemas.microsoft.com/office/powerpoint/2010/main" val="1218161202"/>
      </p:ext>
    </p:extLst>
  </p:cSld>
  <p:clrMapOvr>
    <a:masterClrMapping/>
  </p:clrMapOvr>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 Light Brown">
    <p:bg>
      <p:bgPr>
        <a:solidFill>
          <a:srgbClr val="D9D1CC"/>
        </a:solidFill>
        <a:effectLst/>
      </p:bgPr>
    </p:bg>
    <p:spTree>
      <p:nvGrpSpPr>
        <p:cNvPr id="1" name=""/>
        <p:cNvGrpSpPr/>
        <p:nvPr/>
      </p:nvGrpSpPr>
      <p:grpSpPr>
        <a:xfrm>
          <a:off x="0" y="0"/>
          <a:ext cx="0" cy="0"/>
          <a:chOff x="0" y="0"/>
          <a:chExt cx="0" cy="0"/>
        </a:xfrm>
      </p:grpSpPr>
      <p:sp>
        <p:nvSpPr>
          <p:cNvPr id="9" name="ColoredBackground">
            <a:extLst>
              <a:ext uri="{FF2B5EF4-FFF2-40B4-BE49-F238E27FC236}">
                <a16:creationId xmlns:a16="http://schemas.microsoft.com/office/drawing/2014/main" id="{B7494EA0-F8CC-4025-9CC7-BF8C612E5B66}"/>
              </a:ext>
            </a:extLst>
          </p:cNvPr>
          <p:cNvSpPr/>
          <p:nvPr/>
        </p:nvSpPr>
        <p:spPr>
          <a:xfrm>
            <a:off x="0" y="-1"/>
            <a:ext cx="12192000" cy="6858000"/>
          </a:xfrm>
          <a:prstGeom prst="rect">
            <a:avLst/>
          </a:prstGeom>
          <a:solidFill>
            <a:srgbClr val="D9D1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5" descr="Shape&#10;&#10;Description automatically generated with medium confidence">
            <a:extLst>
              <a:ext uri="{FF2B5EF4-FFF2-40B4-BE49-F238E27FC236}">
                <a16:creationId xmlns:a16="http://schemas.microsoft.com/office/drawing/2014/main" id="{53D2B7D2-DD62-48F8-BAE1-B006F6F25D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8464564-6547-498D-A220-7B346E5B1408}"/>
              </a:ext>
            </a:extLst>
          </p:cNvPr>
          <p:cNvSpPr>
            <a:spLocks noGrp="1"/>
          </p:cNvSpPr>
          <p:nvPr>
            <p:ph type="title"/>
          </p:nvPr>
        </p:nvSpPr>
        <p:spPr>
          <a:xfrm>
            <a:off x="1219200" y="546100"/>
            <a:ext cx="6642100" cy="2105818"/>
          </a:xfrm>
        </p:spPr>
        <p:txBody>
          <a:bodyPr anchor="b"/>
          <a:lstStyle>
            <a:lvl1pPr>
              <a:defRPr sz="4000">
                <a:solidFill>
                  <a:srgbClr val="3F1A01"/>
                </a:solidFill>
              </a:defRPr>
            </a:lvl1p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1592638D-BCB6-4F07-9847-FBAA9B3609B5}"/>
              </a:ext>
            </a:extLst>
          </p:cNvPr>
          <p:cNvSpPr>
            <a:spLocks noGrp="1"/>
          </p:cNvSpPr>
          <p:nvPr>
            <p:ph type="body" idx="1"/>
          </p:nvPr>
        </p:nvSpPr>
        <p:spPr>
          <a:xfrm>
            <a:off x="1219200" y="2678906"/>
            <a:ext cx="6642100" cy="1500187"/>
          </a:xfrm>
          <a:prstGeom prst="rect">
            <a:avLst/>
          </a:prstGeom>
        </p:spPr>
        <p:txBody>
          <a:bodyPr/>
          <a:lstStyle>
            <a:lvl1pPr marL="0" indent="0">
              <a:buNone/>
              <a:defRPr sz="2400">
                <a:solidFill>
                  <a:schemeClr val="accent4"/>
                </a:solidFill>
                <a:latin typeface="Times New Roman" panose="02020603050405020304" pitchFamily="18" charset="0"/>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Freeform 9">
            <a:extLst>
              <a:ext uri="{FF2B5EF4-FFF2-40B4-BE49-F238E27FC236}">
                <a16:creationId xmlns:a16="http://schemas.microsoft.com/office/drawing/2014/main" id="{1BC6753F-764E-4733-B343-5BC93ED602E4}"/>
              </a:ext>
            </a:extLst>
          </p:cNvPr>
          <p:cNvSpPr>
            <a:spLocks noEditPoints="1"/>
          </p:cNvSpPr>
          <p:nvPr/>
        </p:nvSpPr>
        <p:spPr bwMode="auto">
          <a:xfrm rot="5400000">
            <a:off x="7458075" y="-2243138"/>
            <a:ext cx="8385175" cy="9817101"/>
          </a:xfrm>
          <a:custGeom>
            <a:avLst/>
            <a:gdLst>
              <a:gd name="T0" fmla="*/ 276 w 2642"/>
              <a:gd name="T1" fmla="*/ 2871 h 3094"/>
              <a:gd name="T2" fmla="*/ 588 w 2642"/>
              <a:gd name="T3" fmla="*/ 2871 h 3094"/>
              <a:gd name="T4" fmla="*/ 2083 w 2642"/>
              <a:gd name="T5" fmla="*/ 2843 h 3094"/>
              <a:gd name="T6" fmla="*/ 2338 w 2642"/>
              <a:gd name="T7" fmla="*/ 2900 h 3094"/>
              <a:gd name="T8" fmla="*/ 29 w 2642"/>
              <a:gd name="T9" fmla="*/ 1219 h 3094"/>
              <a:gd name="T10" fmla="*/ 29 w 2642"/>
              <a:gd name="T11" fmla="*/ 2444 h 3094"/>
              <a:gd name="T12" fmla="*/ 559 w 2642"/>
              <a:gd name="T13" fmla="*/ 2386 h 3094"/>
              <a:gd name="T14" fmla="*/ 29 w 2642"/>
              <a:gd name="T15" fmla="*/ 1219 h 3094"/>
              <a:gd name="T16" fmla="*/ 2584 w 2642"/>
              <a:gd name="T17" fmla="*/ 2386 h 3094"/>
              <a:gd name="T18" fmla="*/ 2083 w 2642"/>
              <a:gd name="T19" fmla="*/ 2444 h 3094"/>
              <a:gd name="T20" fmla="*/ 2642 w 2642"/>
              <a:gd name="T21" fmla="*/ 1248 h 3094"/>
              <a:gd name="T22" fmla="*/ 210 w 2642"/>
              <a:gd name="T23" fmla="*/ 292 h 3094"/>
              <a:gd name="T24" fmla="*/ 210 w 2642"/>
              <a:gd name="T25" fmla="*/ 970 h 3094"/>
              <a:gd name="T26" fmla="*/ 559 w 2642"/>
              <a:gd name="T27" fmla="*/ 912 h 3094"/>
              <a:gd name="T28" fmla="*/ 658 w 2642"/>
              <a:gd name="T29" fmla="*/ 350 h 3094"/>
              <a:gd name="T30" fmla="*/ 2432 w 2642"/>
              <a:gd name="T31" fmla="*/ 292 h 3094"/>
              <a:gd name="T32" fmla="*/ 1984 w 2642"/>
              <a:gd name="T33" fmla="*/ 350 h 3094"/>
              <a:gd name="T34" fmla="*/ 2083 w 2642"/>
              <a:gd name="T35" fmla="*/ 912 h 3094"/>
              <a:gd name="T36" fmla="*/ 2432 w 2642"/>
              <a:gd name="T37" fmla="*/ 970 h 3094"/>
              <a:gd name="T38" fmla="*/ 2432 w 2642"/>
              <a:gd name="T39" fmla="*/ 292 h 3094"/>
              <a:gd name="T40" fmla="*/ 814 w 2642"/>
              <a:gd name="T41" fmla="*/ 29 h 3094"/>
              <a:gd name="T42" fmla="*/ 1292 w 2642"/>
              <a:gd name="T43" fmla="*/ 602 h 3094"/>
              <a:gd name="T44" fmla="*/ 989 w 2642"/>
              <a:gd name="T45" fmla="*/ 660 h 3094"/>
              <a:gd name="T46" fmla="*/ 801 w 2642"/>
              <a:gd name="T47" fmla="*/ 1311 h 3094"/>
              <a:gd name="T48" fmla="*/ 743 w 2642"/>
              <a:gd name="T49" fmla="*/ 1060 h 3094"/>
              <a:gd name="T50" fmla="*/ 1292 w 2642"/>
              <a:gd name="T51" fmla="*/ 1369 h 3094"/>
              <a:gd name="T52" fmla="*/ 842 w 2642"/>
              <a:gd name="T53" fmla="*/ 1782 h 3094"/>
              <a:gd name="T54" fmla="*/ 433 w 2642"/>
              <a:gd name="T55" fmla="*/ 1476 h 3094"/>
              <a:gd name="T56" fmla="*/ 375 w 2642"/>
              <a:gd name="T57" fmla="*/ 1782 h 3094"/>
              <a:gd name="T58" fmla="*/ 784 w 2642"/>
              <a:gd name="T59" fmla="*/ 2669 h 3094"/>
              <a:gd name="T60" fmla="*/ 842 w 2642"/>
              <a:gd name="T61" fmla="*/ 2181 h 3094"/>
              <a:gd name="T62" fmla="*/ 921 w 2642"/>
              <a:gd name="T63" fmla="*/ 3036 h 3094"/>
              <a:gd name="T64" fmla="*/ 1321 w 2642"/>
              <a:gd name="T65" fmla="*/ 3094 h 3094"/>
              <a:gd name="T66" fmla="*/ 1722 w 2642"/>
              <a:gd name="T67" fmla="*/ 3036 h 3094"/>
              <a:gd name="T68" fmla="*/ 1800 w 2642"/>
              <a:gd name="T69" fmla="*/ 2181 h 3094"/>
              <a:gd name="T70" fmla="*/ 1858 w 2642"/>
              <a:gd name="T71" fmla="*/ 2669 h 3094"/>
              <a:gd name="T72" fmla="*/ 2267 w 2642"/>
              <a:gd name="T73" fmla="*/ 1782 h 3094"/>
              <a:gd name="T74" fmla="*/ 2210 w 2642"/>
              <a:gd name="T75" fmla="*/ 1476 h 3094"/>
              <a:gd name="T76" fmla="*/ 1800 w 2642"/>
              <a:gd name="T77" fmla="*/ 1782 h 3094"/>
              <a:gd name="T78" fmla="*/ 1350 w 2642"/>
              <a:gd name="T79" fmla="*/ 1369 h 3094"/>
              <a:gd name="T80" fmla="*/ 1899 w 2642"/>
              <a:gd name="T81" fmla="*/ 1060 h 3094"/>
              <a:gd name="T82" fmla="*/ 1841 w 2642"/>
              <a:gd name="T83" fmla="*/ 1311 h 3094"/>
              <a:gd name="T84" fmla="*/ 1643 w 2642"/>
              <a:gd name="T85" fmla="*/ 660 h 3094"/>
              <a:gd name="T86" fmla="*/ 1350 w 2642"/>
              <a:gd name="T87" fmla="*/ 602 h 3094"/>
              <a:gd name="T88" fmla="*/ 1828 w 2642"/>
              <a:gd name="T89" fmla="*/ 29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42" h="3094">
                <a:moveTo>
                  <a:pt x="559" y="2843"/>
                </a:moveTo>
                <a:cubicBezTo>
                  <a:pt x="305" y="2843"/>
                  <a:pt x="305" y="2843"/>
                  <a:pt x="305" y="2843"/>
                </a:cubicBezTo>
                <a:cubicBezTo>
                  <a:pt x="289" y="2843"/>
                  <a:pt x="276" y="2856"/>
                  <a:pt x="276" y="2871"/>
                </a:cubicBezTo>
                <a:cubicBezTo>
                  <a:pt x="276" y="2887"/>
                  <a:pt x="289" y="2900"/>
                  <a:pt x="305" y="2900"/>
                </a:cubicBezTo>
                <a:cubicBezTo>
                  <a:pt x="559" y="2900"/>
                  <a:pt x="559" y="2900"/>
                  <a:pt x="559" y="2900"/>
                </a:cubicBezTo>
                <a:cubicBezTo>
                  <a:pt x="575" y="2900"/>
                  <a:pt x="588" y="2887"/>
                  <a:pt x="588" y="2871"/>
                </a:cubicBezTo>
                <a:cubicBezTo>
                  <a:pt x="588" y="2856"/>
                  <a:pt x="575" y="2843"/>
                  <a:pt x="559" y="2843"/>
                </a:cubicBezTo>
                <a:moveTo>
                  <a:pt x="2338" y="2843"/>
                </a:moveTo>
                <a:cubicBezTo>
                  <a:pt x="2083" y="2843"/>
                  <a:pt x="2083" y="2843"/>
                  <a:pt x="2083" y="2843"/>
                </a:cubicBezTo>
                <a:cubicBezTo>
                  <a:pt x="2068" y="2843"/>
                  <a:pt x="2055" y="2856"/>
                  <a:pt x="2055" y="2871"/>
                </a:cubicBezTo>
                <a:cubicBezTo>
                  <a:pt x="2055" y="2887"/>
                  <a:pt x="2068" y="2900"/>
                  <a:pt x="2083" y="2900"/>
                </a:cubicBezTo>
                <a:cubicBezTo>
                  <a:pt x="2338" y="2900"/>
                  <a:pt x="2338" y="2900"/>
                  <a:pt x="2338" y="2900"/>
                </a:cubicBezTo>
                <a:cubicBezTo>
                  <a:pt x="2354" y="2900"/>
                  <a:pt x="2366" y="2887"/>
                  <a:pt x="2366" y="2871"/>
                </a:cubicBezTo>
                <a:cubicBezTo>
                  <a:pt x="2366" y="2856"/>
                  <a:pt x="2354" y="2843"/>
                  <a:pt x="2338" y="2843"/>
                </a:cubicBezTo>
                <a:moveTo>
                  <a:pt x="29" y="1219"/>
                </a:moveTo>
                <a:cubicBezTo>
                  <a:pt x="13" y="1219"/>
                  <a:pt x="0" y="1232"/>
                  <a:pt x="0" y="1248"/>
                </a:cubicBezTo>
                <a:cubicBezTo>
                  <a:pt x="0" y="2415"/>
                  <a:pt x="0" y="2415"/>
                  <a:pt x="0" y="2415"/>
                </a:cubicBezTo>
                <a:cubicBezTo>
                  <a:pt x="0" y="2431"/>
                  <a:pt x="13" y="2444"/>
                  <a:pt x="29" y="2444"/>
                </a:cubicBezTo>
                <a:cubicBezTo>
                  <a:pt x="559" y="2444"/>
                  <a:pt x="559" y="2444"/>
                  <a:pt x="559" y="2444"/>
                </a:cubicBezTo>
                <a:cubicBezTo>
                  <a:pt x="575" y="2444"/>
                  <a:pt x="588" y="2431"/>
                  <a:pt x="588" y="2415"/>
                </a:cubicBezTo>
                <a:cubicBezTo>
                  <a:pt x="588" y="2399"/>
                  <a:pt x="575" y="2386"/>
                  <a:pt x="559" y="2386"/>
                </a:cubicBezTo>
                <a:cubicBezTo>
                  <a:pt x="58" y="2386"/>
                  <a:pt x="58" y="2386"/>
                  <a:pt x="58" y="2386"/>
                </a:cubicBezTo>
                <a:cubicBezTo>
                  <a:pt x="58" y="1248"/>
                  <a:pt x="58" y="1248"/>
                  <a:pt x="58" y="1248"/>
                </a:cubicBezTo>
                <a:cubicBezTo>
                  <a:pt x="58" y="1232"/>
                  <a:pt x="45" y="1219"/>
                  <a:pt x="29" y="1219"/>
                </a:cubicBezTo>
                <a:moveTo>
                  <a:pt x="2613" y="1219"/>
                </a:moveTo>
                <a:cubicBezTo>
                  <a:pt x="2597" y="1219"/>
                  <a:pt x="2584" y="1232"/>
                  <a:pt x="2584" y="1248"/>
                </a:cubicBezTo>
                <a:cubicBezTo>
                  <a:pt x="2584" y="2386"/>
                  <a:pt x="2584" y="2386"/>
                  <a:pt x="2584" y="2386"/>
                </a:cubicBezTo>
                <a:cubicBezTo>
                  <a:pt x="2083" y="2386"/>
                  <a:pt x="2083" y="2386"/>
                  <a:pt x="2083" y="2386"/>
                </a:cubicBezTo>
                <a:cubicBezTo>
                  <a:pt x="2067" y="2386"/>
                  <a:pt x="2055" y="2399"/>
                  <a:pt x="2055" y="2415"/>
                </a:cubicBezTo>
                <a:cubicBezTo>
                  <a:pt x="2055" y="2431"/>
                  <a:pt x="2067" y="2444"/>
                  <a:pt x="2083" y="2444"/>
                </a:cubicBezTo>
                <a:cubicBezTo>
                  <a:pt x="2613" y="2444"/>
                  <a:pt x="2613" y="2444"/>
                  <a:pt x="2613" y="2444"/>
                </a:cubicBezTo>
                <a:cubicBezTo>
                  <a:pt x="2629" y="2444"/>
                  <a:pt x="2642" y="2431"/>
                  <a:pt x="2642" y="2415"/>
                </a:cubicBezTo>
                <a:cubicBezTo>
                  <a:pt x="2642" y="1248"/>
                  <a:pt x="2642" y="1248"/>
                  <a:pt x="2642" y="1248"/>
                </a:cubicBezTo>
                <a:cubicBezTo>
                  <a:pt x="2642" y="1232"/>
                  <a:pt x="2629" y="1219"/>
                  <a:pt x="2613" y="1219"/>
                </a:cubicBezTo>
                <a:moveTo>
                  <a:pt x="658" y="292"/>
                </a:moveTo>
                <a:cubicBezTo>
                  <a:pt x="210" y="292"/>
                  <a:pt x="210" y="292"/>
                  <a:pt x="210" y="292"/>
                </a:cubicBezTo>
                <a:cubicBezTo>
                  <a:pt x="194" y="292"/>
                  <a:pt x="181" y="305"/>
                  <a:pt x="181" y="321"/>
                </a:cubicBezTo>
                <a:cubicBezTo>
                  <a:pt x="181" y="941"/>
                  <a:pt x="181" y="941"/>
                  <a:pt x="181" y="941"/>
                </a:cubicBezTo>
                <a:cubicBezTo>
                  <a:pt x="181" y="957"/>
                  <a:pt x="194" y="970"/>
                  <a:pt x="210" y="970"/>
                </a:cubicBezTo>
                <a:cubicBezTo>
                  <a:pt x="559" y="970"/>
                  <a:pt x="559" y="970"/>
                  <a:pt x="559" y="970"/>
                </a:cubicBezTo>
                <a:cubicBezTo>
                  <a:pt x="575" y="970"/>
                  <a:pt x="588" y="957"/>
                  <a:pt x="588" y="941"/>
                </a:cubicBezTo>
                <a:cubicBezTo>
                  <a:pt x="588" y="925"/>
                  <a:pt x="575" y="912"/>
                  <a:pt x="559" y="912"/>
                </a:cubicBezTo>
                <a:cubicBezTo>
                  <a:pt x="239" y="912"/>
                  <a:pt x="239" y="912"/>
                  <a:pt x="239" y="912"/>
                </a:cubicBezTo>
                <a:cubicBezTo>
                  <a:pt x="239" y="350"/>
                  <a:pt x="239" y="350"/>
                  <a:pt x="239" y="350"/>
                </a:cubicBezTo>
                <a:cubicBezTo>
                  <a:pt x="658" y="350"/>
                  <a:pt x="658" y="350"/>
                  <a:pt x="658" y="350"/>
                </a:cubicBezTo>
                <a:cubicBezTo>
                  <a:pt x="674" y="350"/>
                  <a:pt x="687" y="337"/>
                  <a:pt x="687" y="321"/>
                </a:cubicBezTo>
                <a:cubicBezTo>
                  <a:pt x="687" y="305"/>
                  <a:pt x="674" y="292"/>
                  <a:pt x="658" y="292"/>
                </a:cubicBezTo>
                <a:moveTo>
                  <a:pt x="2432" y="292"/>
                </a:moveTo>
                <a:cubicBezTo>
                  <a:pt x="1984" y="292"/>
                  <a:pt x="1984" y="292"/>
                  <a:pt x="1984" y="292"/>
                </a:cubicBezTo>
                <a:cubicBezTo>
                  <a:pt x="1968" y="292"/>
                  <a:pt x="1955" y="305"/>
                  <a:pt x="1955" y="321"/>
                </a:cubicBezTo>
                <a:cubicBezTo>
                  <a:pt x="1955" y="337"/>
                  <a:pt x="1968" y="350"/>
                  <a:pt x="1984" y="350"/>
                </a:cubicBezTo>
                <a:cubicBezTo>
                  <a:pt x="2403" y="350"/>
                  <a:pt x="2403" y="350"/>
                  <a:pt x="2403" y="350"/>
                </a:cubicBezTo>
                <a:cubicBezTo>
                  <a:pt x="2403" y="912"/>
                  <a:pt x="2403" y="912"/>
                  <a:pt x="2403" y="912"/>
                </a:cubicBezTo>
                <a:cubicBezTo>
                  <a:pt x="2083" y="912"/>
                  <a:pt x="2083" y="912"/>
                  <a:pt x="2083" y="912"/>
                </a:cubicBezTo>
                <a:cubicBezTo>
                  <a:pt x="2068" y="912"/>
                  <a:pt x="2055" y="925"/>
                  <a:pt x="2055" y="941"/>
                </a:cubicBezTo>
                <a:cubicBezTo>
                  <a:pt x="2055" y="957"/>
                  <a:pt x="2068" y="970"/>
                  <a:pt x="2083" y="970"/>
                </a:cubicBezTo>
                <a:cubicBezTo>
                  <a:pt x="2432" y="970"/>
                  <a:pt x="2432" y="970"/>
                  <a:pt x="2432" y="970"/>
                </a:cubicBezTo>
                <a:cubicBezTo>
                  <a:pt x="2448" y="970"/>
                  <a:pt x="2461" y="957"/>
                  <a:pt x="2461" y="941"/>
                </a:cubicBezTo>
                <a:cubicBezTo>
                  <a:pt x="2461" y="321"/>
                  <a:pt x="2461" y="321"/>
                  <a:pt x="2461" y="321"/>
                </a:cubicBezTo>
                <a:cubicBezTo>
                  <a:pt x="2461" y="305"/>
                  <a:pt x="2448" y="292"/>
                  <a:pt x="2432" y="292"/>
                </a:cubicBezTo>
                <a:moveTo>
                  <a:pt x="1799" y="0"/>
                </a:moveTo>
                <a:cubicBezTo>
                  <a:pt x="843" y="0"/>
                  <a:pt x="843" y="0"/>
                  <a:pt x="843" y="0"/>
                </a:cubicBezTo>
                <a:cubicBezTo>
                  <a:pt x="827" y="0"/>
                  <a:pt x="814" y="13"/>
                  <a:pt x="814" y="29"/>
                </a:cubicBezTo>
                <a:cubicBezTo>
                  <a:pt x="814" y="45"/>
                  <a:pt x="827" y="58"/>
                  <a:pt x="843" y="58"/>
                </a:cubicBezTo>
                <a:cubicBezTo>
                  <a:pt x="1292" y="58"/>
                  <a:pt x="1292" y="58"/>
                  <a:pt x="1292" y="58"/>
                </a:cubicBezTo>
                <a:cubicBezTo>
                  <a:pt x="1292" y="602"/>
                  <a:pt x="1292" y="602"/>
                  <a:pt x="1292" y="602"/>
                </a:cubicBezTo>
                <a:cubicBezTo>
                  <a:pt x="989" y="602"/>
                  <a:pt x="989" y="602"/>
                  <a:pt x="989" y="602"/>
                </a:cubicBezTo>
                <a:cubicBezTo>
                  <a:pt x="973" y="602"/>
                  <a:pt x="960" y="615"/>
                  <a:pt x="960" y="631"/>
                </a:cubicBezTo>
                <a:cubicBezTo>
                  <a:pt x="960" y="647"/>
                  <a:pt x="973" y="660"/>
                  <a:pt x="989" y="660"/>
                </a:cubicBezTo>
                <a:cubicBezTo>
                  <a:pt x="1292" y="660"/>
                  <a:pt x="1292" y="660"/>
                  <a:pt x="1292" y="660"/>
                </a:cubicBezTo>
                <a:cubicBezTo>
                  <a:pt x="1292" y="1311"/>
                  <a:pt x="1292" y="1311"/>
                  <a:pt x="1292" y="1311"/>
                </a:cubicBezTo>
                <a:cubicBezTo>
                  <a:pt x="801" y="1311"/>
                  <a:pt x="801" y="1311"/>
                  <a:pt x="801" y="1311"/>
                </a:cubicBezTo>
                <a:cubicBezTo>
                  <a:pt x="801" y="1060"/>
                  <a:pt x="801" y="1060"/>
                  <a:pt x="801" y="1060"/>
                </a:cubicBezTo>
                <a:cubicBezTo>
                  <a:pt x="801" y="1044"/>
                  <a:pt x="788" y="1031"/>
                  <a:pt x="772" y="1031"/>
                </a:cubicBezTo>
                <a:cubicBezTo>
                  <a:pt x="756" y="1031"/>
                  <a:pt x="743" y="1044"/>
                  <a:pt x="743" y="1060"/>
                </a:cubicBezTo>
                <a:cubicBezTo>
                  <a:pt x="743" y="1340"/>
                  <a:pt x="743" y="1340"/>
                  <a:pt x="743" y="1340"/>
                </a:cubicBezTo>
                <a:cubicBezTo>
                  <a:pt x="743" y="1356"/>
                  <a:pt x="756" y="1369"/>
                  <a:pt x="772" y="1369"/>
                </a:cubicBezTo>
                <a:cubicBezTo>
                  <a:pt x="1292" y="1369"/>
                  <a:pt x="1292" y="1369"/>
                  <a:pt x="1292" y="1369"/>
                </a:cubicBezTo>
                <a:cubicBezTo>
                  <a:pt x="1292" y="2123"/>
                  <a:pt x="1292" y="2123"/>
                  <a:pt x="1292" y="2123"/>
                </a:cubicBezTo>
                <a:cubicBezTo>
                  <a:pt x="842" y="2123"/>
                  <a:pt x="842" y="2123"/>
                  <a:pt x="842" y="2123"/>
                </a:cubicBezTo>
                <a:cubicBezTo>
                  <a:pt x="842" y="1782"/>
                  <a:pt x="842" y="1782"/>
                  <a:pt x="842" y="1782"/>
                </a:cubicBezTo>
                <a:cubicBezTo>
                  <a:pt x="842" y="1766"/>
                  <a:pt x="829" y="1753"/>
                  <a:pt x="813" y="1753"/>
                </a:cubicBezTo>
                <a:cubicBezTo>
                  <a:pt x="433" y="1753"/>
                  <a:pt x="433" y="1753"/>
                  <a:pt x="433" y="1753"/>
                </a:cubicBezTo>
                <a:cubicBezTo>
                  <a:pt x="433" y="1476"/>
                  <a:pt x="433" y="1476"/>
                  <a:pt x="433" y="1476"/>
                </a:cubicBezTo>
                <a:cubicBezTo>
                  <a:pt x="433" y="1460"/>
                  <a:pt x="420" y="1447"/>
                  <a:pt x="404" y="1447"/>
                </a:cubicBezTo>
                <a:cubicBezTo>
                  <a:pt x="388" y="1447"/>
                  <a:pt x="375" y="1460"/>
                  <a:pt x="375" y="1476"/>
                </a:cubicBezTo>
                <a:cubicBezTo>
                  <a:pt x="375" y="1782"/>
                  <a:pt x="375" y="1782"/>
                  <a:pt x="375" y="1782"/>
                </a:cubicBezTo>
                <a:cubicBezTo>
                  <a:pt x="375" y="1798"/>
                  <a:pt x="388" y="1811"/>
                  <a:pt x="404" y="1811"/>
                </a:cubicBezTo>
                <a:cubicBezTo>
                  <a:pt x="784" y="1811"/>
                  <a:pt x="784" y="1811"/>
                  <a:pt x="784" y="1811"/>
                </a:cubicBezTo>
                <a:cubicBezTo>
                  <a:pt x="784" y="2669"/>
                  <a:pt x="784" y="2669"/>
                  <a:pt x="784" y="2669"/>
                </a:cubicBezTo>
                <a:cubicBezTo>
                  <a:pt x="784" y="2685"/>
                  <a:pt x="797" y="2698"/>
                  <a:pt x="813" y="2698"/>
                </a:cubicBezTo>
                <a:cubicBezTo>
                  <a:pt x="829" y="2698"/>
                  <a:pt x="842" y="2685"/>
                  <a:pt x="842" y="2669"/>
                </a:cubicBezTo>
                <a:cubicBezTo>
                  <a:pt x="842" y="2181"/>
                  <a:pt x="842" y="2181"/>
                  <a:pt x="842" y="2181"/>
                </a:cubicBezTo>
                <a:cubicBezTo>
                  <a:pt x="1292" y="2181"/>
                  <a:pt x="1292" y="2181"/>
                  <a:pt x="1292" y="2181"/>
                </a:cubicBezTo>
                <a:cubicBezTo>
                  <a:pt x="1292" y="3036"/>
                  <a:pt x="1292" y="3036"/>
                  <a:pt x="1292" y="3036"/>
                </a:cubicBezTo>
                <a:cubicBezTo>
                  <a:pt x="921" y="3036"/>
                  <a:pt x="921" y="3036"/>
                  <a:pt x="921" y="3036"/>
                </a:cubicBezTo>
                <a:cubicBezTo>
                  <a:pt x="905" y="3036"/>
                  <a:pt x="892" y="3049"/>
                  <a:pt x="892" y="3065"/>
                </a:cubicBezTo>
                <a:cubicBezTo>
                  <a:pt x="892" y="3081"/>
                  <a:pt x="905" y="3094"/>
                  <a:pt x="921" y="3094"/>
                </a:cubicBezTo>
                <a:cubicBezTo>
                  <a:pt x="1321" y="3094"/>
                  <a:pt x="1321" y="3094"/>
                  <a:pt x="1321" y="3094"/>
                </a:cubicBezTo>
                <a:cubicBezTo>
                  <a:pt x="1722" y="3094"/>
                  <a:pt x="1722" y="3094"/>
                  <a:pt x="1722" y="3094"/>
                </a:cubicBezTo>
                <a:cubicBezTo>
                  <a:pt x="1738" y="3094"/>
                  <a:pt x="1751" y="3081"/>
                  <a:pt x="1751" y="3065"/>
                </a:cubicBezTo>
                <a:cubicBezTo>
                  <a:pt x="1751" y="3049"/>
                  <a:pt x="1738" y="3036"/>
                  <a:pt x="1722" y="3036"/>
                </a:cubicBezTo>
                <a:cubicBezTo>
                  <a:pt x="1350" y="3036"/>
                  <a:pt x="1350" y="3036"/>
                  <a:pt x="1350" y="3036"/>
                </a:cubicBezTo>
                <a:cubicBezTo>
                  <a:pt x="1350" y="2181"/>
                  <a:pt x="1350" y="2181"/>
                  <a:pt x="1350" y="2181"/>
                </a:cubicBezTo>
                <a:cubicBezTo>
                  <a:pt x="1800" y="2181"/>
                  <a:pt x="1800" y="2181"/>
                  <a:pt x="1800" y="2181"/>
                </a:cubicBezTo>
                <a:cubicBezTo>
                  <a:pt x="1800" y="2669"/>
                  <a:pt x="1800" y="2669"/>
                  <a:pt x="1800" y="2669"/>
                </a:cubicBezTo>
                <a:cubicBezTo>
                  <a:pt x="1800" y="2685"/>
                  <a:pt x="1813" y="2698"/>
                  <a:pt x="1829" y="2698"/>
                </a:cubicBezTo>
                <a:cubicBezTo>
                  <a:pt x="1845" y="2698"/>
                  <a:pt x="1858" y="2685"/>
                  <a:pt x="1858" y="2669"/>
                </a:cubicBezTo>
                <a:cubicBezTo>
                  <a:pt x="1858" y="1811"/>
                  <a:pt x="1858" y="1811"/>
                  <a:pt x="1858" y="1811"/>
                </a:cubicBezTo>
                <a:cubicBezTo>
                  <a:pt x="2239" y="1811"/>
                  <a:pt x="2239" y="1811"/>
                  <a:pt x="2239" y="1811"/>
                </a:cubicBezTo>
                <a:cubicBezTo>
                  <a:pt x="2254" y="1811"/>
                  <a:pt x="2267" y="1798"/>
                  <a:pt x="2267" y="1782"/>
                </a:cubicBezTo>
                <a:cubicBezTo>
                  <a:pt x="2267" y="1476"/>
                  <a:pt x="2267" y="1476"/>
                  <a:pt x="2267" y="1476"/>
                </a:cubicBezTo>
                <a:cubicBezTo>
                  <a:pt x="2267" y="1460"/>
                  <a:pt x="2254" y="1447"/>
                  <a:pt x="2239" y="1447"/>
                </a:cubicBezTo>
                <a:cubicBezTo>
                  <a:pt x="2223" y="1447"/>
                  <a:pt x="2210" y="1460"/>
                  <a:pt x="2210" y="1476"/>
                </a:cubicBezTo>
                <a:cubicBezTo>
                  <a:pt x="2210" y="1753"/>
                  <a:pt x="2210" y="1753"/>
                  <a:pt x="2210" y="1753"/>
                </a:cubicBezTo>
                <a:cubicBezTo>
                  <a:pt x="1829" y="1753"/>
                  <a:pt x="1829" y="1753"/>
                  <a:pt x="1829" y="1753"/>
                </a:cubicBezTo>
                <a:cubicBezTo>
                  <a:pt x="1813" y="1753"/>
                  <a:pt x="1800" y="1766"/>
                  <a:pt x="1800" y="1782"/>
                </a:cubicBezTo>
                <a:cubicBezTo>
                  <a:pt x="1800" y="2123"/>
                  <a:pt x="1800" y="2123"/>
                  <a:pt x="1800" y="2123"/>
                </a:cubicBezTo>
                <a:cubicBezTo>
                  <a:pt x="1350" y="2123"/>
                  <a:pt x="1350" y="2123"/>
                  <a:pt x="1350" y="2123"/>
                </a:cubicBezTo>
                <a:cubicBezTo>
                  <a:pt x="1350" y="1369"/>
                  <a:pt x="1350" y="1369"/>
                  <a:pt x="1350" y="1369"/>
                </a:cubicBezTo>
                <a:cubicBezTo>
                  <a:pt x="1870" y="1369"/>
                  <a:pt x="1870" y="1369"/>
                  <a:pt x="1870" y="1369"/>
                </a:cubicBezTo>
                <a:cubicBezTo>
                  <a:pt x="1886" y="1369"/>
                  <a:pt x="1899" y="1356"/>
                  <a:pt x="1899" y="1340"/>
                </a:cubicBezTo>
                <a:cubicBezTo>
                  <a:pt x="1899" y="1060"/>
                  <a:pt x="1899" y="1060"/>
                  <a:pt x="1899" y="1060"/>
                </a:cubicBezTo>
                <a:cubicBezTo>
                  <a:pt x="1899" y="1044"/>
                  <a:pt x="1886" y="1031"/>
                  <a:pt x="1870" y="1031"/>
                </a:cubicBezTo>
                <a:cubicBezTo>
                  <a:pt x="1854" y="1031"/>
                  <a:pt x="1841" y="1044"/>
                  <a:pt x="1841" y="1060"/>
                </a:cubicBezTo>
                <a:cubicBezTo>
                  <a:pt x="1841" y="1311"/>
                  <a:pt x="1841" y="1311"/>
                  <a:pt x="1841" y="1311"/>
                </a:cubicBezTo>
                <a:cubicBezTo>
                  <a:pt x="1350" y="1311"/>
                  <a:pt x="1350" y="1311"/>
                  <a:pt x="1350" y="1311"/>
                </a:cubicBezTo>
                <a:cubicBezTo>
                  <a:pt x="1350" y="660"/>
                  <a:pt x="1350" y="660"/>
                  <a:pt x="1350" y="660"/>
                </a:cubicBezTo>
                <a:cubicBezTo>
                  <a:pt x="1643" y="660"/>
                  <a:pt x="1643" y="660"/>
                  <a:pt x="1643" y="660"/>
                </a:cubicBezTo>
                <a:cubicBezTo>
                  <a:pt x="1659" y="660"/>
                  <a:pt x="1672" y="647"/>
                  <a:pt x="1672" y="631"/>
                </a:cubicBezTo>
                <a:cubicBezTo>
                  <a:pt x="1672" y="615"/>
                  <a:pt x="1659" y="602"/>
                  <a:pt x="1643" y="602"/>
                </a:cubicBezTo>
                <a:cubicBezTo>
                  <a:pt x="1350" y="602"/>
                  <a:pt x="1350" y="602"/>
                  <a:pt x="1350" y="602"/>
                </a:cubicBezTo>
                <a:cubicBezTo>
                  <a:pt x="1350" y="58"/>
                  <a:pt x="1350" y="58"/>
                  <a:pt x="1350" y="58"/>
                </a:cubicBezTo>
                <a:cubicBezTo>
                  <a:pt x="1799" y="58"/>
                  <a:pt x="1799" y="58"/>
                  <a:pt x="1799" y="58"/>
                </a:cubicBezTo>
                <a:cubicBezTo>
                  <a:pt x="1815" y="58"/>
                  <a:pt x="1828" y="45"/>
                  <a:pt x="1828" y="29"/>
                </a:cubicBezTo>
                <a:cubicBezTo>
                  <a:pt x="1828" y="13"/>
                  <a:pt x="1815" y="0"/>
                  <a:pt x="1799" y="0"/>
                </a:cubicBezTo>
              </a:path>
            </a:pathLst>
          </a:custGeom>
          <a:solidFill>
            <a:schemeClr val="accent4">
              <a:alpha val="9804"/>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8" name="Logo">
            <a:extLst>
              <a:ext uri="{FF2B5EF4-FFF2-40B4-BE49-F238E27FC236}">
                <a16:creationId xmlns:a16="http://schemas.microsoft.com/office/drawing/2014/main" id="{BD245161-57E0-41D6-9F32-BFC30FCF8F88}"/>
              </a:ext>
            </a:extLst>
          </p:cNvPr>
          <p:cNvSpPr/>
          <p:nvPr/>
        </p:nvSpPr>
        <p:spPr>
          <a:xfrm>
            <a:off x="9397252" y="5875721"/>
            <a:ext cx="2253411" cy="440942"/>
          </a:xfrm>
          <a:custGeom>
            <a:avLst/>
            <a:gdLst>
              <a:gd name="connsiteX0" fmla="*/ 1783139 w 2253411"/>
              <a:gd name="connsiteY0" fmla="*/ 136254 h 440942"/>
              <a:gd name="connsiteX1" fmla="*/ 1751520 w 2253411"/>
              <a:gd name="connsiteY1" fmla="*/ 136254 h 440942"/>
              <a:gd name="connsiteX2" fmla="*/ 1751520 w 2253411"/>
              <a:gd name="connsiteY2" fmla="*/ 299806 h 440942"/>
              <a:gd name="connsiteX3" fmla="*/ 1783139 w 2253411"/>
              <a:gd name="connsiteY3" fmla="*/ 299806 h 440942"/>
              <a:gd name="connsiteX4" fmla="*/ 293338 w 2253411"/>
              <a:gd name="connsiteY4" fmla="*/ 409024 h 440942"/>
              <a:gd name="connsiteX5" fmla="*/ 297448 w 2253411"/>
              <a:gd name="connsiteY5" fmla="*/ 413147 h 440942"/>
              <a:gd name="connsiteX6" fmla="*/ 297460 w 2253411"/>
              <a:gd name="connsiteY6" fmla="*/ 413147 h 440942"/>
              <a:gd name="connsiteX7" fmla="*/ 333669 w 2253411"/>
              <a:gd name="connsiteY7" fmla="*/ 413147 h 440942"/>
              <a:gd name="connsiteX8" fmla="*/ 337779 w 2253411"/>
              <a:gd name="connsiteY8" fmla="*/ 409047 h 440942"/>
              <a:gd name="connsiteX9" fmla="*/ 337777 w 2253411"/>
              <a:gd name="connsiteY9" fmla="*/ 409024 h 440942"/>
              <a:gd name="connsiteX10" fmla="*/ 333683 w 2253411"/>
              <a:gd name="connsiteY10" fmla="*/ 404916 h 440942"/>
              <a:gd name="connsiteX11" fmla="*/ 333669 w 2253411"/>
              <a:gd name="connsiteY11" fmla="*/ 404916 h 440942"/>
              <a:gd name="connsiteX12" fmla="*/ 297460 w 2253411"/>
              <a:gd name="connsiteY12" fmla="*/ 404916 h 440942"/>
              <a:gd name="connsiteX13" fmla="*/ 293338 w 2253411"/>
              <a:gd name="connsiteY13" fmla="*/ 409021 h 440942"/>
              <a:gd name="connsiteX14" fmla="*/ 293338 w 2253411"/>
              <a:gd name="connsiteY14" fmla="*/ 409024 h 440942"/>
              <a:gd name="connsiteX15" fmla="*/ 39859 w 2253411"/>
              <a:gd name="connsiteY15" fmla="*/ 409024 h 440942"/>
              <a:gd name="connsiteX16" fmla="*/ 43946 w 2253411"/>
              <a:gd name="connsiteY16" fmla="*/ 413147 h 440942"/>
              <a:gd name="connsiteX17" fmla="*/ 43967 w 2253411"/>
              <a:gd name="connsiteY17" fmla="*/ 413147 h 440942"/>
              <a:gd name="connsiteX18" fmla="*/ 80176 w 2253411"/>
              <a:gd name="connsiteY18" fmla="*/ 413147 h 440942"/>
              <a:gd name="connsiteX19" fmla="*/ 84298 w 2253411"/>
              <a:gd name="connsiteY19" fmla="*/ 409037 h 440942"/>
              <a:gd name="connsiteX20" fmla="*/ 84298 w 2253411"/>
              <a:gd name="connsiteY20" fmla="*/ 409024 h 440942"/>
              <a:gd name="connsiteX21" fmla="*/ 80179 w 2253411"/>
              <a:gd name="connsiteY21" fmla="*/ 404916 h 440942"/>
              <a:gd name="connsiteX22" fmla="*/ 80176 w 2253411"/>
              <a:gd name="connsiteY22" fmla="*/ 404916 h 440942"/>
              <a:gd name="connsiteX23" fmla="*/ 43967 w 2253411"/>
              <a:gd name="connsiteY23" fmla="*/ 404916 h 440942"/>
              <a:gd name="connsiteX24" fmla="*/ 39859 w 2253411"/>
              <a:gd name="connsiteY24" fmla="*/ 409012 h 440942"/>
              <a:gd name="connsiteX25" fmla="*/ 39859 w 2253411"/>
              <a:gd name="connsiteY25" fmla="*/ 409024 h 440942"/>
              <a:gd name="connsiteX26" fmla="*/ 80177 w 2253411"/>
              <a:gd name="connsiteY26" fmla="*/ 339849 h 440942"/>
              <a:gd name="connsiteX27" fmla="*/ 8803 w 2253411"/>
              <a:gd name="connsiteY27" fmla="*/ 339849 h 440942"/>
              <a:gd name="connsiteX28" fmla="*/ 8803 w 2253411"/>
              <a:gd name="connsiteY28" fmla="*/ 177644 h 440942"/>
              <a:gd name="connsiteX29" fmla="*/ 4680 w 2253411"/>
              <a:gd name="connsiteY29" fmla="*/ 173521 h 440942"/>
              <a:gd name="connsiteX30" fmla="*/ 572 w 2253411"/>
              <a:gd name="connsiteY30" fmla="*/ 177639 h 440942"/>
              <a:gd name="connsiteX31" fmla="*/ 572 w 2253411"/>
              <a:gd name="connsiteY31" fmla="*/ 177644 h 440942"/>
              <a:gd name="connsiteX32" fmla="*/ 572 w 2253411"/>
              <a:gd name="connsiteY32" fmla="*/ 343959 h 440942"/>
              <a:gd name="connsiteX33" fmla="*/ 4676 w 2253411"/>
              <a:gd name="connsiteY33" fmla="*/ 348080 h 440942"/>
              <a:gd name="connsiteX34" fmla="*/ 4680 w 2253411"/>
              <a:gd name="connsiteY34" fmla="*/ 348080 h 440942"/>
              <a:gd name="connsiteX35" fmla="*/ 80176 w 2253411"/>
              <a:gd name="connsiteY35" fmla="*/ 348080 h 440942"/>
              <a:gd name="connsiteX36" fmla="*/ 84298 w 2253411"/>
              <a:gd name="connsiteY36" fmla="*/ 343970 h 440942"/>
              <a:gd name="connsiteX37" fmla="*/ 84298 w 2253411"/>
              <a:gd name="connsiteY37" fmla="*/ 343959 h 440942"/>
              <a:gd name="connsiteX38" fmla="*/ 80176 w 2253411"/>
              <a:gd name="connsiteY38" fmla="*/ 339849 h 440942"/>
              <a:gd name="connsiteX39" fmla="*/ 98412 w 2253411"/>
              <a:gd name="connsiteY39" fmla="*/ 45530 h 440942"/>
              <a:gd name="connsiteX40" fmla="*/ 94292 w 2253411"/>
              <a:gd name="connsiteY40" fmla="*/ 41422 h 440942"/>
              <a:gd name="connsiteX41" fmla="*/ 94289 w 2253411"/>
              <a:gd name="connsiteY41" fmla="*/ 41422 h 440942"/>
              <a:gd name="connsiteX42" fmla="*/ 30459 w 2253411"/>
              <a:gd name="connsiteY42" fmla="*/ 41422 h 440942"/>
              <a:gd name="connsiteX43" fmla="*/ 26351 w 2253411"/>
              <a:gd name="connsiteY43" fmla="*/ 45518 h 440942"/>
              <a:gd name="connsiteX44" fmla="*/ 26351 w 2253411"/>
              <a:gd name="connsiteY44" fmla="*/ 45530 h 440942"/>
              <a:gd name="connsiteX45" fmla="*/ 26351 w 2253411"/>
              <a:gd name="connsiteY45" fmla="*/ 133916 h 440942"/>
              <a:gd name="connsiteX46" fmla="*/ 30456 w 2253411"/>
              <a:gd name="connsiteY46" fmla="*/ 138039 h 440942"/>
              <a:gd name="connsiteX47" fmla="*/ 30459 w 2253411"/>
              <a:gd name="connsiteY47" fmla="*/ 138039 h 440942"/>
              <a:gd name="connsiteX48" fmla="*/ 80191 w 2253411"/>
              <a:gd name="connsiteY48" fmla="*/ 138039 h 440942"/>
              <a:gd name="connsiteX49" fmla="*/ 84300 w 2253411"/>
              <a:gd name="connsiteY49" fmla="*/ 133916 h 440942"/>
              <a:gd name="connsiteX50" fmla="*/ 80191 w 2253411"/>
              <a:gd name="connsiteY50" fmla="*/ 129808 h 440942"/>
              <a:gd name="connsiteX51" fmla="*/ 34582 w 2253411"/>
              <a:gd name="connsiteY51" fmla="*/ 129808 h 440942"/>
              <a:gd name="connsiteX52" fmla="*/ 34582 w 2253411"/>
              <a:gd name="connsiteY52" fmla="*/ 49653 h 440942"/>
              <a:gd name="connsiteX53" fmla="*/ 94291 w 2253411"/>
              <a:gd name="connsiteY53" fmla="*/ 49653 h 440942"/>
              <a:gd name="connsiteX54" fmla="*/ 98413 w 2253411"/>
              <a:gd name="connsiteY54" fmla="*/ 45540 h 440942"/>
              <a:gd name="connsiteX55" fmla="*/ 98413 w 2253411"/>
              <a:gd name="connsiteY55" fmla="*/ 45530 h 440942"/>
              <a:gd name="connsiteX56" fmla="*/ 271146 w 2253411"/>
              <a:gd name="connsiteY56" fmla="*/ 190835 h 440942"/>
              <a:gd name="connsiteX57" fmla="*/ 271146 w 2253411"/>
              <a:gd name="connsiteY57" fmla="*/ 150874 h 440942"/>
              <a:gd name="connsiteX58" fmla="*/ 267039 w 2253411"/>
              <a:gd name="connsiteY58" fmla="*/ 146752 h 440942"/>
              <a:gd name="connsiteX59" fmla="*/ 267037 w 2253411"/>
              <a:gd name="connsiteY59" fmla="*/ 146752 h 440942"/>
              <a:gd name="connsiteX60" fmla="*/ 262900 w 2253411"/>
              <a:gd name="connsiteY60" fmla="*/ 150873 h 440942"/>
              <a:gd name="connsiteX61" fmla="*/ 262900 w 2253411"/>
              <a:gd name="connsiteY61" fmla="*/ 150874 h 440942"/>
              <a:gd name="connsiteX62" fmla="*/ 262900 w 2253411"/>
              <a:gd name="connsiteY62" fmla="*/ 186698 h 440942"/>
              <a:gd name="connsiteX63" fmla="*/ 192929 w 2253411"/>
              <a:gd name="connsiteY63" fmla="*/ 186698 h 440942"/>
              <a:gd name="connsiteX64" fmla="*/ 192929 w 2253411"/>
              <a:gd name="connsiteY64" fmla="*/ 93846 h 440942"/>
              <a:gd name="connsiteX65" fmla="*/ 234730 w 2253411"/>
              <a:gd name="connsiteY65" fmla="*/ 93846 h 440942"/>
              <a:gd name="connsiteX66" fmla="*/ 238853 w 2253411"/>
              <a:gd name="connsiteY66" fmla="*/ 89738 h 440942"/>
              <a:gd name="connsiteX67" fmla="*/ 234730 w 2253411"/>
              <a:gd name="connsiteY67" fmla="*/ 85602 h 440942"/>
              <a:gd name="connsiteX68" fmla="*/ 192929 w 2253411"/>
              <a:gd name="connsiteY68" fmla="*/ 85602 h 440942"/>
              <a:gd name="connsiteX69" fmla="*/ 192929 w 2253411"/>
              <a:gd name="connsiteY69" fmla="*/ 8058 h 440942"/>
              <a:gd name="connsiteX70" fmla="*/ 256951 w 2253411"/>
              <a:gd name="connsiteY70" fmla="*/ 8058 h 440942"/>
              <a:gd name="connsiteX71" fmla="*/ 261072 w 2253411"/>
              <a:gd name="connsiteY71" fmla="*/ 3946 h 440942"/>
              <a:gd name="connsiteX72" fmla="*/ 261072 w 2253411"/>
              <a:gd name="connsiteY72" fmla="*/ 3935 h 440942"/>
              <a:gd name="connsiteX73" fmla="*/ 256954 w 2253411"/>
              <a:gd name="connsiteY73" fmla="*/ -175 h 440942"/>
              <a:gd name="connsiteX74" fmla="*/ 256951 w 2253411"/>
              <a:gd name="connsiteY74" fmla="*/ -175 h 440942"/>
              <a:gd name="connsiteX75" fmla="*/ 120686 w 2253411"/>
              <a:gd name="connsiteY75" fmla="*/ -175 h 440942"/>
              <a:gd name="connsiteX76" fmla="*/ 116578 w 2253411"/>
              <a:gd name="connsiteY76" fmla="*/ 3935 h 440942"/>
              <a:gd name="connsiteX77" fmla="*/ 120685 w 2253411"/>
              <a:gd name="connsiteY77" fmla="*/ 8058 h 440942"/>
              <a:gd name="connsiteX78" fmla="*/ 120686 w 2253411"/>
              <a:gd name="connsiteY78" fmla="*/ 8058 h 440942"/>
              <a:gd name="connsiteX79" fmla="*/ 184696 w 2253411"/>
              <a:gd name="connsiteY79" fmla="*/ 8058 h 440942"/>
              <a:gd name="connsiteX80" fmla="*/ 184696 w 2253411"/>
              <a:gd name="connsiteY80" fmla="*/ 85629 h 440942"/>
              <a:gd name="connsiteX81" fmla="*/ 141436 w 2253411"/>
              <a:gd name="connsiteY81" fmla="*/ 85629 h 440942"/>
              <a:gd name="connsiteX82" fmla="*/ 137315 w 2253411"/>
              <a:gd name="connsiteY82" fmla="*/ 89752 h 440942"/>
              <a:gd name="connsiteX83" fmla="*/ 141435 w 2253411"/>
              <a:gd name="connsiteY83" fmla="*/ 93860 h 440942"/>
              <a:gd name="connsiteX84" fmla="*/ 141436 w 2253411"/>
              <a:gd name="connsiteY84" fmla="*/ 93860 h 440942"/>
              <a:gd name="connsiteX85" fmla="*/ 184696 w 2253411"/>
              <a:gd name="connsiteY85" fmla="*/ 93860 h 440942"/>
              <a:gd name="connsiteX86" fmla="*/ 184696 w 2253411"/>
              <a:gd name="connsiteY86" fmla="*/ 186698 h 440942"/>
              <a:gd name="connsiteX87" fmla="*/ 114724 w 2253411"/>
              <a:gd name="connsiteY87" fmla="*/ 186698 h 440942"/>
              <a:gd name="connsiteX88" fmla="*/ 114724 w 2253411"/>
              <a:gd name="connsiteY88" fmla="*/ 150874 h 440942"/>
              <a:gd name="connsiteX89" fmla="*/ 110611 w 2253411"/>
              <a:gd name="connsiteY89" fmla="*/ 146752 h 440942"/>
              <a:gd name="connsiteX90" fmla="*/ 110602 w 2253411"/>
              <a:gd name="connsiteY90" fmla="*/ 146752 h 440942"/>
              <a:gd name="connsiteX91" fmla="*/ 106479 w 2253411"/>
              <a:gd name="connsiteY91" fmla="*/ 150874 h 440942"/>
              <a:gd name="connsiteX92" fmla="*/ 106479 w 2253411"/>
              <a:gd name="connsiteY92" fmla="*/ 190835 h 440942"/>
              <a:gd name="connsiteX93" fmla="*/ 110598 w 2253411"/>
              <a:gd name="connsiteY93" fmla="*/ 194943 h 440942"/>
              <a:gd name="connsiteX94" fmla="*/ 110602 w 2253411"/>
              <a:gd name="connsiteY94" fmla="*/ 194943 h 440942"/>
              <a:gd name="connsiteX95" fmla="*/ 184696 w 2253411"/>
              <a:gd name="connsiteY95" fmla="*/ 194943 h 440942"/>
              <a:gd name="connsiteX96" fmla="*/ 184696 w 2253411"/>
              <a:gd name="connsiteY96" fmla="*/ 302418 h 440942"/>
              <a:gd name="connsiteX97" fmla="*/ 120523 w 2253411"/>
              <a:gd name="connsiteY97" fmla="*/ 302418 h 440942"/>
              <a:gd name="connsiteX98" fmla="*/ 120523 w 2253411"/>
              <a:gd name="connsiteY98" fmla="*/ 253744 h 440942"/>
              <a:gd name="connsiteX99" fmla="*/ 116395 w 2253411"/>
              <a:gd name="connsiteY99" fmla="*/ 249636 h 440942"/>
              <a:gd name="connsiteX100" fmla="*/ 116386 w 2253411"/>
              <a:gd name="connsiteY100" fmla="*/ 249636 h 440942"/>
              <a:gd name="connsiteX101" fmla="*/ 62189 w 2253411"/>
              <a:gd name="connsiteY101" fmla="*/ 249636 h 440942"/>
              <a:gd name="connsiteX102" fmla="*/ 62189 w 2253411"/>
              <a:gd name="connsiteY102" fmla="*/ 210170 h 440942"/>
              <a:gd name="connsiteX103" fmla="*/ 58084 w 2253411"/>
              <a:gd name="connsiteY103" fmla="*/ 206047 h 440942"/>
              <a:gd name="connsiteX104" fmla="*/ 58081 w 2253411"/>
              <a:gd name="connsiteY104" fmla="*/ 206047 h 440942"/>
              <a:gd name="connsiteX105" fmla="*/ 53958 w 2253411"/>
              <a:gd name="connsiteY105" fmla="*/ 210170 h 440942"/>
              <a:gd name="connsiteX106" fmla="*/ 53958 w 2253411"/>
              <a:gd name="connsiteY106" fmla="*/ 253744 h 440942"/>
              <a:gd name="connsiteX107" fmla="*/ 58081 w 2253411"/>
              <a:gd name="connsiteY107" fmla="*/ 257867 h 440942"/>
              <a:gd name="connsiteX108" fmla="*/ 112277 w 2253411"/>
              <a:gd name="connsiteY108" fmla="*/ 257867 h 440942"/>
              <a:gd name="connsiteX109" fmla="*/ 112277 w 2253411"/>
              <a:gd name="connsiteY109" fmla="*/ 380182 h 440942"/>
              <a:gd name="connsiteX110" fmla="*/ 116382 w 2253411"/>
              <a:gd name="connsiteY110" fmla="*/ 384304 h 440942"/>
              <a:gd name="connsiteX111" fmla="*/ 116386 w 2253411"/>
              <a:gd name="connsiteY111" fmla="*/ 384304 h 440942"/>
              <a:gd name="connsiteX112" fmla="*/ 120523 w 2253411"/>
              <a:gd name="connsiteY112" fmla="*/ 380182 h 440942"/>
              <a:gd name="connsiteX113" fmla="*/ 120523 w 2253411"/>
              <a:gd name="connsiteY113" fmla="*/ 310649 h 440942"/>
              <a:gd name="connsiteX114" fmla="*/ 184696 w 2253411"/>
              <a:gd name="connsiteY114" fmla="*/ 310649 h 440942"/>
              <a:gd name="connsiteX115" fmla="*/ 184696 w 2253411"/>
              <a:gd name="connsiteY115" fmla="*/ 432537 h 440942"/>
              <a:gd name="connsiteX116" fmla="*/ 131736 w 2253411"/>
              <a:gd name="connsiteY116" fmla="*/ 432537 h 440942"/>
              <a:gd name="connsiteX117" fmla="*/ 127628 w 2253411"/>
              <a:gd name="connsiteY117" fmla="*/ 436615 h 440942"/>
              <a:gd name="connsiteX118" fmla="*/ 127628 w 2253411"/>
              <a:gd name="connsiteY118" fmla="*/ 436646 h 440942"/>
              <a:gd name="connsiteX119" fmla="*/ 131716 w 2253411"/>
              <a:gd name="connsiteY119" fmla="*/ 440768 h 440942"/>
              <a:gd name="connsiteX120" fmla="*/ 131736 w 2253411"/>
              <a:gd name="connsiteY120" fmla="*/ 440768 h 440942"/>
              <a:gd name="connsiteX121" fmla="*/ 245888 w 2253411"/>
              <a:gd name="connsiteY121" fmla="*/ 440768 h 440942"/>
              <a:gd name="connsiteX122" fmla="*/ 250011 w 2253411"/>
              <a:gd name="connsiteY122" fmla="*/ 436657 h 440942"/>
              <a:gd name="connsiteX123" fmla="*/ 250011 w 2253411"/>
              <a:gd name="connsiteY123" fmla="*/ 436646 h 440942"/>
              <a:gd name="connsiteX124" fmla="*/ 245909 w 2253411"/>
              <a:gd name="connsiteY124" fmla="*/ 432537 h 440942"/>
              <a:gd name="connsiteX125" fmla="*/ 245888 w 2253411"/>
              <a:gd name="connsiteY125" fmla="*/ 432537 h 440942"/>
              <a:gd name="connsiteX126" fmla="*/ 192929 w 2253411"/>
              <a:gd name="connsiteY126" fmla="*/ 432537 h 440942"/>
              <a:gd name="connsiteX127" fmla="*/ 192929 w 2253411"/>
              <a:gd name="connsiteY127" fmla="*/ 310649 h 440942"/>
              <a:gd name="connsiteX128" fmla="*/ 257116 w 2253411"/>
              <a:gd name="connsiteY128" fmla="*/ 310649 h 440942"/>
              <a:gd name="connsiteX129" fmla="*/ 257116 w 2253411"/>
              <a:gd name="connsiteY129" fmla="*/ 380182 h 440942"/>
              <a:gd name="connsiteX130" fmla="*/ 261250 w 2253411"/>
              <a:gd name="connsiteY130" fmla="*/ 384304 h 440942"/>
              <a:gd name="connsiteX131" fmla="*/ 265358 w 2253411"/>
              <a:gd name="connsiteY131" fmla="*/ 380182 h 440942"/>
              <a:gd name="connsiteX132" fmla="*/ 265358 w 2253411"/>
              <a:gd name="connsiteY132" fmla="*/ 257867 h 440942"/>
              <a:gd name="connsiteX133" fmla="*/ 319557 w 2253411"/>
              <a:gd name="connsiteY133" fmla="*/ 257867 h 440942"/>
              <a:gd name="connsiteX134" fmla="*/ 323665 w 2253411"/>
              <a:gd name="connsiteY134" fmla="*/ 253748 h 440942"/>
              <a:gd name="connsiteX135" fmla="*/ 323665 w 2253411"/>
              <a:gd name="connsiteY135" fmla="*/ 253744 h 440942"/>
              <a:gd name="connsiteX136" fmla="*/ 323665 w 2253411"/>
              <a:gd name="connsiteY136" fmla="*/ 210170 h 440942"/>
              <a:gd name="connsiteX137" fmla="*/ 319557 w 2253411"/>
              <a:gd name="connsiteY137" fmla="*/ 206047 h 440942"/>
              <a:gd name="connsiteX138" fmla="*/ 315434 w 2253411"/>
              <a:gd name="connsiteY138" fmla="*/ 210170 h 440942"/>
              <a:gd name="connsiteX139" fmla="*/ 315434 w 2253411"/>
              <a:gd name="connsiteY139" fmla="*/ 249636 h 440942"/>
              <a:gd name="connsiteX140" fmla="*/ 261250 w 2253411"/>
              <a:gd name="connsiteY140" fmla="*/ 249636 h 440942"/>
              <a:gd name="connsiteX141" fmla="*/ 257115 w 2253411"/>
              <a:gd name="connsiteY141" fmla="*/ 253733 h 440942"/>
              <a:gd name="connsiteX142" fmla="*/ 257115 w 2253411"/>
              <a:gd name="connsiteY142" fmla="*/ 253744 h 440942"/>
              <a:gd name="connsiteX143" fmla="*/ 257115 w 2253411"/>
              <a:gd name="connsiteY143" fmla="*/ 302416 h 440942"/>
              <a:gd name="connsiteX144" fmla="*/ 192927 w 2253411"/>
              <a:gd name="connsiteY144" fmla="*/ 302416 h 440942"/>
              <a:gd name="connsiteX145" fmla="*/ 192927 w 2253411"/>
              <a:gd name="connsiteY145" fmla="*/ 194943 h 440942"/>
              <a:gd name="connsiteX146" fmla="*/ 267036 w 2253411"/>
              <a:gd name="connsiteY146" fmla="*/ 194943 h 440942"/>
              <a:gd name="connsiteX147" fmla="*/ 271144 w 2253411"/>
              <a:gd name="connsiteY147" fmla="*/ 190849 h 440942"/>
              <a:gd name="connsiteX148" fmla="*/ 271144 w 2253411"/>
              <a:gd name="connsiteY148" fmla="*/ 190835 h 440942"/>
              <a:gd name="connsiteX149" fmla="*/ 351285 w 2253411"/>
              <a:gd name="connsiteY149" fmla="*/ 133931 h 440942"/>
              <a:gd name="connsiteX150" fmla="*/ 351285 w 2253411"/>
              <a:gd name="connsiteY150" fmla="*/ 45545 h 440942"/>
              <a:gd name="connsiteX151" fmla="*/ 347175 w 2253411"/>
              <a:gd name="connsiteY151" fmla="*/ 41422 h 440942"/>
              <a:gd name="connsiteX152" fmla="*/ 347164 w 2253411"/>
              <a:gd name="connsiteY152" fmla="*/ 41422 h 440942"/>
              <a:gd name="connsiteX153" fmla="*/ 283332 w 2253411"/>
              <a:gd name="connsiteY153" fmla="*/ 41422 h 440942"/>
              <a:gd name="connsiteX154" fmla="*/ 279224 w 2253411"/>
              <a:gd name="connsiteY154" fmla="*/ 45524 h 440942"/>
              <a:gd name="connsiteX155" fmla="*/ 279224 w 2253411"/>
              <a:gd name="connsiteY155" fmla="*/ 45545 h 440942"/>
              <a:gd name="connsiteX156" fmla="*/ 283332 w 2253411"/>
              <a:gd name="connsiteY156" fmla="*/ 49653 h 440942"/>
              <a:gd name="connsiteX157" fmla="*/ 343054 w 2253411"/>
              <a:gd name="connsiteY157" fmla="*/ 49653 h 440942"/>
              <a:gd name="connsiteX158" fmla="*/ 343054 w 2253411"/>
              <a:gd name="connsiteY158" fmla="*/ 129808 h 440942"/>
              <a:gd name="connsiteX159" fmla="*/ 297460 w 2253411"/>
              <a:gd name="connsiteY159" fmla="*/ 129808 h 440942"/>
              <a:gd name="connsiteX160" fmla="*/ 293338 w 2253411"/>
              <a:gd name="connsiteY160" fmla="*/ 133918 h 440942"/>
              <a:gd name="connsiteX161" fmla="*/ 293338 w 2253411"/>
              <a:gd name="connsiteY161" fmla="*/ 133931 h 440942"/>
              <a:gd name="connsiteX162" fmla="*/ 297460 w 2253411"/>
              <a:gd name="connsiteY162" fmla="*/ 138039 h 440942"/>
              <a:gd name="connsiteX163" fmla="*/ 347164 w 2253411"/>
              <a:gd name="connsiteY163" fmla="*/ 138039 h 440942"/>
              <a:gd name="connsiteX164" fmla="*/ 351285 w 2253411"/>
              <a:gd name="connsiteY164" fmla="*/ 133931 h 440942"/>
              <a:gd name="connsiteX165" fmla="*/ 377065 w 2253411"/>
              <a:gd name="connsiteY165" fmla="*/ 343972 h 440942"/>
              <a:gd name="connsiteX166" fmla="*/ 377065 w 2253411"/>
              <a:gd name="connsiteY166" fmla="*/ 177629 h 440942"/>
              <a:gd name="connsiteX167" fmla="*/ 372946 w 2253411"/>
              <a:gd name="connsiteY167" fmla="*/ 173521 h 440942"/>
              <a:gd name="connsiteX168" fmla="*/ 372943 w 2253411"/>
              <a:gd name="connsiteY168" fmla="*/ 173521 h 440942"/>
              <a:gd name="connsiteX169" fmla="*/ 368834 w 2253411"/>
              <a:gd name="connsiteY169" fmla="*/ 177617 h 440942"/>
              <a:gd name="connsiteX170" fmla="*/ 368834 w 2253411"/>
              <a:gd name="connsiteY170" fmla="*/ 177629 h 440942"/>
              <a:gd name="connsiteX171" fmla="*/ 368834 w 2253411"/>
              <a:gd name="connsiteY171" fmla="*/ 339836 h 440942"/>
              <a:gd name="connsiteX172" fmla="*/ 297460 w 2253411"/>
              <a:gd name="connsiteY172" fmla="*/ 339836 h 440942"/>
              <a:gd name="connsiteX173" fmla="*/ 293338 w 2253411"/>
              <a:gd name="connsiteY173" fmla="*/ 343970 h 440942"/>
              <a:gd name="connsiteX174" fmla="*/ 293338 w 2253411"/>
              <a:gd name="connsiteY174" fmla="*/ 343972 h 440942"/>
              <a:gd name="connsiteX175" fmla="*/ 297438 w 2253411"/>
              <a:gd name="connsiteY175" fmla="*/ 348080 h 440942"/>
              <a:gd name="connsiteX176" fmla="*/ 297460 w 2253411"/>
              <a:gd name="connsiteY176" fmla="*/ 348080 h 440942"/>
              <a:gd name="connsiteX177" fmla="*/ 372943 w 2253411"/>
              <a:gd name="connsiteY177" fmla="*/ 348080 h 440942"/>
              <a:gd name="connsiteX178" fmla="*/ 377065 w 2253411"/>
              <a:gd name="connsiteY178" fmla="*/ 343992 h 440942"/>
              <a:gd name="connsiteX179" fmla="*/ 377065 w 2253411"/>
              <a:gd name="connsiteY179" fmla="*/ 343972 h 440942"/>
              <a:gd name="connsiteX180" fmla="*/ 577721 w 2253411"/>
              <a:gd name="connsiteY180" fmla="*/ 299806 h 440942"/>
              <a:gd name="connsiteX181" fmla="*/ 609683 w 2253411"/>
              <a:gd name="connsiteY181" fmla="*/ 299806 h 440942"/>
              <a:gd name="connsiteX182" fmla="*/ 609683 w 2253411"/>
              <a:gd name="connsiteY182" fmla="*/ 196098 h 440942"/>
              <a:gd name="connsiteX183" fmla="*/ 551186 w 2253411"/>
              <a:gd name="connsiteY183" fmla="*/ 131498 h 440942"/>
              <a:gd name="connsiteX184" fmla="*/ 500878 w 2253411"/>
              <a:gd name="connsiteY184" fmla="*/ 159709 h 440942"/>
              <a:gd name="connsiteX185" fmla="*/ 500878 w 2253411"/>
              <a:gd name="connsiteY185" fmla="*/ 136254 h 440942"/>
              <a:gd name="connsiteX186" fmla="*/ 469601 w 2253411"/>
              <a:gd name="connsiteY186" fmla="*/ 136254 h 440942"/>
              <a:gd name="connsiteX187" fmla="*/ 469601 w 2253411"/>
              <a:gd name="connsiteY187" fmla="*/ 299806 h 440942"/>
              <a:gd name="connsiteX188" fmla="*/ 501565 w 2253411"/>
              <a:gd name="connsiteY188" fmla="*/ 299806 h 440942"/>
              <a:gd name="connsiteX189" fmla="*/ 501565 w 2253411"/>
              <a:gd name="connsiteY189" fmla="*/ 205278 h 440942"/>
              <a:gd name="connsiteX190" fmla="*/ 539629 w 2253411"/>
              <a:gd name="connsiteY190" fmla="*/ 160396 h 440942"/>
              <a:gd name="connsiteX191" fmla="*/ 577721 w 2253411"/>
              <a:gd name="connsiteY191" fmla="*/ 201540 h 440942"/>
              <a:gd name="connsiteX192" fmla="*/ 766751 w 2253411"/>
              <a:gd name="connsiteY192" fmla="*/ 201196 h 440942"/>
              <a:gd name="connsiteX193" fmla="*/ 677320 w 2253411"/>
              <a:gd name="connsiteY193" fmla="*/ 201196 h 440942"/>
              <a:gd name="connsiteX194" fmla="*/ 721870 w 2253411"/>
              <a:gd name="connsiteY194" fmla="*/ 159366 h 440942"/>
              <a:gd name="connsiteX195" fmla="*/ 766751 w 2253411"/>
              <a:gd name="connsiteY195" fmla="*/ 201196 h 440942"/>
              <a:gd name="connsiteX196" fmla="*/ 799388 w 2253411"/>
              <a:gd name="connsiteY196" fmla="*/ 227044 h 440942"/>
              <a:gd name="connsiteX197" fmla="*/ 800075 w 2253411"/>
              <a:gd name="connsiteY197" fmla="*/ 216835 h 440942"/>
              <a:gd name="connsiteX198" fmla="*/ 721527 w 2253411"/>
              <a:gd name="connsiteY198" fmla="*/ 131155 h 440942"/>
              <a:gd name="connsiteX199" fmla="*/ 643324 w 2253411"/>
              <a:gd name="connsiteY199" fmla="*/ 217522 h 440942"/>
              <a:gd name="connsiteX200" fmla="*/ 725608 w 2253411"/>
              <a:gd name="connsiteY200" fmla="*/ 304904 h 440942"/>
              <a:gd name="connsiteX201" fmla="*/ 799044 w 2253411"/>
              <a:gd name="connsiteY201" fmla="*/ 253221 h 440942"/>
              <a:gd name="connsiteX202" fmla="*/ 771519 w 2253411"/>
              <a:gd name="connsiteY202" fmla="*/ 243698 h 440942"/>
              <a:gd name="connsiteX203" fmla="*/ 725608 w 2253411"/>
              <a:gd name="connsiteY203" fmla="*/ 276679 h 440942"/>
              <a:gd name="connsiteX204" fmla="*/ 676304 w 2253411"/>
              <a:gd name="connsiteY204" fmla="*/ 227044 h 440942"/>
              <a:gd name="connsiteX205" fmla="*/ 945791 w 2253411"/>
              <a:gd name="connsiteY205" fmla="*/ 299820 h 440942"/>
              <a:gd name="connsiteX206" fmla="*/ 976394 w 2253411"/>
              <a:gd name="connsiteY206" fmla="*/ 299820 h 440942"/>
              <a:gd name="connsiteX207" fmla="*/ 974677 w 2253411"/>
              <a:gd name="connsiteY207" fmla="*/ 269547 h 440942"/>
              <a:gd name="connsiteX208" fmla="*/ 974677 w 2253411"/>
              <a:gd name="connsiteY208" fmla="*/ 136254 h 440942"/>
              <a:gd name="connsiteX209" fmla="*/ 942727 w 2253411"/>
              <a:gd name="connsiteY209" fmla="*/ 136254 h 440942"/>
              <a:gd name="connsiteX210" fmla="*/ 942727 w 2253411"/>
              <a:gd name="connsiteY210" fmla="*/ 234863 h 440942"/>
              <a:gd name="connsiteX211" fmla="*/ 903948 w 2253411"/>
              <a:gd name="connsiteY211" fmla="*/ 276679 h 440942"/>
              <a:gd name="connsiteX212" fmla="*/ 866901 w 2253411"/>
              <a:gd name="connsiteY212" fmla="*/ 234519 h 440942"/>
              <a:gd name="connsiteX213" fmla="*/ 866901 w 2253411"/>
              <a:gd name="connsiteY213" fmla="*/ 136254 h 440942"/>
              <a:gd name="connsiteX214" fmla="*/ 834924 w 2253411"/>
              <a:gd name="connsiteY214" fmla="*/ 136254 h 440942"/>
              <a:gd name="connsiteX215" fmla="*/ 834924 w 2253411"/>
              <a:gd name="connsiteY215" fmla="*/ 239287 h 440942"/>
              <a:gd name="connsiteX216" fmla="*/ 896143 w 2253411"/>
              <a:gd name="connsiteY216" fmla="*/ 304903 h 440942"/>
              <a:gd name="connsiteX217" fmla="*/ 944418 w 2253411"/>
              <a:gd name="connsiteY217" fmla="*/ 280086 h 440942"/>
              <a:gd name="connsiteX218" fmla="*/ 945791 w 2253411"/>
              <a:gd name="connsiteY218" fmla="*/ 299818 h 440942"/>
              <a:gd name="connsiteX219" fmla="*/ 1098324 w 2253411"/>
              <a:gd name="connsiteY219" fmla="*/ 167541 h 440942"/>
              <a:gd name="connsiteX220" fmla="*/ 1112271 w 2253411"/>
              <a:gd name="connsiteY220" fmla="*/ 168559 h 440942"/>
              <a:gd name="connsiteX221" fmla="*/ 1112271 w 2253411"/>
              <a:gd name="connsiteY221" fmla="*/ 134563 h 440942"/>
              <a:gd name="connsiteX222" fmla="*/ 1101731 w 2253411"/>
              <a:gd name="connsiteY222" fmla="*/ 133532 h 440942"/>
              <a:gd name="connsiteX223" fmla="*/ 1052771 w 2253411"/>
              <a:gd name="connsiteY223" fmla="*/ 164808 h 440942"/>
              <a:gd name="connsiteX224" fmla="*/ 1052771 w 2253411"/>
              <a:gd name="connsiteY224" fmla="*/ 136266 h 440942"/>
              <a:gd name="connsiteX225" fmla="*/ 1021481 w 2253411"/>
              <a:gd name="connsiteY225" fmla="*/ 136266 h 440942"/>
              <a:gd name="connsiteX226" fmla="*/ 1021481 w 2253411"/>
              <a:gd name="connsiteY226" fmla="*/ 299806 h 440942"/>
              <a:gd name="connsiteX227" fmla="*/ 1053443 w 2253411"/>
              <a:gd name="connsiteY227" fmla="*/ 299806 h 440942"/>
              <a:gd name="connsiteX228" fmla="*/ 1053443 w 2253411"/>
              <a:gd name="connsiteY228" fmla="*/ 217851 h 440942"/>
              <a:gd name="connsiteX229" fmla="*/ 1098324 w 2253411"/>
              <a:gd name="connsiteY229" fmla="*/ 167543 h 440942"/>
              <a:gd name="connsiteX230" fmla="*/ 1263512 w 2253411"/>
              <a:gd name="connsiteY230" fmla="*/ 217865 h 440942"/>
              <a:gd name="connsiteX231" fmla="*/ 1212518 w 2253411"/>
              <a:gd name="connsiteY231" fmla="*/ 276350 h 440942"/>
              <a:gd name="connsiteX232" fmla="*/ 1161507 w 2253411"/>
              <a:gd name="connsiteY232" fmla="*/ 217865 h 440942"/>
              <a:gd name="connsiteX233" fmla="*/ 1212518 w 2253411"/>
              <a:gd name="connsiteY233" fmla="*/ 159709 h 440942"/>
              <a:gd name="connsiteX234" fmla="*/ 1263512 w 2253411"/>
              <a:gd name="connsiteY234" fmla="*/ 217865 h 440942"/>
              <a:gd name="connsiteX235" fmla="*/ 1296163 w 2253411"/>
              <a:gd name="connsiteY235" fmla="*/ 217865 h 440942"/>
              <a:gd name="connsiteX236" fmla="*/ 1212518 w 2253411"/>
              <a:gd name="connsiteY236" fmla="*/ 131169 h 440942"/>
              <a:gd name="connsiteX237" fmla="*/ 1128871 w 2253411"/>
              <a:gd name="connsiteY237" fmla="*/ 217865 h 440942"/>
              <a:gd name="connsiteX238" fmla="*/ 1212518 w 2253411"/>
              <a:gd name="connsiteY238" fmla="*/ 304904 h 440942"/>
              <a:gd name="connsiteX239" fmla="*/ 1296163 w 2253411"/>
              <a:gd name="connsiteY239" fmla="*/ 217865 h 440942"/>
              <a:gd name="connsiteX240" fmla="*/ 1388657 w 2253411"/>
              <a:gd name="connsiteY240" fmla="*/ 301496 h 440942"/>
              <a:gd name="connsiteX241" fmla="*/ 1410425 w 2253411"/>
              <a:gd name="connsiteY241" fmla="*/ 298446 h 440942"/>
              <a:gd name="connsiteX242" fmla="*/ 1410425 w 2253411"/>
              <a:gd name="connsiteY242" fmla="*/ 271237 h 440942"/>
              <a:gd name="connsiteX243" fmla="*/ 1397836 w 2253411"/>
              <a:gd name="connsiteY243" fmla="*/ 272612 h 440942"/>
              <a:gd name="connsiteX244" fmla="*/ 1375054 w 2253411"/>
              <a:gd name="connsiteY244" fmla="*/ 250158 h 440942"/>
              <a:gd name="connsiteX245" fmla="*/ 1375054 w 2253411"/>
              <a:gd name="connsiteY245" fmla="*/ 165152 h 440942"/>
              <a:gd name="connsiteX246" fmla="*/ 1410423 w 2253411"/>
              <a:gd name="connsiteY246" fmla="*/ 165152 h 440942"/>
              <a:gd name="connsiteX247" fmla="*/ 1410423 w 2253411"/>
              <a:gd name="connsiteY247" fmla="*/ 136254 h 440942"/>
              <a:gd name="connsiteX248" fmla="*/ 1375054 w 2253411"/>
              <a:gd name="connsiteY248" fmla="*/ 136254 h 440942"/>
              <a:gd name="connsiteX249" fmla="*/ 1375054 w 2253411"/>
              <a:gd name="connsiteY249" fmla="*/ 84585 h 440942"/>
              <a:gd name="connsiteX250" fmla="*/ 1345825 w 2253411"/>
              <a:gd name="connsiteY250" fmla="*/ 84585 h 440942"/>
              <a:gd name="connsiteX251" fmla="*/ 1345825 w 2253411"/>
              <a:gd name="connsiteY251" fmla="*/ 111092 h 440942"/>
              <a:gd name="connsiteX252" fmla="*/ 1320665 w 2253411"/>
              <a:gd name="connsiteY252" fmla="*/ 136254 h 440942"/>
              <a:gd name="connsiteX253" fmla="*/ 1311814 w 2253411"/>
              <a:gd name="connsiteY253" fmla="*/ 136254 h 440942"/>
              <a:gd name="connsiteX254" fmla="*/ 1311814 w 2253411"/>
              <a:gd name="connsiteY254" fmla="*/ 165152 h 440942"/>
              <a:gd name="connsiteX255" fmla="*/ 1343105 w 2253411"/>
              <a:gd name="connsiteY255" fmla="*/ 165152 h 440942"/>
              <a:gd name="connsiteX256" fmla="*/ 1343105 w 2253411"/>
              <a:gd name="connsiteY256" fmla="*/ 254911 h 440942"/>
              <a:gd name="connsiteX257" fmla="*/ 1388657 w 2253411"/>
              <a:gd name="connsiteY257" fmla="*/ 301496 h 440942"/>
              <a:gd name="connsiteX258" fmla="*/ 1564344 w 2253411"/>
              <a:gd name="connsiteY258" fmla="*/ 217865 h 440942"/>
              <a:gd name="connsiteX259" fmla="*/ 1513349 w 2253411"/>
              <a:gd name="connsiteY259" fmla="*/ 276350 h 440942"/>
              <a:gd name="connsiteX260" fmla="*/ 1462340 w 2253411"/>
              <a:gd name="connsiteY260" fmla="*/ 217865 h 440942"/>
              <a:gd name="connsiteX261" fmla="*/ 1513349 w 2253411"/>
              <a:gd name="connsiteY261" fmla="*/ 159709 h 440942"/>
              <a:gd name="connsiteX262" fmla="*/ 1564344 w 2253411"/>
              <a:gd name="connsiteY262" fmla="*/ 217865 h 440942"/>
              <a:gd name="connsiteX263" fmla="*/ 1596994 w 2253411"/>
              <a:gd name="connsiteY263" fmla="*/ 217865 h 440942"/>
              <a:gd name="connsiteX264" fmla="*/ 1513349 w 2253411"/>
              <a:gd name="connsiteY264" fmla="*/ 131169 h 440942"/>
              <a:gd name="connsiteX265" fmla="*/ 1429704 w 2253411"/>
              <a:gd name="connsiteY265" fmla="*/ 217865 h 440942"/>
              <a:gd name="connsiteX266" fmla="*/ 1513349 w 2253411"/>
              <a:gd name="connsiteY266" fmla="*/ 304904 h 440942"/>
              <a:gd name="connsiteX267" fmla="*/ 1596994 w 2253411"/>
              <a:gd name="connsiteY267" fmla="*/ 217865 h 440942"/>
              <a:gd name="connsiteX268" fmla="*/ 1709456 w 2253411"/>
              <a:gd name="connsiteY268" fmla="*/ 167543 h 440942"/>
              <a:gd name="connsiteX269" fmla="*/ 1723392 w 2253411"/>
              <a:gd name="connsiteY269" fmla="*/ 168560 h 440942"/>
              <a:gd name="connsiteX270" fmla="*/ 1723392 w 2253411"/>
              <a:gd name="connsiteY270" fmla="*/ 134563 h 440942"/>
              <a:gd name="connsiteX271" fmla="*/ 1712851 w 2253411"/>
              <a:gd name="connsiteY271" fmla="*/ 133532 h 440942"/>
              <a:gd name="connsiteX272" fmla="*/ 1663890 w 2253411"/>
              <a:gd name="connsiteY272" fmla="*/ 164808 h 440942"/>
              <a:gd name="connsiteX273" fmla="*/ 1663890 w 2253411"/>
              <a:gd name="connsiteY273" fmla="*/ 136266 h 440942"/>
              <a:gd name="connsiteX274" fmla="*/ 1632614 w 2253411"/>
              <a:gd name="connsiteY274" fmla="*/ 136266 h 440942"/>
              <a:gd name="connsiteX275" fmla="*/ 1632614 w 2253411"/>
              <a:gd name="connsiteY275" fmla="*/ 299806 h 440942"/>
              <a:gd name="connsiteX276" fmla="*/ 1664564 w 2253411"/>
              <a:gd name="connsiteY276" fmla="*/ 299806 h 440942"/>
              <a:gd name="connsiteX277" fmla="*/ 1664564 w 2253411"/>
              <a:gd name="connsiteY277" fmla="*/ 217851 h 440942"/>
              <a:gd name="connsiteX278" fmla="*/ 1709456 w 2253411"/>
              <a:gd name="connsiteY278" fmla="*/ 167543 h 440942"/>
              <a:gd name="connsiteX279" fmla="*/ 1790286 w 2253411"/>
              <a:gd name="connsiteY279" fmla="*/ 74360 h 440942"/>
              <a:gd name="connsiteX280" fmla="*/ 1767488 w 2253411"/>
              <a:gd name="connsiteY280" fmla="*/ 51248 h 440942"/>
              <a:gd name="connsiteX281" fmla="*/ 1744374 w 2253411"/>
              <a:gd name="connsiteY281" fmla="*/ 74045 h 440942"/>
              <a:gd name="connsiteX282" fmla="*/ 1767159 w 2253411"/>
              <a:gd name="connsiteY282" fmla="*/ 97158 h 440942"/>
              <a:gd name="connsiteX283" fmla="*/ 1790286 w 2253411"/>
              <a:gd name="connsiteY283" fmla="*/ 74401 h 440942"/>
              <a:gd name="connsiteX284" fmla="*/ 1790286 w 2253411"/>
              <a:gd name="connsiteY284" fmla="*/ 74362 h 440942"/>
              <a:gd name="connsiteX285" fmla="*/ 1937899 w 2253411"/>
              <a:gd name="connsiteY285" fmla="*/ 299820 h 440942"/>
              <a:gd name="connsiteX286" fmla="*/ 1968489 w 2253411"/>
              <a:gd name="connsiteY286" fmla="*/ 299820 h 440942"/>
              <a:gd name="connsiteX287" fmla="*/ 1966785 w 2253411"/>
              <a:gd name="connsiteY287" fmla="*/ 269547 h 440942"/>
              <a:gd name="connsiteX288" fmla="*/ 1966785 w 2253411"/>
              <a:gd name="connsiteY288" fmla="*/ 136254 h 440942"/>
              <a:gd name="connsiteX289" fmla="*/ 1934821 w 2253411"/>
              <a:gd name="connsiteY289" fmla="*/ 136254 h 440942"/>
              <a:gd name="connsiteX290" fmla="*/ 1934821 w 2253411"/>
              <a:gd name="connsiteY290" fmla="*/ 234863 h 440942"/>
              <a:gd name="connsiteX291" fmla="*/ 1896069 w 2253411"/>
              <a:gd name="connsiteY291" fmla="*/ 276679 h 440942"/>
              <a:gd name="connsiteX292" fmla="*/ 1859008 w 2253411"/>
              <a:gd name="connsiteY292" fmla="*/ 234519 h 440942"/>
              <a:gd name="connsiteX293" fmla="*/ 1859008 w 2253411"/>
              <a:gd name="connsiteY293" fmla="*/ 136254 h 440942"/>
              <a:gd name="connsiteX294" fmla="*/ 1827032 w 2253411"/>
              <a:gd name="connsiteY294" fmla="*/ 136254 h 440942"/>
              <a:gd name="connsiteX295" fmla="*/ 1827032 w 2253411"/>
              <a:gd name="connsiteY295" fmla="*/ 239287 h 440942"/>
              <a:gd name="connsiteX296" fmla="*/ 1888249 w 2253411"/>
              <a:gd name="connsiteY296" fmla="*/ 304903 h 440942"/>
              <a:gd name="connsiteX297" fmla="*/ 1936524 w 2253411"/>
              <a:gd name="connsiteY297" fmla="*/ 280086 h 440942"/>
              <a:gd name="connsiteX298" fmla="*/ 1937899 w 2253411"/>
              <a:gd name="connsiteY298" fmla="*/ 299818 h 440942"/>
              <a:gd name="connsiteX299" fmla="*/ 2253984 w 2253411"/>
              <a:gd name="connsiteY299" fmla="*/ 299806 h 440942"/>
              <a:gd name="connsiteX300" fmla="*/ 2253984 w 2253411"/>
              <a:gd name="connsiteY300" fmla="*/ 193721 h 440942"/>
              <a:gd name="connsiteX301" fmla="*/ 2197547 w 2253411"/>
              <a:gd name="connsiteY301" fmla="*/ 131498 h 440942"/>
              <a:gd name="connsiteX302" fmla="*/ 2142800 w 2253411"/>
              <a:gd name="connsiteY302" fmla="*/ 162431 h 440942"/>
              <a:gd name="connsiteX303" fmla="*/ 2093839 w 2253411"/>
              <a:gd name="connsiteY303" fmla="*/ 131498 h 440942"/>
              <a:gd name="connsiteX304" fmla="*/ 2044204 w 2253411"/>
              <a:gd name="connsiteY304" fmla="*/ 158005 h 440942"/>
              <a:gd name="connsiteX305" fmla="*/ 2044204 w 2253411"/>
              <a:gd name="connsiteY305" fmla="*/ 136254 h 440942"/>
              <a:gd name="connsiteX306" fmla="*/ 2013588 w 2253411"/>
              <a:gd name="connsiteY306" fmla="*/ 136254 h 440942"/>
              <a:gd name="connsiteX307" fmla="*/ 2013588 w 2253411"/>
              <a:gd name="connsiteY307" fmla="*/ 299806 h 440942"/>
              <a:gd name="connsiteX308" fmla="*/ 2045221 w 2253411"/>
              <a:gd name="connsiteY308" fmla="*/ 299806 h 440942"/>
              <a:gd name="connsiteX309" fmla="*/ 2045221 w 2253411"/>
              <a:gd name="connsiteY309" fmla="*/ 201209 h 440942"/>
              <a:gd name="connsiteX310" fmla="*/ 2083299 w 2253411"/>
              <a:gd name="connsiteY310" fmla="*/ 159709 h 440942"/>
              <a:gd name="connsiteX311" fmla="*/ 2117971 w 2253411"/>
              <a:gd name="connsiteY311" fmla="*/ 197115 h 440942"/>
              <a:gd name="connsiteX312" fmla="*/ 2117971 w 2253411"/>
              <a:gd name="connsiteY312" fmla="*/ 299807 h 440942"/>
              <a:gd name="connsiteX313" fmla="*/ 2149932 w 2253411"/>
              <a:gd name="connsiteY313" fmla="*/ 299807 h 440942"/>
              <a:gd name="connsiteX314" fmla="*/ 2149932 w 2253411"/>
              <a:gd name="connsiteY314" fmla="*/ 200867 h 440942"/>
              <a:gd name="connsiteX315" fmla="*/ 2187682 w 2253411"/>
              <a:gd name="connsiteY315" fmla="*/ 159711 h 440942"/>
              <a:gd name="connsiteX316" fmla="*/ 2222364 w 2253411"/>
              <a:gd name="connsiteY316" fmla="*/ 197115 h 440942"/>
              <a:gd name="connsiteX317" fmla="*/ 2222364 w 2253411"/>
              <a:gd name="connsiteY317" fmla="*/ 299807 h 440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Lst>
            <a:rect l="l" t="t" r="r" b="b"/>
            <a:pathLst>
              <a:path w="2253411" h="440942">
                <a:moveTo>
                  <a:pt x="1783139" y="136254"/>
                </a:moveTo>
                <a:lnTo>
                  <a:pt x="1751520" y="136254"/>
                </a:lnTo>
                <a:lnTo>
                  <a:pt x="1751520" y="299806"/>
                </a:lnTo>
                <a:lnTo>
                  <a:pt x="1783139" y="299806"/>
                </a:lnTo>
                <a:close/>
                <a:moveTo>
                  <a:pt x="293338" y="409024"/>
                </a:moveTo>
                <a:cubicBezTo>
                  <a:pt x="293335" y="411298"/>
                  <a:pt x="295174" y="413144"/>
                  <a:pt x="297448" y="413147"/>
                </a:cubicBezTo>
                <a:cubicBezTo>
                  <a:pt x="297452" y="413147"/>
                  <a:pt x="297456" y="413147"/>
                  <a:pt x="297460" y="413147"/>
                </a:cubicBezTo>
                <a:lnTo>
                  <a:pt x="333669" y="413147"/>
                </a:lnTo>
                <a:cubicBezTo>
                  <a:pt x="335936" y="413150"/>
                  <a:pt x="337776" y="411314"/>
                  <a:pt x="337779" y="409047"/>
                </a:cubicBezTo>
                <a:cubicBezTo>
                  <a:pt x="337779" y="409039"/>
                  <a:pt x="337779" y="409032"/>
                  <a:pt x="337777" y="409024"/>
                </a:cubicBezTo>
                <a:cubicBezTo>
                  <a:pt x="337782" y="406760"/>
                  <a:pt x="335949" y="404921"/>
                  <a:pt x="333683" y="404916"/>
                </a:cubicBezTo>
                <a:cubicBezTo>
                  <a:pt x="333678" y="404916"/>
                  <a:pt x="333674" y="404916"/>
                  <a:pt x="333669" y="404916"/>
                </a:cubicBezTo>
                <a:lnTo>
                  <a:pt x="297460" y="404916"/>
                </a:lnTo>
                <a:cubicBezTo>
                  <a:pt x="295188" y="404911"/>
                  <a:pt x="293342" y="406749"/>
                  <a:pt x="293338" y="409021"/>
                </a:cubicBezTo>
                <a:cubicBezTo>
                  <a:pt x="293338" y="409023"/>
                  <a:pt x="293338" y="409024"/>
                  <a:pt x="293338" y="409024"/>
                </a:cubicBezTo>
                <a:moveTo>
                  <a:pt x="39859" y="409024"/>
                </a:moveTo>
                <a:cubicBezTo>
                  <a:pt x="39849" y="411291"/>
                  <a:pt x="41679" y="413137"/>
                  <a:pt x="43946" y="413147"/>
                </a:cubicBezTo>
                <a:cubicBezTo>
                  <a:pt x="43953" y="413147"/>
                  <a:pt x="43959" y="413147"/>
                  <a:pt x="43967" y="413147"/>
                </a:cubicBezTo>
                <a:lnTo>
                  <a:pt x="80176" y="413147"/>
                </a:lnTo>
                <a:cubicBezTo>
                  <a:pt x="82449" y="413150"/>
                  <a:pt x="84295" y="411311"/>
                  <a:pt x="84298" y="409037"/>
                </a:cubicBezTo>
                <a:cubicBezTo>
                  <a:pt x="84298" y="409032"/>
                  <a:pt x="84298" y="409029"/>
                  <a:pt x="84298" y="409024"/>
                </a:cubicBezTo>
                <a:cubicBezTo>
                  <a:pt x="84295" y="406752"/>
                  <a:pt x="82451" y="404913"/>
                  <a:pt x="80179" y="404916"/>
                </a:cubicBezTo>
                <a:cubicBezTo>
                  <a:pt x="80177" y="404916"/>
                  <a:pt x="80177" y="404916"/>
                  <a:pt x="80176" y="404916"/>
                </a:cubicBezTo>
                <a:lnTo>
                  <a:pt x="43967" y="404916"/>
                </a:lnTo>
                <a:cubicBezTo>
                  <a:pt x="41701" y="404913"/>
                  <a:pt x="39862" y="406746"/>
                  <a:pt x="39859" y="409012"/>
                </a:cubicBezTo>
                <a:cubicBezTo>
                  <a:pt x="39859" y="409016"/>
                  <a:pt x="39859" y="409021"/>
                  <a:pt x="39859" y="409024"/>
                </a:cubicBezTo>
                <a:moveTo>
                  <a:pt x="80177" y="339849"/>
                </a:moveTo>
                <a:lnTo>
                  <a:pt x="8803" y="339849"/>
                </a:lnTo>
                <a:lnTo>
                  <a:pt x="8803" y="177644"/>
                </a:lnTo>
                <a:cubicBezTo>
                  <a:pt x="8801" y="175367"/>
                  <a:pt x="6955" y="173523"/>
                  <a:pt x="4680" y="173521"/>
                </a:cubicBezTo>
                <a:cubicBezTo>
                  <a:pt x="2408" y="173523"/>
                  <a:pt x="569" y="175367"/>
                  <a:pt x="572" y="177639"/>
                </a:cubicBezTo>
                <a:cubicBezTo>
                  <a:pt x="572" y="177640"/>
                  <a:pt x="572" y="177642"/>
                  <a:pt x="572" y="177644"/>
                </a:cubicBezTo>
                <a:lnTo>
                  <a:pt x="572" y="343959"/>
                </a:lnTo>
                <a:cubicBezTo>
                  <a:pt x="567" y="346229"/>
                  <a:pt x="2404" y="348075"/>
                  <a:pt x="4676" y="348080"/>
                </a:cubicBezTo>
                <a:cubicBezTo>
                  <a:pt x="4677" y="348080"/>
                  <a:pt x="4679" y="348080"/>
                  <a:pt x="4680" y="348080"/>
                </a:cubicBezTo>
                <a:lnTo>
                  <a:pt x="80176" y="348080"/>
                </a:lnTo>
                <a:cubicBezTo>
                  <a:pt x="82449" y="348083"/>
                  <a:pt x="84295" y="346244"/>
                  <a:pt x="84298" y="343970"/>
                </a:cubicBezTo>
                <a:cubicBezTo>
                  <a:pt x="84298" y="343965"/>
                  <a:pt x="84298" y="343962"/>
                  <a:pt x="84298" y="343959"/>
                </a:cubicBezTo>
                <a:cubicBezTo>
                  <a:pt x="84290" y="341687"/>
                  <a:pt x="82447" y="339849"/>
                  <a:pt x="80176" y="339849"/>
                </a:cubicBezTo>
                <a:moveTo>
                  <a:pt x="98412" y="45530"/>
                </a:moveTo>
                <a:cubicBezTo>
                  <a:pt x="98409" y="43258"/>
                  <a:pt x="96564" y="41419"/>
                  <a:pt x="94292" y="41422"/>
                </a:cubicBezTo>
                <a:cubicBezTo>
                  <a:pt x="94291" y="41422"/>
                  <a:pt x="94291" y="41422"/>
                  <a:pt x="94289" y="41422"/>
                </a:cubicBezTo>
                <a:lnTo>
                  <a:pt x="30459" y="41422"/>
                </a:lnTo>
                <a:cubicBezTo>
                  <a:pt x="28193" y="41419"/>
                  <a:pt x="26354" y="43252"/>
                  <a:pt x="26351" y="45518"/>
                </a:cubicBezTo>
                <a:cubicBezTo>
                  <a:pt x="26351" y="45521"/>
                  <a:pt x="26351" y="45526"/>
                  <a:pt x="26351" y="45530"/>
                </a:cubicBezTo>
                <a:lnTo>
                  <a:pt x="26351" y="133916"/>
                </a:lnTo>
                <a:cubicBezTo>
                  <a:pt x="26346" y="136188"/>
                  <a:pt x="28184" y="138034"/>
                  <a:pt x="30456" y="138039"/>
                </a:cubicBezTo>
                <a:cubicBezTo>
                  <a:pt x="30458" y="138039"/>
                  <a:pt x="30458" y="138039"/>
                  <a:pt x="30459" y="138039"/>
                </a:cubicBezTo>
                <a:lnTo>
                  <a:pt x="80191" y="138039"/>
                </a:lnTo>
                <a:cubicBezTo>
                  <a:pt x="82460" y="138026"/>
                  <a:pt x="84295" y="136187"/>
                  <a:pt x="84300" y="133916"/>
                </a:cubicBezTo>
                <a:cubicBezTo>
                  <a:pt x="84293" y="131651"/>
                  <a:pt x="82459" y="129814"/>
                  <a:pt x="80191" y="129808"/>
                </a:cubicBezTo>
                <a:lnTo>
                  <a:pt x="34582" y="129808"/>
                </a:lnTo>
                <a:lnTo>
                  <a:pt x="34582" y="49653"/>
                </a:lnTo>
                <a:lnTo>
                  <a:pt x="94291" y="49653"/>
                </a:lnTo>
                <a:cubicBezTo>
                  <a:pt x="96564" y="49656"/>
                  <a:pt x="98410" y="47813"/>
                  <a:pt x="98413" y="45540"/>
                </a:cubicBezTo>
                <a:cubicBezTo>
                  <a:pt x="98413" y="45537"/>
                  <a:pt x="98413" y="45534"/>
                  <a:pt x="98413" y="45530"/>
                </a:cubicBezTo>
                <a:moveTo>
                  <a:pt x="271146" y="190835"/>
                </a:moveTo>
                <a:lnTo>
                  <a:pt x="271146" y="150874"/>
                </a:lnTo>
                <a:cubicBezTo>
                  <a:pt x="271151" y="148602"/>
                  <a:pt x="269311" y="146756"/>
                  <a:pt x="267039" y="146752"/>
                </a:cubicBezTo>
                <a:cubicBezTo>
                  <a:pt x="267039" y="146752"/>
                  <a:pt x="267037" y="146752"/>
                  <a:pt x="267037" y="146752"/>
                </a:cubicBezTo>
                <a:cubicBezTo>
                  <a:pt x="264756" y="146747"/>
                  <a:pt x="262904" y="148593"/>
                  <a:pt x="262900" y="150873"/>
                </a:cubicBezTo>
                <a:cubicBezTo>
                  <a:pt x="262900" y="150873"/>
                  <a:pt x="262900" y="150874"/>
                  <a:pt x="262900" y="150874"/>
                </a:cubicBezTo>
                <a:lnTo>
                  <a:pt x="262900" y="186698"/>
                </a:lnTo>
                <a:lnTo>
                  <a:pt x="192929" y="186698"/>
                </a:lnTo>
                <a:lnTo>
                  <a:pt x="192929" y="93846"/>
                </a:lnTo>
                <a:lnTo>
                  <a:pt x="234730" y="93846"/>
                </a:lnTo>
                <a:cubicBezTo>
                  <a:pt x="236999" y="93841"/>
                  <a:pt x="238840" y="92007"/>
                  <a:pt x="238853" y="89738"/>
                </a:cubicBezTo>
                <a:cubicBezTo>
                  <a:pt x="238852" y="87459"/>
                  <a:pt x="237009" y="85610"/>
                  <a:pt x="234730" y="85602"/>
                </a:cubicBezTo>
                <a:lnTo>
                  <a:pt x="192929" y="85602"/>
                </a:lnTo>
                <a:lnTo>
                  <a:pt x="192929" y="8058"/>
                </a:lnTo>
                <a:lnTo>
                  <a:pt x="256951" y="8058"/>
                </a:lnTo>
                <a:cubicBezTo>
                  <a:pt x="259225" y="8061"/>
                  <a:pt x="261071" y="6220"/>
                  <a:pt x="261072" y="3946"/>
                </a:cubicBezTo>
                <a:cubicBezTo>
                  <a:pt x="261072" y="3943"/>
                  <a:pt x="261072" y="3938"/>
                  <a:pt x="261072" y="3935"/>
                </a:cubicBezTo>
                <a:cubicBezTo>
                  <a:pt x="261071" y="1663"/>
                  <a:pt x="259226" y="-176"/>
                  <a:pt x="256954" y="-175"/>
                </a:cubicBezTo>
                <a:cubicBezTo>
                  <a:pt x="256953" y="-175"/>
                  <a:pt x="256951" y="-175"/>
                  <a:pt x="256951" y="-175"/>
                </a:cubicBezTo>
                <a:lnTo>
                  <a:pt x="120686" y="-175"/>
                </a:lnTo>
                <a:cubicBezTo>
                  <a:pt x="118418" y="-173"/>
                  <a:pt x="116580" y="1666"/>
                  <a:pt x="116578" y="3935"/>
                </a:cubicBezTo>
                <a:cubicBezTo>
                  <a:pt x="116573" y="6207"/>
                  <a:pt x="118411" y="8053"/>
                  <a:pt x="120685" y="8058"/>
                </a:cubicBezTo>
                <a:cubicBezTo>
                  <a:pt x="120685" y="8058"/>
                  <a:pt x="120686" y="8058"/>
                  <a:pt x="120686" y="8058"/>
                </a:cubicBezTo>
                <a:lnTo>
                  <a:pt x="184696" y="8058"/>
                </a:lnTo>
                <a:lnTo>
                  <a:pt x="184696" y="85629"/>
                </a:lnTo>
                <a:lnTo>
                  <a:pt x="141436" y="85629"/>
                </a:lnTo>
                <a:cubicBezTo>
                  <a:pt x="139161" y="85631"/>
                  <a:pt x="137317" y="87475"/>
                  <a:pt x="137315" y="89752"/>
                </a:cubicBezTo>
                <a:cubicBezTo>
                  <a:pt x="137318" y="92024"/>
                  <a:pt x="139163" y="93864"/>
                  <a:pt x="141435" y="93860"/>
                </a:cubicBezTo>
                <a:cubicBezTo>
                  <a:pt x="141435" y="93860"/>
                  <a:pt x="141436" y="93860"/>
                  <a:pt x="141436" y="93860"/>
                </a:cubicBezTo>
                <a:lnTo>
                  <a:pt x="184696" y="93860"/>
                </a:lnTo>
                <a:lnTo>
                  <a:pt x="184696" y="186698"/>
                </a:lnTo>
                <a:lnTo>
                  <a:pt x="114724" y="186698"/>
                </a:lnTo>
                <a:lnTo>
                  <a:pt x="114724" y="150874"/>
                </a:lnTo>
                <a:cubicBezTo>
                  <a:pt x="114727" y="148601"/>
                  <a:pt x="112885" y="146755"/>
                  <a:pt x="110611" y="146752"/>
                </a:cubicBezTo>
                <a:cubicBezTo>
                  <a:pt x="110608" y="146752"/>
                  <a:pt x="110605" y="146752"/>
                  <a:pt x="110602" y="146752"/>
                </a:cubicBezTo>
                <a:cubicBezTo>
                  <a:pt x="108325" y="146753"/>
                  <a:pt x="106481" y="148598"/>
                  <a:pt x="106479" y="150874"/>
                </a:cubicBezTo>
                <a:lnTo>
                  <a:pt x="106479" y="190835"/>
                </a:lnTo>
                <a:cubicBezTo>
                  <a:pt x="106482" y="193107"/>
                  <a:pt x="108326" y="194947"/>
                  <a:pt x="110598" y="194943"/>
                </a:cubicBezTo>
                <a:cubicBezTo>
                  <a:pt x="110598" y="194943"/>
                  <a:pt x="110600" y="194943"/>
                  <a:pt x="110602" y="194943"/>
                </a:cubicBezTo>
                <a:lnTo>
                  <a:pt x="184696" y="194943"/>
                </a:lnTo>
                <a:lnTo>
                  <a:pt x="184696" y="302418"/>
                </a:lnTo>
                <a:lnTo>
                  <a:pt x="120523" y="302418"/>
                </a:lnTo>
                <a:lnTo>
                  <a:pt x="120523" y="253744"/>
                </a:lnTo>
                <a:cubicBezTo>
                  <a:pt x="120518" y="251469"/>
                  <a:pt x="118670" y="249630"/>
                  <a:pt x="116395" y="249636"/>
                </a:cubicBezTo>
                <a:cubicBezTo>
                  <a:pt x="116392" y="249636"/>
                  <a:pt x="116389" y="249636"/>
                  <a:pt x="116386" y="249636"/>
                </a:cubicBezTo>
                <a:lnTo>
                  <a:pt x="62189" y="249636"/>
                </a:lnTo>
                <a:lnTo>
                  <a:pt x="62189" y="210170"/>
                </a:lnTo>
                <a:cubicBezTo>
                  <a:pt x="62194" y="207898"/>
                  <a:pt x="60356" y="206052"/>
                  <a:pt x="58084" y="206047"/>
                </a:cubicBezTo>
                <a:cubicBezTo>
                  <a:pt x="58082" y="206047"/>
                  <a:pt x="58082" y="206047"/>
                  <a:pt x="58081" y="206047"/>
                </a:cubicBezTo>
                <a:cubicBezTo>
                  <a:pt x="55805" y="206054"/>
                  <a:pt x="53964" y="207895"/>
                  <a:pt x="53958" y="210170"/>
                </a:cubicBezTo>
                <a:lnTo>
                  <a:pt x="53958" y="253744"/>
                </a:lnTo>
                <a:cubicBezTo>
                  <a:pt x="53960" y="256020"/>
                  <a:pt x="55804" y="257866"/>
                  <a:pt x="58081" y="257867"/>
                </a:cubicBezTo>
                <a:lnTo>
                  <a:pt x="112277" y="257867"/>
                </a:lnTo>
                <a:lnTo>
                  <a:pt x="112277" y="380182"/>
                </a:lnTo>
                <a:cubicBezTo>
                  <a:pt x="112273" y="382454"/>
                  <a:pt x="114110" y="384300"/>
                  <a:pt x="116382" y="384304"/>
                </a:cubicBezTo>
                <a:cubicBezTo>
                  <a:pt x="116384" y="384304"/>
                  <a:pt x="116386" y="384304"/>
                  <a:pt x="116386" y="384304"/>
                </a:cubicBezTo>
                <a:cubicBezTo>
                  <a:pt x="118666" y="384303"/>
                  <a:pt x="120515" y="382460"/>
                  <a:pt x="120523" y="380182"/>
                </a:cubicBezTo>
                <a:lnTo>
                  <a:pt x="120523" y="310649"/>
                </a:lnTo>
                <a:lnTo>
                  <a:pt x="184696" y="310649"/>
                </a:lnTo>
                <a:lnTo>
                  <a:pt x="184696" y="432537"/>
                </a:lnTo>
                <a:lnTo>
                  <a:pt x="131736" y="432537"/>
                </a:lnTo>
                <a:cubicBezTo>
                  <a:pt x="129475" y="432528"/>
                  <a:pt x="127636" y="434355"/>
                  <a:pt x="127628" y="436615"/>
                </a:cubicBezTo>
                <a:cubicBezTo>
                  <a:pt x="127628" y="436625"/>
                  <a:pt x="127628" y="436635"/>
                  <a:pt x="127628" y="436646"/>
                </a:cubicBezTo>
                <a:cubicBezTo>
                  <a:pt x="127618" y="438913"/>
                  <a:pt x="129448" y="440759"/>
                  <a:pt x="131716" y="440768"/>
                </a:cubicBezTo>
                <a:cubicBezTo>
                  <a:pt x="131722" y="440768"/>
                  <a:pt x="131730" y="440768"/>
                  <a:pt x="131736" y="440768"/>
                </a:cubicBezTo>
                <a:lnTo>
                  <a:pt x="245888" y="440768"/>
                </a:lnTo>
                <a:cubicBezTo>
                  <a:pt x="248162" y="440771"/>
                  <a:pt x="250008" y="438930"/>
                  <a:pt x="250011" y="436657"/>
                </a:cubicBezTo>
                <a:cubicBezTo>
                  <a:pt x="250011" y="436654"/>
                  <a:pt x="250011" y="436649"/>
                  <a:pt x="250011" y="436646"/>
                </a:cubicBezTo>
                <a:cubicBezTo>
                  <a:pt x="250013" y="434378"/>
                  <a:pt x="248176" y="432539"/>
                  <a:pt x="245909" y="432537"/>
                </a:cubicBezTo>
                <a:cubicBezTo>
                  <a:pt x="245903" y="432537"/>
                  <a:pt x="245895" y="432537"/>
                  <a:pt x="245888" y="432537"/>
                </a:cubicBezTo>
                <a:lnTo>
                  <a:pt x="192929" y="432537"/>
                </a:lnTo>
                <a:lnTo>
                  <a:pt x="192929" y="310649"/>
                </a:lnTo>
                <a:lnTo>
                  <a:pt x="257116" y="310649"/>
                </a:lnTo>
                <a:lnTo>
                  <a:pt x="257116" y="380182"/>
                </a:lnTo>
                <a:cubicBezTo>
                  <a:pt x="257124" y="382460"/>
                  <a:pt x="258972" y="384303"/>
                  <a:pt x="261250" y="384304"/>
                </a:cubicBezTo>
                <a:cubicBezTo>
                  <a:pt x="263522" y="384296"/>
                  <a:pt x="265358" y="382454"/>
                  <a:pt x="265358" y="380182"/>
                </a:cubicBezTo>
                <a:lnTo>
                  <a:pt x="265358" y="257867"/>
                </a:lnTo>
                <a:lnTo>
                  <a:pt x="319557" y="257867"/>
                </a:lnTo>
                <a:cubicBezTo>
                  <a:pt x="321829" y="257864"/>
                  <a:pt x="323668" y="256020"/>
                  <a:pt x="323665" y="253748"/>
                </a:cubicBezTo>
                <a:cubicBezTo>
                  <a:pt x="323665" y="253746"/>
                  <a:pt x="323665" y="253744"/>
                  <a:pt x="323665" y="253744"/>
                </a:cubicBezTo>
                <a:lnTo>
                  <a:pt x="323665" y="210170"/>
                </a:lnTo>
                <a:cubicBezTo>
                  <a:pt x="323665" y="207898"/>
                  <a:pt x="321827" y="206055"/>
                  <a:pt x="319557" y="206047"/>
                </a:cubicBezTo>
                <a:cubicBezTo>
                  <a:pt x="317280" y="206049"/>
                  <a:pt x="315436" y="207893"/>
                  <a:pt x="315434" y="210170"/>
                </a:cubicBezTo>
                <a:lnTo>
                  <a:pt x="315434" y="249636"/>
                </a:lnTo>
                <a:lnTo>
                  <a:pt x="261250" y="249636"/>
                </a:lnTo>
                <a:cubicBezTo>
                  <a:pt x="258977" y="249625"/>
                  <a:pt x="257124" y="251460"/>
                  <a:pt x="257115" y="253733"/>
                </a:cubicBezTo>
                <a:cubicBezTo>
                  <a:pt x="257115" y="253737"/>
                  <a:pt x="257115" y="253741"/>
                  <a:pt x="257115" y="253744"/>
                </a:cubicBezTo>
                <a:lnTo>
                  <a:pt x="257115" y="302416"/>
                </a:lnTo>
                <a:lnTo>
                  <a:pt x="192927" y="302416"/>
                </a:lnTo>
                <a:lnTo>
                  <a:pt x="192927" y="194943"/>
                </a:lnTo>
                <a:lnTo>
                  <a:pt x="267036" y="194943"/>
                </a:lnTo>
                <a:cubicBezTo>
                  <a:pt x="269301" y="194948"/>
                  <a:pt x="271141" y="193113"/>
                  <a:pt x="271144" y="190849"/>
                </a:cubicBezTo>
                <a:cubicBezTo>
                  <a:pt x="271144" y="190845"/>
                  <a:pt x="271144" y="190840"/>
                  <a:pt x="271144" y="190835"/>
                </a:cubicBezTo>
                <a:moveTo>
                  <a:pt x="351285" y="133931"/>
                </a:moveTo>
                <a:lnTo>
                  <a:pt x="351285" y="45545"/>
                </a:lnTo>
                <a:cubicBezTo>
                  <a:pt x="351288" y="43271"/>
                  <a:pt x="349449" y="41425"/>
                  <a:pt x="347175" y="41422"/>
                </a:cubicBezTo>
                <a:cubicBezTo>
                  <a:pt x="347170" y="41422"/>
                  <a:pt x="347167" y="41422"/>
                  <a:pt x="347164" y="41422"/>
                </a:cubicBezTo>
                <a:lnTo>
                  <a:pt x="283332" y="41422"/>
                </a:lnTo>
                <a:cubicBezTo>
                  <a:pt x="281065" y="41420"/>
                  <a:pt x="279226" y="43257"/>
                  <a:pt x="279224" y="45524"/>
                </a:cubicBezTo>
                <a:cubicBezTo>
                  <a:pt x="279224" y="45530"/>
                  <a:pt x="279224" y="45538"/>
                  <a:pt x="279224" y="45545"/>
                </a:cubicBezTo>
                <a:cubicBezTo>
                  <a:pt x="279226" y="47813"/>
                  <a:pt x="281065" y="49651"/>
                  <a:pt x="283332" y="49653"/>
                </a:cubicBezTo>
                <a:lnTo>
                  <a:pt x="343054" y="49653"/>
                </a:lnTo>
                <a:lnTo>
                  <a:pt x="343054" y="129808"/>
                </a:lnTo>
                <a:lnTo>
                  <a:pt x="297460" y="129808"/>
                </a:lnTo>
                <a:cubicBezTo>
                  <a:pt x="295187" y="129805"/>
                  <a:pt x="293341" y="131644"/>
                  <a:pt x="293338" y="133918"/>
                </a:cubicBezTo>
                <a:cubicBezTo>
                  <a:pt x="293338" y="133923"/>
                  <a:pt x="293338" y="133926"/>
                  <a:pt x="293338" y="133931"/>
                </a:cubicBezTo>
                <a:cubicBezTo>
                  <a:pt x="293344" y="136201"/>
                  <a:pt x="295188" y="138039"/>
                  <a:pt x="297460" y="138039"/>
                </a:cubicBezTo>
                <a:lnTo>
                  <a:pt x="347164" y="138039"/>
                </a:lnTo>
                <a:cubicBezTo>
                  <a:pt x="349434" y="138039"/>
                  <a:pt x="351279" y="136201"/>
                  <a:pt x="351285" y="133931"/>
                </a:cubicBezTo>
                <a:moveTo>
                  <a:pt x="377065" y="343972"/>
                </a:moveTo>
                <a:lnTo>
                  <a:pt x="377065" y="177629"/>
                </a:lnTo>
                <a:cubicBezTo>
                  <a:pt x="377062" y="175357"/>
                  <a:pt x="375218" y="173518"/>
                  <a:pt x="372946" y="173521"/>
                </a:cubicBezTo>
                <a:cubicBezTo>
                  <a:pt x="372944" y="173521"/>
                  <a:pt x="372943" y="173521"/>
                  <a:pt x="372943" y="173521"/>
                </a:cubicBezTo>
                <a:cubicBezTo>
                  <a:pt x="370677" y="173518"/>
                  <a:pt x="368838" y="175351"/>
                  <a:pt x="368834" y="177617"/>
                </a:cubicBezTo>
                <a:cubicBezTo>
                  <a:pt x="368834" y="177621"/>
                  <a:pt x="368834" y="177625"/>
                  <a:pt x="368834" y="177629"/>
                </a:cubicBezTo>
                <a:lnTo>
                  <a:pt x="368834" y="339836"/>
                </a:lnTo>
                <a:lnTo>
                  <a:pt x="297460" y="339836"/>
                </a:lnTo>
                <a:cubicBezTo>
                  <a:pt x="295179" y="339839"/>
                  <a:pt x="293335" y="341690"/>
                  <a:pt x="293338" y="343970"/>
                </a:cubicBezTo>
                <a:cubicBezTo>
                  <a:pt x="293338" y="343970"/>
                  <a:pt x="293338" y="343972"/>
                  <a:pt x="293338" y="343972"/>
                </a:cubicBezTo>
                <a:cubicBezTo>
                  <a:pt x="293335" y="346239"/>
                  <a:pt x="295171" y="348078"/>
                  <a:pt x="297438" y="348080"/>
                </a:cubicBezTo>
                <a:cubicBezTo>
                  <a:pt x="297446" y="348080"/>
                  <a:pt x="297452" y="348080"/>
                  <a:pt x="297460" y="348080"/>
                </a:cubicBezTo>
                <a:lnTo>
                  <a:pt x="372943" y="348080"/>
                </a:lnTo>
                <a:cubicBezTo>
                  <a:pt x="375210" y="348089"/>
                  <a:pt x="377056" y="346260"/>
                  <a:pt x="377065" y="343992"/>
                </a:cubicBezTo>
                <a:cubicBezTo>
                  <a:pt x="377065" y="343986"/>
                  <a:pt x="377065" y="343978"/>
                  <a:pt x="377065" y="343972"/>
                </a:cubicBezTo>
                <a:moveTo>
                  <a:pt x="577721" y="299806"/>
                </a:moveTo>
                <a:lnTo>
                  <a:pt x="609683" y="299806"/>
                </a:lnTo>
                <a:lnTo>
                  <a:pt x="609683" y="196098"/>
                </a:lnTo>
                <a:cubicBezTo>
                  <a:pt x="609683" y="159709"/>
                  <a:pt x="590294" y="131498"/>
                  <a:pt x="551186" y="131498"/>
                </a:cubicBezTo>
                <a:cubicBezTo>
                  <a:pt x="532153" y="131498"/>
                  <a:pt x="512778" y="139317"/>
                  <a:pt x="500878" y="159709"/>
                </a:cubicBezTo>
                <a:lnTo>
                  <a:pt x="500878" y="136254"/>
                </a:lnTo>
                <a:lnTo>
                  <a:pt x="469601" y="136254"/>
                </a:lnTo>
                <a:lnTo>
                  <a:pt x="469601" y="299806"/>
                </a:lnTo>
                <a:lnTo>
                  <a:pt x="501565" y="299806"/>
                </a:lnTo>
                <a:lnTo>
                  <a:pt x="501565" y="205278"/>
                </a:lnTo>
                <a:cubicBezTo>
                  <a:pt x="501565" y="180447"/>
                  <a:pt x="514481" y="160396"/>
                  <a:pt x="539629" y="160396"/>
                </a:cubicBezTo>
                <a:cubicBezTo>
                  <a:pt x="568198" y="160396"/>
                  <a:pt x="577721" y="178769"/>
                  <a:pt x="577721" y="201540"/>
                </a:cubicBezTo>
                <a:close/>
                <a:moveTo>
                  <a:pt x="766751" y="201196"/>
                </a:moveTo>
                <a:lnTo>
                  <a:pt x="677320" y="201196"/>
                </a:lnTo>
                <a:cubicBezTo>
                  <a:pt x="678681" y="180130"/>
                  <a:pt x="695020" y="159366"/>
                  <a:pt x="721870" y="159366"/>
                </a:cubicBezTo>
                <a:cubicBezTo>
                  <a:pt x="750756" y="159366"/>
                  <a:pt x="766064" y="177739"/>
                  <a:pt x="766751" y="201196"/>
                </a:cubicBezTo>
                <a:moveTo>
                  <a:pt x="799388" y="227044"/>
                </a:moveTo>
                <a:cubicBezTo>
                  <a:pt x="799861" y="223662"/>
                  <a:pt x="800091" y="220250"/>
                  <a:pt x="800075" y="216835"/>
                </a:cubicBezTo>
                <a:cubicBezTo>
                  <a:pt x="800075" y="165839"/>
                  <a:pt x="771836" y="131155"/>
                  <a:pt x="721527" y="131155"/>
                </a:cubicBezTo>
                <a:cubicBezTo>
                  <a:pt x="680385" y="131155"/>
                  <a:pt x="643324" y="166182"/>
                  <a:pt x="643324" y="217522"/>
                </a:cubicBezTo>
                <a:cubicBezTo>
                  <a:pt x="643324" y="272955"/>
                  <a:pt x="681746" y="304904"/>
                  <a:pt x="725608" y="304904"/>
                </a:cubicBezTo>
                <a:cubicBezTo>
                  <a:pt x="763687" y="304904"/>
                  <a:pt x="789865" y="282134"/>
                  <a:pt x="799044" y="253221"/>
                </a:cubicBezTo>
                <a:lnTo>
                  <a:pt x="771519" y="243698"/>
                </a:lnTo>
                <a:cubicBezTo>
                  <a:pt x="765391" y="262058"/>
                  <a:pt x="752130" y="276679"/>
                  <a:pt x="725608" y="276679"/>
                </a:cubicBezTo>
                <a:cubicBezTo>
                  <a:pt x="698057" y="276679"/>
                  <a:pt x="676991" y="256285"/>
                  <a:pt x="676304" y="227044"/>
                </a:cubicBezTo>
                <a:close/>
                <a:moveTo>
                  <a:pt x="945791" y="299820"/>
                </a:moveTo>
                <a:lnTo>
                  <a:pt x="976394" y="299820"/>
                </a:lnTo>
                <a:cubicBezTo>
                  <a:pt x="975261" y="289769"/>
                  <a:pt x="974688" y="279662"/>
                  <a:pt x="974677" y="269547"/>
                </a:cubicBezTo>
                <a:lnTo>
                  <a:pt x="974677" y="136254"/>
                </a:lnTo>
                <a:lnTo>
                  <a:pt x="942727" y="136254"/>
                </a:lnTo>
                <a:lnTo>
                  <a:pt x="942727" y="234863"/>
                </a:lnTo>
                <a:cubicBezTo>
                  <a:pt x="942727" y="259681"/>
                  <a:pt x="929810" y="276679"/>
                  <a:pt x="903948" y="276679"/>
                </a:cubicBezTo>
                <a:cubicBezTo>
                  <a:pt x="877097" y="276679"/>
                  <a:pt x="866901" y="256959"/>
                  <a:pt x="866901" y="234519"/>
                </a:cubicBezTo>
                <a:lnTo>
                  <a:pt x="866901" y="136254"/>
                </a:lnTo>
                <a:lnTo>
                  <a:pt x="834924" y="136254"/>
                </a:lnTo>
                <a:lnTo>
                  <a:pt x="834924" y="239287"/>
                </a:lnTo>
                <a:cubicBezTo>
                  <a:pt x="834924" y="276348"/>
                  <a:pt x="858065" y="304903"/>
                  <a:pt x="896143" y="304903"/>
                </a:cubicBezTo>
                <a:cubicBezTo>
                  <a:pt x="915175" y="304903"/>
                  <a:pt x="935582" y="297084"/>
                  <a:pt x="944418" y="280086"/>
                </a:cubicBezTo>
                <a:cubicBezTo>
                  <a:pt x="944422" y="286687"/>
                  <a:pt x="944881" y="293281"/>
                  <a:pt x="945791" y="299818"/>
                </a:cubicBezTo>
                <a:moveTo>
                  <a:pt x="1098324" y="167541"/>
                </a:moveTo>
                <a:cubicBezTo>
                  <a:pt x="1102992" y="167551"/>
                  <a:pt x="1107652" y="167891"/>
                  <a:pt x="1112271" y="168559"/>
                </a:cubicBezTo>
                <a:lnTo>
                  <a:pt x="1112271" y="134563"/>
                </a:lnTo>
                <a:cubicBezTo>
                  <a:pt x="1108795" y="133908"/>
                  <a:pt x="1105269" y="133563"/>
                  <a:pt x="1101731" y="133532"/>
                </a:cubicBezTo>
                <a:cubicBezTo>
                  <a:pt x="1085077" y="133532"/>
                  <a:pt x="1064671" y="139661"/>
                  <a:pt x="1052771" y="164808"/>
                </a:cubicBezTo>
                <a:lnTo>
                  <a:pt x="1052771" y="136266"/>
                </a:lnTo>
                <a:lnTo>
                  <a:pt x="1021481" y="136266"/>
                </a:lnTo>
                <a:lnTo>
                  <a:pt x="1021481" y="299806"/>
                </a:lnTo>
                <a:lnTo>
                  <a:pt x="1053443" y="299806"/>
                </a:lnTo>
                <a:lnTo>
                  <a:pt x="1053443" y="217851"/>
                </a:lnTo>
                <a:cubicBezTo>
                  <a:pt x="1053443" y="181820"/>
                  <a:pt x="1071474" y="167543"/>
                  <a:pt x="1098324" y="167543"/>
                </a:cubicBezTo>
                <a:moveTo>
                  <a:pt x="1263512" y="217865"/>
                </a:moveTo>
                <a:cubicBezTo>
                  <a:pt x="1263512" y="255943"/>
                  <a:pt x="1239712" y="276350"/>
                  <a:pt x="1212518" y="276350"/>
                </a:cubicBezTo>
                <a:cubicBezTo>
                  <a:pt x="1185308" y="276350"/>
                  <a:pt x="1161507" y="255943"/>
                  <a:pt x="1161507" y="217865"/>
                </a:cubicBezTo>
                <a:cubicBezTo>
                  <a:pt x="1161507" y="180116"/>
                  <a:pt x="1185308" y="159709"/>
                  <a:pt x="1212518" y="159709"/>
                </a:cubicBezTo>
                <a:cubicBezTo>
                  <a:pt x="1239712" y="159709"/>
                  <a:pt x="1263512" y="180116"/>
                  <a:pt x="1263512" y="217865"/>
                </a:cubicBezTo>
                <a:moveTo>
                  <a:pt x="1296163" y="217865"/>
                </a:moveTo>
                <a:cubicBezTo>
                  <a:pt x="1296163" y="168230"/>
                  <a:pt x="1261479" y="131169"/>
                  <a:pt x="1212518" y="131169"/>
                </a:cubicBezTo>
                <a:cubicBezTo>
                  <a:pt x="1163557" y="131169"/>
                  <a:pt x="1128871" y="168230"/>
                  <a:pt x="1128871" y="217865"/>
                </a:cubicBezTo>
                <a:cubicBezTo>
                  <a:pt x="1128871" y="267844"/>
                  <a:pt x="1163555" y="304904"/>
                  <a:pt x="1212518" y="304904"/>
                </a:cubicBezTo>
                <a:cubicBezTo>
                  <a:pt x="1261479" y="304904"/>
                  <a:pt x="1296163" y="267844"/>
                  <a:pt x="1296163" y="217865"/>
                </a:cubicBezTo>
                <a:moveTo>
                  <a:pt x="1388657" y="301496"/>
                </a:moveTo>
                <a:cubicBezTo>
                  <a:pt x="1396028" y="301629"/>
                  <a:pt x="1403374" y="300599"/>
                  <a:pt x="1410425" y="298446"/>
                </a:cubicBezTo>
                <a:lnTo>
                  <a:pt x="1410425" y="271237"/>
                </a:lnTo>
                <a:cubicBezTo>
                  <a:pt x="1406285" y="272108"/>
                  <a:pt x="1402068" y="272569"/>
                  <a:pt x="1397836" y="272612"/>
                </a:cubicBezTo>
                <a:cubicBezTo>
                  <a:pt x="1381182" y="272612"/>
                  <a:pt x="1375054" y="265109"/>
                  <a:pt x="1375054" y="250158"/>
                </a:cubicBezTo>
                <a:lnTo>
                  <a:pt x="1375054" y="165152"/>
                </a:lnTo>
                <a:lnTo>
                  <a:pt x="1410423" y="165152"/>
                </a:lnTo>
                <a:lnTo>
                  <a:pt x="1410423" y="136254"/>
                </a:lnTo>
                <a:lnTo>
                  <a:pt x="1375054" y="136254"/>
                </a:lnTo>
                <a:lnTo>
                  <a:pt x="1375054" y="84585"/>
                </a:lnTo>
                <a:lnTo>
                  <a:pt x="1345825" y="84585"/>
                </a:lnTo>
                <a:lnTo>
                  <a:pt x="1345825" y="111092"/>
                </a:lnTo>
                <a:cubicBezTo>
                  <a:pt x="1345825" y="125383"/>
                  <a:pt x="1338335" y="136254"/>
                  <a:pt x="1320665" y="136254"/>
                </a:cubicBezTo>
                <a:lnTo>
                  <a:pt x="1311814" y="136254"/>
                </a:lnTo>
                <a:lnTo>
                  <a:pt x="1311814" y="165152"/>
                </a:lnTo>
                <a:lnTo>
                  <a:pt x="1343105" y="165152"/>
                </a:lnTo>
                <a:lnTo>
                  <a:pt x="1343105" y="254911"/>
                </a:lnTo>
                <a:cubicBezTo>
                  <a:pt x="1343105" y="284512"/>
                  <a:pt x="1360777" y="301496"/>
                  <a:pt x="1388657" y="301496"/>
                </a:cubicBezTo>
                <a:moveTo>
                  <a:pt x="1564344" y="217865"/>
                </a:moveTo>
                <a:cubicBezTo>
                  <a:pt x="1564344" y="255943"/>
                  <a:pt x="1540543" y="276350"/>
                  <a:pt x="1513349" y="276350"/>
                </a:cubicBezTo>
                <a:cubicBezTo>
                  <a:pt x="1486155" y="276350"/>
                  <a:pt x="1462340" y="255943"/>
                  <a:pt x="1462340" y="217865"/>
                </a:cubicBezTo>
                <a:cubicBezTo>
                  <a:pt x="1462340" y="180116"/>
                  <a:pt x="1486155" y="159709"/>
                  <a:pt x="1513349" y="159709"/>
                </a:cubicBezTo>
                <a:cubicBezTo>
                  <a:pt x="1540544" y="159709"/>
                  <a:pt x="1564344" y="180116"/>
                  <a:pt x="1564344" y="217865"/>
                </a:cubicBezTo>
                <a:moveTo>
                  <a:pt x="1596994" y="217865"/>
                </a:moveTo>
                <a:cubicBezTo>
                  <a:pt x="1596994" y="168230"/>
                  <a:pt x="1562310" y="131169"/>
                  <a:pt x="1513349" y="131169"/>
                </a:cubicBezTo>
                <a:cubicBezTo>
                  <a:pt x="1464388" y="131169"/>
                  <a:pt x="1429704" y="168230"/>
                  <a:pt x="1429704" y="217865"/>
                </a:cubicBezTo>
                <a:cubicBezTo>
                  <a:pt x="1429704" y="267844"/>
                  <a:pt x="1464388" y="304904"/>
                  <a:pt x="1513349" y="304904"/>
                </a:cubicBezTo>
                <a:cubicBezTo>
                  <a:pt x="1562310" y="304904"/>
                  <a:pt x="1596994" y="267844"/>
                  <a:pt x="1596994" y="217865"/>
                </a:cubicBezTo>
                <a:moveTo>
                  <a:pt x="1709456" y="167543"/>
                </a:moveTo>
                <a:cubicBezTo>
                  <a:pt x="1714119" y="167552"/>
                  <a:pt x="1718776" y="167893"/>
                  <a:pt x="1723392" y="168560"/>
                </a:cubicBezTo>
                <a:lnTo>
                  <a:pt x="1723392" y="134563"/>
                </a:lnTo>
                <a:cubicBezTo>
                  <a:pt x="1719915" y="133908"/>
                  <a:pt x="1716387" y="133563"/>
                  <a:pt x="1712851" y="133532"/>
                </a:cubicBezTo>
                <a:cubicBezTo>
                  <a:pt x="1696195" y="133532"/>
                  <a:pt x="1675790" y="139661"/>
                  <a:pt x="1663890" y="164808"/>
                </a:cubicBezTo>
                <a:lnTo>
                  <a:pt x="1663890" y="136266"/>
                </a:lnTo>
                <a:lnTo>
                  <a:pt x="1632614" y="136266"/>
                </a:lnTo>
                <a:lnTo>
                  <a:pt x="1632614" y="299806"/>
                </a:lnTo>
                <a:lnTo>
                  <a:pt x="1664564" y="299806"/>
                </a:lnTo>
                <a:lnTo>
                  <a:pt x="1664564" y="217851"/>
                </a:lnTo>
                <a:cubicBezTo>
                  <a:pt x="1664564" y="181820"/>
                  <a:pt x="1682606" y="167543"/>
                  <a:pt x="1709456" y="167543"/>
                </a:cubicBezTo>
                <a:moveTo>
                  <a:pt x="1790286" y="74360"/>
                </a:moveTo>
                <a:cubicBezTo>
                  <a:pt x="1790373" y="61682"/>
                  <a:pt x="1780166" y="51335"/>
                  <a:pt x="1767488" y="51248"/>
                </a:cubicBezTo>
                <a:cubicBezTo>
                  <a:pt x="1754810" y="51160"/>
                  <a:pt x="1744461" y="61367"/>
                  <a:pt x="1744374" y="74045"/>
                </a:cubicBezTo>
                <a:cubicBezTo>
                  <a:pt x="1744288" y="86717"/>
                  <a:pt x="1754486" y="97064"/>
                  <a:pt x="1767159" y="97158"/>
                </a:cubicBezTo>
                <a:cubicBezTo>
                  <a:pt x="1779829" y="97261"/>
                  <a:pt x="1790184" y="87071"/>
                  <a:pt x="1790286" y="74401"/>
                </a:cubicBezTo>
                <a:cubicBezTo>
                  <a:pt x="1790286" y="74389"/>
                  <a:pt x="1790286" y="74374"/>
                  <a:pt x="1790286" y="74362"/>
                </a:cubicBezTo>
                <a:moveTo>
                  <a:pt x="1937899" y="299820"/>
                </a:moveTo>
                <a:lnTo>
                  <a:pt x="1968489" y="299820"/>
                </a:lnTo>
                <a:cubicBezTo>
                  <a:pt x="1967368" y="289767"/>
                  <a:pt x="1966799" y="279662"/>
                  <a:pt x="1966785" y="269547"/>
                </a:cubicBezTo>
                <a:lnTo>
                  <a:pt x="1966785" y="136254"/>
                </a:lnTo>
                <a:lnTo>
                  <a:pt x="1934821" y="136254"/>
                </a:lnTo>
                <a:lnTo>
                  <a:pt x="1934821" y="234863"/>
                </a:lnTo>
                <a:cubicBezTo>
                  <a:pt x="1934821" y="259681"/>
                  <a:pt x="1921917" y="276679"/>
                  <a:pt x="1896069" y="276679"/>
                </a:cubicBezTo>
                <a:cubicBezTo>
                  <a:pt x="1869204" y="276679"/>
                  <a:pt x="1859008" y="256959"/>
                  <a:pt x="1859008" y="234519"/>
                </a:cubicBezTo>
                <a:lnTo>
                  <a:pt x="1859008" y="136254"/>
                </a:lnTo>
                <a:lnTo>
                  <a:pt x="1827032" y="136254"/>
                </a:lnTo>
                <a:lnTo>
                  <a:pt x="1827032" y="239287"/>
                </a:lnTo>
                <a:cubicBezTo>
                  <a:pt x="1827032" y="276348"/>
                  <a:pt x="1850171" y="304903"/>
                  <a:pt x="1888249" y="304903"/>
                </a:cubicBezTo>
                <a:cubicBezTo>
                  <a:pt x="1907282" y="304903"/>
                  <a:pt x="1927689" y="297084"/>
                  <a:pt x="1936524" y="280086"/>
                </a:cubicBezTo>
                <a:cubicBezTo>
                  <a:pt x="1936529" y="286687"/>
                  <a:pt x="1936988" y="293281"/>
                  <a:pt x="1937899" y="299818"/>
                </a:cubicBezTo>
                <a:moveTo>
                  <a:pt x="2253984" y="299806"/>
                </a:moveTo>
                <a:lnTo>
                  <a:pt x="2253984" y="193721"/>
                </a:lnTo>
                <a:cubicBezTo>
                  <a:pt x="2253984" y="150874"/>
                  <a:pt x="2226102" y="131498"/>
                  <a:pt x="2197547" y="131498"/>
                </a:cubicBezTo>
                <a:cubicBezTo>
                  <a:pt x="2176797" y="131498"/>
                  <a:pt x="2155704" y="138974"/>
                  <a:pt x="2142800" y="162431"/>
                </a:cubicBezTo>
                <a:cubicBezTo>
                  <a:pt x="2133951" y="141365"/>
                  <a:pt x="2114231" y="131498"/>
                  <a:pt x="2093839" y="131498"/>
                </a:cubicBezTo>
                <a:cubicBezTo>
                  <a:pt x="2074793" y="131498"/>
                  <a:pt x="2054387" y="139991"/>
                  <a:pt x="2044204" y="158005"/>
                </a:cubicBezTo>
                <a:lnTo>
                  <a:pt x="2044204" y="136254"/>
                </a:lnTo>
                <a:lnTo>
                  <a:pt x="2013588" y="136254"/>
                </a:lnTo>
                <a:lnTo>
                  <a:pt x="2013588" y="299806"/>
                </a:lnTo>
                <a:lnTo>
                  <a:pt x="2045221" y="299806"/>
                </a:lnTo>
                <a:lnTo>
                  <a:pt x="2045221" y="201209"/>
                </a:lnTo>
                <a:cubicBezTo>
                  <a:pt x="2045221" y="176723"/>
                  <a:pt x="2060516" y="159709"/>
                  <a:pt x="2083299" y="159709"/>
                </a:cubicBezTo>
                <a:cubicBezTo>
                  <a:pt x="2107759" y="159709"/>
                  <a:pt x="2117971" y="176035"/>
                  <a:pt x="2117971" y="197115"/>
                </a:cubicBezTo>
                <a:lnTo>
                  <a:pt x="2117971" y="299807"/>
                </a:lnTo>
                <a:lnTo>
                  <a:pt x="2149932" y="299807"/>
                </a:lnTo>
                <a:lnTo>
                  <a:pt x="2149932" y="200867"/>
                </a:lnTo>
                <a:cubicBezTo>
                  <a:pt x="2149932" y="177410"/>
                  <a:pt x="2165242" y="159711"/>
                  <a:pt x="2187682" y="159711"/>
                </a:cubicBezTo>
                <a:cubicBezTo>
                  <a:pt x="2211824" y="159711"/>
                  <a:pt x="2222364" y="175706"/>
                  <a:pt x="2222364" y="197115"/>
                </a:cubicBezTo>
                <a:lnTo>
                  <a:pt x="2222364" y="299807"/>
                </a:lnTo>
                <a:close/>
              </a:path>
            </a:pathLst>
          </a:custGeom>
          <a:solidFill>
            <a:srgbClr val="3F1A01"/>
          </a:solidFill>
          <a:ln w="1586" cap="flat">
            <a:noFill/>
            <a:prstDash val="solid"/>
            <a:miter/>
          </a:ln>
        </p:spPr>
        <p:txBody>
          <a:bodyPr rtlCol="0" anchor="ctr"/>
          <a:lstStyle/>
          <a:p>
            <a:endParaRPr lang="en-GB"/>
          </a:p>
        </p:txBody>
      </p:sp>
      <p:sp>
        <p:nvSpPr>
          <p:cNvPr id="10" name="ExternalLogo" hidden="1">
            <a:extLst>
              <a:ext uri="{FF2B5EF4-FFF2-40B4-BE49-F238E27FC236}">
                <a16:creationId xmlns:a16="http://schemas.microsoft.com/office/drawing/2014/main" id="{F386AFA9-1557-4349-8F44-88C1CC93F218}"/>
              </a:ext>
            </a:extLst>
          </p:cNvPr>
          <p:cNvSpPr/>
          <p:nvPr/>
        </p:nvSpPr>
        <p:spPr>
          <a:xfrm>
            <a:off x="10023475" y="4968741"/>
            <a:ext cx="1627188" cy="636980"/>
          </a:xfrm>
          <a:prstGeom prst="rect">
            <a:avLst/>
          </a:prstGeom>
          <a:solidFill>
            <a:srgbClr val="D1D1D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chorCtr="0">
            <a:noAutofit/>
          </a:bodyPr>
          <a:lstStyle/>
          <a:p>
            <a:pPr algn="ctr"/>
            <a:r>
              <a:rPr lang="en-GB" sz="900">
                <a:solidFill>
                  <a:srgbClr val="FF00FF"/>
                </a:solidFill>
              </a:rPr>
              <a:t>External logo</a:t>
            </a:r>
          </a:p>
        </p:txBody>
      </p:sp>
    </p:spTree>
    <p:extLst>
      <p:ext uri="{BB962C8B-B14F-4D97-AF65-F5344CB8AC3E}">
        <p14:creationId xmlns:p14="http://schemas.microsoft.com/office/powerpoint/2010/main" val="2255594997"/>
      </p:ext>
    </p:extLst>
  </p:cSld>
  <p:clrMapOvr>
    <a:masterClrMapping/>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 Dark Blue">
    <p:bg>
      <p:bgPr>
        <a:solidFill>
          <a:srgbClr val="7B9CBB"/>
        </a:solidFill>
        <a:effectLst/>
      </p:bgPr>
    </p:bg>
    <p:spTree>
      <p:nvGrpSpPr>
        <p:cNvPr id="1" name=""/>
        <p:cNvGrpSpPr/>
        <p:nvPr/>
      </p:nvGrpSpPr>
      <p:grpSpPr>
        <a:xfrm>
          <a:off x="0" y="0"/>
          <a:ext cx="0" cy="0"/>
          <a:chOff x="0" y="0"/>
          <a:chExt cx="0" cy="0"/>
        </a:xfrm>
      </p:grpSpPr>
      <p:sp>
        <p:nvSpPr>
          <p:cNvPr id="9" name="ColoredBackground">
            <a:extLst>
              <a:ext uri="{FF2B5EF4-FFF2-40B4-BE49-F238E27FC236}">
                <a16:creationId xmlns:a16="http://schemas.microsoft.com/office/drawing/2014/main" id="{7462CE97-0D6D-44A4-B4E3-6899B51ECF64}"/>
              </a:ext>
            </a:extLst>
          </p:cNvPr>
          <p:cNvSpPr/>
          <p:nvPr/>
        </p:nvSpPr>
        <p:spPr>
          <a:xfrm>
            <a:off x="0" y="-1"/>
            <a:ext cx="12192000" cy="6858000"/>
          </a:xfrm>
          <a:prstGeom prst="rect">
            <a:avLst/>
          </a:prstGeom>
          <a:solidFill>
            <a:srgbClr val="7B9C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5" descr="Shape&#10;&#10;Description automatically generated with medium confidence">
            <a:extLst>
              <a:ext uri="{FF2B5EF4-FFF2-40B4-BE49-F238E27FC236}">
                <a16:creationId xmlns:a16="http://schemas.microsoft.com/office/drawing/2014/main" id="{71DB9A65-3868-400A-9CF0-AEFEF54055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8464564-6547-498D-A220-7B346E5B1408}"/>
              </a:ext>
            </a:extLst>
          </p:cNvPr>
          <p:cNvSpPr>
            <a:spLocks noGrp="1"/>
          </p:cNvSpPr>
          <p:nvPr>
            <p:ph type="title"/>
          </p:nvPr>
        </p:nvSpPr>
        <p:spPr>
          <a:xfrm>
            <a:off x="1219200" y="546100"/>
            <a:ext cx="6642100" cy="2105818"/>
          </a:xfrm>
        </p:spPr>
        <p:txBody>
          <a:bodyPr anchor="b"/>
          <a:lstStyle>
            <a:lvl1pPr>
              <a:defRPr sz="4000">
                <a:solidFill>
                  <a:srgbClr val="3F1A01"/>
                </a:solidFill>
              </a:defRPr>
            </a:lvl1p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1592638D-BCB6-4F07-9847-FBAA9B3609B5}"/>
              </a:ext>
            </a:extLst>
          </p:cNvPr>
          <p:cNvSpPr>
            <a:spLocks noGrp="1"/>
          </p:cNvSpPr>
          <p:nvPr>
            <p:ph type="body" idx="1"/>
          </p:nvPr>
        </p:nvSpPr>
        <p:spPr>
          <a:xfrm>
            <a:off x="1219200" y="2678906"/>
            <a:ext cx="6642100" cy="1500187"/>
          </a:xfrm>
          <a:prstGeom prst="rect">
            <a:avLst/>
          </a:prstGeom>
        </p:spPr>
        <p:txBody>
          <a:bodyPr/>
          <a:lstStyle>
            <a:lvl1pPr marL="0" indent="0">
              <a:buNone/>
              <a:defRPr sz="2400">
                <a:solidFill>
                  <a:srgbClr val="B0C4D6"/>
                </a:solidFill>
                <a:latin typeface="Times New Roman" panose="02020603050405020304" pitchFamily="18" charset="0"/>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Freeform 9">
            <a:extLst>
              <a:ext uri="{FF2B5EF4-FFF2-40B4-BE49-F238E27FC236}">
                <a16:creationId xmlns:a16="http://schemas.microsoft.com/office/drawing/2014/main" id="{1BC6753F-764E-4733-B343-5BC93ED602E4}"/>
              </a:ext>
            </a:extLst>
          </p:cNvPr>
          <p:cNvSpPr>
            <a:spLocks noEditPoints="1"/>
          </p:cNvSpPr>
          <p:nvPr/>
        </p:nvSpPr>
        <p:spPr bwMode="auto">
          <a:xfrm rot="5400000">
            <a:off x="7458075" y="-2243138"/>
            <a:ext cx="8385175" cy="9817101"/>
          </a:xfrm>
          <a:custGeom>
            <a:avLst/>
            <a:gdLst>
              <a:gd name="T0" fmla="*/ 276 w 2642"/>
              <a:gd name="T1" fmla="*/ 2871 h 3094"/>
              <a:gd name="T2" fmla="*/ 588 w 2642"/>
              <a:gd name="T3" fmla="*/ 2871 h 3094"/>
              <a:gd name="T4" fmla="*/ 2083 w 2642"/>
              <a:gd name="T5" fmla="*/ 2843 h 3094"/>
              <a:gd name="T6" fmla="*/ 2338 w 2642"/>
              <a:gd name="T7" fmla="*/ 2900 h 3094"/>
              <a:gd name="T8" fmla="*/ 29 w 2642"/>
              <a:gd name="T9" fmla="*/ 1219 h 3094"/>
              <a:gd name="T10" fmla="*/ 29 w 2642"/>
              <a:gd name="T11" fmla="*/ 2444 h 3094"/>
              <a:gd name="T12" fmla="*/ 559 w 2642"/>
              <a:gd name="T13" fmla="*/ 2386 h 3094"/>
              <a:gd name="T14" fmla="*/ 29 w 2642"/>
              <a:gd name="T15" fmla="*/ 1219 h 3094"/>
              <a:gd name="T16" fmla="*/ 2584 w 2642"/>
              <a:gd name="T17" fmla="*/ 2386 h 3094"/>
              <a:gd name="T18" fmla="*/ 2083 w 2642"/>
              <a:gd name="T19" fmla="*/ 2444 h 3094"/>
              <a:gd name="T20" fmla="*/ 2642 w 2642"/>
              <a:gd name="T21" fmla="*/ 1248 h 3094"/>
              <a:gd name="T22" fmla="*/ 210 w 2642"/>
              <a:gd name="T23" fmla="*/ 292 h 3094"/>
              <a:gd name="T24" fmla="*/ 210 w 2642"/>
              <a:gd name="T25" fmla="*/ 970 h 3094"/>
              <a:gd name="T26" fmla="*/ 559 w 2642"/>
              <a:gd name="T27" fmla="*/ 912 h 3094"/>
              <a:gd name="T28" fmla="*/ 658 w 2642"/>
              <a:gd name="T29" fmla="*/ 350 h 3094"/>
              <a:gd name="T30" fmla="*/ 2432 w 2642"/>
              <a:gd name="T31" fmla="*/ 292 h 3094"/>
              <a:gd name="T32" fmla="*/ 1984 w 2642"/>
              <a:gd name="T33" fmla="*/ 350 h 3094"/>
              <a:gd name="T34" fmla="*/ 2083 w 2642"/>
              <a:gd name="T35" fmla="*/ 912 h 3094"/>
              <a:gd name="T36" fmla="*/ 2432 w 2642"/>
              <a:gd name="T37" fmla="*/ 970 h 3094"/>
              <a:gd name="T38" fmla="*/ 2432 w 2642"/>
              <a:gd name="T39" fmla="*/ 292 h 3094"/>
              <a:gd name="T40" fmla="*/ 814 w 2642"/>
              <a:gd name="T41" fmla="*/ 29 h 3094"/>
              <a:gd name="T42" fmla="*/ 1292 w 2642"/>
              <a:gd name="T43" fmla="*/ 602 h 3094"/>
              <a:gd name="T44" fmla="*/ 989 w 2642"/>
              <a:gd name="T45" fmla="*/ 660 h 3094"/>
              <a:gd name="T46" fmla="*/ 801 w 2642"/>
              <a:gd name="T47" fmla="*/ 1311 h 3094"/>
              <a:gd name="T48" fmla="*/ 743 w 2642"/>
              <a:gd name="T49" fmla="*/ 1060 h 3094"/>
              <a:gd name="T50" fmla="*/ 1292 w 2642"/>
              <a:gd name="T51" fmla="*/ 1369 h 3094"/>
              <a:gd name="T52" fmla="*/ 842 w 2642"/>
              <a:gd name="T53" fmla="*/ 1782 h 3094"/>
              <a:gd name="T54" fmla="*/ 433 w 2642"/>
              <a:gd name="T55" fmla="*/ 1476 h 3094"/>
              <a:gd name="T56" fmla="*/ 375 w 2642"/>
              <a:gd name="T57" fmla="*/ 1782 h 3094"/>
              <a:gd name="T58" fmla="*/ 784 w 2642"/>
              <a:gd name="T59" fmla="*/ 2669 h 3094"/>
              <a:gd name="T60" fmla="*/ 842 w 2642"/>
              <a:gd name="T61" fmla="*/ 2181 h 3094"/>
              <a:gd name="T62" fmla="*/ 921 w 2642"/>
              <a:gd name="T63" fmla="*/ 3036 h 3094"/>
              <a:gd name="T64" fmla="*/ 1321 w 2642"/>
              <a:gd name="T65" fmla="*/ 3094 h 3094"/>
              <a:gd name="T66" fmla="*/ 1722 w 2642"/>
              <a:gd name="T67" fmla="*/ 3036 h 3094"/>
              <a:gd name="T68" fmla="*/ 1800 w 2642"/>
              <a:gd name="T69" fmla="*/ 2181 h 3094"/>
              <a:gd name="T70" fmla="*/ 1858 w 2642"/>
              <a:gd name="T71" fmla="*/ 2669 h 3094"/>
              <a:gd name="T72" fmla="*/ 2267 w 2642"/>
              <a:gd name="T73" fmla="*/ 1782 h 3094"/>
              <a:gd name="T74" fmla="*/ 2210 w 2642"/>
              <a:gd name="T75" fmla="*/ 1476 h 3094"/>
              <a:gd name="T76" fmla="*/ 1800 w 2642"/>
              <a:gd name="T77" fmla="*/ 1782 h 3094"/>
              <a:gd name="T78" fmla="*/ 1350 w 2642"/>
              <a:gd name="T79" fmla="*/ 1369 h 3094"/>
              <a:gd name="T80" fmla="*/ 1899 w 2642"/>
              <a:gd name="T81" fmla="*/ 1060 h 3094"/>
              <a:gd name="T82" fmla="*/ 1841 w 2642"/>
              <a:gd name="T83" fmla="*/ 1311 h 3094"/>
              <a:gd name="T84" fmla="*/ 1643 w 2642"/>
              <a:gd name="T85" fmla="*/ 660 h 3094"/>
              <a:gd name="T86" fmla="*/ 1350 w 2642"/>
              <a:gd name="T87" fmla="*/ 602 h 3094"/>
              <a:gd name="T88" fmla="*/ 1828 w 2642"/>
              <a:gd name="T89" fmla="*/ 29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42" h="3094">
                <a:moveTo>
                  <a:pt x="559" y="2843"/>
                </a:moveTo>
                <a:cubicBezTo>
                  <a:pt x="305" y="2843"/>
                  <a:pt x="305" y="2843"/>
                  <a:pt x="305" y="2843"/>
                </a:cubicBezTo>
                <a:cubicBezTo>
                  <a:pt x="289" y="2843"/>
                  <a:pt x="276" y="2856"/>
                  <a:pt x="276" y="2871"/>
                </a:cubicBezTo>
                <a:cubicBezTo>
                  <a:pt x="276" y="2887"/>
                  <a:pt x="289" y="2900"/>
                  <a:pt x="305" y="2900"/>
                </a:cubicBezTo>
                <a:cubicBezTo>
                  <a:pt x="559" y="2900"/>
                  <a:pt x="559" y="2900"/>
                  <a:pt x="559" y="2900"/>
                </a:cubicBezTo>
                <a:cubicBezTo>
                  <a:pt x="575" y="2900"/>
                  <a:pt x="588" y="2887"/>
                  <a:pt x="588" y="2871"/>
                </a:cubicBezTo>
                <a:cubicBezTo>
                  <a:pt x="588" y="2856"/>
                  <a:pt x="575" y="2843"/>
                  <a:pt x="559" y="2843"/>
                </a:cubicBezTo>
                <a:moveTo>
                  <a:pt x="2338" y="2843"/>
                </a:moveTo>
                <a:cubicBezTo>
                  <a:pt x="2083" y="2843"/>
                  <a:pt x="2083" y="2843"/>
                  <a:pt x="2083" y="2843"/>
                </a:cubicBezTo>
                <a:cubicBezTo>
                  <a:pt x="2068" y="2843"/>
                  <a:pt x="2055" y="2856"/>
                  <a:pt x="2055" y="2871"/>
                </a:cubicBezTo>
                <a:cubicBezTo>
                  <a:pt x="2055" y="2887"/>
                  <a:pt x="2068" y="2900"/>
                  <a:pt x="2083" y="2900"/>
                </a:cubicBezTo>
                <a:cubicBezTo>
                  <a:pt x="2338" y="2900"/>
                  <a:pt x="2338" y="2900"/>
                  <a:pt x="2338" y="2900"/>
                </a:cubicBezTo>
                <a:cubicBezTo>
                  <a:pt x="2354" y="2900"/>
                  <a:pt x="2366" y="2887"/>
                  <a:pt x="2366" y="2871"/>
                </a:cubicBezTo>
                <a:cubicBezTo>
                  <a:pt x="2366" y="2856"/>
                  <a:pt x="2354" y="2843"/>
                  <a:pt x="2338" y="2843"/>
                </a:cubicBezTo>
                <a:moveTo>
                  <a:pt x="29" y="1219"/>
                </a:moveTo>
                <a:cubicBezTo>
                  <a:pt x="13" y="1219"/>
                  <a:pt x="0" y="1232"/>
                  <a:pt x="0" y="1248"/>
                </a:cubicBezTo>
                <a:cubicBezTo>
                  <a:pt x="0" y="2415"/>
                  <a:pt x="0" y="2415"/>
                  <a:pt x="0" y="2415"/>
                </a:cubicBezTo>
                <a:cubicBezTo>
                  <a:pt x="0" y="2431"/>
                  <a:pt x="13" y="2444"/>
                  <a:pt x="29" y="2444"/>
                </a:cubicBezTo>
                <a:cubicBezTo>
                  <a:pt x="559" y="2444"/>
                  <a:pt x="559" y="2444"/>
                  <a:pt x="559" y="2444"/>
                </a:cubicBezTo>
                <a:cubicBezTo>
                  <a:pt x="575" y="2444"/>
                  <a:pt x="588" y="2431"/>
                  <a:pt x="588" y="2415"/>
                </a:cubicBezTo>
                <a:cubicBezTo>
                  <a:pt x="588" y="2399"/>
                  <a:pt x="575" y="2386"/>
                  <a:pt x="559" y="2386"/>
                </a:cubicBezTo>
                <a:cubicBezTo>
                  <a:pt x="58" y="2386"/>
                  <a:pt x="58" y="2386"/>
                  <a:pt x="58" y="2386"/>
                </a:cubicBezTo>
                <a:cubicBezTo>
                  <a:pt x="58" y="1248"/>
                  <a:pt x="58" y="1248"/>
                  <a:pt x="58" y="1248"/>
                </a:cubicBezTo>
                <a:cubicBezTo>
                  <a:pt x="58" y="1232"/>
                  <a:pt x="45" y="1219"/>
                  <a:pt x="29" y="1219"/>
                </a:cubicBezTo>
                <a:moveTo>
                  <a:pt x="2613" y="1219"/>
                </a:moveTo>
                <a:cubicBezTo>
                  <a:pt x="2597" y="1219"/>
                  <a:pt x="2584" y="1232"/>
                  <a:pt x="2584" y="1248"/>
                </a:cubicBezTo>
                <a:cubicBezTo>
                  <a:pt x="2584" y="2386"/>
                  <a:pt x="2584" y="2386"/>
                  <a:pt x="2584" y="2386"/>
                </a:cubicBezTo>
                <a:cubicBezTo>
                  <a:pt x="2083" y="2386"/>
                  <a:pt x="2083" y="2386"/>
                  <a:pt x="2083" y="2386"/>
                </a:cubicBezTo>
                <a:cubicBezTo>
                  <a:pt x="2067" y="2386"/>
                  <a:pt x="2055" y="2399"/>
                  <a:pt x="2055" y="2415"/>
                </a:cubicBezTo>
                <a:cubicBezTo>
                  <a:pt x="2055" y="2431"/>
                  <a:pt x="2067" y="2444"/>
                  <a:pt x="2083" y="2444"/>
                </a:cubicBezTo>
                <a:cubicBezTo>
                  <a:pt x="2613" y="2444"/>
                  <a:pt x="2613" y="2444"/>
                  <a:pt x="2613" y="2444"/>
                </a:cubicBezTo>
                <a:cubicBezTo>
                  <a:pt x="2629" y="2444"/>
                  <a:pt x="2642" y="2431"/>
                  <a:pt x="2642" y="2415"/>
                </a:cubicBezTo>
                <a:cubicBezTo>
                  <a:pt x="2642" y="1248"/>
                  <a:pt x="2642" y="1248"/>
                  <a:pt x="2642" y="1248"/>
                </a:cubicBezTo>
                <a:cubicBezTo>
                  <a:pt x="2642" y="1232"/>
                  <a:pt x="2629" y="1219"/>
                  <a:pt x="2613" y="1219"/>
                </a:cubicBezTo>
                <a:moveTo>
                  <a:pt x="658" y="292"/>
                </a:moveTo>
                <a:cubicBezTo>
                  <a:pt x="210" y="292"/>
                  <a:pt x="210" y="292"/>
                  <a:pt x="210" y="292"/>
                </a:cubicBezTo>
                <a:cubicBezTo>
                  <a:pt x="194" y="292"/>
                  <a:pt x="181" y="305"/>
                  <a:pt x="181" y="321"/>
                </a:cubicBezTo>
                <a:cubicBezTo>
                  <a:pt x="181" y="941"/>
                  <a:pt x="181" y="941"/>
                  <a:pt x="181" y="941"/>
                </a:cubicBezTo>
                <a:cubicBezTo>
                  <a:pt x="181" y="957"/>
                  <a:pt x="194" y="970"/>
                  <a:pt x="210" y="970"/>
                </a:cubicBezTo>
                <a:cubicBezTo>
                  <a:pt x="559" y="970"/>
                  <a:pt x="559" y="970"/>
                  <a:pt x="559" y="970"/>
                </a:cubicBezTo>
                <a:cubicBezTo>
                  <a:pt x="575" y="970"/>
                  <a:pt x="588" y="957"/>
                  <a:pt x="588" y="941"/>
                </a:cubicBezTo>
                <a:cubicBezTo>
                  <a:pt x="588" y="925"/>
                  <a:pt x="575" y="912"/>
                  <a:pt x="559" y="912"/>
                </a:cubicBezTo>
                <a:cubicBezTo>
                  <a:pt x="239" y="912"/>
                  <a:pt x="239" y="912"/>
                  <a:pt x="239" y="912"/>
                </a:cubicBezTo>
                <a:cubicBezTo>
                  <a:pt x="239" y="350"/>
                  <a:pt x="239" y="350"/>
                  <a:pt x="239" y="350"/>
                </a:cubicBezTo>
                <a:cubicBezTo>
                  <a:pt x="658" y="350"/>
                  <a:pt x="658" y="350"/>
                  <a:pt x="658" y="350"/>
                </a:cubicBezTo>
                <a:cubicBezTo>
                  <a:pt x="674" y="350"/>
                  <a:pt x="687" y="337"/>
                  <a:pt x="687" y="321"/>
                </a:cubicBezTo>
                <a:cubicBezTo>
                  <a:pt x="687" y="305"/>
                  <a:pt x="674" y="292"/>
                  <a:pt x="658" y="292"/>
                </a:cubicBezTo>
                <a:moveTo>
                  <a:pt x="2432" y="292"/>
                </a:moveTo>
                <a:cubicBezTo>
                  <a:pt x="1984" y="292"/>
                  <a:pt x="1984" y="292"/>
                  <a:pt x="1984" y="292"/>
                </a:cubicBezTo>
                <a:cubicBezTo>
                  <a:pt x="1968" y="292"/>
                  <a:pt x="1955" y="305"/>
                  <a:pt x="1955" y="321"/>
                </a:cubicBezTo>
                <a:cubicBezTo>
                  <a:pt x="1955" y="337"/>
                  <a:pt x="1968" y="350"/>
                  <a:pt x="1984" y="350"/>
                </a:cubicBezTo>
                <a:cubicBezTo>
                  <a:pt x="2403" y="350"/>
                  <a:pt x="2403" y="350"/>
                  <a:pt x="2403" y="350"/>
                </a:cubicBezTo>
                <a:cubicBezTo>
                  <a:pt x="2403" y="912"/>
                  <a:pt x="2403" y="912"/>
                  <a:pt x="2403" y="912"/>
                </a:cubicBezTo>
                <a:cubicBezTo>
                  <a:pt x="2083" y="912"/>
                  <a:pt x="2083" y="912"/>
                  <a:pt x="2083" y="912"/>
                </a:cubicBezTo>
                <a:cubicBezTo>
                  <a:pt x="2068" y="912"/>
                  <a:pt x="2055" y="925"/>
                  <a:pt x="2055" y="941"/>
                </a:cubicBezTo>
                <a:cubicBezTo>
                  <a:pt x="2055" y="957"/>
                  <a:pt x="2068" y="970"/>
                  <a:pt x="2083" y="970"/>
                </a:cubicBezTo>
                <a:cubicBezTo>
                  <a:pt x="2432" y="970"/>
                  <a:pt x="2432" y="970"/>
                  <a:pt x="2432" y="970"/>
                </a:cubicBezTo>
                <a:cubicBezTo>
                  <a:pt x="2448" y="970"/>
                  <a:pt x="2461" y="957"/>
                  <a:pt x="2461" y="941"/>
                </a:cubicBezTo>
                <a:cubicBezTo>
                  <a:pt x="2461" y="321"/>
                  <a:pt x="2461" y="321"/>
                  <a:pt x="2461" y="321"/>
                </a:cubicBezTo>
                <a:cubicBezTo>
                  <a:pt x="2461" y="305"/>
                  <a:pt x="2448" y="292"/>
                  <a:pt x="2432" y="292"/>
                </a:cubicBezTo>
                <a:moveTo>
                  <a:pt x="1799" y="0"/>
                </a:moveTo>
                <a:cubicBezTo>
                  <a:pt x="843" y="0"/>
                  <a:pt x="843" y="0"/>
                  <a:pt x="843" y="0"/>
                </a:cubicBezTo>
                <a:cubicBezTo>
                  <a:pt x="827" y="0"/>
                  <a:pt x="814" y="13"/>
                  <a:pt x="814" y="29"/>
                </a:cubicBezTo>
                <a:cubicBezTo>
                  <a:pt x="814" y="45"/>
                  <a:pt x="827" y="58"/>
                  <a:pt x="843" y="58"/>
                </a:cubicBezTo>
                <a:cubicBezTo>
                  <a:pt x="1292" y="58"/>
                  <a:pt x="1292" y="58"/>
                  <a:pt x="1292" y="58"/>
                </a:cubicBezTo>
                <a:cubicBezTo>
                  <a:pt x="1292" y="602"/>
                  <a:pt x="1292" y="602"/>
                  <a:pt x="1292" y="602"/>
                </a:cubicBezTo>
                <a:cubicBezTo>
                  <a:pt x="989" y="602"/>
                  <a:pt x="989" y="602"/>
                  <a:pt x="989" y="602"/>
                </a:cubicBezTo>
                <a:cubicBezTo>
                  <a:pt x="973" y="602"/>
                  <a:pt x="960" y="615"/>
                  <a:pt x="960" y="631"/>
                </a:cubicBezTo>
                <a:cubicBezTo>
                  <a:pt x="960" y="647"/>
                  <a:pt x="973" y="660"/>
                  <a:pt x="989" y="660"/>
                </a:cubicBezTo>
                <a:cubicBezTo>
                  <a:pt x="1292" y="660"/>
                  <a:pt x="1292" y="660"/>
                  <a:pt x="1292" y="660"/>
                </a:cubicBezTo>
                <a:cubicBezTo>
                  <a:pt x="1292" y="1311"/>
                  <a:pt x="1292" y="1311"/>
                  <a:pt x="1292" y="1311"/>
                </a:cubicBezTo>
                <a:cubicBezTo>
                  <a:pt x="801" y="1311"/>
                  <a:pt x="801" y="1311"/>
                  <a:pt x="801" y="1311"/>
                </a:cubicBezTo>
                <a:cubicBezTo>
                  <a:pt x="801" y="1060"/>
                  <a:pt x="801" y="1060"/>
                  <a:pt x="801" y="1060"/>
                </a:cubicBezTo>
                <a:cubicBezTo>
                  <a:pt x="801" y="1044"/>
                  <a:pt x="788" y="1031"/>
                  <a:pt x="772" y="1031"/>
                </a:cubicBezTo>
                <a:cubicBezTo>
                  <a:pt x="756" y="1031"/>
                  <a:pt x="743" y="1044"/>
                  <a:pt x="743" y="1060"/>
                </a:cubicBezTo>
                <a:cubicBezTo>
                  <a:pt x="743" y="1340"/>
                  <a:pt x="743" y="1340"/>
                  <a:pt x="743" y="1340"/>
                </a:cubicBezTo>
                <a:cubicBezTo>
                  <a:pt x="743" y="1356"/>
                  <a:pt x="756" y="1369"/>
                  <a:pt x="772" y="1369"/>
                </a:cubicBezTo>
                <a:cubicBezTo>
                  <a:pt x="1292" y="1369"/>
                  <a:pt x="1292" y="1369"/>
                  <a:pt x="1292" y="1369"/>
                </a:cubicBezTo>
                <a:cubicBezTo>
                  <a:pt x="1292" y="2123"/>
                  <a:pt x="1292" y="2123"/>
                  <a:pt x="1292" y="2123"/>
                </a:cubicBezTo>
                <a:cubicBezTo>
                  <a:pt x="842" y="2123"/>
                  <a:pt x="842" y="2123"/>
                  <a:pt x="842" y="2123"/>
                </a:cubicBezTo>
                <a:cubicBezTo>
                  <a:pt x="842" y="1782"/>
                  <a:pt x="842" y="1782"/>
                  <a:pt x="842" y="1782"/>
                </a:cubicBezTo>
                <a:cubicBezTo>
                  <a:pt x="842" y="1766"/>
                  <a:pt x="829" y="1753"/>
                  <a:pt x="813" y="1753"/>
                </a:cubicBezTo>
                <a:cubicBezTo>
                  <a:pt x="433" y="1753"/>
                  <a:pt x="433" y="1753"/>
                  <a:pt x="433" y="1753"/>
                </a:cubicBezTo>
                <a:cubicBezTo>
                  <a:pt x="433" y="1476"/>
                  <a:pt x="433" y="1476"/>
                  <a:pt x="433" y="1476"/>
                </a:cubicBezTo>
                <a:cubicBezTo>
                  <a:pt x="433" y="1460"/>
                  <a:pt x="420" y="1447"/>
                  <a:pt x="404" y="1447"/>
                </a:cubicBezTo>
                <a:cubicBezTo>
                  <a:pt x="388" y="1447"/>
                  <a:pt x="375" y="1460"/>
                  <a:pt x="375" y="1476"/>
                </a:cubicBezTo>
                <a:cubicBezTo>
                  <a:pt x="375" y="1782"/>
                  <a:pt x="375" y="1782"/>
                  <a:pt x="375" y="1782"/>
                </a:cubicBezTo>
                <a:cubicBezTo>
                  <a:pt x="375" y="1798"/>
                  <a:pt x="388" y="1811"/>
                  <a:pt x="404" y="1811"/>
                </a:cubicBezTo>
                <a:cubicBezTo>
                  <a:pt x="784" y="1811"/>
                  <a:pt x="784" y="1811"/>
                  <a:pt x="784" y="1811"/>
                </a:cubicBezTo>
                <a:cubicBezTo>
                  <a:pt x="784" y="2669"/>
                  <a:pt x="784" y="2669"/>
                  <a:pt x="784" y="2669"/>
                </a:cubicBezTo>
                <a:cubicBezTo>
                  <a:pt x="784" y="2685"/>
                  <a:pt x="797" y="2698"/>
                  <a:pt x="813" y="2698"/>
                </a:cubicBezTo>
                <a:cubicBezTo>
                  <a:pt x="829" y="2698"/>
                  <a:pt x="842" y="2685"/>
                  <a:pt x="842" y="2669"/>
                </a:cubicBezTo>
                <a:cubicBezTo>
                  <a:pt x="842" y="2181"/>
                  <a:pt x="842" y="2181"/>
                  <a:pt x="842" y="2181"/>
                </a:cubicBezTo>
                <a:cubicBezTo>
                  <a:pt x="1292" y="2181"/>
                  <a:pt x="1292" y="2181"/>
                  <a:pt x="1292" y="2181"/>
                </a:cubicBezTo>
                <a:cubicBezTo>
                  <a:pt x="1292" y="3036"/>
                  <a:pt x="1292" y="3036"/>
                  <a:pt x="1292" y="3036"/>
                </a:cubicBezTo>
                <a:cubicBezTo>
                  <a:pt x="921" y="3036"/>
                  <a:pt x="921" y="3036"/>
                  <a:pt x="921" y="3036"/>
                </a:cubicBezTo>
                <a:cubicBezTo>
                  <a:pt x="905" y="3036"/>
                  <a:pt x="892" y="3049"/>
                  <a:pt x="892" y="3065"/>
                </a:cubicBezTo>
                <a:cubicBezTo>
                  <a:pt x="892" y="3081"/>
                  <a:pt x="905" y="3094"/>
                  <a:pt x="921" y="3094"/>
                </a:cubicBezTo>
                <a:cubicBezTo>
                  <a:pt x="1321" y="3094"/>
                  <a:pt x="1321" y="3094"/>
                  <a:pt x="1321" y="3094"/>
                </a:cubicBezTo>
                <a:cubicBezTo>
                  <a:pt x="1722" y="3094"/>
                  <a:pt x="1722" y="3094"/>
                  <a:pt x="1722" y="3094"/>
                </a:cubicBezTo>
                <a:cubicBezTo>
                  <a:pt x="1738" y="3094"/>
                  <a:pt x="1751" y="3081"/>
                  <a:pt x="1751" y="3065"/>
                </a:cubicBezTo>
                <a:cubicBezTo>
                  <a:pt x="1751" y="3049"/>
                  <a:pt x="1738" y="3036"/>
                  <a:pt x="1722" y="3036"/>
                </a:cubicBezTo>
                <a:cubicBezTo>
                  <a:pt x="1350" y="3036"/>
                  <a:pt x="1350" y="3036"/>
                  <a:pt x="1350" y="3036"/>
                </a:cubicBezTo>
                <a:cubicBezTo>
                  <a:pt x="1350" y="2181"/>
                  <a:pt x="1350" y="2181"/>
                  <a:pt x="1350" y="2181"/>
                </a:cubicBezTo>
                <a:cubicBezTo>
                  <a:pt x="1800" y="2181"/>
                  <a:pt x="1800" y="2181"/>
                  <a:pt x="1800" y="2181"/>
                </a:cubicBezTo>
                <a:cubicBezTo>
                  <a:pt x="1800" y="2669"/>
                  <a:pt x="1800" y="2669"/>
                  <a:pt x="1800" y="2669"/>
                </a:cubicBezTo>
                <a:cubicBezTo>
                  <a:pt x="1800" y="2685"/>
                  <a:pt x="1813" y="2698"/>
                  <a:pt x="1829" y="2698"/>
                </a:cubicBezTo>
                <a:cubicBezTo>
                  <a:pt x="1845" y="2698"/>
                  <a:pt x="1858" y="2685"/>
                  <a:pt x="1858" y="2669"/>
                </a:cubicBezTo>
                <a:cubicBezTo>
                  <a:pt x="1858" y="1811"/>
                  <a:pt x="1858" y="1811"/>
                  <a:pt x="1858" y="1811"/>
                </a:cubicBezTo>
                <a:cubicBezTo>
                  <a:pt x="2239" y="1811"/>
                  <a:pt x="2239" y="1811"/>
                  <a:pt x="2239" y="1811"/>
                </a:cubicBezTo>
                <a:cubicBezTo>
                  <a:pt x="2254" y="1811"/>
                  <a:pt x="2267" y="1798"/>
                  <a:pt x="2267" y="1782"/>
                </a:cubicBezTo>
                <a:cubicBezTo>
                  <a:pt x="2267" y="1476"/>
                  <a:pt x="2267" y="1476"/>
                  <a:pt x="2267" y="1476"/>
                </a:cubicBezTo>
                <a:cubicBezTo>
                  <a:pt x="2267" y="1460"/>
                  <a:pt x="2254" y="1447"/>
                  <a:pt x="2239" y="1447"/>
                </a:cubicBezTo>
                <a:cubicBezTo>
                  <a:pt x="2223" y="1447"/>
                  <a:pt x="2210" y="1460"/>
                  <a:pt x="2210" y="1476"/>
                </a:cubicBezTo>
                <a:cubicBezTo>
                  <a:pt x="2210" y="1753"/>
                  <a:pt x="2210" y="1753"/>
                  <a:pt x="2210" y="1753"/>
                </a:cubicBezTo>
                <a:cubicBezTo>
                  <a:pt x="1829" y="1753"/>
                  <a:pt x="1829" y="1753"/>
                  <a:pt x="1829" y="1753"/>
                </a:cubicBezTo>
                <a:cubicBezTo>
                  <a:pt x="1813" y="1753"/>
                  <a:pt x="1800" y="1766"/>
                  <a:pt x="1800" y="1782"/>
                </a:cubicBezTo>
                <a:cubicBezTo>
                  <a:pt x="1800" y="2123"/>
                  <a:pt x="1800" y="2123"/>
                  <a:pt x="1800" y="2123"/>
                </a:cubicBezTo>
                <a:cubicBezTo>
                  <a:pt x="1350" y="2123"/>
                  <a:pt x="1350" y="2123"/>
                  <a:pt x="1350" y="2123"/>
                </a:cubicBezTo>
                <a:cubicBezTo>
                  <a:pt x="1350" y="1369"/>
                  <a:pt x="1350" y="1369"/>
                  <a:pt x="1350" y="1369"/>
                </a:cubicBezTo>
                <a:cubicBezTo>
                  <a:pt x="1870" y="1369"/>
                  <a:pt x="1870" y="1369"/>
                  <a:pt x="1870" y="1369"/>
                </a:cubicBezTo>
                <a:cubicBezTo>
                  <a:pt x="1886" y="1369"/>
                  <a:pt x="1899" y="1356"/>
                  <a:pt x="1899" y="1340"/>
                </a:cubicBezTo>
                <a:cubicBezTo>
                  <a:pt x="1899" y="1060"/>
                  <a:pt x="1899" y="1060"/>
                  <a:pt x="1899" y="1060"/>
                </a:cubicBezTo>
                <a:cubicBezTo>
                  <a:pt x="1899" y="1044"/>
                  <a:pt x="1886" y="1031"/>
                  <a:pt x="1870" y="1031"/>
                </a:cubicBezTo>
                <a:cubicBezTo>
                  <a:pt x="1854" y="1031"/>
                  <a:pt x="1841" y="1044"/>
                  <a:pt x="1841" y="1060"/>
                </a:cubicBezTo>
                <a:cubicBezTo>
                  <a:pt x="1841" y="1311"/>
                  <a:pt x="1841" y="1311"/>
                  <a:pt x="1841" y="1311"/>
                </a:cubicBezTo>
                <a:cubicBezTo>
                  <a:pt x="1350" y="1311"/>
                  <a:pt x="1350" y="1311"/>
                  <a:pt x="1350" y="1311"/>
                </a:cubicBezTo>
                <a:cubicBezTo>
                  <a:pt x="1350" y="660"/>
                  <a:pt x="1350" y="660"/>
                  <a:pt x="1350" y="660"/>
                </a:cubicBezTo>
                <a:cubicBezTo>
                  <a:pt x="1643" y="660"/>
                  <a:pt x="1643" y="660"/>
                  <a:pt x="1643" y="660"/>
                </a:cubicBezTo>
                <a:cubicBezTo>
                  <a:pt x="1659" y="660"/>
                  <a:pt x="1672" y="647"/>
                  <a:pt x="1672" y="631"/>
                </a:cubicBezTo>
                <a:cubicBezTo>
                  <a:pt x="1672" y="615"/>
                  <a:pt x="1659" y="602"/>
                  <a:pt x="1643" y="602"/>
                </a:cubicBezTo>
                <a:cubicBezTo>
                  <a:pt x="1350" y="602"/>
                  <a:pt x="1350" y="602"/>
                  <a:pt x="1350" y="602"/>
                </a:cubicBezTo>
                <a:cubicBezTo>
                  <a:pt x="1350" y="58"/>
                  <a:pt x="1350" y="58"/>
                  <a:pt x="1350" y="58"/>
                </a:cubicBezTo>
                <a:cubicBezTo>
                  <a:pt x="1799" y="58"/>
                  <a:pt x="1799" y="58"/>
                  <a:pt x="1799" y="58"/>
                </a:cubicBezTo>
                <a:cubicBezTo>
                  <a:pt x="1815" y="58"/>
                  <a:pt x="1828" y="45"/>
                  <a:pt x="1828" y="29"/>
                </a:cubicBezTo>
                <a:cubicBezTo>
                  <a:pt x="1828" y="13"/>
                  <a:pt x="1815" y="0"/>
                  <a:pt x="1799" y="0"/>
                </a:cubicBezTo>
              </a:path>
            </a:pathLst>
          </a:custGeom>
          <a:solidFill>
            <a:srgbClr val="B0C4D6">
              <a:alpha val="9804"/>
            </a:srgbClr>
          </a:solidFill>
          <a:ln>
            <a:noFill/>
          </a:ln>
        </p:spPr>
        <p:txBody>
          <a:bodyPr vert="horz" wrap="square" lIns="91440" tIns="45720" rIns="91440" bIns="45720" numCol="1" anchor="t" anchorCtr="0" compatLnSpc="1">
            <a:prstTxWarp prst="textNoShape">
              <a:avLst/>
            </a:prstTxWarp>
          </a:bodyPr>
          <a:lstStyle/>
          <a:p>
            <a:endParaRPr lang="en-GB"/>
          </a:p>
        </p:txBody>
      </p:sp>
      <p:sp>
        <p:nvSpPr>
          <p:cNvPr id="8" name="Logo">
            <a:extLst>
              <a:ext uri="{FF2B5EF4-FFF2-40B4-BE49-F238E27FC236}">
                <a16:creationId xmlns:a16="http://schemas.microsoft.com/office/drawing/2014/main" id="{FDB19305-59F9-405C-84BE-675FD40C5C6C}"/>
              </a:ext>
            </a:extLst>
          </p:cNvPr>
          <p:cNvSpPr/>
          <p:nvPr/>
        </p:nvSpPr>
        <p:spPr>
          <a:xfrm>
            <a:off x="9397252" y="5875721"/>
            <a:ext cx="2253411" cy="440942"/>
          </a:xfrm>
          <a:custGeom>
            <a:avLst/>
            <a:gdLst>
              <a:gd name="connsiteX0" fmla="*/ 1783139 w 2253411"/>
              <a:gd name="connsiteY0" fmla="*/ 136254 h 440942"/>
              <a:gd name="connsiteX1" fmla="*/ 1751520 w 2253411"/>
              <a:gd name="connsiteY1" fmla="*/ 136254 h 440942"/>
              <a:gd name="connsiteX2" fmla="*/ 1751520 w 2253411"/>
              <a:gd name="connsiteY2" fmla="*/ 299806 h 440942"/>
              <a:gd name="connsiteX3" fmla="*/ 1783139 w 2253411"/>
              <a:gd name="connsiteY3" fmla="*/ 299806 h 440942"/>
              <a:gd name="connsiteX4" fmla="*/ 293338 w 2253411"/>
              <a:gd name="connsiteY4" fmla="*/ 409024 h 440942"/>
              <a:gd name="connsiteX5" fmla="*/ 297448 w 2253411"/>
              <a:gd name="connsiteY5" fmla="*/ 413147 h 440942"/>
              <a:gd name="connsiteX6" fmla="*/ 297460 w 2253411"/>
              <a:gd name="connsiteY6" fmla="*/ 413147 h 440942"/>
              <a:gd name="connsiteX7" fmla="*/ 333669 w 2253411"/>
              <a:gd name="connsiteY7" fmla="*/ 413147 h 440942"/>
              <a:gd name="connsiteX8" fmla="*/ 337779 w 2253411"/>
              <a:gd name="connsiteY8" fmla="*/ 409047 h 440942"/>
              <a:gd name="connsiteX9" fmla="*/ 337777 w 2253411"/>
              <a:gd name="connsiteY9" fmla="*/ 409024 h 440942"/>
              <a:gd name="connsiteX10" fmla="*/ 333683 w 2253411"/>
              <a:gd name="connsiteY10" fmla="*/ 404916 h 440942"/>
              <a:gd name="connsiteX11" fmla="*/ 333669 w 2253411"/>
              <a:gd name="connsiteY11" fmla="*/ 404916 h 440942"/>
              <a:gd name="connsiteX12" fmla="*/ 297460 w 2253411"/>
              <a:gd name="connsiteY12" fmla="*/ 404916 h 440942"/>
              <a:gd name="connsiteX13" fmla="*/ 293338 w 2253411"/>
              <a:gd name="connsiteY13" fmla="*/ 409021 h 440942"/>
              <a:gd name="connsiteX14" fmla="*/ 293338 w 2253411"/>
              <a:gd name="connsiteY14" fmla="*/ 409024 h 440942"/>
              <a:gd name="connsiteX15" fmla="*/ 39859 w 2253411"/>
              <a:gd name="connsiteY15" fmla="*/ 409024 h 440942"/>
              <a:gd name="connsiteX16" fmla="*/ 43946 w 2253411"/>
              <a:gd name="connsiteY16" fmla="*/ 413147 h 440942"/>
              <a:gd name="connsiteX17" fmla="*/ 43967 w 2253411"/>
              <a:gd name="connsiteY17" fmla="*/ 413147 h 440942"/>
              <a:gd name="connsiteX18" fmla="*/ 80176 w 2253411"/>
              <a:gd name="connsiteY18" fmla="*/ 413147 h 440942"/>
              <a:gd name="connsiteX19" fmla="*/ 84298 w 2253411"/>
              <a:gd name="connsiteY19" fmla="*/ 409037 h 440942"/>
              <a:gd name="connsiteX20" fmla="*/ 84298 w 2253411"/>
              <a:gd name="connsiteY20" fmla="*/ 409024 h 440942"/>
              <a:gd name="connsiteX21" fmla="*/ 80179 w 2253411"/>
              <a:gd name="connsiteY21" fmla="*/ 404916 h 440942"/>
              <a:gd name="connsiteX22" fmla="*/ 80176 w 2253411"/>
              <a:gd name="connsiteY22" fmla="*/ 404916 h 440942"/>
              <a:gd name="connsiteX23" fmla="*/ 43967 w 2253411"/>
              <a:gd name="connsiteY23" fmla="*/ 404916 h 440942"/>
              <a:gd name="connsiteX24" fmla="*/ 39859 w 2253411"/>
              <a:gd name="connsiteY24" fmla="*/ 409012 h 440942"/>
              <a:gd name="connsiteX25" fmla="*/ 39859 w 2253411"/>
              <a:gd name="connsiteY25" fmla="*/ 409024 h 440942"/>
              <a:gd name="connsiteX26" fmla="*/ 80177 w 2253411"/>
              <a:gd name="connsiteY26" fmla="*/ 339849 h 440942"/>
              <a:gd name="connsiteX27" fmla="*/ 8803 w 2253411"/>
              <a:gd name="connsiteY27" fmla="*/ 339849 h 440942"/>
              <a:gd name="connsiteX28" fmla="*/ 8803 w 2253411"/>
              <a:gd name="connsiteY28" fmla="*/ 177644 h 440942"/>
              <a:gd name="connsiteX29" fmla="*/ 4680 w 2253411"/>
              <a:gd name="connsiteY29" fmla="*/ 173521 h 440942"/>
              <a:gd name="connsiteX30" fmla="*/ 572 w 2253411"/>
              <a:gd name="connsiteY30" fmla="*/ 177639 h 440942"/>
              <a:gd name="connsiteX31" fmla="*/ 572 w 2253411"/>
              <a:gd name="connsiteY31" fmla="*/ 177644 h 440942"/>
              <a:gd name="connsiteX32" fmla="*/ 572 w 2253411"/>
              <a:gd name="connsiteY32" fmla="*/ 343959 h 440942"/>
              <a:gd name="connsiteX33" fmla="*/ 4676 w 2253411"/>
              <a:gd name="connsiteY33" fmla="*/ 348080 h 440942"/>
              <a:gd name="connsiteX34" fmla="*/ 4680 w 2253411"/>
              <a:gd name="connsiteY34" fmla="*/ 348080 h 440942"/>
              <a:gd name="connsiteX35" fmla="*/ 80176 w 2253411"/>
              <a:gd name="connsiteY35" fmla="*/ 348080 h 440942"/>
              <a:gd name="connsiteX36" fmla="*/ 84298 w 2253411"/>
              <a:gd name="connsiteY36" fmla="*/ 343970 h 440942"/>
              <a:gd name="connsiteX37" fmla="*/ 84298 w 2253411"/>
              <a:gd name="connsiteY37" fmla="*/ 343959 h 440942"/>
              <a:gd name="connsiteX38" fmla="*/ 80176 w 2253411"/>
              <a:gd name="connsiteY38" fmla="*/ 339849 h 440942"/>
              <a:gd name="connsiteX39" fmla="*/ 98412 w 2253411"/>
              <a:gd name="connsiteY39" fmla="*/ 45530 h 440942"/>
              <a:gd name="connsiteX40" fmla="*/ 94292 w 2253411"/>
              <a:gd name="connsiteY40" fmla="*/ 41422 h 440942"/>
              <a:gd name="connsiteX41" fmla="*/ 94289 w 2253411"/>
              <a:gd name="connsiteY41" fmla="*/ 41422 h 440942"/>
              <a:gd name="connsiteX42" fmla="*/ 30459 w 2253411"/>
              <a:gd name="connsiteY42" fmla="*/ 41422 h 440942"/>
              <a:gd name="connsiteX43" fmla="*/ 26351 w 2253411"/>
              <a:gd name="connsiteY43" fmla="*/ 45518 h 440942"/>
              <a:gd name="connsiteX44" fmla="*/ 26351 w 2253411"/>
              <a:gd name="connsiteY44" fmla="*/ 45530 h 440942"/>
              <a:gd name="connsiteX45" fmla="*/ 26351 w 2253411"/>
              <a:gd name="connsiteY45" fmla="*/ 133916 h 440942"/>
              <a:gd name="connsiteX46" fmla="*/ 30456 w 2253411"/>
              <a:gd name="connsiteY46" fmla="*/ 138039 h 440942"/>
              <a:gd name="connsiteX47" fmla="*/ 30459 w 2253411"/>
              <a:gd name="connsiteY47" fmla="*/ 138039 h 440942"/>
              <a:gd name="connsiteX48" fmla="*/ 80191 w 2253411"/>
              <a:gd name="connsiteY48" fmla="*/ 138039 h 440942"/>
              <a:gd name="connsiteX49" fmla="*/ 84300 w 2253411"/>
              <a:gd name="connsiteY49" fmla="*/ 133916 h 440942"/>
              <a:gd name="connsiteX50" fmla="*/ 80191 w 2253411"/>
              <a:gd name="connsiteY50" fmla="*/ 129808 h 440942"/>
              <a:gd name="connsiteX51" fmla="*/ 34582 w 2253411"/>
              <a:gd name="connsiteY51" fmla="*/ 129808 h 440942"/>
              <a:gd name="connsiteX52" fmla="*/ 34582 w 2253411"/>
              <a:gd name="connsiteY52" fmla="*/ 49653 h 440942"/>
              <a:gd name="connsiteX53" fmla="*/ 94291 w 2253411"/>
              <a:gd name="connsiteY53" fmla="*/ 49653 h 440942"/>
              <a:gd name="connsiteX54" fmla="*/ 98413 w 2253411"/>
              <a:gd name="connsiteY54" fmla="*/ 45540 h 440942"/>
              <a:gd name="connsiteX55" fmla="*/ 98413 w 2253411"/>
              <a:gd name="connsiteY55" fmla="*/ 45530 h 440942"/>
              <a:gd name="connsiteX56" fmla="*/ 271146 w 2253411"/>
              <a:gd name="connsiteY56" fmla="*/ 190835 h 440942"/>
              <a:gd name="connsiteX57" fmla="*/ 271146 w 2253411"/>
              <a:gd name="connsiteY57" fmla="*/ 150874 h 440942"/>
              <a:gd name="connsiteX58" fmla="*/ 267039 w 2253411"/>
              <a:gd name="connsiteY58" fmla="*/ 146752 h 440942"/>
              <a:gd name="connsiteX59" fmla="*/ 267037 w 2253411"/>
              <a:gd name="connsiteY59" fmla="*/ 146752 h 440942"/>
              <a:gd name="connsiteX60" fmla="*/ 262900 w 2253411"/>
              <a:gd name="connsiteY60" fmla="*/ 150873 h 440942"/>
              <a:gd name="connsiteX61" fmla="*/ 262900 w 2253411"/>
              <a:gd name="connsiteY61" fmla="*/ 150874 h 440942"/>
              <a:gd name="connsiteX62" fmla="*/ 262900 w 2253411"/>
              <a:gd name="connsiteY62" fmla="*/ 186698 h 440942"/>
              <a:gd name="connsiteX63" fmla="*/ 192929 w 2253411"/>
              <a:gd name="connsiteY63" fmla="*/ 186698 h 440942"/>
              <a:gd name="connsiteX64" fmla="*/ 192929 w 2253411"/>
              <a:gd name="connsiteY64" fmla="*/ 93846 h 440942"/>
              <a:gd name="connsiteX65" fmla="*/ 234730 w 2253411"/>
              <a:gd name="connsiteY65" fmla="*/ 93846 h 440942"/>
              <a:gd name="connsiteX66" fmla="*/ 238853 w 2253411"/>
              <a:gd name="connsiteY66" fmla="*/ 89738 h 440942"/>
              <a:gd name="connsiteX67" fmla="*/ 234730 w 2253411"/>
              <a:gd name="connsiteY67" fmla="*/ 85602 h 440942"/>
              <a:gd name="connsiteX68" fmla="*/ 192929 w 2253411"/>
              <a:gd name="connsiteY68" fmla="*/ 85602 h 440942"/>
              <a:gd name="connsiteX69" fmla="*/ 192929 w 2253411"/>
              <a:gd name="connsiteY69" fmla="*/ 8058 h 440942"/>
              <a:gd name="connsiteX70" fmla="*/ 256951 w 2253411"/>
              <a:gd name="connsiteY70" fmla="*/ 8058 h 440942"/>
              <a:gd name="connsiteX71" fmla="*/ 261072 w 2253411"/>
              <a:gd name="connsiteY71" fmla="*/ 3946 h 440942"/>
              <a:gd name="connsiteX72" fmla="*/ 261072 w 2253411"/>
              <a:gd name="connsiteY72" fmla="*/ 3935 h 440942"/>
              <a:gd name="connsiteX73" fmla="*/ 256954 w 2253411"/>
              <a:gd name="connsiteY73" fmla="*/ -175 h 440942"/>
              <a:gd name="connsiteX74" fmla="*/ 256951 w 2253411"/>
              <a:gd name="connsiteY74" fmla="*/ -175 h 440942"/>
              <a:gd name="connsiteX75" fmla="*/ 120686 w 2253411"/>
              <a:gd name="connsiteY75" fmla="*/ -175 h 440942"/>
              <a:gd name="connsiteX76" fmla="*/ 116578 w 2253411"/>
              <a:gd name="connsiteY76" fmla="*/ 3935 h 440942"/>
              <a:gd name="connsiteX77" fmla="*/ 120685 w 2253411"/>
              <a:gd name="connsiteY77" fmla="*/ 8058 h 440942"/>
              <a:gd name="connsiteX78" fmla="*/ 120686 w 2253411"/>
              <a:gd name="connsiteY78" fmla="*/ 8058 h 440942"/>
              <a:gd name="connsiteX79" fmla="*/ 184696 w 2253411"/>
              <a:gd name="connsiteY79" fmla="*/ 8058 h 440942"/>
              <a:gd name="connsiteX80" fmla="*/ 184696 w 2253411"/>
              <a:gd name="connsiteY80" fmla="*/ 85629 h 440942"/>
              <a:gd name="connsiteX81" fmla="*/ 141436 w 2253411"/>
              <a:gd name="connsiteY81" fmla="*/ 85629 h 440942"/>
              <a:gd name="connsiteX82" fmla="*/ 137315 w 2253411"/>
              <a:gd name="connsiteY82" fmla="*/ 89752 h 440942"/>
              <a:gd name="connsiteX83" fmla="*/ 141435 w 2253411"/>
              <a:gd name="connsiteY83" fmla="*/ 93860 h 440942"/>
              <a:gd name="connsiteX84" fmla="*/ 141436 w 2253411"/>
              <a:gd name="connsiteY84" fmla="*/ 93860 h 440942"/>
              <a:gd name="connsiteX85" fmla="*/ 184696 w 2253411"/>
              <a:gd name="connsiteY85" fmla="*/ 93860 h 440942"/>
              <a:gd name="connsiteX86" fmla="*/ 184696 w 2253411"/>
              <a:gd name="connsiteY86" fmla="*/ 186698 h 440942"/>
              <a:gd name="connsiteX87" fmla="*/ 114724 w 2253411"/>
              <a:gd name="connsiteY87" fmla="*/ 186698 h 440942"/>
              <a:gd name="connsiteX88" fmla="*/ 114724 w 2253411"/>
              <a:gd name="connsiteY88" fmla="*/ 150874 h 440942"/>
              <a:gd name="connsiteX89" fmla="*/ 110611 w 2253411"/>
              <a:gd name="connsiteY89" fmla="*/ 146752 h 440942"/>
              <a:gd name="connsiteX90" fmla="*/ 110602 w 2253411"/>
              <a:gd name="connsiteY90" fmla="*/ 146752 h 440942"/>
              <a:gd name="connsiteX91" fmla="*/ 106479 w 2253411"/>
              <a:gd name="connsiteY91" fmla="*/ 150874 h 440942"/>
              <a:gd name="connsiteX92" fmla="*/ 106479 w 2253411"/>
              <a:gd name="connsiteY92" fmla="*/ 190835 h 440942"/>
              <a:gd name="connsiteX93" fmla="*/ 110598 w 2253411"/>
              <a:gd name="connsiteY93" fmla="*/ 194943 h 440942"/>
              <a:gd name="connsiteX94" fmla="*/ 110602 w 2253411"/>
              <a:gd name="connsiteY94" fmla="*/ 194943 h 440942"/>
              <a:gd name="connsiteX95" fmla="*/ 184696 w 2253411"/>
              <a:gd name="connsiteY95" fmla="*/ 194943 h 440942"/>
              <a:gd name="connsiteX96" fmla="*/ 184696 w 2253411"/>
              <a:gd name="connsiteY96" fmla="*/ 302418 h 440942"/>
              <a:gd name="connsiteX97" fmla="*/ 120523 w 2253411"/>
              <a:gd name="connsiteY97" fmla="*/ 302418 h 440942"/>
              <a:gd name="connsiteX98" fmla="*/ 120523 w 2253411"/>
              <a:gd name="connsiteY98" fmla="*/ 253744 h 440942"/>
              <a:gd name="connsiteX99" fmla="*/ 116395 w 2253411"/>
              <a:gd name="connsiteY99" fmla="*/ 249636 h 440942"/>
              <a:gd name="connsiteX100" fmla="*/ 116386 w 2253411"/>
              <a:gd name="connsiteY100" fmla="*/ 249636 h 440942"/>
              <a:gd name="connsiteX101" fmla="*/ 62189 w 2253411"/>
              <a:gd name="connsiteY101" fmla="*/ 249636 h 440942"/>
              <a:gd name="connsiteX102" fmla="*/ 62189 w 2253411"/>
              <a:gd name="connsiteY102" fmla="*/ 210170 h 440942"/>
              <a:gd name="connsiteX103" fmla="*/ 58084 w 2253411"/>
              <a:gd name="connsiteY103" fmla="*/ 206047 h 440942"/>
              <a:gd name="connsiteX104" fmla="*/ 58081 w 2253411"/>
              <a:gd name="connsiteY104" fmla="*/ 206047 h 440942"/>
              <a:gd name="connsiteX105" fmla="*/ 53958 w 2253411"/>
              <a:gd name="connsiteY105" fmla="*/ 210170 h 440942"/>
              <a:gd name="connsiteX106" fmla="*/ 53958 w 2253411"/>
              <a:gd name="connsiteY106" fmla="*/ 253744 h 440942"/>
              <a:gd name="connsiteX107" fmla="*/ 58081 w 2253411"/>
              <a:gd name="connsiteY107" fmla="*/ 257867 h 440942"/>
              <a:gd name="connsiteX108" fmla="*/ 112277 w 2253411"/>
              <a:gd name="connsiteY108" fmla="*/ 257867 h 440942"/>
              <a:gd name="connsiteX109" fmla="*/ 112277 w 2253411"/>
              <a:gd name="connsiteY109" fmla="*/ 380182 h 440942"/>
              <a:gd name="connsiteX110" fmla="*/ 116382 w 2253411"/>
              <a:gd name="connsiteY110" fmla="*/ 384304 h 440942"/>
              <a:gd name="connsiteX111" fmla="*/ 116386 w 2253411"/>
              <a:gd name="connsiteY111" fmla="*/ 384304 h 440942"/>
              <a:gd name="connsiteX112" fmla="*/ 120523 w 2253411"/>
              <a:gd name="connsiteY112" fmla="*/ 380182 h 440942"/>
              <a:gd name="connsiteX113" fmla="*/ 120523 w 2253411"/>
              <a:gd name="connsiteY113" fmla="*/ 310649 h 440942"/>
              <a:gd name="connsiteX114" fmla="*/ 184696 w 2253411"/>
              <a:gd name="connsiteY114" fmla="*/ 310649 h 440942"/>
              <a:gd name="connsiteX115" fmla="*/ 184696 w 2253411"/>
              <a:gd name="connsiteY115" fmla="*/ 432537 h 440942"/>
              <a:gd name="connsiteX116" fmla="*/ 131736 w 2253411"/>
              <a:gd name="connsiteY116" fmla="*/ 432537 h 440942"/>
              <a:gd name="connsiteX117" fmla="*/ 127628 w 2253411"/>
              <a:gd name="connsiteY117" fmla="*/ 436615 h 440942"/>
              <a:gd name="connsiteX118" fmla="*/ 127628 w 2253411"/>
              <a:gd name="connsiteY118" fmla="*/ 436646 h 440942"/>
              <a:gd name="connsiteX119" fmla="*/ 131716 w 2253411"/>
              <a:gd name="connsiteY119" fmla="*/ 440768 h 440942"/>
              <a:gd name="connsiteX120" fmla="*/ 131736 w 2253411"/>
              <a:gd name="connsiteY120" fmla="*/ 440768 h 440942"/>
              <a:gd name="connsiteX121" fmla="*/ 245888 w 2253411"/>
              <a:gd name="connsiteY121" fmla="*/ 440768 h 440942"/>
              <a:gd name="connsiteX122" fmla="*/ 250011 w 2253411"/>
              <a:gd name="connsiteY122" fmla="*/ 436657 h 440942"/>
              <a:gd name="connsiteX123" fmla="*/ 250011 w 2253411"/>
              <a:gd name="connsiteY123" fmla="*/ 436646 h 440942"/>
              <a:gd name="connsiteX124" fmla="*/ 245909 w 2253411"/>
              <a:gd name="connsiteY124" fmla="*/ 432537 h 440942"/>
              <a:gd name="connsiteX125" fmla="*/ 245888 w 2253411"/>
              <a:gd name="connsiteY125" fmla="*/ 432537 h 440942"/>
              <a:gd name="connsiteX126" fmla="*/ 192929 w 2253411"/>
              <a:gd name="connsiteY126" fmla="*/ 432537 h 440942"/>
              <a:gd name="connsiteX127" fmla="*/ 192929 w 2253411"/>
              <a:gd name="connsiteY127" fmla="*/ 310649 h 440942"/>
              <a:gd name="connsiteX128" fmla="*/ 257116 w 2253411"/>
              <a:gd name="connsiteY128" fmla="*/ 310649 h 440942"/>
              <a:gd name="connsiteX129" fmla="*/ 257116 w 2253411"/>
              <a:gd name="connsiteY129" fmla="*/ 380182 h 440942"/>
              <a:gd name="connsiteX130" fmla="*/ 261250 w 2253411"/>
              <a:gd name="connsiteY130" fmla="*/ 384304 h 440942"/>
              <a:gd name="connsiteX131" fmla="*/ 265358 w 2253411"/>
              <a:gd name="connsiteY131" fmla="*/ 380182 h 440942"/>
              <a:gd name="connsiteX132" fmla="*/ 265358 w 2253411"/>
              <a:gd name="connsiteY132" fmla="*/ 257867 h 440942"/>
              <a:gd name="connsiteX133" fmla="*/ 319557 w 2253411"/>
              <a:gd name="connsiteY133" fmla="*/ 257867 h 440942"/>
              <a:gd name="connsiteX134" fmla="*/ 323665 w 2253411"/>
              <a:gd name="connsiteY134" fmla="*/ 253748 h 440942"/>
              <a:gd name="connsiteX135" fmla="*/ 323665 w 2253411"/>
              <a:gd name="connsiteY135" fmla="*/ 253744 h 440942"/>
              <a:gd name="connsiteX136" fmla="*/ 323665 w 2253411"/>
              <a:gd name="connsiteY136" fmla="*/ 210170 h 440942"/>
              <a:gd name="connsiteX137" fmla="*/ 319557 w 2253411"/>
              <a:gd name="connsiteY137" fmla="*/ 206047 h 440942"/>
              <a:gd name="connsiteX138" fmla="*/ 315434 w 2253411"/>
              <a:gd name="connsiteY138" fmla="*/ 210170 h 440942"/>
              <a:gd name="connsiteX139" fmla="*/ 315434 w 2253411"/>
              <a:gd name="connsiteY139" fmla="*/ 249636 h 440942"/>
              <a:gd name="connsiteX140" fmla="*/ 261250 w 2253411"/>
              <a:gd name="connsiteY140" fmla="*/ 249636 h 440942"/>
              <a:gd name="connsiteX141" fmla="*/ 257115 w 2253411"/>
              <a:gd name="connsiteY141" fmla="*/ 253733 h 440942"/>
              <a:gd name="connsiteX142" fmla="*/ 257115 w 2253411"/>
              <a:gd name="connsiteY142" fmla="*/ 253744 h 440942"/>
              <a:gd name="connsiteX143" fmla="*/ 257115 w 2253411"/>
              <a:gd name="connsiteY143" fmla="*/ 302416 h 440942"/>
              <a:gd name="connsiteX144" fmla="*/ 192927 w 2253411"/>
              <a:gd name="connsiteY144" fmla="*/ 302416 h 440942"/>
              <a:gd name="connsiteX145" fmla="*/ 192927 w 2253411"/>
              <a:gd name="connsiteY145" fmla="*/ 194943 h 440942"/>
              <a:gd name="connsiteX146" fmla="*/ 267036 w 2253411"/>
              <a:gd name="connsiteY146" fmla="*/ 194943 h 440942"/>
              <a:gd name="connsiteX147" fmla="*/ 271144 w 2253411"/>
              <a:gd name="connsiteY147" fmla="*/ 190849 h 440942"/>
              <a:gd name="connsiteX148" fmla="*/ 271144 w 2253411"/>
              <a:gd name="connsiteY148" fmla="*/ 190835 h 440942"/>
              <a:gd name="connsiteX149" fmla="*/ 351285 w 2253411"/>
              <a:gd name="connsiteY149" fmla="*/ 133931 h 440942"/>
              <a:gd name="connsiteX150" fmla="*/ 351285 w 2253411"/>
              <a:gd name="connsiteY150" fmla="*/ 45545 h 440942"/>
              <a:gd name="connsiteX151" fmla="*/ 347175 w 2253411"/>
              <a:gd name="connsiteY151" fmla="*/ 41422 h 440942"/>
              <a:gd name="connsiteX152" fmla="*/ 347164 w 2253411"/>
              <a:gd name="connsiteY152" fmla="*/ 41422 h 440942"/>
              <a:gd name="connsiteX153" fmla="*/ 283332 w 2253411"/>
              <a:gd name="connsiteY153" fmla="*/ 41422 h 440942"/>
              <a:gd name="connsiteX154" fmla="*/ 279224 w 2253411"/>
              <a:gd name="connsiteY154" fmla="*/ 45524 h 440942"/>
              <a:gd name="connsiteX155" fmla="*/ 279224 w 2253411"/>
              <a:gd name="connsiteY155" fmla="*/ 45545 h 440942"/>
              <a:gd name="connsiteX156" fmla="*/ 283332 w 2253411"/>
              <a:gd name="connsiteY156" fmla="*/ 49653 h 440942"/>
              <a:gd name="connsiteX157" fmla="*/ 343054 w 2253411"/>
              <a:gd name="connsiteY157" fmla="*/ 49653 h 440942"/>
              <a:gd name="connsiteX158" fmla="*/ 343054 w 2253411"/>
              <a:gd name="connsiteY158" fmla="*/ 129808 h 440942"/>
              <a:gd name="connsiteX159" fmla="*/ 297460 w 2253411"/>
              <a:gd name="connsiteY159" fmla="*/ 129808 h 440942"/>
              <a:gd name="connsiteX160" fmla="*/ 293338 w 2253411"/>
              <a:gd name="connsiteY160" fmla="*/ 133918 h 440942"/>
              <a:gd name="connsiteX161" fmla="*/ 293338 w 2253411"/>
              <a:gd name="connsiteY161" fmla="*/ 133931 h 440942"/>
              <a:gd name="connsiteX162" fmla="*/ 297460 w 2253411"/>
              <a:gd name="connsiteY162" fmla="*/ 138039 h 440942"/>
              <a:gd name="connsiteX163" fmla="*/ 347164 w 2253411"/>
              <a:gd name="connsiteY163" fmla="*/ 138039 h 440942"/>
              <a:gd name="connsiteX164" fmla="*/ 351285 w 2253411"/>
              <a:gd name="connsiteY164" fmla="*/ 133931 h 440942"/>
              <a:gd name="connsiteX165" fmla="*/ 377065 w 2253411"/>
              <a:gd name="connsiteY165" fmla="*/ 343972 h 440942"/>
              <a:gd name="connsiteX166" fmla="*/ 377065 w 2253411"/>
              <a:gd name="connsiteY166" fmla="*/ 177629 h 440942"/>
              <a:gd name="connsiteX167" fmla="*/ 372946 w 2253411"/>
              <a:gd name="connsiteY167" fmla="*/ 173521 h 440942"/>
              <a:gd name="connsiteX168" fmla="*/ 372943 w 2253411"/>
              <a:gd name="connsiteY168" fmla="*/ 173521 h 440942"/>
              <a:gd name="connsiteX169" fmla="*/ 368834 w 2253411"/>
              <a:gd name="connsiteY169" fmla="*/ 177617 h 440942"/>
              <a:gd name="connsiteX170" fmla="*/ 368834 w 2253411"/>
              <a:gd name="connsiteY170" fmla="*/ 177629 h 440942"/>
              <a:gd name="connsiteX171" fmla="*/ 368834 w 2253411"/>
              <a:gd name="connsiteY171" fmla="*/ 339836 h 440942"/>
              <a:gd name="connsiteX172" fmla="*/ 297460 w 2253411"/>
              <a:gd name="connsiteY172" fmla="*/ 339836 h 440942"/>
              <a:gd name="connsiteX173" fmla="*/ 293338 w 2253411"/>
              <a:gd name="connsiteY173" fmla="*/ 343970 h 440942"/>
              <a:gd name="connsiteX174" fmla="*/ 293338 w 2253411"/>
              <a:gd name="connsiteY174" fmla="*/ 343972 h 440942"/>
              <a:gd name="connsiteX175" fmla="*/ 297438 w 2253411"/>
              <a:gd name="connsiteY175" fmla="*/ 348080 h 440942"/>
              <a:gd name="connsiteX176" fmla="*/ 297460 w 2253411"/>
              <a:gd name="connsiteY176" fmla="*/ 348080 h 440942"/>
              <a:gd name="connsiteX177" fmla="*/ 372943 w 2253411"/>
              <a:gd name="connsiteY177" fmla="*/ 348080 h 440942"/>
              <a:gd name="connsiteX178" fmla="*/ 377065 w 2253411"/>
              <a:gd name="connsiteY178" fmla="*/ 343992 h 440942"/>
              <a:gd name="connsiteX179" fmla="*/ 377065 w 2253411"/>
              <a:gd name="connsiteY179" fmla="*/ 343972 h 440942"/>
              <a:gd name="connsiteX180" fmla="*/ 577721 w 2253411"/>
              <a:gd name="connsiteY180" fmla="*/ 299806 h 440942"/>
              <a:gd name="connsiteX181" fmla="*/ 609683 w 2253411"/>
              <a:gd name="connsiteY181" fmla="*/ 299806 h 440942"/>
              <a:gd name="connsiteX182" fmla="*/ 609683 w 2253411"/>
              <a:gd name="connsiteY182" fmla="*/ 196098 h 440942"/>
              <a:gd name="connsiteX183" fmla="*/ 551186 w 2253411"/>
              <a:gd name="connsiteY183" fmla="*/ 131498 h 440942"/>
              <a:gd name="connsiteX184" fmla="*/ 500878 w 2253411"/>
              <a:gd name="connsiteY184" fmla="*/ 159709 h 440942"/>
              <a:gd name="connsiteX185" fmla="*/ 500878 w 2253411"/>
              <a:gd name="connsiteY185" fmla="*/ 136254 h 440942"/>
              <a:gd name="connsiteX186" fmla="*/ 469601 w 2253411"/>
              <a:gd name="connsiteY186" fmla="*/ 136254 h 440942"/>
              <a:gd name="connsiteX187" fmla="*/ 469601 w 2253411"/>
              <a:gd name="connsiteY187" fmla="*/ 299806 h 440942"/>
              <a:gd name="connsiteX188" fmla="*/ 501565 w 2253411"/>
              <a:gd name="connsiteY188" fmla="*/ 299806 h 440942"/>
              <a:gd name="connsiteX189" fmla="*/ 501565 w 2253411"/>
              <a:gd name="connsiteY189" fmla="*/ 205278 h 440942"/>
              <a:gd name="connsiteX190" fmla="*/ 539629 w 2253411"/>
              <a:gd name="connsiteY190" fmla="*/ 160396 h 440942"/>
              <a:gd name="connsiteX191" fmla="*/ 577721 w 2253411"/>
              <a:gd name="connsiteY191" fmla="*/ 201540 h 440942"/>
              <a:gd name="connsiteX192" fmla="*/ 766751 w 2253411"/>
              <a:gd name="connsiteY192" fmla="*/ 201196 h 440942"/>
              <a:gd name="connsiteX193" fmla="*/ 677320 w 2253411"/>
              <a:gd name="connsiteY193" fmla="*/ 201196 h 440942"/>
              <a:gd name="connsiteX194" fmla="*/ 721870 w 2253411"/>
              <a:gd name="connsiteY194" fmla="*/ 159366 h 440942"/>
              <a:gd name="connsiteX195" fmla="*/ 766751 w 2253411"/>
              <a:gd name="connsiteY195" fmla="*/ 201196 h 440942"/>
              <a:gd name="connsiteX196" fmla="*/ 799388 w 2253411"/>
              <a:gd name="connsiteY196" fmla="*/ 227044 h 440942"/>
              <a:gd name="connsiteX197" fmla="*/ 800075 w 2253411"/>
              <a:gd name="connsiteY197" fmla="*/ 216835 h 440942"/>
              <a:gd name="connsiteX198" fmla="*/ 721527 w 2253411"/>
              <a:gd name="connsiteY198" fmla="*/ 131155 h 440942"/>
              <a:gd name="connsiteX199" fmla="*/ 643324 w 2253411"/>
              <a:gd name="connsiteY199" fmla="*/ 217522 h 440942"/>
              <a:gd name="connsiteX200" fmla="*/ 725608 w 2253411"/>
              <a:gd name="connsiteY200" fmla="*/ 304904 h 440942"/>
              <a:gd name="connsiteX201" fmla="*/ 799044 w 2253411"/>
              <a:gd name="connsiteY201" fmla="*/ 253221 h 440942"/>
              <a:gd name="connsiteX202" fmla="*/ 771519 w 2253411"/>
              <a:gd name="connsiteY202" fmla="*/ 243698 h 440942"/>
              <a:gd name="connsiteX203" fmla="*/ 725608 w 2253411"/>
              <a:gd name="connsiteY203" fmla="*/ 276679 h 440942"/>
              <a:gd name="connsiteX204" fmla="*/ 676304 w 2253411"/>
              <a:gd name="connsiteY204" fmla="*/ 227044 h 440942"/>
              <a:gd name="connsiteX205" fmla="*/ 945791 w 2253411"/>
              <a:gd name="connsiteY205" fmla="*/ 299820 h 440942"/>
              <a:gd name="connsiteX206" fmla="*/ 976394 w 2253411"/>
              <a:gd name="connsiteY206" fmla="*/ 299820 h 440942"/>
              <a:gd name="connsiteX207" fmla="*/ 974677 w 2253411"/>
              <a:gd name="connsiteY207" fmla="*/ 269547 h 440942"/>
              <a:gd name="connsiteX208" fmla="*/ 974677 w 2253411"/>
              <a:gd name="connsiteY208" fmla="*/ 136254 h 440942"/>
              <a:gd name="connsiteX209" fmla="*/ 942727 w 2253411"/>
              <a:gd name="connsiteY209" fmla="*/ 136254 h 440942"/>
              <a:gd name="connsiteX210" fmla="*/ 942727 w 2253411"/>
              <a:gd name="connsiteY210" fmla="*/ 234863 h 440942"/>
              <a:gd name="connsiteX211" fmla="*/ 903948 w 2253411"/>
              <a:gd name="connsiteY211" fmla="*/ 276679 h 440942"/>
              <a:gd name="connsiteX212" fmla="*/ 866901 w 2253411"/>
              <a:gd name="connsiteY212" fmla="*/ 234519 h 440942"/>
              <a:gd name="connsiteX213" fmla="*/ 866901 w 2253411"/>
              <a:gd name="connsiteY213" fmla="*/ 136254 h 440942"/>
              <a:gd name="connsiteX214" fmla="*/ 834924 w 2253411"/>
              <a:gd name="connsiteY214" fmla="*/ 136254 h 440942"/>
              <a:gd name="connsiteX215" fmla="*/ 834924 w 2253411"/>
              <a:gd name="connsiteY215" fmla="*/ 239287 h 440942"/>
              <a:gd name="connsiteX216" fmla="*/ 896143 w 2253411"/>
              <a:gd name="connsiteY216" fmla="*/ 304903 h 440942"/>
              <a:gd name="connsiteX217" fmla="*/ 944418 w 2253411"/>
              <a:gd name="connsiteY217" fmla="*/ 280086 h 440942"/>
              <a:gd name="connsiteX218" fmla="*/ 945791 w 2253411"/>
              <a:gd name="connsiteY218" fmla="*/ 299818 h 440942"/>
              <a:gd name="connsiteX219" fmla="*/ 1098324 w 2253411"/>
              <a:gd name="connsiteY219" fmla="*/ 167541 h 440942"/>
              <a:gd name="connsiteX220" fmla="*/ 1112271 w 2253411"/>
              <a:gd name="connsiteY220" fmla="*/ 168559 h 440942"/>
              <a:gd name="connsiteX221" fmla="*/ 1112271 w 2253411"/>
              <a:gd name="connsiteY221" fmla="*/ 134563 h 440942"/>
              <a:gd name="connsiteX222" fmla="*/ 1101731 w 2253411"/>
              <a:gd name="connsiteY222" fmla="*/ 133532 h 440942"/>
              <a:gd name="connsiteX223" fmla="*/ 1052771 w 2253411"/>
              <a:gd name="connsiteY223" fmla="*/ 164808 h 440942"/>
              <a:gd name="connsiteX224" fmla="*/ 1052771 w 2253411"/>
              <a:gd name="connsiteY224" fmla="*/ 136266 h 440942"/>
              <a:gd name="connsiteX225" fmla="*/ 1021481 w 2253411"/>
              <a:gd name="connsiteY225" fmla="*/ 136266 h 440942"/>
              <a:gd name="connsiteX226" fmla="*/ 1021481 w 2253411"/>
              <a:gd name="connsiteY226" fmla="*/ 299806 h 440942"/>
              <a:gd name="connsiteX227" fmla="*/ 1053443 w 2253411"/>
              <a:gd name="connsiteY227" fmla="*/ 299806 h 440942"/>
              <a:gd name="connsiteX228" fmla="*/ 1053443 w 2253411"/>
              <a:gd name="connsiteY228" fmla="*/ 217851 h 440942"/>
              <a:gd name="connsiteX229" fmla="*/ 1098324 w 2253411"/>
              <a:gd name="connsiteY229" fmla="*/ 167543 h 440942"/>
              <a:gd name="connsiteX230" fmla="*/ 1263512 w 2253411"/>
              <a:gd name="connsiteY230" fmla="*/ 217865 h 440942"/>
              <a:gd name="connsiteX231" fmla="*/ 1212518 w 2253411"/>
              <a:gd name="connsiteY231" fmla="*/ 276350 h 440942"/>
              <a:gd name="connsiteX232" fmla="*/ 1161507 w 2253411"/>
              <a:gd name="connsiteY232" fmla="*/ 217865 h 440942"/>
              <a:gd name="connsiteX233" fmla="*/ 1212518 w 2253411"/>
              <a:gd name="connsiteY233" fmla="*/ 159709 h 440942"/>
              <a:gd name="connsiteX234" fmla="*/ 1263512 w 2253411"/>
              <a:gd name="connsiteY234" fmla="*/ 217865 h 440942"/>
              <a:gd name="connsiteX235" fmla="*/ 1296163 w 2253411"/>
              <a:gd name="connsiteY235" fmla="*/ 217865 h 440942"/>
              <a:gd name="connsiteX236" fmla="*/ 1212518 w 2253411"/>
              <a:gd name="connsiteY236" fmla="*/ 131169 h 440942"/>
              <a:gd name="connsiteX237" fmla="*/ 1128871 w 2253411"/>
              <a:gd name="connsiteY237" fmla="*/ 217865 h 440942"/>
              <a:gd name="connsiteX238" fmla="*/ 1212518 w 2253411"/>
              <a:gd name="connsiteY238" fmla="*/ 304904 h 440942"/>
              <a:gd name="connsiteX239" fmla="*/ 1296163 w 2253411"/>
              <a:gd name="connsiteY239" fmla="*/ 217865 h 440942"/>
              <a:gd name="connsiteX240" fmla="*/ 1388657 w 2253411"/>
              <a:gd name="connsiteY240" fmla="*/ 301496 h 440942"/>
              <a:gd name="connsiteX241" fmla="*/ 1410425 w 2253411"/>
              <a:gd name="connsiteY241" fmla="*/ 298446 h 440942"/>
              <a:gd name="connsiteX242" fmla="*/ 1410425 w 2253411"/>
              <a:gd name="connsiteY242" fmla="*/ 271237 h 440942"/>
              <a:gd name="connsiteX243" fmla="*/ 1397836 w 2253411"/>
              <a:gd name="connsiteY243" fmla="*/ 272612 h 440942"/>
              <a:gd name="connsiteX244" fmla="*/ 1375054 w 2253411"/>
              <a:gd name="connsiteY244" fmla="*/ 250158 h 440942"/>
              <a:gd name="connsiteX245" fmla="*/ 1375054 w 2253411"/>
              <a:gd name="connsiteY245" fmla="*/ 165152 h 440942"/>
              <a:gd name="connsiteX246" fmla="*/ 1410423 w 2253411"/>
              <a:gd name="connsiteY246" fmla="*/ 165152 h 440942"/>
              <a:gd name="connsiteX247" fmla="*/ 1410423 w 2253411"/>
              <a:gd name="connsiteY247" fmla="*/ 136254 h 440942"/>
              <a:gd name="connsiteX248" fmla="*/ 1375054 w 2253411"/>
              <a:gd name="connsiteY248" fmla="*/ 136254 h 440942"/>
              <a:gd name="connsiteX249" fmla="*/ 1375054 w 2253411"/>
              <a:gd name="connsiteY249" fmla="*/ 84585 h 440942"/>
              <a:gd name="connsiteX250" fmla="*/ 1345825 w 2253411"/>
              <a:gd name="connsiteY250" fmla="*/ 84585 h 440942"/>
              <a:gd name="connsiteX251" fmla="*/ 1345825 w 2253411"/>
              <a:gd name="connsiteY251" fmla="*/ 111092 h 440942"/>
              <a:gd name="connsiteX252" fmla="*/ 1320665 w 2253411"/>
              <a:gd name="connsiteY252" fmla="*/ 136254 h 440942"/>
              <a:gd name="connsiteX253" fmla="*/ 1311814 w 2253411"/>
              <a:gd name="connsiteY253" fmla="*/ 136254 h 440942"/>
              <a:gd name="connsiteX254" fmla="*/ 1311814 w 2253411"/>
              <a:gd name="connsiteY254" fmla="*/ 165152 h 440942"/>
              <a:gd name="connsiteX255" fmla="*/ 1343105 w 2253411"/>
              <a:gd name="connsiteY255" fmla="*/ 165152 h 440942"/>
              <a:gd name="connsiteX256" fmla="*/ 1343105 w 2253411"/>
              <a:gd name="connsiteY256" fmla="*/ 254911 h 440942"/>
              <a:gd name="connsiteX257" fmla="*/ 1388657 w 2253411"/>
              <a:gd name="connsiteY257" fmla="*/ 301496 h 440942"/>
              <a:gd name="connsiteX258" fmla="*/ 1564344 w 2253411"/>
              <a:gd name="connsiteY258" fmla="*/ 217865 h 440942"/>
              <a:gd name="connsiteX259" fmla="*/ 1513349 w 2253411"/>
              <a:gd name="connsiteY259" fmla="*/ 276350 h 440942"/>
              <a:gd name="connsiteX260" fmla="*/ 1462340 w 2253411"/>
              <a:gd name="connsiteY260" fmla="*/ 217865 h 440942"/>
              <a:gd name="connsiteX261" fmla="*/ 1513349 w 2253411"/>
              <a:gd name="connsiteY261" fmla="*/ 159709 h 440942"/>
              <a:gd name="connsiteX262" fmla="*/ 1564344 w 2253411"/>
              <a:gd name="connsiteY262" fmla="*/ 217865 h 440942"/>
              <a:gd name="connsiteX263" fmla="*/ 1596994 w 2253411"/>
              <a:gd name="connsiteY263" fmla="*/ 217865 h 440942"/>
              <a:gd name="connsiteX264" fmla="*/ 1513349 w 2253411"/>
              <a:gd name="connsiteY264" fmla="*/ 131169 h 440942"/>
              <a:gd name="connsiteX265" fmla="*/ 1429704 w 2253411"/>
              <a:gd name="connsiteY265" fmla="*/ 217865 h 440942"/>
              <a:gd name="connsiteX266" fmla="*/ 1513349 w 2253411"/>
              <a:gd name="connsiteY266" fmla="*/ 304904 h 440942"/>
              <a:gd name="connsiteX267" fmla="*/ 1596994 w 2253411"/>
              <a:gd name="connsiteY267" fmla="*/ 217865 h 440942"/>
              <a:gd name="connsiteX268" fmla="*/ 1709456 w 2253411"/>
              <a:gd name="connsiteY268" fmla="*/ 167543 h 440942"/>
              <a:gd name="connsiteX269" fmla="*/ 1723392 w 2253411"/>
              <a:gd name="connsiteY269" fmla="*/ 168560 h 440942"/>
              <a:gd name="connsiteX270" fmla="*/ 1723392 w 2253411"/>
              <a:gd name="connsiteY270" fmla="*/ 134563 h 440942"/>
              <a:gd name="connsiteX271" fmla="*/ 1712851 w 2253411"/>
              <a:gd name="connsiteY271" fmla="*/ 133532 h 440942"/>
              <a:gd name="connsiteX272" fmla="*/ 1663890 w 2253411"/>
              <a:gd name="connsiteY272" fmla="*/ 164808 h 440942"/>
              <a:gd name="connsiteX273" fmla="*/ 1663890 w 2253411"/>
              <a:gd name="connsiteY273" fmla="*/ 136266 h 440942"/>
              <a:gd name="connsiteX274" fmla="*/ 1632614 w 2253411"/>
              <a:gd name="connsiteY274" fmla="*/ 136266 h 440942"/>
              <a:gd name="connsiteX275" fmla="*/ 1632614 w 2253411"/>
              <a:gd name="connsiteY275" fmla="*/ 299806 h 440942"/>
              <a:gd name="connsiteX276" fmla="*/ 1664564 w 2253411"/>
              <a:gd name="connsiteY276" fmla="*/ 299806 h 440942"/>
              <a:gd name="connsiteX277" fmla="*/ 1664564 w 2253411"/>
              <a:gd name="connsiteY277" fmla="*/ 217851 h 440942"/>
              <a:gd name="connsiteX278" fmla="*/ 1709456 w 2253411"/>
              <a:gd name="connsiteY278" fmla="*/ 167543 h 440942"/>
              <a:gd name="connsiteX279" fmla="*/ 1790286 w 2253411"/>
              <a:gd name="connsiteY279" fmla="*/ 74360 h 440942"/>
              <a:gd name="connsiteX280" fmla="*/ 1767488 w 2253411"/>
              <a:gd name="connsiteY280" fmla="*/ 51248 h 440942"/>
              <a:gd name="connsiteX281" fmla="*/ 1744374 w 2253411"/>
              <a:gd name="connsiteY281" fmla="*/ 74045 h 440942"/>
              <a:gd name="connsiteX282" fmla="*/ 1767159 w 2253411"/>
              <a:gd name="connsiteY282" fmla="*/ 97158 h 440942"/>
              <a:gd name="connsiteX283" fmla="*/ 1790286 w 2253411"/>
              <a:gd name="connsiteY283" fmla="*/ 74401 h 440942"/>
              <a:gd name="connsiteX284" fmla="*/ 1790286 w 2253411"/>
              <a:gd name="connsiteY284" fmla="*/ 74362 h 440942"/>
              <a:gd name="connsiteX285" fmla="*/ 1937899 w 2253411"/>
              <a:gd name="connsiteY285" fmla="*/ 299820 h 440942"/>
              <a:gd name="connsiteX286" fmla="*/ 1968489 w 2253411"/>
              <a:gd name="connsiteY286" fmla="*/ 299820 h 440942"/>
              <a:gd name="connsiteX287" fmla="*/ 1966785 w 2253411"/>
              <a:gd name="connsiteY287" fmla="*/ 269547 h 440942"/>
              <a:gd name="connsiteX288" fmla="*/ 1966785 w 2253411"/>
              <a:gd name="connsiteY288" fmla="*/ 136254 h 440942"/>
              <a:gd name="connsiteX289" fmla="*/ 1934821 w 2253411"/>
              <a:gd name="connsiteY289" fmla="*/ 136254 h 440942"/>
              <a:gd name="connsiteX290" fmla="*/ 1934821 w 2253411"/>
              <a:gd name="connsiteY290" fmla="*/ 234863 h 440942"/>
              <a:gd name="connsiteX291" fmla="*/ 1896069 w 2253411"/>
              <a:gd name="connsiteY291" fmla="*/ 276679 h 440942"/>
              <a:gd name="connsiteX292" fmla="*/ 1859008 w 2253411"/>
              <a:gd name="connsiteY292" fmla="*/ 234519 h 440942"/>
              <a:gd name="connsiteX293" fmla="*/ 1859008 w 2253411"/>
              <a:gd name="connsiteY293" fmla="*/ 136254 h 440942"/>
              <a:gd name="connsiteX294" fmla="*/ 1827032 w 2253411"/>
              <a:gd name="connsiteY294" fmla="*/ 136254 h 440942"/>
              <a:gd name="connsiteX295" fmla="*/ 1827032 w 2253411"/>
              <a:gd name="connsiteY295" fmla="*/ 239287 h 440942"/>
              <a:gd name="connsiteX296" fmla="*/ 1888249 w 2253411"/>
              <a:gd name="connsiteY296" fmla="*/ 304903 h 440942"/>
              <a:gd name="connsiteX297" fmla="*/ 1936524 w 2253411"/>
              <a:gd name="connsiteY297" fmla="*/ 280086 h 440942"/>
              <a:gd name="connsiteX298" fmla="*/ 1937899 w 2253411"/>
              <a:gd name="connsiteY298" fmla="*/ 299818 h 440942"/>
              <a:gd name="connsiteX299" fmla="*/ 2253984 w 2253411"/>
              <a:gd name="connsiteY299" fmla="*/ 299806 h 440942"/>
              <a:gd name="connsiteX300" fmla="*/ 2253984 w 2253411"/>
              <a:gd name="connsiteY300" fmla="*/ 193721 h 440942"/>
              <a:gd name="connsiteX301" fmla="*/ 2197547 w 2253411"/>
              <a:gd name="connsiteY301" fmla="*/ 131498 h 440942"/>
              <a:gd name="connsiteX302" fmla="*/ 2142800 w 2253411"/>
              <a:gd name="connsiteY302" fmla="*/ 162431 h 440942"/>
              <a:gd name="connsiteX303" fmla="*/ 2093839 w 2253411"/>
              <a:gd name="connsiteY303" fmla="*/ 131498 h 440942"/>
              <a:gd name="connsiteX304" fmla="*/ 2044204 w 2253411"/>
              <a:gd name="connsiteY304" fmla="*/ 158005 h 440942"/>
              <a:gd name="connsiteX305" fmla="*/ 2044204 w 2253411"/>
              <a:gd name="connsiteY305" fmla="*/ 136254 h 440942"/>
              <a:gd name="connsiteX306" fmla="*/ 2013588 w 2253411"/>
              <a:gd name="connsiteY306" fmla="*/ 136254 h 440942"/>
              <a:gd name="connsiteX307" fmla="*/ 2013588 w 2253411"/>
              <a:gd name="connsiteY307" fmla="*/ 299806 h 440942"/>
              <a:gd name="connsiteX308" fmla="*/ 2045221 w 2253411"/>
              <a:gd name="connsiteY308" fmla="*/ 299806 h 440942"/>
              <a:gd name="connsiteX309" fmla="*/ 2045221 w 2253411"/>
              <a:gd name="connsiteY309" fmla="*/ 201209 h 440942"/>
              <a:gd name="connsiteX310" fmla="*/ 2083299 w 2253411"/>
              <a:gd name="connsiteY310" fmla="*/ 159709 h 440942"/>
              <a:gd name="connsiteX311" fmla="*/ 2117971 w 2253411"/>
              <a:gd name="connsiteY311" fmla="*/ 197115 h 440942"/>
              <a:gd name="connsiteX312" fmla="*/ 2117971 w 2253411"/>
              <a:gd name="connsiteY312" fmla="*/ 299807 h 440942"/>
              <a:gd name="connsiteX313" fmla="*/ 2149932 w 2253411"/>
              <a:gd name="connsiteY313" fmla="*/ 299807 h 440942"/>
              <a:gd name="connsiteX314" fmla="*/ 2149932 w 2253411"/>
              <a:gd name="connsiteY314" fmla="*/ 200867 h 440942"/>
              <a:gd name="connsiteX315" fmla="*/ 2187682 w 2253411"/>
              <a:gd name="connsiteY315" fmla="*/ 159711 h 440942"/>
              <a:gd name="connsiteX316" fmla="*/ 2222364 w 2253411"/>
              <a:gd name="connsiteY316" fmla="*/ 197115 h 440942"/>
              <a:gd name="connsiteX317" fmla="*/ 2222364 w 2253411"/>
              <a:gd name="connsiteY317" fmla="*/ 299807 h 440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Lst>
            <a:rect l="l" t="t" r="r" b="b"/>
            <a:pathLst>
              <a:path w="2253411" h="440942">
                <a:moveTo>
                  <a:pt x="1783139" y="136254"/>
                </a:moveTo>
                <a:lnTo>
                  <a:pt x="1751520" y="136254"/>
                </a:lnTo>
                <a:lnTo>
                  <a:pt x="1751520" y="299806"/>
                </a:lnTo>
                <a:lnTo>
                  <a:pt x="1783139" y="299806"/>
                </a:lnTo>
                <a:close/>
                <a:moveTo>
                  <a:pt x="293338" y="409024"/>
                </a:moveTo>
                <a:cubicBezTo>
                  <a:pt x="293335" y="411298"/>
                  <a:pt x="295174" y="413144"/>
                  <a:pt x="297448" y="413147"/>
                </a:cubicBezTo>
                <a:cubicBezTo>
                  <a:pt x="297452" y="413147"/>
                  <a:pt x="297456" y="413147"/>
                  <a:pt x="297460" y="413147"/>
                </a:cubicBezTo>
                <a:lnTo>
                  <a:pt x="333669" y="413147"/>
                </a:lnTo>
                <a:cubicBezTo>
                  <a:pt x="335936" y="413150"/>
                  <a:pt x="337776" y="411314"/>
                  <a:pt x="337779" y="409047"/>
                </a:cubicBezTo>
                <a:cubicBezTo>
                  <a:pt x="337779" y="409039"/>
                  <a:pt x="337779" y="409032"/>
                  <a:pt x="337777" y="409024"/>
                </a:cubicBezTo>
                <a:cubicBezTo>
                  <a:pt x="337782" y="406760"/>
                  <a:pt x="335949" y="404921"/>
                  <a:pt x="333683" y="404916"/>
                </a:cubicBezTo>
                <a:cubicBezTo>
                  <a:pt x="333678" y="404916"/>
                  <a:pt x="333674" y="404916"/>
                  <a:pt x="333669" y="404916"/>
                </a:cubicBezTo>
                <a:lnTo>
                  <a:pt x="297460" y="404916"/>
                </a:lnTo>
                <a:cubicBezTo>
                  <a:pt x="295188" y="404911"/>
                  <a:pt x="293342" y="406749"/>
                  <a:pt x="293338" y="409021"/>
                </a:cubicBezTo>
                <a:cubicBezTo>
                  <a:pt x="293338" y="409023"/>
                  <a:pt x="293338" y="409024"/>
                  <a:pt x="293338" y="409024"/>
                </a:cubicBezTo>
                <a:moveTo>
                  <a:pt x="39859" y="409024"/>
                </a:moveTo>
                <a:cubicBezTo>
                  <a:pt x="39849" y="411291"/>
                  <a:pt x="41679" y="413137"/>
                  <a:pt x="43946" y="413147"/>
                </a:cubicBezTo>
                <a:cubicBezTo>
                  <a:pt x="43953" y="413147"/>
                  <a:pt x="43959" y="413147"/>
                  <a:pt x="43967" y="413147"/>
                </a:cubicBezTo>
                <a:lnTo>
                  <a:pt x="80176" y="413147"/>
                </a:lnTo>
                <a:cubicBezTo>
                  <a:pt x="82449" y="413150"/>
                  <a:pt x="84295" y="411311"/>
                  <a:pt x="84298" y="409037"/>
                </a:cubicBezTo>
                <a:cubicBezTo>
                  <a:pt x="84298" y="409032"/>
                  <a:pt x="84298" y="409029"/>
                  <a:pt x="84298" y="409024"/>
                </a:cubicBezTo>
                <a:cubicBezTo>
                  <a:pt x="84295" y="406752"/>
                  <a:pt x="82451" y="404913"/>
                  <a:pt x="80179" y="404916"/>
                </a:cubicBezTo>
                <a:cubicBezTo>
                  <a:pt x="80177" y="404916"/>
                  <a:pt x="80177" y="404916"/>
                  <a:pt x="80176" y="404916"/>
                </a:cubicBezTo>
                <a:lnTo>
                  <a:pt x="43967" y="404916"/>
                </a:lnTo>
                <a:cubicBezTo>
                  <a:pt x="41701" y="404913"/>
                  <a:pt x="39862" y="406746"/>
                  <a:pt x="39859" y="409012"/>
                </a:cubicBezTo>
                <a:cubicBezTo>
                  <a:pt x="39859" y="409016"/>
                  <a:pt x="39859" y="409021"/>
                  <a:pt x="39859" y="409024"/>
                </a:cubicBezTo>
                <a:moveTo>
                  <a:pt x="80177" y="339849"/>
                </a:moveTo>
                <a:lnTo>
                  <a:pt x="8803" y="339849"/>
                </a:lnTo>
                <a:lnTo>
                  <a:pt x="8803" y="177644"/>
                </a:lnTo>
                <a:cubicBezTo>
                  <a:pt x="8801" y="175367"/>
                  <a:pt x="6955" y="173523"/>
                  <a:pt x="4680" y="173521"/>
                </a:cubicBezTo>
                <a:cubicBezTo>
                  <a:pt x="2408" y="173523"/>
                  <a:pt x="569" y="175367"/>
                  <a:pt x="572" y="177639"/>
                </a:cubicBezTo>
                <a:cubicBezTo>
                  <a:pt x="572" y="177640"/>
                  <a:pt x="572" y="177642"/>
                  <a:pt x="572" y="177644"/>
                </a:cubicBezTo>
                <a:lnTo>
                  <a:pt x="572" y="343959"/>
                </a:lnTo>
                <a:cubicBezTo>
                  <a:pt x="567" y="346229"/>
                  <a:pt x="2404" y="348075"/>
                  <a:pt x="4676" y="348080"/>
                </a:cubicBezTo>
                <a:cubicBezTo>
                  <a:pt x="4677" y="348080"/>
                  <a:pt x="4679" y="348080"/>
                  <a:pt x="4680" y="348080"/>
                </a:cubicBezTo>
                <a:lnTo>
                  <a:pt x="80176" y="348080"/>
                </a:lnTo>
                <a:cubicBezTo>
                  <a:pt x="82449" y="348083"/>
                  <a:pt x="84295" y="346244"/>
                  <a:pt x="84298" y="343970"/>
                </a:cubicBezTo>
                <a:cubicBezTo>
                  <a:pt x="84298" y="343965"/>
                  <a:pt x="84298" y="343962"/>
                  <a:pt x="84298" y="343959"/>
                </a:cubicBezTo>
                <a:cubicBezTo>
                  <a:pt x="84290" y="341687"/>
                  <a:pt x="82447" y="339849"/>
                  <a:pt x="80176" y="339849"/>
                </a:cubicBezTo>
                <a:moveTo>
                  <a:pt x="98412" y="45530"/>
                </a:moveTo>
                <a:cubicBezTo>
                  <a:pt x="98409" y="43258"/>
                  <a:pt x="96564" y="41419"/>
                  <a:pt x="94292" y="41422"/>
                </a:cubicBezTo>
                <a:cubicBezTo>
                  <a:pt x="94291" y="41422"/>
                  <a:pt x="94291" y="41422"/>
                  <a:pt x="94289" y="41422"/>
                </a:cubicBezTo>
                <a:lnTo>
                  <a:pt x="30459" y="41422"/>
                </a:lnTo>
                <a:cubicBezTo>
                  <a:pt x="28193" y="41419"/>
                  <a:pt x="26354" y="43252"/>
                  <a:pt x="26351" y="45518"/>
                </a:cubicBezTo>
                <a:cubicBezTo>
                  <a:pt x="26351" y="45521"/>
                  <a:pt x="26351" y="45526"/>
                  <a:pt x="26351" y="45530"/>
                </a:cubicBezTo>
                <a:lnTo>
                  <a:pt x="26351" y="133916"/>
                </a:lnTo>
                <a:cubicBezTo>
                  <a:pt x="26346" y="136188"/>
                  <a:pt x="28184" y="138034"/>
                  <a:pt x="30456" y="138039"/>
                </a:cubicBezTo>
                <a:cubicBezTo>
                  <a:pt x="30458" y="138039"/>
                  <a:pt x="30458" y="138039"/>
                  <a:pt x="30459" y="138039"/>
                </a:cubicBezTo>
                <a:lnTo>
                  <a:pt x="80191" y="138039"/>
                </a:lnTo>
                <a:cubicBezTo>
                  <a:pt x="82460" y="138026"/>
                  <a:pt x="84295" y="136187"/>
                  <a:pt x="84300" y="133916"/>
                </a:cubicBezTo>
                <a:cubicBezTo>
                  <a:pt x="84293" y="131651"/>
                  <a:pt x="82459" y="129814"/>
                  <a:pt x="80191" y="129808"/>
                </a:cubicBezTo>
                <a:lnTo>
                  <a:pt x="34582" y="129808"/>
                </a:lnTo>
                <a:lnTo>
                  <a:pt x="34582" y="49653"/>
                </a:lnTo>
                <a:lnTo>
                  <a:pt x="94291" y="49653"/>
                </a:lnTo>
                <a:cubicBezTo>
                  <a:pt x="96564" y="49656"/>
                  <a:pt x="98410" y="47813"/>
                  <a:pt x="98413" y="45540"/>
                </a:cubicBezTo>
                <a:cubicBezTo>
                  <a:pt x="98413" y="45537"/>
                  <a:pt x="98413" y="45534"/>
                  <a:pt x="98413" y="45530"/>
                </a:cubicBezTo>
                <a:moveTo>
                  <a:pt x="271146" y="190835"/>
                </a:moveTo>
                <a:lnTo>
                  <a:pt x="271146" y="150874"/>
                </a:lnTo>
                <a:cubicBezTo>
                  <a:pt x="271151" y="148602"/>
                  <a:pt x="269311" y="146756"/>
                  <a:pt x="267039" y="146752"/>
                </a:cubicBezTo>
                <a:cubicBezTo>
                  <a:pt x="267039" y="146752"/>
                  <a:pt x="267037" y="146752"/>
                  <a:pt x="267037" y="146752"/>
                </a:cubicBezTo>
                <a:cubicBezTo>
                  <a:pt x="264756" y="146747"/>
                  <a:pt x="262904" y="148593"/>
                  <a:pt x="262900" y="150873"/>
                </a:cubicBezTo>
                <a:cubicBezTo>
                  <a:pt x="262900" y="150873"/>
                  <a:pt x="262900" y="150874"/>
                  <a:pt x="262900" y="150874"/>
                </a:cubicBezTo>
                <a:lnTo>
                  <a:pt x="262900" y="186698"/>
                </a:lnTo>
                <a:lnTo>
                  <a:pt x="192929" y="186698"/>
                </a:lnTo>
                <a:lnTo>
                  <a:pt x="192929" y="93846"/>
                </a:lnTo>
                <a:lnTo>
                  <a:pt x="234730" y="93846"/>
                </a:lnTo>
                <a:cubicBezTo>
                  <a:pt x="236999" y="93841"/>
                  <a:pt x="238840" y="92007"/>
                  <a:pt x="238853" y="89738"/>
                </a:cubicBezTo>
                <a:cubicBezTo>
                  <a:pt x="238852" y="87459"/>
                  <a:pt x="237009" y="85610"/>
                  <a:pt x="234730" y="85602"/>
                </a:cubicBezTo>
                <a:lnTo>
                  <a:pt x="192929" y="85602"/>
                </a:lnTo>
                <a:lnTo>
                  <a:pt x="192929" y="8058"/>
                </a:lnTo>
                <a:lnTo>
                  <a:pt x="256951" y="8058"/>
                </a:lnTo>
                <a:cubicBezTo>
                  <a:pt x="259225" y="8061"/>
                  <a:pt x="261071" y="6220"/>
                  <a:pt x="261072" y="3946"/>
                </a:cubicBezTo>
                <a:cubicBezTo>
                  <a:pt x="261072" y="3943"/>
                  <a:pt x="261072" y="3938"/>
                  <a:pt x="261072" y="3935"/>
                </a:cubicBezTo>
                <a:cubicBezTo>
                  <a:pt x="261071" y="1663"/>
                  <a:pt x="259226" y="-176"/>
                  <a:pt x="256954" y="-175"/>
                </a:cubicBezTo>
                <a:cubicBezTo>
                  <a:pt x="256953" y="-175"/>
                  <a:pt x="256951" y="-175"/>
                  <a:pt x="256951" y="-175"/>
                </a:cubicBezTo>
                <a:lnTo>
                  <a:pt x="120686" y="-175"/>
                </a:lnTo>
                <a:cubicBezTo>
                  <a:pt x="118418" y="-173"/>
                  <a:pt x="116580" y="1666"/>
                  <a:pt x="116578" y="3935"/>
                </a:cubicBezTo>
                <a:cubicBezTo>
                  <a:pt x="116573" y="6207"/>
                  <a:pt x="118411" y="8053"/>
                  <a:pt x="120685" y="8058"/>
                </a:cubicBezTo>
                <a:cubicBezTo>
                  <a:pt x="120685" y="8058"/>
                  <a:pt x="120686" y="8058"/>
                  <a:pt x="120686" y="8058"/>
                </a:cubicBezTo>
                <a:lnTo>
                  <a:pt x="184696" y="8058"/>
                </a:lnTo>
                <a:lnTo>
                  <a:pt x="184696" y="85629"/>
                </a:lnTo>
                <a:lnTo>
                  <a:pt x="141436" y="85629"/>
                </a:lnTo>
                <a:cubicBezTo>
                  <a:pt x="139161" y="85631"/>
                  <a:pt x="137317" y="87475"/>
                  <a:pt x="137315" y="89752"/>
                </a:cubicBezTo>
                <a:cubicBezTo>
                  <a:pt x="137318" y="92024"/>
                  <a:pt x="139163" y="93864"/>
                  <a:pt x="141435" y="93860"/>
                </a:cubicBezTo>
                <a:cubicBezTo>
                  <a:pt x="141435" y="93860"/>
                  <a:pt x="141436" y="93860"/>
                  <a:pt x="141436" y="93860"/>
                </a:cubicBezTo>
                <a:lnTo>
                  <a:pt x="184696" y="93860"/>
                </a:lnTo>
                <a:lnTo>
                  <a:pt x="184696" y="186698"/>
                </a:lnTo>
                <a:lnTo>
                  <a:pt x="114724" y="186698"/>
                </a:lnTo>
                <a:lnTo>
                  <a:pt x="114724" y="150874"/>
                </a:lnTo>
                <a:cubicBezTo>
                  <a:pt x="114727" y="148601"/>
                  <a:pt x="112885" y="146755"/>
                  <a:pt x="110611" y="146752"/>
                </a:cubicBezTo>
                <a:cubicBezTo>
                  <a:pt x="110608" y="146752"/>
                  <a:pt x="110605" y="146752"/>
                  <a:pt x="110602" y="146752"/>
                </a:cubicBezTo>
                <a:cubicBezTo>
                  <a:pt x="108325" y="146753"/>
                  <a:pt x="106481" y="148598"/>
                  <a:pt x="106479" y="150874"/>
                </a:cubicBezTo>
                <a:lnTo>
                  <a:pt x="106479" y="190835"/>
                </a:lnTo>
                <a:cubicBezTo>
                  <a:pt x="106482" y="193107"/>
                  <a:pt x="108326" y="194947"/>
                  <a:pt x="110598" y="194943"/>
                </a:cubicBezTo>
                <a:cubicBezTo>
                  <a:pt x="110598" y="194943"/>
                  <a:pt x="110600" y="194943"/>
                  <a:pt x="110602" y="194943"/>
                </a:cubicBezTo>
                <a:lnTo>
                  <a:pt x="184696" y="194943"/>
                </a:lnTo>
                <a:lnTo>
                  <a:pt x="184696" y="302418"/>
                </a:lnTo>
                <a:lnTo>
                  <a:pt x="120523" y="302418"/>
                </a:lnTo>
                <a:lnTo>
                  <a:pt x="120523" y="253744"/>
                </a:lnTo>
                <a:cubicBezTo>
                  <a:pt x="120518" y="251469"/>
                  <a:pt x="118670" y="249630"/>
                  <a:pt x="116395" y="249636"/>
                </a:cubicBezTo>
                <a:cubicBezTo>
                  <a:pt x="116392" y="249636"/>
                  <a:pt x="116389" y="249636"/>
                  <a:pt x="116386" y="249636"/>
                </a:cubicBezTo>
                <a:lnTo>
                  <a:pt x="62189" y="249636"/>
                </a:lnTo>
                <a:lnTo>
                  <a:pt x="62189" y="210170"/>
                </a:lnTo>
                <a:cubicBezTo>
                  <a:pt x="62194" y="207898"/>
                  <a:pt x="60356" y="206052"/>
                  <a:pt x="58084" y="206047"/>
                </a:cubicBezTo>
                <a:cubicBezTo>
                  <a:pt x="58082" y="206047"/>
                  <a:pt x="58082" y="206047"/>
                  <a:pt x="58081" y="206047"/>
                </a:cubicBezTo>
                <a:cubicBezTo>
                  <a:pt x="55805" y="206054"/>
                  <a:pt x="53964" y="207895"/>
                  <a:pt x="53958" y="210170"/>
                </a:cubicBezTo>
                <a:lnTo>
                  <a:pt x="53958" y="253744"/>
                </a:lnTo>
                <a:cubicBezTo>
                  <a:pt x="53960" y="256020"/>
                  <a:pt x="55804" y="257866"/>
                  <a:pt x="58081" y="257867"/>
                </a:cubicBezTo>
                <a:lnTo>
                  <a:pt x="112277" y="257867"/>
                </a:lnTo>
                <a:lnTo>
                  <a:pt x="112277" y="380182"/>
                </a:lnTo>
                <a:cubicBezTo>
                  <a:pt x="112273" y="382454"/>
                  <a:pt x="114110" y="384300"/>
                  <a:pt x="116382" y="384304"/>
                </a:cubicBezTo>
                <a:cubicBezTo>
                  <a:pt x="116384" y="384304"/>
                  <a:pt x="116386" y="384304"/>
                  <a:pt x="116386" y="384304"/>
                </a:cubicBezTo>
                <a:cubicBezTo>
                  <a:pt x="118666" y="384303"/>
                  <a:pt x="120515" y="382460"/>
                  <a:pt x="120523" y="380182"/>
                </a:cubicBezTo>
                <a:lnTo>
                  <a:pt x="120523" y="310649"/>
                </a:lnTo>
                <a:lnTo>
                  <a:pt x="184696" y="310649"/>
                </a:lnTo>
                <a:lnTo>
                  <a:pt x="184696" y="432537"/>
                </a:lnTo>
                <a:lnTo>
                  <a:pt x="131736" y="432537"/>
                </a:lnTo>
                <a:cubicBezTo>
                  <a:pt x="129475" y="432528"/>
                  <a:pt x="127636" y="434355"/>
                  <a:pt x="127628" y="436615"/>
                </a:cubicBezTo>
                <a:cubicBezTo>
                  <a:pt x="127628" y="436625"/>
                  <a:pt x="127628" y="436635"/>
                  <a:pt x="127628" y="436646"/>
                </a:cubicBezTo>
                <a:cubicBezTo>
                  <a:pt x="127618" y="438913"/>
                  <a:pt x="129448" y="440759"/>
                  <a:pt x="131716" y="440768"/>
                </a:cubicBezTo>
                <a:cubicBezTo>
                  <a:pt x="131722" y="440768"/>
                  <a:pt x="131730" y="440768"/>
                  <a:pt x="131736" y="440768"/>
                </a:cubicBezTo>
                <a:lnTo>
                  <a:pt x="245888" y="440768"/>
                </a:lnTo>
                <a:cubicBezTo>
                  <a:pt x="248162" y="440771"/>
                  <a:pt x="250008" y="438930"/>
                  <a:pt x="250011" y="436657"/>
                </a:cubicBezTo>
                <a:cubicBezTo>
                  <a:pt x="250011" y="436654"/>
                  <a:pt x="250011" y="436649"/>
                  <a:pt x="250011" y="436646"/>
                </a:cubicBezTo>
                <a:cubicBezTo>
                  <a:pt x="250013" y="434378"/>
                  <a:pt x="248176" y="432539"/>
                  <a:pt x="245909" y="432537"/>
                </a:cubicBezTo>
                <a:cubicBezTo>
                  <a:pt x="245903" y="432537"/>
                  <a:pt x="245895" y="432537"/>
                  <a:pt x="245888" y="432537"/>
                </a:cubicBezTo>
                <a:lnTo>
                  <a:pt x="192929" y="432537"/>
                </a:lnTo>
                <a:lnTo>
                  <a:pt x="192929" y="310649"/>
                </a:lnTo>
                <a:lnTo>
                  <a:pt x="257116" y="310649"/>
                </a:lnTo>
                <a:lnTo>
                  <a:pt x="257116" y="380182"/>
                </a:lnTo>
                <a:cubicBezTo>
                  <a:pt x="257124" y="382460"/>
                  <a:pt x="258972" y="384303"/>
                  <a:pt x="261250" y="384304"/>
                </a:cubicBezTo>
                <a:cubicBezTo>
                  <a:pt x="263522" y="384296"/>
                  <a:pt x="265358" y="382454"/>
                  <a:pt x="265358" y="380182"/>
                </a:cubicBezTo>
                <a:lnTo>
                  <a:pt x="265358" y="257867"/>
                </a:lnTo>
                <a:lnTo>
                  <a:pt x="319557" y="257867"/>
                </a:lnTo>
                <a:cubicBezTo>
                  <a:pt x="321829" y="257864"/>
                  <a:pt x="323668" y="256020"/>
                  <a:pt x="323665" y="253748"/>
                </a:cubicBezTo>
                <a:cubicBezTo>
                  <a:pt x="323665" y="253746"/>
                  <a:pt x="323665" y="253744"/>
                  <a:pt x="323665" y="253744"/>
                </a:cubicBezTo>
                <a:lnTo>
                  <a:pt x="323665" y="210170"/>
                </a:lnTo>
                <a:cubicBezTo>
                  <a:pt x="323665" y="207898"/>
                  <a:pt x="321827" y="206055"/>
                  <a:pt x="319557" y="206047"/>
                </a:cubicBezTo>
                <a:cubicBezTo>
                  <a:pt x="317280" y="206049"/>
                  <a:pt x="315436" y="207893"/>
                  <a:pt x="315434" y="210170"/>
                </a:cubicBezTo>
                <a:lnTo>
                  <a:pt x="315434" y="249636"/>
                </a:lnTo>
                <a:lnTo>
                  <a:pt x="261250" y="249636"/>
                </a:lnTo>
                <a:cubicBezTo>
                  <a:pt x="258977" y="249625"/>
                  <a:pt x="257124" y="251460"/>
                  <a:pt x="257115" y="253733"/>
                </a:cubicBezTo>
                <a:cubicBezTo>
                  <a:pt x="257115" y="253737"/>
                  <a:pt x="257115" y="253741"/>
                  <a:pt x="257115" y="253744"/>
                </a:cubicBezTo>
                <a:lnTo>
                  <a:pt x="257115" y="302416"/>
                </a:lnTo>
                <a:lnTo>
                  <a:pt x="192927" y="302416"/>
                </a:lnTo>
                <a:lnTo>
                  <a:pt x="192927" y="194943"/>
                </a:lnTo>
                <a:lnTo>
                  <a:pt x="267036" y="194943"/>
                </a:lnTo>
                <a:cubicBezTo>
                  <a:pt x="269301" y="194948"/>
                  <a:pt x="271141" y="193113"/>
                  <a:pt x="271144" y="190849"/>
                </a:cubicBezTo>
                <a:cubicBezTo>
                  <a:pt x="271144" y="190845"/>
                  <a:pt x="271144" y="190840"/>
                  <a:pt x="271144" y="190835"/>
                </a:cubicBezTo>
                <a:moveTo>
                  <a:pt x="351285" y="133931"/>
                </a:moveTo>
                <a:lnTo>
                  <a:pt x="351285" y="45545"/>
                </a:lnTo>
                <a:cubicBezTo>
                  <a:pt x="351288" y="43271"/>
                  <a:pt x="349449" y="41425"/>
                  <a:pt x="347175" y="41422"/>
                </a:cubicBezTo>
                <a:cubicBezTo>
                  <a:pt x="347170" y="41422"/>
                  <a:pt x="347167" y="41422"/>
                  <a:pt x="347164" y="41422"/>
                </a:cubicBezTo>
                <a:lnTo>
                  <a:pt x="283332" y="41422"/>
                </a:lnTo>
                <a:cubicBezTo>
                  <a:pt x="281065" y="41420"/>
                  <a:pt x="279226" y="43257"/>
                  <a:pt x="279224" y="45524"/>
                </a:cubicBezTo>
                <a:cubicBezTo>
                  <a:pt x="279224" y="45530"/>
                  <a:pt x="279224" y="45538"/>
                  <a:pt x="279224" y="45545"/>
                </a:cubicBezTo>
                <a:cubicBezTo>
                  <a:pt x="279226" y="47813"/>
                  <a:pt x="281065" y="49651"/>
                  <a:pt x="283332" y="49653"/>
                </a:cubicBezTo>
                <a:lnTo>
                  <a:pt x="343054" y="49653"/>
                </a:lnTo>
                <a:lnTo>
                  <a:pt x="343054" y="129808"/>
                </a:lnTo>
                <a:lnTo>
                  <a:pt x="297460" y="129808"/>
                </a:lnTo>
                <a:cubicBezTo>
                  <a:pt x="295187" y="129805"/>
                  <a:pt x="293341" y="131644"/>
                  <a:pt x="293338" y="133918"/>
                </a:cubicBezTo>
                <a:cubicBezTo>
                  <a:pt x="293338" y="133923"/>
                  <a:pt x="293338" y="133926"/>
                  <a:pt x="293338" y="133931"/>
                </a:cubicBezTo>
                <a:cubicBezTo>
                  <a:pt x="293344" y="136201"/>
                  <a:pt x="295188" y="138039"/>
                  <a:pt x="297460" y="138039"/>
                </a:cubicBezTo>
                <a:lnTo>
                  <a:pt x="347164" y="138039"/>
                </a:lnTo>
                <a:cubicBezTo>
                  <a:pt x="349434" y="138039"/>
                  <a:pt x="351279" y="136201"/>
                  <a:pt x="351285" y="133931"/>
                </a:cubicBezTo>
                <a:moveTo>
                  <a:pt x="377065" y="343972"/>
                </a:moveTo>
                <a:lnTo>
                  <a:pt x="377065" y="177629"/>
                </a:lnTo>
                <a:cubicBezTo>
                  <a:pt x="377062" y="175357"/>
                  <a:pt x="375218" y="173518"/>
                  <a:pt x="372946" y="173521"/>
                </a:cubicBezTo>
                <a:cubicBezTo>
                  <a:pt x="372944" y="173521"/>
                  <a:pt x="372943" y="173521"/>
                  <a:pt x="372943" y="173521"/>
                </a:cubicBezTo>
                <a:cubicBezTo>
                  <a:pt x="370677" y="173518"/>
                  <a:pt x="368838" y="175351"/>
                  <a:pt x="368834" y="177617"/>
                </a:cubicBezTo>
                <a:cubicBezTo>
                  <a:pt x="368834" y="177621"/>
                  <a:pt x="368834" y="177625"/>
                  <a:pt x="368834" y="177629"/>
                </a:cubicBezTo>
                <a:lnTo>
                  <a:pt x="368834" y="339836"/>
                </a:lnTo>
                <a:lnTo>
                  <a:pt x="297460" y="339836"/>
                </a:lnTo>
                <a:cubicBezTo>
                  <a:pt x="295179" y="339839"/>
                  <a:pt x="293335" y="341690"/>
                  <a:pt x="293338" y="343970"/>
                </a:cubicBezTo>
                <a:cubicBezTo>
                  <a:pt x="293338" y="343970"/>
                  <a:pt x="293338" y="343972"/>
                  <a:pt x="293338" y="343972"/>
                </a:cubicBezTo>
                <a:cubicBezTo>
                  <a:pt x="293335" y="346239"/>
                  <a:pt x="295171" y="348078"/>
                  <a:pt x="297438" y="348080"/>
                </a:cubicBezTo>
                <a:cubicBezTo>
                  <a:pt x="297446" y="348080"/>
                  <a:pt x="297452" y="348080"/>
                  <a:pt x="297460" y="348080"/>
                </a:cubicBezTo>
                <a:lnTo>
                  <a:pt x="372943" y="348080"/>
                </a:lnTo>
                <a:cubicBezTo>
                  <a:pt x="375210" y="348089"/>
                  <a:pt x="377056" y="346260"/>
                  <a:pt x="377065" y="343992"/>
                </a:cubicBezTo>
                <a:cubicBezTo>
                  <a:pt x="377065" y="343986"/>
                  <a:pt x="377065" y="343978"/>
                  <a:pt x="377065" y="343972"/>
                </a:cubicBezTo>
                <a:moveTo>
                  <a:pt x="577721" y="299806"/>
                </a:moveTo>
                <a:lnTo>
                  <a:pt x="609683" y="299806"/>
                </a:lnTo>
                <a:lnTo>
                  <a:pt x="609683" y="196098"/>
                </a:lnTo>
                <a:cubicBezTo>
                  <a:pt x="609683" y="159709"/>
                  <a:pt x="590294" y="131498"/>
                  <a:pt x="551186" y="131498"/>
                </a:cubicBezTo>
                <a:cubicBezTo>
                  <a:pt x="532153" y="131498"/>
                  <a:pt x="512778" y="139317"/>
                  <a:pt x="500878" y="159709"/>
                </a:cubicBezTo>
                <a:lnTo>
                  <a:pt x="500878" y="136254"/>
                </a:lnTo>
                <a:lnTo>
                  <a:pt x="469601" y="136254"/>
                </a:lnTo>
                <a:lnTo>
                  <a:pt x="469601" y="299806"/>
                </a:lnTo>
                <a:lnTo>
                  <a:pt x="501565" y="299806"/>
                </a:lnTo>
                <a:lnTo>
                  <a:pt x="501565" y="205278"/>
                </a:lnTo>
                <a:cubicBezTo>
                  <a:pt x="501565" y="180447"/>
                  <a:pt x="514481" y="160396"/>
                  <a:pt x="539629" y="160396"/>
                </a:cubicBezTo>
                <a:cubicBezTo>
                  <a:pt x="568198" y="160396"/>
                  <a:pt x="577721" y="178769"/>
                  <a:pt x="577721" y="201540"/>
                </a:cubicBezTo>
                <a:close/>
                <a:moveTo>
                  <a:pt x="766751" y="201196"/>
                </a:moveTo>
                <a:lnTo>
                  <a:pt x="677320" y="201196"/>
                </a:lnTo>
                <a:cubicBezTo>
                  <a:pt x="678681" y="180130"/>
                  <a:pt x="695020" y="159366"/>
                  <a:pt x="721870" y="159366"/>
                </a:cubicBezTo>
                <a:cubicBezTo>
                  <a:pt x="750756" y="159366"/>
                  <a:pt x="766064" y="177739"/>
                  <a:pt x="766751" y="201196"/>
                </a:cubicBezTo>
                <a:moveTo>
                  <a:pt x="799388" y="227044"/>
                </a:moveTo>
                <a:cubicBezTo>
                  <a:pt x="799861" y="223662"/>
                  <a:pt x="800091" y="220250"/>
                  <a:pt x="800075" y="216835"/>
                </a:cubicBezTo>
                <a:cubicBezTo>
                  <a:pt x="800075" y="165839"/>
                  <a:pt x="771836" y="131155"/>
                  <a:pt x="721527" y="131155"/>
                </a:cubicBezTo>
                <a:cubicBezTo>
                  <a:pt x="680385" y="131155"/>
                  <a:pt x="643324" y="166182"/>
                  <a:pt x="643324" y="217522"/>
                </a:cubicBezTo>
                <a:cubicBezTo>
                  <a:pt x="643324" y="272955"/>
                  <a:pt x="681746" y="304904"/>
                  <a:pt x="725608" y="304904"/>
                </a:cubicBezTo>
                <a:cubicBezTo>
                  <a:pt x="763687" y="304904"/>
                  <a:pt x="789865" y="282134"/>
                  <a:pt x="799044" y="253221"/>
                </a:cubicBezTo>
                <a:lnTo>
                  <a:pt x="771519" y="243698"/>
                </a:lnTo>
                <a:cubicBezTo>
                  <a:pt x="765391" y="262058"/>
                  <a:pt x="752130" y="276679"/>
                  <a:pt x="725608" y="276679"/>
                </a:cubicBezTo>
                <a:cubicBezTo>
                  <a:pt x="698057" y="276679"/>
                  <a:pt x="676991" y="256285"/>
                  <a:pt x="676304" y="227044"/>
                </a:cubicBezTo>
                <a:close/>
                <a:moveTo>
                  <a:pt x="945791" y="299820"/>
                </a:moveTo>
                <a:lnTo>
                  <a:pt x="976394" y="299820"/>
                </a:lnTo>
                <a:cubicBezTo>
                  <a:pt x="975261" y="289769"/>
                  <a:pt x="974688" y="279662"/>
                  <a:pt x="974677" y="269547"/>
                </a:cubicBezTo>
                <a:lnTo>
                  <a:pt x="974677" y="136254"/>
                </a:lnTo>
                <a:lnTo>
                  <a:pt x="942727" y="136254"/>
                </a:lnTo>
                <a:lnTo>
                  <a:pt x="942727" y="234863"/>
                </a:lnTo>
                <a:cubicBezTo>
                  <a:pt x="942727" y="259681"/>
                  <a:pt x="929810" y="276679"/>
                  <a:pt x="903948" y="276679"/>
                </a:cubicBezTo>
                <a:cubicBezTo>
                  <a:pt x="877097" y="276679"/>
                  <a:pt x="866901" y="256959"/>
                  <a:pt x="866901" y="234519"/>
                </a:cubicBezTo>
                <a:lnTo>
                  <a:pt x="866901" y="136254"/>
                </a:lnTo>
                <a:lnTo>
                  <a:pt x="834924" y="136254"/>
                </a:lnTo>
                <a:lnTo>
                  <a:pt x="834924" y="239287"/>
                </a:lnTo>
                <a:cubicBezTo>
                  <a:pt x="834924" y="276348"/>
                  <a:pt x="858065" y="304903"/>
                  <a:pt x="896143" y="304903"/>
                </a:cubicBezTo>
                <a:cubicBezTo>
                  <a:pt x="915175" y="304903"/>
                  <a:pt x="935582" y="297084"/>
                  <a:pt x="944418" y="280086"/>
                </a:cubicBezTo>
                <a:cubicBezTo>
                  <a:pt x="944422" y="286687"/>
                  <a:pt x="944881" y="293281"/>
                  <a:pt x="945791" y="299818"/>
                </a:cubicBezTo>
                <a:moveTo>
                  <a:pt x="1098324" y="167541"/>
                </a:moveTo>
                <a:cubicBezTo>
                  <a:pt x="1102992" y="167551"/>
                  <a:pt x="1107652" y="167891"/>
                  <a:pt x="1112271" y="168559"/>
                </a:cubicBezTo>
                <a:lnTo>
                  <a:pt x="1112271" y="134563"/>
                </a:lnTo>
                <a:cubicBezTo>
                  <a:pt x="1108795" y="133908"/>
                  <a:pt x="1105269" y="133563"/>
                  <a:pt x="1101731" y="133532"/>
                </a:cubicBezTo>
                <a:cubicBezTo>
                  <a:pt x="1085077" y="133532"/>
                  <a:pt x="1064671" y="139661"/>
                  <a:pt x="1052771" y="164808"/>
                </a:cubicBezTo>
                <a:lnTo>
                  <a:pt x="1052771" y="136266"/>
                </a:lnTo>
                <a:lnTo>
                  <a:pt x="1021481" y="136266"/>
                </a:lnTo>
                <a:lnTo>
                  <a:pt x="1021481" y="299806"/>
                </a:lnTo>
                <a:lnTo>
                  <a:pt x="1053443" y="299806"/>
                </a:lnTo>
                <a:lnTo>
                  <a:pt x="1053443" y="217851"/>
                </a:lnTo>
                <a:cubicBezTo>
                  <a:pt x="1053443" y="181820"/>
                  <a:pt x="1071474" y="167543"/>
                  <a:pt x="1098324" y="167543"/>
                </a:cubicBezTo>
                <a:moveTo>
                  <a:pt x="1263512" y="217865"/>
                </a:moveTo>
                <a:cubicBezTo>
                  <a:pt x="1263512" y="255943"/>
                  <a:pt x="1239712" y="276350"/>
                  <a:pt x="1212518" y="276350"/>
                </a:cubicBezTo>
                <a:cubicBezTo>
                  <a:pt x="1185308" y="276350"/>
                  <a:pt x="1161507" y="255943"/>
                  <a:pt x="1161507" y="217865"/>
                </a:cubicBezTo>
                <a:cubicBezTo>
                  <a:pt x="1161507" y="180116"/>
                  <a:pt x="1185308" y="159709"/>
                  <a:pt x="1212518" y="159709"/>
                </a:cubicBezTo>
                <a:cubicBezTo>
                  <a:pt x="1239712" y="159709"/>
                  <a:pt x="1263512" y="180116"/>
                  <a:pt x="1263512" y="217865"/>
                </a:cubicBezTo>
                <a:moveTo>
                  <a:pt x="1296163" y="217865"/>
                </a:moveTo>
                <a:cubicBezTo>
                  <a:pt x="1296163" y="168230"/>
                  <a:pt x="1261479" y="131169"/>
                  <a:pt x="1212518" y="131169"/>
                </a:cubicBezTo>
                <a:cubicBezTo>
                  <a:pt x="1163557" y="131169"/>
                  <a:pt x="1128871" y="168230"/>
                  <a:pt x="1128871" y="217865"/>
                </a:cubicBezTo>
                <a:cubicBezTo>
                  <a:pt x="1128871" y="267844"/>
                  <a:pt x="1163555" y="304904"/>
                  <a:pt x="1212518" y="304904"/>
                </a:cubicBezTo>
                <a:cubicBezTo>
                  <a:pt x="1261479" y="304904"/>
                  <a:pt x="1296163" y="267844"/>
                  <a:pt x="1296163" y="217865"/>
                </a:cubicBezTo>
                <a:moveTo>
                  <a:pt x="1388657" y="301496"/>
                </a:moveTo>
                <a:cubicBezTo>
                  <a:pt x="1396028" y="301629"/>
                  <a:pt x="1403374" y="300599"/>
                  <a:pt x="1410425" y="298446"/>
                </a:cubicBezTo>
                <a:lnTo>
                  <a:pt x="1410425" y="271237"/>
                </a:lnTo>
                <a:cubicBezTo>
                  <a:pt x="1406285" y="272108"/>
                  <a:pt x="1402068" y="272569"/>
                  <a:pt x="1397836" y="272612"/>
                </a:cubicBezTo>
                <a:cubicBezTo>
                  <a:pt x="1381182" y="272612"/>
                  <a:pt x="1375054" y="265109"/>
                  <a:pt x="1375054" y="250158"/>
                </a:cubicBezTo>
                <a:lnTo>
                  <a:pt x="1375054" y="165152"/>
                </a:lnTo>
                <a:lnTo>
                  <a:pt x="1410423" y="165152"/>
                </a:lnTo>
                <a:lnTo>
                  <a:pt x="1410423" y="136254"/>
                </a:lnTo>
                <a:lnTo>
                  <a:pt x="1375054" y="136254"/>
                </a:lnTo>
                <a:lnTo>
                  <a:pt x="1375054" y="84585"/>
                </a:lnTo>
                <a:lnTo>
                  <a:pt x="1345825" y="84585"/>
                </a:lnTo>
                <a:lnTo>
                  <a:pt x="1345825" y="111092"/>
                </a:lnTo>
                <a:cubicBezTo>
                  <a:pt x="1345825" y="125383"/>
                  <a:pt x="1338335" y="136254"/>
                  <a:pt x="1320665" y="136254"/>
                </a:cubicBezTo>
                <a:lnTo>
                  <a:pt x="1311814" y="136254"/>
                </a:lnTo>
                <a:lnTo>
                  <a:pt x="1311814" y="165152"/>
                </a:lnTo>
                <a:lnTo>
                  <a:pt x="1343105" y="165152"/>
                </a:lnTo>
                <a:lnTo>
                  <a:pt x="1343105" y="254911"/>
                </a:lnTo>
                <a:cubicBezTo>
                  <a:pt x="1343105" y="284512"/>
                  <a:pt x="1360777" y="301496"/>
                  <a:pt x="1388657" y="301496"/>
                </a:cubicBezTo>
                <a:moveTo>
                  <a:pt x="1564344" y="217865"/>
                </a:moveTo>
                <a:cubicBezTo>
                  <a:pt x="1564344" y="255943"/>
                  <a:pt x="1540543" y="276350"/>
                  <a:pt x="1513349" y="276350"/>
                </a:cubicBezTo>
                <a:cubicBezTo>
                  <a:pt x="1486155" y="276350"/>
                  <a:pt x="1462340" y="255943"/>
                  <a:pt x="1462340" y="217865"/>
                </a:cubicBezTo>
                <a:cubicBezTo>
                  <a:pt x="1462340" y="180116"/>
                  <a:pt x="1486155" y="159709"/>
                  <a:pt x="1513349" y="159709"/>
                </a:cubicBezTo>
                <a:cubicBezTo>
                  <a:pt x="1540544" y="159709"/>
                  <a:pt x="1564344" y="180116"/>
                  <a:pt x="1564344" y="217865"/>
                </a:cubicBezTo>
                <a:moveTo>
                  <a:pt x="1596994" y="217865"/>
                </a:moveTo>
                <a:cubicBezTo>
                  <a:pt x="1596994" y="168230"/>
                  <a:pt x="1562310" y="131169"/>
                  <a:pt x="1513349" y="131169"/>
                </a:cubicBezTo>
                <a:cubicBezTo>
                  <a:pt x="1464388" y="131169"/>
                  <a:pt x="1429704" y="168230"/>
                  <a:pt x="1429704" y="217865"/>
                </a:cubicBezTo>
                <a:cubicBezTo>
                  <a:pt x="1429704" y="267844"/>
                  <a:pt x="1464388" y="304904"/>
                  <a:pt x="1513349" y="304904"/>
                </a:cubicBezTo>
                <a:cubicBezTo>
                  <a:pt x="1562310" y="304904"/>
                  <a:pt x="1596994" y="267844"/>
                  <a:pt x="1596994" y="217865"/>
                </a:cubicBezTo>
                <a:moveTo>
                  <a:pt x="1709456" y="167543"/>
                </a:moveTo>
                <a:cubicBezTo>
                  <a:pt x="1714119" y="167552"/>
                  <a:pt x="1718776" y="167893"/>
                  <a:pt x="1723392" y="168560"/>
                </a:cubicBezTo>
                <a:lnTo>
                  <a:pt x="1723392" y="134563"/>
                </a:lnTo>
                <a:cubicBezTo>
                  <a:pt x="1719915" y="133908"/>
                  <a:pt x="1716387" y="133563"/>
                  <a:pt x="1712851" y="133532"/>
                </a:cubicBezTo>
                <a:cubicBezTo>
                  <a:pt x="1696195" y="133532"/>
                  <a:pt x="1675790" y="139661"/>
                  <a:pt x="1663890" y="164808"/>
                </a:cubicBezTo>
                <a:lnTo>
                  <a:pt x="1663890" y="136266"/>
                </a:lnTo>
                <a:lnTo>
                  <a:pt x="1632614" y="136266"/>
                </a:lnTo>
                <a:lnTo>
                  <a:pt x="1632614" y="299806"/>
                </a:lnTo>
                <a:lnTo>
                  <a:pt x="1664564" y="299806"/>
                </a:lnTo>
                <a:lnTo>
                  <a:pt x="1664564" y="217851"/>
                </a:lnTo>
                <a:cubicBezTo>
                  <a:pt x="1664564" y="181820"/>
                  <a:pt x="1682606" y="167543"/>
                  <a:pt x="1709456" y="167543"/>
                </a:cubicBezTo>
                <a:moveTo>
                  <a:pt x="1790286" y="74360"/>
                </a:moveTo>
                <a:cubicBezTo>
                  <a:pt x="1790373" y="61682"/>
                  <a:pt x="1780166" y="51335"/>
                  <a:pt x="1767488" y="51248"/>
                </a:cubicBezTo>
                <a:cubicBezTo>
                  <a:pt x="1754810" y="51160"/>
                  <a:pt x="1744461" y="61367"/>
                  <a:pt x="1744374" y="74045"/>
                </a:cubicBezTo>
                <a:cubicBezTo>
                  <a:pt x="1744288" y="86717"/>
                  <a:pt x="1754486" y="97064"/>
                  <a:pt x="1767159" y="97158"/>
                </a:cubicBezTo>
                <a:cubicBezTo>
                  <a:pt x="1779829" y="97261"/>
                  <a:pt x="1790184" y="87071"/>
                  <a:pt x="1790286" y="74401"/>
                </a:cubicBezTo>
                <a:cubicBezTo>
                  <a:pt x="1790286" y="74389"/>
                  <a:pt x="1790286" y="74374"/>
                  <a:pt x="1790286" y="74362"/>
                </a:cubicBezTo>
                <a:moveTo>
                  <a:pt x="1937899" y="299820"/>
                </a:moveTo>
                <a:lnTo>
                  <a:pt x="1968489" y="299820"/>
                </a:lnTo>
                <a:cubicBezTo>
                  <a:pt x="1967368" y="289767"/>
                  <a:pt x="1966799" y="279662"/>
                  <a:pt x="1966785" y="269547"/>
                </a:cubicBezTo>
                <a:lnTo>
                  <a:pt x="1966785" y="136254"/>
                </a:lnTo>
                <a:lnTo>
                  <a:pt x="1934821" y="136254"/>
                </a:lnTo>
                <a:lnTo>
                  <a:pt x="1934821" y="234863"/>
                </a:lnTo>
                <a:cubicBezTo>
                  <a:pt x="1934821" y="259681"/>
                  <a:pt x="1921917" y="276679"/>
                  <a:pt x="1896069" y="276679"/>
                </a:cubicBezTo>
                <a:cubicBezTo>
                  <a:pt x="1869204" y="276679"/>
                  <a:pt x="1859008" y="256959"/>
                  <a:pt x="1859008" y="234519"/>
                </a:cubicBezTo>
                <a:lnTo>
                  <a:pt x="1859008" y="136254"/>
                </a:lnTo>
                <a:lnTo>
                  <a:pt x="1827032" y="136254"/>
                </a:lnTo>
                <a:lnTo>
                  <a:pt x="1827032" y="239287"/>
                </a:lnTo>
                <a:cubicBezTo>
                  <a:pt x="1827032" y="276348"/>
                  <a:pt x="1850171" y="304903"/>
                  <a:pt x="1888249" y="304903"/>
                </a:cubicBezTo>
                <a:cubicBezTo>
                  <a:pt x="1907282" y="304903"/>
                  <a:pt x="1927689" y="297084"/>
                  <a:pt x="1936524" y="280086"/>
                </a:cubicBezTo>
                <a:cubicBezTo>
                  <a:pt x="1936529" y="286687"/>
                  <a:pt x="1936988" y="293281"/>
                  <a:pt x="1937899" y="299818"/>
                </a:cubicBezTo>
                <a:moveTo>
                  <a:pt x="2253984" y="299806"/>
                </a:moveTo>
                <a:lnTo>
                  <a:pt x="2253984" y="193721"/>
                </a:lnTo>
                <a:cubicBezTo>
                  <a:pt x="2253984" y="150874"/>
                  <a:pt x="2226102" y="131498"/>
                  <a:pt x="2197547" y="131498"/>
                </a:cubicBezTo>
                <a:cubicBezTo>
                  <a:pt x="2176797" y="131498"/>
                  <a:pt x="2155704" y="138974"/>
                  <a:pt x="2142800" y="162431"/>
                </a:cubicBezTo>
                <a:cubicBezTo>
                  <a:pt x="2133951" y="141365"/>
                  <a:pt x="2114231" y="131498"/>
                  <a:pt x="2093839" y="131498"/>
                </a:cubicBezTo>
                <a:cubicBezTo>
                  <a:pt x="2074793" y="131498"/>
                  <a:pt x="2054387" y="139991"/>
                  <a:pt x="2044204" y="158005"/>
                </a:cubicBezTo>
                <a:lnTo>
                  <a:pt x="2044204" y="136254"/>
                </a:lnTo>
                <a:lnTo>
                  <a:pt x="2013588" y="136254"/>
                </a:lnTo>
                <a:lnTo>
                  <a:pt x="2013588" y="299806"/>
                </a:lnTo>
                <a:lnTo>
                  <a:pt x="2045221" y="299806"/>
                </a:lnTo>
                <a:lnTo>
                  <a:pt x="2045221" y="201209"/>
                </a:lnTo>
                <a:cubicBezTo>
                  <a:pt x="2045221" y="176723"/>
                  <a:pt x="2060516" y="159709"/>
                  <a:pt x="2083299" y="159709"/>
                </a:cubicBezTo>
                <a:cubicBezTo>
                  <a:pt x="2107759" y="159709"/>
                  <a:pt x="2117971" y="176035"/>
                  <a:pt x="2117971" y="197115"/>
                </a:cubicBezTo>
                <a:lnTo>
                  <a:pt x="2117971" y="299807"/>
                </a:lnTo>
                <a:lnTo>
                  <a:pt x="2149932" y="299807"/>
                </a:lnTo>
                <a:lnTo>
                  <a:pt x="2149932" y="200867"/>
                </a:lnTo>
                <a:cubicBezTo>
                  <a:pt x="2149932" y="177410"/>
                  <a:pt x="2165242" y="159711"/>
                  <a:pt x="2187682" y="159711"/>
                </a:cubicBezTo>
                <a:cubicBezTo>
                  <a:pt x="2211824" y="159711"/>
                  <a:pt x="2222364" y="175706"/>
                  <a:pt x="2222364" y="197115"/>
                </a:cubicBezTo>
                <a:lnTo>
                  <a:pt x="2222364" y="299807"/>
                </a:lnTo>
                <a:close/>
              </a:path>
            </a:pathLst>
          </a:custGeom>
          <a:solidFill>
            <a:srgbClr val="3F1A01"/>
          </a:solidFill>
          <a:ln w="1586" cap="flat">
            <a:noFill/>
            <a:prstDash val="solid"/>
            <a:miter/>
          </a:ln>
        </p:spPr>
        <p:txBody>
          <a:bodyPr rtlCol="0" anchor="ctr"/>
          <a:lstStyle/>
          <a:p>
            <a:endParaRPr lang="en-GB"/>
          </a:p>
        </p:txBody>
      </p:sp>
      <p:sp>
        <p:nvSpPr>
          <p:cNvPr id="10" name="ExternalLogo" hidden="1">
            <a:extLst>
              <a:ext uri="{FF2B5EF4-FFF2-40B4-BE49-F238E27FC236}">
                <a16:creationId xmlns:a16="http://schemas.microsoft.com/office/drawing/2014/main" id="{3F6C35DF-345B-471E-BB1A-9898955FCA3F}"/>
              </a:ext>
            </a:extLst>
          </p:cNvPr>
          <p:cNvSpPr/>
          <p:nvPr/>
        </p:nvSpPr>
        <p:spPr>
          <a:xfrm>
            <a:off x="10023475" y="4968741"/>
            <a:ext cx="1627188" cy="636980"/>
          </a:xfrm>
          <a:prstGeom prst="rect">
            <a:avLst/>
          </a:prstGeom>
          <a:solidFill>
            <a:srgbClr val="D1D1D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chorCtr="0">
            <a:noAutofit/>
          </a:bodyPr>
          <a:lstStyle/>
          <a:p>
            <a:pPr algn="ctr"/>
            <a:r>
              <a:rPr lang="en-GB" sz="900">
                <a:solidFill>
                  <a:srgbClr val="FF00FF"/>
                </a:solidFill>
              </a:rPr>
              <a:t>External logo</a:t>
            </a:r>
          </a:p>
        </p:txBody>
      </p:sp>
    </p:spTree>
    <p:extLst>
      <p:ext uri="{BB962C8B-B14F-4D97-AF65-F5344CB8AC3E}">
        <p14:creationId xmlns:p14="http://schemas.microsoft.com/office/powerpoint/2010/main" val="3449849202"/>
      </p:ext>
    </p:extLst>
  </p:cSld>
  <p:clrMapOvr>
    <a:masterClrMapping/>
  </p:clrMapOvr>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 Light Blue">
    <p:bg>
      <p:bgPr>
        <a:solidFill>
          <a:srgbClr val="B0C4D6"/>
        </a:solidFill>
        <a:effectLst/>
      </p:bgPr>
    </p:bg>
    <p:spTree>
      <p:nvGrpSpPr>
        <p:cNvPr id="1" name=""/>
        <p:cNvGrpSpPr/>
        <p:nvPr/>
      </p:nvGrpSpPr>
      <p:grpSpPr>
        <a:xfrm>
          <a:off x="0" y="0"/>
          <a:ext cx="0" cy="0"/>
          <a:chOff x="0" y="0"/>
          <a:chExt cx="0" cy="0"/>
        </a:xfrm>
      </p:grpSpPr>
      <p:sp>
        <p:nvSpPr>
          <p:cNvPr id="9" name="ColoredBackground">
            <a:extLst>
              <a:ext uri="{FF2B5EF4-FFF2-40B4-BE49-F238E27FC236}">
                <a16:creationId xmlns:a16="http://schemas.microsoft.com/office/drawing/2014/main" id="{EFFE82BA-6DB8-48D4-8977-6C123C850186}"/>
              </a:ext>
            </a:extLst>
          </p:cNvPr>
          <p:cNvSpPr/>
          <p:nvPr/>
        </p:nvSpPr>
        <p:spPr>
          <a:xfrm>
            <a:off x="0" y="-1"/>
            <a:ext cx="12192000" cy="6858000"/>
          </a:xfrm>
          <a:prstGeom prst="rect">
            <a:avLst/>
          </a:prstGeom>
          <a:solidFill>
            <a:srgbClr val="B0C4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5" descr="Shape&#10;&#10;Description automatically generated with medium confidence">
            <a:extLst>
              <a:ext uri="{FF2B5EF4-FFF2-40B4-BE49-F238E27FC236}">
                <a16:creationId xmlns:a16="http://schemas.microsoft.com/office/drawing/2014/main" id="{6DD2D610-B5ED-44BF-9B2B-0F8531E752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8464564-6547-498D-A220-7B346E5B1408}"/>
              </a:ext>
            </a:extLst>
          </p:cNvPr>
          <p:cNvSpPr>
            <a:spLocks noGrp="1"/>
          </p:cNvSpPr>
          <p:nvPr>
            <p:ph type="title"/>
          </p:nvPr>
        </p:nvSpPr>
        <p:spPr>
          <a:xfrm>
            <a:off x="1219200" y="546100"/>
            <a:ext cx="6642100" cy="2105818"/>
          </a:xfrm>
        </p:spPr>
        <p:txBody>
          <a:bodyPr anchor="b"/>
          <a:lstStyle>
            <a:lvl1pPr>
              <a:defRPr sz="4000">
                <a:solidFill>
                  <a:srgbClr val="3F1A01"/>
                </a:solidFill>
              </a:defRPr>
            </a:lvl1p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1592638D-BCB6-4F07-9847-FBAA9B3609B5}"/>
              </a:ext>
            </a:extLst>
          </p:cNvPr>
          <p:cNvSpPr>
            <a:spLocks noGrp="1"/>
          </p:cNvSpPr>
          <p:nvPr>
            <p:ph type="body" idx="1"/>
          </p:nvPr>
        </p:nvSpPr>
        <p:spPr>
          <a:xfrm>
            <a:off x="1219200" y="2678906"/>
            <a:ext cx="6642100" cy="1500187"/>
          </a:xfrm>
          <a:prstGeom prst="rect">
            <a:avLst/>
          </a:prstGeom>
        </p:spPr>
        <p:txBody>
          <a:bodyPr/>
          <a:lstStyle>
            <a:lvl1pPr marL="0" indent="0">
              <a:buNone/>
              <a:defRPr sz="2400">
                <a:solidFill>
                  <a:schemeClr val="accent5"/>
                </a:solidFill>
                <a:latin typeface="Times New Roman" panose="02020603050405020304" pitchFamily="18" charset="0"/>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Freeform 9">
            <a:extLst>
              <a:ext uri="{FF2B5EF4-FFF2-40B4-BE49-F238E27FC236}">
                <a16:creationId xmlns:a16="http://schemas.microsoft.com/office/drawing/2014/main" id="{1BC6753F-764E-4733-B343-5BC93ED602E4}"/>
              </a:ext>
            </a:extLst>
          </p:cNvPr>
          <p:cNvSpPr>
            <a:spLocks noEditPoints="1"/>
          </p:cNvSpPr>
          <p:nvPr/>
        </p:nvSpPr>
        <p:spPr bwMode="auto">
          <a:xfrm rot="5400000">
            <a:off x="7458075" y="-2243138"/>
            <a:ext cx="8385175" cy="9817101"/>
          </a:xfrm>
          <a:custGeom>
            <a:avLst/>
            <a:gdLst>
              <a:gd name="T0" fmla="*/ 276 w 2642"/>
              <a:gd name="T1" fmla="*/ 2871 h 3094"/>
              <a:gd name="T2" fmla="*/ 588 w 2642"/>
              <a:gd name="T3" fmla="*/ 2871 h 3094"/>
              <a:gd name="T4" fmla="*/ 2083 w 2642"/>
              <a:gd name="T5" fmla="*/ 2843 h 3094"/>
              <a:gd name="T6" fmla="*/ 2338 w 2642"/>
              <a:gd name="T7" fmla="*/ 2900 h 3094"/>
              <a:gd name="T8" fmla="*/ 29 w 2642"/>
              <a:gd name="T9" fmla="*/ 1219 h 3094"/>
              <a:gd name="T10" fmla="*/ 29 w 2642"/>
              <a:gd name="T11" fmla="*/ 2444 h 3094"/>
              <a:gd name="T12" fmla="*/ 559 w 2642"/>
              <a:gd name="T13" fmla="*/ 2386 h 3094"/>
              <a:gd name="T14" fmla="*/ 29 w 2642"/>
              <a:gd name="T15" fmla="*/ 1219 h 3094"/>
              <a:gd name="T16" fmla="*/ 2584 w 2642"/>
              <a:gd name="T17" fmla="*/ 2386 h 3094"/>
              <a:gd name="T18" fmla="*/ 2083 w 2642"/>
              <a:gd name="T19" fmla="*/ 2444 h 3094"/>
              <a:gd name="T20" fmla="*/ 2642 w 2642"/>
              <a:gd name="T21" fmla="*/ 1248 h 3094"/>
              <a:gd name="T22" fmla="*/ 210 w 2642"/>
              <a:gd name="T23" fmla="*/ 292 h 3094"/>
              <a:gd name="T24" fmla="*/ 210 w 2642"/>
              <a:gd name="T25" fmla="*/ 970 h 3094"/>
              <a:gd name="T26" fmla="*/ 559 w 2642"/>
              <a:gd name="T27" fmla="*/ 912 h 3094"/>
              <a:gd name="T28" fmla="*/ 658 w 2642"/>
              <a:gd name="T29" fmla="*/ 350 h 3094"/>
              <a:gd name="T30" fmla="*/ 2432 w 2642"/>
              <a:gd name="T31" fmla="*/ 292 h 3094"/>
              <a:gd name="T32" fmla="*/ 1984 w 2642"/>
              <a:gd name="T33" fmla="*/ 350 h 3094"/>
              <a:gd name="T34" fmla="*/ 2083 w 2642"/>
              <a:gd name="T35" fmla="*/ 912 h 3094"/>
              <a:gd name="T36" fmla="*/ 2432 w 2642"/>
              <a:gd name="T37" fmla="*/ 970 h 3094"/>
              <a:gd name="T38" fmla="*/ 2432 w 2642"/>
              <a:gd name="T39" fmla="*/ 292 h 3094"/>
              <a:gd name="T40" fmla="*/ 814 w 2642"/>
              <a:gd name="T41" fmla="*/ 29 h 3094"/>
              <a:gd name="T42" fmla="*/ 1292 w 2642"/>
              <a:gd name="T43" fmla="*/ 602 h 3094"/>
              <a:gd name="T44" fmla="*/ 989 w 2642"/>
              <a:gd name="T45" fmla="*/ 660 h 3094"/>
              <a:gd name="T46" fmla="*/ 801 w 2642"/>
              <a:gd name="T47" fmla="*/ 1311 h 3094"/>
              <a:gd name="T48" fmla="*/ 743 w 2642"/>
              <a:gd name="T49" fmla="*/ 1060 h 3094"/>
              <a:gd name="T50" fmla="*/ 1292 w 2642"/>
              <a:gd name="T51" fmla="*/ 1369 h 3094"/>
              <a:gd name="T52" fmla="*/ 842 w 2642"/>
              <a:gd name="T53" fmla="*/ 1782 h 3094"/>
              <a:gd name="T54" fmla="*/ 433 w 2642"/>
              <a:gd name="T55" fmla="*/ 1476 h 3094"/>
              <a:gd name="T56" fmla="*/ 375 w 2642"/>
              <a:gd name="T57" fmla="*/ 1782 h 3094"/>
              <a:gd name="T58" fmla="*/ 784 w 2642"/>
              <a:gd name="T59" fmla="*/ 2669 h 3094"/>
              <a:gd name="T60" fmla="*/ 842 w 2642"/>
              <a:gd name="T61" fmla="*/ 2181 h 3094"/>
              <a:gd name="T62" fmla="*/ 921 w 2642"/>
              <a:gd name="T63" fmla="*/ 3036 h 3094"/>
              <a:gd name="T64" fmla="*/ 1321 w 2642"/>
              <a:gd name="T65" fmla="*/ 3094 h 3094"/>
              <a:gd name="T66" fmla="*/ 1722 w 2642"/>
              <a:gd name="T67" fmla="*/ 3036 h 3094"/>
              <a:gd name="T68" fmla="*/ 1800 w 2642"/>
              <a:gd name="T69" fmla="*/ 2181 h 3094"/>
              <a:gd name="T70" fmla="*/ 1858 w 2642"/>
              <a:gd name="T71" fmla="*/ 2669 h 3094"/>
              <a:gd name="T72" fmla="*/ 2267 w 2642"/>
              <a:gd name="T73" fmla="*/ 1782 h 3094"/>
              <a:gd name="T74" fmla="*/ 2210 w 2642"/>
              <a:gd name="T75" fmla="*/ 1476 h 3094"/>
              <a:gd name="T76" fmla="*/ 1800 w 2642"/>
              <a:gd name="T77" fmla="*/ 1782 h 3094"/>
              <a:gd name="T78" fmla="*/ 1350 w 2642"/>
              <a:gd name="T79" fmla="*/ 1369 h 3094"/>
              <a:gd name="T80" fmla="*/ 1899 w 2642"/>
              <a:gd name="T81" fmla="*/ 1060 h 3094"/>
              <a:gd name="T82" fmla="*/ 1841 w 2642"/>
              <a:gd name="T83" fmla="*/ 1311 h 3094"/>
              <a:gd name="T84" fmla="*/ 1643 w 2642"/>
              <a:gd name="T85" fmla="*/ 660 h 3094"/>
              <a:gd name="T86" fmla="*/ 1350 w 2642"/>
              <a:gd name="T87" fmla="*/ 602 h 3094"/>
              <a:gd name="T88" fmla="*/ 1828 w 2642"/>
              <a:gd name="T89" fmla="*/ 29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42" h="3094">
                <a:moveTo>
                  <a:pt x="559" y="2843"/>
                </a:moveTo>
                <a:cubicBezTo>
                  <a:pt x="305" y="2843"/>
                  <a:pt x="305" y="2843"/>
                  <a:pt x="305" y="2843"/>
                </a:cubicBezTo>
                <a:cubicBezTo>
                  <a:pt x="289" y="2843"/>
                  <a:pt x="276" y="2856"/>
                  <a:pt x="276" y="2871"/>
                </a:cubicBezTo>
                <a:cubicBezTo>
                  <a:pt x="276" y="2887"/>
                  <a:pt x="289" y="2900"/>
                  <a:pt x="305" y="2900"/>
                </a:cubicBezTo>
                <a:cubicBezTo>
                  <a:pt x="559" y="2900"/>
                  <a:pt x="559" y="2900"/>
                  <a:pt x="559" y="2900"/>
                </a:cubicBezTo>
                <a:cubicBezTo>
                  <a:pt x="575" y="2900"/>
                  <a:pt x="588" y="2887"/>
                  <a:pt x="588" y="2871"/>
                </a:cubicBezTo>
                <a:cubicBezTo>
                  <a:pt x="588" y="2856"/>
                  <a:pt x="575" y="2843"/>
                  <a:pt x="559" y="2843"/>
                </a:cubicBezTo>
                <a:moveTo>
                  <a:pt x="2338" y="2843"/>
                </a:moveTo>
                <a:cubicBezTo>
                  <a:pt x="2083" y="2843"/>
                  <a:pt x="2083" y="2843"/>
                  <a:pt x="2083" y="2843"/>
                </a:cubicBezTo>
                <a:cubicBezTo>
                  <a:pt x="2068" y="2843"/>
                  <a:pt x="2055" y="2856"/>
                  <a:pt x="2055" y="2871"/>
                </a:cubicBezTo>
                <a:cubicBezTo>
                  <a:pt x="2055" y="2887"/>
                  <a:pt x="2068" y="2900"/>
                  <a:pt x="2083" y="2900"/>
                </a:cubicBezTo>
                <a:cubicBezTo>
                  <a:pt x="2338" y="2900"/>
                  <a:pt x="2338" y="2900"/>
                  <a:pt x="2338" y="2900"/>
                </a:cubicBezTo>
                <a:cubicBezTo>
                  <a:pt x="2354" y="2900"/>
                  <a:pt x="2366" y="2887"/>
                  <a:pt x="2366" y="2871"/>
                </a:cubicBezTo>
                <a:cubicBezTo>
                  <a:pt x="2366" y="2856"/>
                  <a:pt x="2354" y="2843"/>
                  <a:pt x="2338" y="2843"/>
                </a:cubicBezTo>
                <a:moveTo>
                  <a:pt x="29" y="1219"/>
                </a:moveTo>
                <a:cubicBezTo>
                  <a:pt x="13" y="1219"/>
                  <a:pt x="0" y="1232"/>
                  <a:pt x="0" y="1248"/>
                </a:cubicBezTo>
                <a:cubicBezTo>
                  <a:pt x="0" y="2415"/>
                  <a:pt x="0" y="2415"/>
                  <a:pt x="0" y="2415"/>
                </a:cubicBezTo>
                <a:cubicBezTo>
                  <a:pt x="0" y="2431"/>
                  <a:pt x="13" y="2444"/>
                  <a:pt x="29" y="2444"/>
                </a:cubicBezTo>
                <a:cubicBezTo>
                  <a:pt x="559" y="2444"/>
                  <a:pt x="559" y="2444"/>
                  <a:pt x="559" y="2444"/>
                </a:cubicBezTo>
                <a:cubicBezTo>
                  <a:pt x="575" y="2444"/>
                  <a:pt x="588" y="2431"/>
                  <a:pt x="588" y="2415"/>
                </a:cubicBezTo>
                <a:cubicBezTo>
                  <a:pt x="588" y="2399"/>
                  <a:pt x="575" y="2386"/>
                  <a:pt x="559" y="2386"/>
                </a:cubicBezTo>
                <a:cubicBezTo>
                  <a:pt x="58" y="2386"/>
                  <a:pt x="58" y="2386"/>
                  <a:pt x="58" y="2386"/>
                </a:cubicBezTo>
                <a:cubicBezTo>
                  <a:pt x="58" y="1248"/>
                  <a:pt x="58" y="1248"/>
                  <a:pt x="58" y="1248"/>
                </a:cubicBezTo>
                <a:cubicBezTo>
                  <a:pt x="58" y="1232"/>
                  <a:pt x="45" y="1219"/>
                  <a:pt x="29" y="1219"/>
                </a:cubicBezTo>
                <a:moveTo>
                  <a:pt x="2613" y="1219"/>
                </a:moveTo>
                <a:cubicBezTo>
                  <a:pt x="2597" y="1219"/>
                  <a:pt x="2584" y="1232"/>
                  <a:pt x="2584" y="1248"/>
                </a:cubicBezTo>
                <a:cubicBezTo>
                  <a:pt x="2584" y="2386"/>
                  <a:pt x="2584" y="2386"/>
                  <a:pt x="2584" y="2386"/>
                </a:cubicBezTo>
                <a:cubicBezTo>
                  <a:pt x="2083" y="2386"/>
                  <a:pt x="2083" y="2386"/>
                  <a:pt x="2083" y="2386"/>
                </a:cubicBezTo>
                <a:cubicBezTo>
                  <a:pt x="2067" y="2386"/>
                  <a:pt x="2055" y="2399"/>
                  <a:pt x="2055" y="2415"/>
                </a:cubicBezTo>
                <a:cubicBezTo>
                  <a:pt x="2055" y="2431"/>
                  <a:pt x="2067" y="2444"/>
                  <a:pt x="2083" y="2444"/>
                </a:cubicBezTo>
                <a:cubicBezTo>
                  <a:pt x="2613" y="2444"/>
                  <a:pt x="2613" y="2444"/>
                  <a:pt x="2613" y="2444"/>
                </a:cubicBezTo>
                <a:cubicBezTo>
                  <a:pt x="2629" y="2444"/>
                  <a:pt x="2642" y="2431"/>
                  <a:pt x="2642" y="2415"/>
                </a:cubicBezTo>
                <a:cubicBezTo>
                  <a:pt x="2642" y="1248"/>
                  <a:pt x="2642" y="1248"/>
                  <a:pt x="2642" y="1248"/>
                </a:cubicBezTo>
                <a:cubicBezTo>
                  <a:pt x="2642" y="1232"/>
                  <a:pt x="2629" y="1219"/>
                  <a:pt x="2613" y="1219"/>
                </a:cubicBezTo>
                <a:moveTo>
                  <a:pt x="658" y="292"/>
                </a:moveTo>
                <a:cubicBezTo>
                  <a:pt x="210" y="292"/>
                  <a:pt x="210" y="292"/>
                  <a:pt x="210" y="292"/>
                </a:cubicBezTo>
                <a:cubicBezTo>
                  <a:pt x="194" y="292"/>
                  <a:pt x="181" y="305"/>
                  <a:pt x="181" y="321"/>
                </a:cubicBezTo>
                <a:cubicBezTo>
                  <a:pt x="181" y="941"/>
                  <a:pt x="181" y="941"/>
                  <a:pt x="181" y="941"/>
                </a:cubicBezTo>
                <a:cubicBezTo>
                  <a:pt x="181" y="957"/>
                  <a:pt x="194" y="970"/>
                  <a:pt x="210" y="970"/>
                </a:cubicBezTo>
                <a:cubicBezTo>
                  <a:pt x="559" y="970"/>
                  <a:pt x="559" y="970"/>
                  <a:pt x="559" y="970"/>
                </a:cubicBezTo>
                <a:cubicBezTo>
                  <a:pt x="575" y="970"/>
                  <a:pt x="588" y="957"/>
                  <a:pt x="588" y="941"/>
                </a:cubicBezTo>
                <a:cubicBezTo>
                  <a:pt x="588" y="925"/>
                  <a:pt x="575" y="912"/>
                  <a:pt x="559" y="912"/>
                </a:cubicBezTo>
                <a:cubicBezTo>
                  <a:pt x="239" y="912"/>
                  <a:pt x="239" y="912"/>
                  <a:pt x="239" y="912"/>
                </a:cubicBezTo>
                <a:cubicBezTo>
                  <a:pt x="239" y="350"/>
                  <a:pt x="239" y="350"/>
                  <a:pt x="239" y="350"/>
                </a:cubicBezTo>
                <a:cubicBezTo>
                  <a:pt x="658" y="350"/>
                  <a:pt x="658" y="350"/>
                  <a:pt x="658" y="350"/>
                </a:cubicBezTo>
                <a:cubicBezTo>
                  <a:pt x="674" y="350"/>
                  <a:pt x="687" y="337"/>
                  <a:pt x="687" y="321"/>
                </a:cubicBezTo>
                <a:cubicBezTo>
                  <a:pt x="687" y="305"/>
                  <a:pt x="674" y="292"/>
                  <a:pt x="658" y="292"/>
                </a:cubicBezTo>
                <a:moveTo>
                  <a:pt x="2432" y="292"/>
                </a:moveTo>
                <a:cubicBezTo>
                  <a:pt x="1984" y="292"/>
                  <a:pt x="1984" y="292"/>
                  <a:pt x="1984" y="292"/>
                </a:cubicBezTo>
                <a:cubicBezTo>
                  <a:pt x="1968" y="292"/>
                  <a:pt x="1955" y="305"/>
                  <a:pt x="1955" y="321"/>
                </a:cubicBezTo>
                <a:cubicBezTo>
                  <a:pt x="1955" y="337"/>
                  <a:pt x="1968" y="350"/>
                  <a:pt x="1984" y="350"/>
                </a:cubicBezTo>
                <a:cubicBezTo>
                  <a:pt x="2403" y="350"/>
                  <a:pt x="2403" y="350"/>
                  <a:pt x="2403" y="350"/>
                </a:cubicBezTo>
                <a:cubicBezTo>
                  <a:pt x="2403" y="912"/>
                  <a:pt x="2403" y="912"/>
                  <a:pt x="2403" y="912"/>
                </a:cubicBezTo>
                <a:cubicBezTo>
                  <a:pt x="2083" y="912"/>
                  <a:pt x="2083" y="912"/>
                  <a:pt x="2083" y="912"/>
                </a:cubicBezTo>
                <a:cubicBezTo>
                  <a:pt x="2068" y="912"/>
                  <a:pt x="2055" y="925"/>
                  <a:pt x="2055" y="941"/>
                </a:cubicBezTo>
                <a:cubicBezTo>
                  <a:pt x="2055" y="957"/>
                  <a:pt x="2068" y="970"/>
                  <a:pt x="2083" y="970"/>
                </a:cubicBezTo>
                <a:cubicBezTo>
                  <a:pt x="2432" y="970"/>
                  <a:pt x="2432" y="970"/>
                  <a:pt x="2432" y="970"/>
                </a:cubicBezTo>
                <a:cubicBezTo>
                  <a:pt x="2448" y="970"/>
                  <a:pt x="2461" y="957"/>
                  <a:pt x="2461" y="941"/>
                </a:cubicBezTo>
                <a:cubicBezTo>
                  <a:pt x="2461" y="321"/>
                  <a:pt x="2461" y="321"/>
                  <a:pt x="2461" y="321"/>
                </a:cubicBezTo>
                <a:cubicBezTo>
                  <a:pt x="2461" y="305"/>
                  <a:pt x="2448" y="292"/>
                  <a:pt x="2432" y="292"/>
                </a:cubicBezTo>
                <a:moveTo>
                  <a:pt x="1799" y="0"/>
                </a:moveTo>
                <a:cubicBezTo>
                  <a:pt x="843" y="0"/>
                  <a:pt x="843" y="0"/>
                  <a:pt x="843" y="0"/>
                </a:cubicBezTo>
                <a:cubicBezTo>
                  <a:pt x="827" y="0"/>
                  <a:pt x="814" y="13"/>
                  <a:pt x="814" y="29"/>
                </a:cubicBezTo>
                <a:cubicBezTo>
                  <a:pt x="814" y="45"/>
                  <a:pt x="827" y="58"/>
                  <a:pt x="843" y="58"/>
                </a:cubicBezTo>
                <a:cubicBezTo>
                  <a:pt x="1292" y="58"/>
                  <a:pt x="1292" y="58"/>
                  <a:pt x="1292" y="58"/>
                </a:cubicBezTo>
                <a:cubicBezTo>
                  <a:pt x="1292" y="602"/>
                  <a:pt x="1292" y="602"/>
                  <a:pt x="1292" y="602"/>
                </a:cubicBezTo>
                <a:cubicBezTo>
                  <a:pt x="989" y="602"/>
                  <a:pt x="989" y="602"/>
                  <a:pt x="989" y="602"/>
                </a:cubicBezTo>
                <a:cubicBezTo>
                  <a:pt x="973" y="602"/>
                  <a:pt x="960" y="615"/>
                  <a:pt x="960" y="631"/>
                </a:cubicBezTo>
                <a:cubicBezTo>
                  <a:pt x="960" y="647"/>
                  <a:pt x="973" y="660"/>
                  <a:pt x="989" y="660"/>
                </a:cubicBezTo>
                <a:cubicBezTo>
                  <a:pt x="1292" y="660"/>
                  <a:pt x="1292" y="660"/>
                  <a:pt x="1292" y="660"/>
                </a:cubicBezTo>
                <a:cubicBezTo>
                  <a:pt x="1292" y="1311"/>
                  <a:pt x="1292" y="1311"/>
                  <a:pt x="1292" y="1311"/>
                </a:cubicBezTo>
                <a:cubicBezTo>
                  <a:pt x="801" y="1311"/>
                  <a:pt x="801" y="1311"/>
                  <a:pt x="801" y="1311"/>
                </a:cubicBezTo>
                <a:cubicBezTo>
                  <a:pt x="801" y="1060"/>
                  <a:pt x="801" y="1060"/>
                  <a:pt x="801" y="1060"/>
                </a:cubicBezTo>
                <a:cubicBezTo>
                  <a:pt x="801" y="1044"/>
                  <a:pt x="788" y="1031"/>
                  <a:pt x="772" y="1031"/>
                </a:cubicBezTo>
                <a:cubicBezTo>
                  <a:pt x="756" y="1031"/>
                  <a:pt x="743" y="1044"/>
                  <a:pt x="743" y="1060"/>
                </a:cubicBezTo>
                <a:cubicBezTo>
                  <a:pt x="743" y="1340"/>
                  <a:pt x="743" y="1340"/>
                  <a:pt x="743" y="1340"/>
                </a:cubicBezTo>
                <a:cubicBezTo>
                  <a:pt x="743" y="1356"/>
                  <a:pt x="756" y="1369"/>
                  <a:pt x="772" y="1369"/>
                </a:cubicBezTo>
                <a:cubicBezTo>
                  <a:pt x="1292" y="1369"/>
                  <a:pt x="1292" y="1369"/>
                  <a:pt x="1292" y="1369"/>
                </a:cubicBezTo>
                <a:cubicBezTo>
                  <a:pt x="1292" y="2123"/>
                  <a:pt x="1292" y="2123"/>
                  <a:pt x="1292" y="2123"/>
                </a:cubicBezTo>
                <a:cubicBezTo>
                  <a:pt x="842" y="2123"/>
                  <a:pt x="842" y="2123"/>
                  <a:pt x="842" y="2123"/>
                </a:cubicBezTo>
                <a:cubicBezTo>
                  <a:pt x="842" y="1782"/>
                  <a:pt x="842" y="1782"/>
                  <a:pt x="842" y="1782"/>
                </a:cubicBezTo>
                <a:cubicBezTo>
                  <a:pt x="842" y="1766"/>
                  <a:pt x="829" y="1753"/>
                  <a:pt x="813" y="1753"/>
                </a:cubicBezTo>
                <a:cubicBezTo>
                  <a:pt x="433" y="1753"/>
                  <a:pt x="433" y="1753"/>
                  <a:pt x="433" y="1753"/>
                </a:cubicBezTo>
                <a:cubicBezTo>
                  <a:pt x="433" y="1476"/>
                  <a:pt x="433" y="1476"/>
                  <a:pt x="433" y="1476"/>
                </a:cubicBezTo>
                <a:cubicBezTo>
                  <a:pt x="433" y="1460"/>
                  <a:pt x="420" y="1447"/>
                  <a:pt x="404" y="1447"/>
                </a:cubicBezTo>
                <a:cubicBezTo>
                  <a:pt x="388" y="1447"/>
                  <a:pt x="375" y="1460"/>
                  <a:pt x="375" y="1476"/>
                </a:cubicBezTo>
                <a:cubicBezTo>
                  <a:pt x="375" y="1782"/>
                  <a:pt x="375" y="1782"/>
                  <a:pt x="375" y="1782"/>
                </a:cubicBezTo>
                <a:cubicBezTo>
                  <a:pt x="375" y="1798"/>
                  <a:pt x="388" y="1811"/>
                  <a:pt x="404" y="1811"/>
                </a:cubicBezTo>
                <a:cubicBezTo>
                  <a:pt x="784" y="1811"/>
                  <a:pt x="784" y="1811"/>
                  <a:pt x="784" y="1811"/>
                </a:cubicBezTo>
                <a:cubicBezTo>
                  <a:pt x="784" y="2669"/>
                  <a:pt x="784" y="2669"/>
                  <a:pt x="784" y="2669"/>
                </a:cubicBezTo>
                <a:cubicBezTo>
                  <a:pt x="784" y="2685"/>
                  <a:pt x="797" y="2698"/>
                  <a:pt x="813" y="2698"/>
                </a:cubicBezTo>
                <a:cubicBezTo>
                  <a:pt x="829" y="2698"/>
                  <a:pt x="842" y="2685"/>
                  <a:pt x="842" y="2669"/>
                </a:cubicBezTo>
                <a:cubicBezTo>
                  <a:pt x="842" y="2181"/>
                  <a:pt x="842" y="2181"/>
                  <a:pt x="842" y="2181"/>
                </a:cubicBezTo>
                <a:cubicBezTo>
                  <a:pt x="1292" y="2181"/>
                  <a:pt x="1292" y="2181"/>
                  <a:pt x="1292" y="2181"/>
                </a:cubicBezTo>
                <a:cubicBezTo>
                  <a:pt x="1292" y="3036"/>
                  <a:pt x="1292" y="3036"/>
                  <a:pt x="1292" y="3036"/>
                </a:cubicBezTo>
                <a:cubicBezTo>
                  <a:pt x="921" y="3036"/>
                  <a:pt x="921" y="3036"/>
                  <a:pt x="921" y="3036"/>
                </a:cubicBezTo>
                <a:cubicBezTo>
                  <a:pt x="905" y="3036"/>
                  <a:pt x="892" y="3049"/>
                  <a:pt x="892" y="3065"/>
                </a:cubicBezTo>
                <a:cubicBezTo>
                  <a:pt x="892" y="3081"/>
                  <a:pt x="905" y="3094"/>
                  <a:pt x="921" y="3094"/>
                </a:cubicBezTo>
                <a:cubicBezTo>
                  <a:pt x="1321" y="3094"/>
                  <a:pt x="1321" y="3094"/>
                  <a:pt x="1321" y="3094"/>
                </a:cubicBezTo>
                <a:cubicBezTo>
                  <a:pt x="1722" y="3094"/>
                  <a:pt x="1722" y="3094"/>
                  <a:pt x="1722" y="3094"/>
                </a:cubicBezTo>
                <a:cubicBezTo>
                  <a:pt x="1738" y="3094"/>
                  <a:pt x="1751" y="3081"/>
                  <a:pt x="1751" y="3065"/>
                </a:cubicBezTo>
                <a:cubicBezTo>
                  <a:pt x="1751" y="3049"/>
                  <a:pt x="1738" y="3036"/>
                  <a:pt x="1722" y="3036"/>
                </a:cubicBezTo>
                <a:cubicBezTo>
                  <a:pt x="1350" y="3036"/>
                  <a:pt x="1350" y="3036"/>
                  <a:pt x="1350" y="3036"/>
                </a:cubicBezTo>
                <a:cubicBezTo>
                  <a:pt x="1350" y="2181"/>
                  <a:pt x="1350" y="2181"/>
                  <a:pt x="1350" y="2181"/>
                </a:cubicBezTo>
                <a:cubicBezTo>
                  <a:pt x="1800" y="2181"/>
                  <a:pt x="1800" y="2181"/>
                  <a:pt x="1800" y="2181"/>
                </a:cubicBezTo>
                <a:cubicBezTo>
                  <a:pt x="1800" y="2669"/>
                  <a:pt x="1800" y="2669"/>
                  <a:pt x="1800" y="2669"/>
                </a:cubicBezTo>
                <a:cubicBezTo>
                  <a:pt x="1800" y="2685"/>
                  <a:pt x="1813" y="2698"/>
                  <a:pt x="1829" y="2698"/>
                </a:cubicBezTo>
                <a:cubicBezTo>
                  <a:pt x="1845" y="2698"/>
                  <a:pt x="1858" y="2685"/>
                  <a:pt x="1858" y="2669"/>
                </a:cubicBezTo>
                <a:cubicBezTo>
                  <a:pt x="1858" y="1811"/>
                  <a:pt x="1858" y="1811"/>
                  <a:pt x="1858" y="1811"/>
                </a:cubicBezTo>
                <a:cubicBezTo>
                  <a:pt x="2239" y="1811"/>
                  <a:pt x="2239" y="1811"/>
                  <a:pt x="2239" y="1811"/>
                </a:cubicBezTo>
                <a:cubicBezTo>
                  <a:pt x="2254" y="1811"/>
                  <a:pt x="2267" y="1798"/>
                  <a:pt x="2267" y="1782"/>
                </a:cubicBezTo>
                <a:cubicBezTo>
                  <a:pt x="2267" y="1476"/>
                  <a:pt x="2267" y="1476"/>
                  <a:pt x="2267" y="1476"/>
                </a:cubicBezTo>
                <a:cubicBezTo>
                  <a:pt x="2267" y="1460"/>
                  <a:pt x="2254" y="1447"/>
                  <a:pt x="2239" y="1447"/>
                </a:cubicBezTo>
                <a:cubicBezTo>
                  <a:pt x="2223" y="1447"/>
                  <a:pt x="2210" y="1460"/>
                  <a:pt x="2210" y="1476"/>
                </a:cubicBezTo>
                <a:cubicBezTo>
                  <a:pt x="2210" y="1753"/>
                  <a:pt x="2210" y="1753"/>
                  <a:pt x="2210" y="1753"/>
                </a:cubicBezTo>
                <a:cubicBezTo>
                  <a:pt x="1829" y="1753"/>
                  <a:pt x="1829" y="1753"/>
                  <a:pt x="1829" y="1753"/>
                </a:cubicBezTo>
                <a:cubicBezTo>
                  <a:pt x="1813" y="1753"/>
                  <a:pt x="1800" y="1766"/>
                  <a:pt x="1800" y="1782"/>
                </a:cubicBezTo>
                <a:cubicBezTo>
                  <a:pt x="1800" y="2123"/>
                  <a:pt x="1800" y="2123"/>
                  <a:pt x="1800" y="2123"/>
                </a:cubicBezTo>
                <a:cubicBezTo>
                  <a:pt x="1350" y="2123"/>
                  <a:pt x="1350" y="2123"/>
                  <a:pt x="1350" y="2123"/>
                </a:cubicBezTo>
                <a:cubicBezTo>
                  <a:pt x="1350" y="1369"/>
                  <a:pt x="1350" y="1369"/>
                  <a:pt x="1350" y="1369"/>
                </a:cubicBezTo>
                <a:cubicBezTo>
                  <a:pt x="1870" y="1369"/>
                  <a:pt x="1870" y="1369"/>
                  <a:pt x="1870" y="1369"/>
                </a:cubicBezTo>
                <a:cubicBezTo>
                  <a:pt x="1886" y="1369"/>
                  <a:pt x="1899" y="1356"/>
                  <a:pt x="1899" y="1340"/>
                </a:cubicBezTo>
                <a:cubicBezTo>
                  <a:pt x="1899" y="1060"/>
                  <a:pt x="1899" y="1060"/>
                  <a:pt x="1899" y="1060"/>
                </a:cubicBezTo>
                <a:cubicBezTo>
                  <a:pt x="1899" y="1044"/>
                  <a:pt x="1886" y="1031"/>
                  <a:pt x="1870" y="1031"/>
                </a:cubicBezTo>
                <a:cubicBezTo>
                  <a:pt x="1854" y="1031"/>
                  <a:pt x="1841" y="1044"/>
                  <a:pt x="1841" y="1060"/>
                </a:cubicBezTo>
                <a:cubicBezTo>
                  <a:pt x="1841" y="1311"/>
                  <a:pt x="1841" y="1311"/>
                  <a:pt x="1841" y="1311"/>
                </a:cubicBezTo>
                <a:cubicBezTo>
                  <a:pt x="1350" y="1311"/>
                  <a:pt x="1350" y="1311"/>
                  <a:pt x="1350" y="1311"/>
                </a:cubicBezTo>
                <a:cubicBezTo>
                  <a:pt x="1350" y="660"/>
                  <a:pt x="1350" y="660"/>
                  <a:pt x="1350" y="660"/>
                </a:cubicBezTo>
                <a:cubicBezTo>
                  <a:pt x="1643" y="660"/>
                  <a:pt x="1643" y="660"/>
                  <a:pt x="1643" y="660"/>
                </a:cubicBezTo>
                <a:cubicBezTo>
                  <a:pt x="1659" y="660"/>
                  <a:pt x="1672" y="647"/>
                  <a:pt x="1672" y="631"/>
                </a:cubicBezTo>
                <a:cubicBezTo>
                  <a:pt x="1672" y="615"/>
                  <a:pt x="1659" y="602"/>
                  <a:pt x="1643" y="602"/>
                </a:cubicBezTo>
                <a:cubicBezTo>
                  <a:pt x="1350" y="602"/>
                  <a:pt x="1350" y="602"/>
                  <a:pt x="1350" y="602"/>
                </a:cubicBezTo>
                <a:cubicBezTo>
                  <a:pt x="1350" y="58"/>
                  <a:pt x="1350" y="58"/>
                  <a:pt x="1350" y="58"/>
                </a:cubicBezTo>
                <a:cubicBezTo>
                  <a:pt x="1799" y="58"/>
                  <a:pt x="1799" y="58"/>
                  <a:pt x="1799" y="58"/>
                </a:cubicBezTo>
                <a:cubicBezTo>
                  <a:pt x="1815" y="58"/>
                  <a:pt x="1828" y="45"/>
                  <a:pt x="1828" y="29"/>
                </a:cubicBezTo>
                <a:cubicBezTo>
                  <a:pt x="1828" y="13"/>
                  <a:pt x="1815" y="0"/>
                  <a:pt x="1799" y="0"/>
                </a:cubicBezTo>
              </a:path>
            </a:pathLst>
          </a:custGeom>
          <a:solidFill>
            <a:schemeClr val="accent5">
              <a:alpha val="9804"/>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8" name="Logo">
            <a:extLst>
              <a:ext uri="{FF2B5EF4-FFF2-40B4-BE49-F238E27FC236}">
                <a16:creationId xmlns:a16="http://schemas.microsoft.com/office/drawing/2014/main" id="{7AB909CE-222C-48CF-865C-8AAD4BAF45B1}"/>
              </a:ext>
            </a:extLst>
          </p:cNvPr>
          <p:cNvSpPr/>
          <p:nvPr/>
        </p:nvSpPr>
        <p:spPr>
          <a:xfrm>
            <a:off x="9397252" y="5875721"/>
            <a:ext cx="2253411" cy="440942"/>
          </a:xfrm>
          <a:custGeom>
            <a:avLst/>
            <a:gdLst>
              <a:gd name="connsiteX0" fmla="*/ 1783139 w 2253411"/>
              <a:gd name="connsiteY0" fmla="*/ 136254 h 440942"/>
              <a:gd name="connsiteX1" fmla="*/ 1751520 w 2253411"/>
              <a:gd name="connsiteY1" fmla="*/ 136254 h 440942"/>
              <a:gd name="connsiteX2" fmla="*/ 1751520 w 2253411"/>
              <a:gd name="connsiteY2" fmla="*/ 299806 h 440942"/>
              <a:gd name="connsiteX3" fmla="*/ 1783139 w 2253411"/>
              <a:gd name="connsiteY3" fmla="*/ 299806 h 440942"/>
              <a:gd name="connsiteX4" fmla="*/ 293338 w 2253411"/>
              <a:gd name="connsiteY4" fmla="*/ 409024 h 440942"/>
              <a:gd name="connsiteX5" fmla="*/ 297448 w 2253411"/>
              <a:gd name="connsiteY5" fmla="*/ 413147 h 440942"/>
              <a:gd name="connsiteX6" fmla="*/ 297460 w 2253411"/>
              <a:gd name="connsiteY6" fmla="*/ 413147 h 440942"/>
              <a:gd name="connsiteX7" fmla="*/ 333669 w 2253411"/>
              <a:gd name="connsiteY7" fmla="*/ 413147 h 440942"/>
              <a:gd name="connsiteX8" fmla="*/ 337779 w 2253411"/>
              <a:gd name="connsiteY8" fmla="*/ 409047 h 440942"/>
              <a:gd name="connsiteX9" fmla="*/ 337777 w 2253411"/>
              <a:gd name="connsiteY9" fmla="*/ 409024 h 440942"/>
              <a:gd name="connsiteX10" fmla="*/ 333683 w 2253411"/>
              <a:gd name="connsiteY10" fmla="*/ 404916 h 440942"/>
              <a:gd name="connsiteX11" fmla="*/ 333669 w 2253411"/>
              <a:gd name="connsiteY11" fmla="*/ 404916 h 440942"/>
              <a:gd name="connsiteX12" fmla="*/ 297460 w 2253411"/>
              <a:gd name="connsiteY12" fmla="*/ 404916 h 440942"/>
              <a:gd name="connsiteX13" fmla="*/ 293338 w 2253411"/>
              <a:gd name="connsiteY13" fmla="*/ 409021 h 440942"/>
              <a:gd name="connsiteX14" fmla="*/ 293338 w 2253411"/>
              <a:gd name="connsiteY14" fmla="*/ 409024 h 440942"/>
              <a:gd name="connsiteX15" fmla="*/ 39859 w 2253411"/>
              <a:gd name="connsiteY15" fmla="*/ 409024 h 440942"/>
              <a:gd name="connsiteX16" fmla="*/ 43946 w 2253411"/>
              <a:gd name="connsiteY16" fmla="*/ 413147 h 440942"/>
              <a:gd name="connsiteX17" fmla="*/ 43967 w 2253411"/>
              <a:gd name="connsiteY17" fmla="*/ 413147 h 440942"/>
              <a:gd name="connsiteX18" fmla="*/ 80176 w 2253411"/>
              <a:gd name="connsiteY18" fmla="*/ 413147 h 440942"/>
              <a:gd name="connsiteX19" fmla="*/ 84298 w 2253411"/>
              <a:gd name="connsiteY19" fmla="*/ 409037 h 440942"/>
              <a:gd name="connsiteX20" fmla="*/ 84298 w 2253411"/>
              <a:gd name="connsiteY20" fmla="*/ 409024 h 440942"/>
              <a:gd name="connsiteX21" fmla="*/ 80179 w 2253411"/>
              <a:gd name="connsiteY21" fmla="*/ 404916 h 440942"/>
              <a:gd name="connsiteX22" fmla="*/ 80176 w 2253411"/>
              <a:gd name="connsiteY22" fmla="*/ 404916 h 440942"/>
              <a:gd name="connsiteX23" fmla="*/ 43967 w 2253411"/>
              <a:gd name="connsiteY23" fmla="*/ 404916 h 440942"/>
              <a:gd name="connsiteX24" fmla="*/ 39859 w 2253411"/>
              <a:gd name="connsiteY24" fmla="*/ 409012 h 440942"/>
              <a:gd name="connsiteX25" fmla="*/ 39859 w 2253411"/>
              <a:gd name="connsiteY25" fmla="*/ 409024 h 440942"/>
              <a:gd name="connsiteX26" fmla="*/ 80177 w 2253411"/>
              <a:gd name="connsiteY26" fmla="*/ 339849 h 440942"/>
              <a:gd name="connsiteX27" fmla="*/ 8803 w 2253411"/>
              <a:gd name="connsiteY27" fmla="*/ 339849 h 440942"/>
              <a:gd name="connsiteX28" fmla="*/ 8803 w 2253411"/>
              <a:gd name="connsiteY28" fmla="*/ 177644 h 440942"/>
              <a:gd name="connsiteX29" fmla="*/ 4680 w 2253411"/>
              <a:gd name="connsiteY29" fmla="*/ 173521 h 440942"/>
              <a:gd name="connsiteX30" fmla="*/ 572 w 2253411"/>
              <a:gd name="connsiteY30" fmla="*/ 177639 h 440942"/>
              <a:gd name="connsiteX31" fmla="*/ 572 w 2253411"/>
              <a:gd name="connsiteY31" fmla="*/ 177644 h 440942"/>
              <a:gd name="connsiteX32" fmla="*/ 572 w 2253411"/>
              <a:gd name="connsiteY32" fmla="*/ 343959 h 440942"/>
              <a:gd name="connsiteX33" fmla="*/ 4676 w 2253411"/>
              <a:gd name="connsiteY33" fmla="*/ 348080 h 440942"/>
              <a:gd name="connsiteX34" fmla="*/ 4680 w 2253411"/>
              <a:gd name="connsiteY34" fmla="*/ 348080 h 440942"/>
              <a:gd name="connsiteX35" fmla="*/ 80176 w 2253411"/>
              <a:gd name="connsiteY35" fmla="*/ 348080 h 440942"/>
              <a:gd name="connsiteX36" fmla="*/ 84298 w 2253411"/>
              <a:gd name="connsiteY36" fmla="*/ 343970 h 440942"/>
              <a:gd name="connsiteX37" fmla="*/ 84298 w 2253411"/>
              <a:gd name="connsiteY37" fmla="*/ 343959 h 440942"/>
              <a:gd name="connsiteX38" fmla="*/ 80176 w 2253411"/>
              <a:gd name="connsiteY38" fmla="*/ 339849 h 440942"/>
              <a:gd name="connsiteX39" fmla="*/ 98412 w 2253411"/>
              <a:gd name="connsiteY39" fmla="*/ 45530 h 440942"/>
              <a:gd name="connsiteX40" fmla="*/ 94292 w 2253411"/>
              <a:gd name="connsiteY40" fmla="*/ 41422 h 440942"/>
              <a:gd name="connsiteX41" fmla="*/ 94289 w 2253411"/>
              <a:gd name="connsiteY41" fmla="*/ 41422 h 440942"/>
              <a:gd name="connsiteX42" fmla="*/ 30459 w 2253411"/>
              <a:gd name="connsiteY42" fmla="*/ 41422 h 440942"/>
              <a:gd name="connsiteX43" fmla="*/ 26351 w 2253411"/>
              <a:gd name="connsiteY43" fmla="*/ 45518 h 440942"/>
              <a:gd name="connsiteX44" fmla="*/ 26351 w 2253411"/>
              <a:gd name="connsiteY44" fmla="*/ 45530 h 440942"/>
              <a:gd name="connsiteX45" fmla="*/ 26351 w 2253411"/>
              <a:gd name="connsiteY45" fmla="*/ 133916 h 440942"/>
              <a:gd name="connsiteX46" fmla="*/ 30456 w 2253411"/>
              <a:gd name="connsiteY46" fmla="*/ 138039 h 440942"/>
              <a:gd name="connsiteX47" fmla="*/ 30459 w 2253411"/>
              <a:gd name="connsiteY47" fmla="*/ 138039 h 440942"/>
              <a:gd name="connsiteX48" fmla="*/ 80191 w 2253411"/>
              <a:gd name="connsiteY48" fmla="*/ 138039 h 440942"/>
              <a:gd name="connsiteX49" fmla="*/ 84300 w 2253411"/>
              <a:gd name="connsiteY49" fmla="*/ 133916 h 440942"/>
              <a:gd name="connsiteX50" fmla="*/ 80191 w 2253411"/>
              <a:gd name="connsiteY50" fmla="*/ 129808 h 440942"/>
              <a:gd name="connsiteX51" fmla="*/ 34582 w 2253411"/>
              <a:gd name="connsiteY51" fmla="*/ 129808 h 440942"/>
              <a:gd name="connsiteX52" fmla="*/ 34582 w 2253411"/>
              <a:gd name="connsiteY52" fmla="*/ 49653 h 440942"/>
              <a:gd name="connsiteX53" fmla="*/ 94291 w 2253411"/>
              <a:gd name="connsiteY53" fmla="*/ 49653 h 440942"/>
              <a:gd name="connsiteX54" fmla="*/ 98413 w 2253411"/>
              <a:gd name="connsiteY54" fmla="*/ 45540 h 440942"/>
              <a:gd name="connsiteX55" fmla="*/ 98413 w 2253411"/>
              <a:gd name="connsiteY55" fmla="*/ 45530 h 440942"/>
              <a:gd name="connsiteX56" fmla="*/ 271146 w 2253411"/>
              <a:gd name="connsiteY56" fmla="*/ 190835 h 440942"/>
              <a:gd name="connsiteX57" fmla="*/ 271146 w 2253411"/>
              <a:gd name="connsiteY57" fmla="*/ 150874 h 440942"/>
              <a:gd name="connsiteX58" fmla="*/ 267039 w 2253411"/>
              <a:gd name="connsiteY58" fmla="*/ 146752 h 440942"/>
              <a:gd name="connsiteX59" fmla="*/ 267037 w 2253411"/>
              <a:gd name="connsiteY59" fmla="*/ 146752 h 440942"/>
              <a:gd name="connsiteX60" fmla="*/ 262900 w 2253411"/>
              <a:gd name="connsiteY60" fmla="*/ 150873 h 440942"/>
              <a:gd name="connsiteX61" fmla="*/ 262900 w 2253411"/>
              <a:gd name="connsiteY61" fmla="*/ 150874 h 440942"/>
              <a:gd name="connsiteX62" fmla="*/ 262900 w 2253411"/>
              <a:gd name="connsiteY62" fmla="*/ 186698 h 440942"/>
              <a:gd name="connsiteX63" fmla="*/ 192929 w 2253411"/>
              <a:gd name="connsiteY63" fmla="*/ 186698 h 440942"/>
              <a:gd name="connsiteX64" fmla="*/ 192929 w 2253411"/>
              <a:gd name="connsiteY64" fmla="*/ 93846 h 440942"/>
              <a:gd name="connsiteX65" fmla="*/ 234730 w 2253411"/>
              <a:gd name="connsiteY65" fmla="*/ 93846 h 440942"/>
              <a:gd name="connsiteX66" fmla="*/ 238853 w 2253411"/>
              <a:gd name="connsiteY66" fmla="*/ 89738 h 440942"/>
              <a:gd name="connsiteX67" fmla="*/ 234730 w 2253411"/>
              <a:gd name="connsiteY67" fmla="*/ 85602 h 440942"/>
              <a:gd name="connsiteX68" fmla="*/ 192929 w 2253411"/>
              <a:gd name="connsiteY68" fmla="*/ 85602 h 440942"/>
              <a:gd name="connsiteX69" fmla="*/ 192929 w 2253411"/>
              <a:gd name="connsiteY69" fmla="*/ 8058 h 440942"/>
              <a:gd name="connsiteX70" fmla="*/ 256951 w 2253411"/>
              <a:gd name="connsiteY70" fmla="*/ 8058 h 440942"/>
              <a:gd name="connsiteX71" fmla="*/ 261072 w 2253411"/>
              <a:gd name="connsiteY71" fmla="*/ 3946 h 440942"/>
              <a:gd name="connsiteX72" fmla="*/ 261072 w 2253411"/>
              <a:gd name="connsiteY72" fmla="*/ 3935 h 440942"/>
              <a:gd name="connsiteX73" fmla="*/ 256954 w 2253411"/>
              <a:gd name="connsiteY73" fmla="*/ -175 h 440942"/>
              <a:gd name="connsiteX74" fmla="*/ 256951 w 2253411"/>
              <a:gd name="connsiteY74" fmla="*/ -175 h 440942"/>
              <a:gd name="connsiteX75" fmla="*/ 120686 w 2253411"/>
              <a:gd name="connsiteY75" fmla="*/ -175 h 440942"/>
              <a:gd name="connsiteX76" fmla="*/ 116578 w 2253411"/>
              <a:gd name="connsiteY76" fmla="*/ 3935 h 440942"/>
              <a:gd name="connsiteX77" fmla="*/ 120685 w 2253411"/>
              <a:gd name="connsiteY77" fmla="*/ 8058 h 440942"/>
              <a:gd name="connsiteX78" fmla="*/ 120686 w 2253411"/>
              <a:gd name="connsiteY78" fmla="*/ 8058 h 440942"/>
              <a:gd name="connsiteX79" fmla="*/ 184696 w 2253411"/>
              <a:gd name="connsiteY79" fmla="*/ 8058 h 440942"/>
              <a:gd name="connsiteX80" fmla="*/ 184696 w 2253411"/>
              <a:gd name="connsiteY80" fmla="*/ 85629 h 440942"/>
              <a:gd name="connsiteX81" fmla="*/ 141436 w 2253411"/>
              <a:gd name="connsiteY81" fmla="*/ 85629 h 440942"/>
              <a:gd name="connsiteX82" fmla="*/ 137315 w 2253411"/>
              <a:gd name="connsiteY82" fmla="*/ 89752 h 440942"/>
              <a:gd name="connsiteX83" fmla="*/ 141435 w 2253411"/>
              <a:gd name="connsiteY83" fmla="*/ 93860 h 440942"/>
              <a:gd name="connsiteX84" fmla="*/ 141436 w 2253411"/>
              <a:gd name="connsiteY84" fmla="*/ 93860 h 440942"/>
              <a:gd name="connsiteX85" fmla="*/ 184696 w 2253411"/>
              <a:gd name="connsiteY85" fmla="*/ 93860 h 440942"/>
              <a:gd name="connsiteX86" fmla="*/ 184696 w 2253411"/>
              <a:gd name="connsiteY86" fmla="*/ 186698 h 440942"/>
              <a:gd name="connsiteX87" fmla="*/ 114724 w 2253411"/>
              <a:gd name="connsiteY87" fmla="*/ 186698 h 440942"/>
              <a:gd name="connsiteX88" fmla="*/ 114724 w 2253411"/>
              <a:gd name="connsiteY88" fmla="*/ 150874 h 440942"/>
              <a:gd name="connsiteX89" fmla="*/ 110611 w 2253411"/>
              <a:gd name="connsiteY89" fmla="*/ 146752 h 440942"/>
              <a:gd name="connsiteX90" fmla="*/ 110602 w 2253411"/>
              <a:gd name="connsiteY90" fmla="*/ 146752 h 440942"/>
              <a:gd name="connsiteX91" fmla="*/ 106479 w 2253411"/>
              <a:gd name="connsiteY91" fmla="*/ 150874 h 440942"/>
              <a:gd name="connsiteX92" fmla="*/ 106479 w 2253411"/>
              <a:gd name="connsiteY92" fmla="*/ 190835 h 440942"/>
              <a:gd name="connsiteX93" fmla="*/ 110598 w 2253411"/>
              <a:gd name="connsiteY93" fmla="*/ 194943 h 440942"/>
              <a:gd name="connsiteX94" fmla="*/ 110602 w 2253411"/>
              <a:gd name="connsiteY94" fmla="*/ 194943 h 440942"/>
              <a:gd name="connsiteX95" fmla="*/ 184696 w 2253411"/>
              <a:gd name="connsiteY95" fmla="*/ 194943 h 440942"/>
              <a:gd name="connsiteX96" fmla="*/ 184696 w 2253411"/>
              <a:gd name="connsiteY96" fmla="*/ 302418 h 440942"/>
              <a:gd name="connsiteX97" fmla="*/ 120523 w 2253411"/>
              <a:gd name="connsiteY97" fmla="*/ 302418 h 440942"/>
              <a:gd name="connsiteX98" fmla="*/ 120523 w 2253411"/>
              <a:gd name="connsiteY98" fmla="*/ 253744 h 440942"/>
              <a:gd name="connsiteX99" fmla="*/ 116395 w 2253411"/>
              <a:gd name="connsiteY99" fmla="*/ 249636 h 440942"/>
              <a:gd name="connsiteX100" fmla="*/ 116386 w 2253411"/>
              <a:gd name="connsiteY100" fmla="*/ 249636 h 440942"/>
              <a:gd name="connsiteX101" fmla="*/ 62189 w 2253411"/>
              <a:gd name="connsiteY101" fmla="*/ 249636 h 440942"/>
              <a:gd name="connsiteX102" fmla="*/ 62189 w 2253411"/>
              <a:gd name="connsiteY102" fmla="*/ 210170 h 440942"/>
              <a:gd name="connsiteX103" fmla="*/ 58084 w 2253411"/>
              <a:gd name="connsiteY103" fmla="*/ 206047 h 440942"/>
              <a:gd name="connsiteX104" fmla="*/ 58081 w 2253411"/>
              <a:gd name="connsiteY104" fmla="*/ 206047 h 440942"/>
              <a:gd name="connsiteX105" fmla="*/ 53958 w 2253411"/>
              <a:gd name="connsiteY105" fmla="*/ 210170 h 440942"/>
              <a:gd name="connsiteX106" fmla="*/ 53958 w 2253411"/>
              <a:gd name="connsiteY106" fmla="*/ 253744 h 440942"/>
              <a:gd name="connsiteX107" fmla="*/ 58081 w 2253411"/>
              <a:gd name="connsiteY107" fmla="*/ 257867 h 440942"/>
              <a:gd name="connsiteX108" fmla="*/ 112277 w 2253411"/>
              <a:gd name="connsiteY108" fmla="*/ 257867 h 440942"/>
              <a:gd name="connsiteX109" fmla="*/ 112277 w 2253411"/>
              <a:gd name="connsiteY109" fmla="*/ 380182 h 440942"/>
              <a:gd name="connsiteX110" fmla="*/ 116382 w 2253411"/>
              <a:gd name="connsiteY110" fmla="*/ 384304 h 440942"/>
              <a:gd name="connsiteX111" fmla="*/ 116386 w 2253411"/>
              <a:gd name="connsiteY111" fmla="*/ 384304 h 440942"/>
              <a:gd name="connsiteX112" fmla="*/ 120523 w 2253411"/>
              <a:gd name="connsiteY112" fmla="*/ 380182 h 440942"/>
              <a:gd name="connsiteX113" fmla="*/ 120523 w 2253411"/>
              <a:gd name="connsiteY113" fmla="*/ 310649 h 440942"/>
              <a:gd name="connsiteX114" fmla="*/ 184696 w 2253411"/>
              <a:gd name="connsiteY114" fmla="*/ 310649 h 440942"/>
              <a:gd name="connsiteX115" fmla="*/ 184696 w 2253411"/>
              <a:gd name="connsiteY115" fmla="*/ 432537 h 440942"/>
              <a:gd name="connsiteX116" fmla="*/ 131736 w 2253411"/>
              <a:gd name="connsiteY116" fmla="*/ 432537 h 440942"/>
              <a:gd name="connsiteX117" fmla="*/ 127628 w 2253411"/>
              <a:gd name="connsiteY117" fmla="*/ 436615 h 440942"/>
              <a:gd name="connsiteX118" fmla="*/ 127628 w 2253411"/>
              <a:gd name="connsiteY118" fmla="*/ 436646 h 440942"/>
              <a:gd name="connsiteX119" fmla="*/ 131716 w 2253411"/>
              <a:gd name="connsiteY119" fmla="*/ 440768 h 440942"/>
              <a:gd name="connsiteX120" fmla="*/ 131736 w 2253411"/>
              <a:gd name="connsiteY120" fmla="*/ 440768 h 440942"/>
              <a:gd name="connsiteX121" fmla="*/ 245888 w 2253411"/>
              <a:gd name="connsiteY121" fmla="*/ 440768 h 440942"/>
              <a:gd name="connsiteX122" fmla="*/ 250011 w 2253411"/>
              <a:gd name="connsiteY122" fmla="*/ 436657 h 440942"/>
              <a:gd name="connsiteX123" fmla="*/ 250011 w 2253411"/>
              <a:gd name="connsiteY123" fmla="*/ 436646 h 440942"/>
              <a:gd name="connsiteX124" fmla="*/ 245909 w 2253411"/>
              <a:gd name="connsiteY124" fmla="*/ 432537 h 440942"/>
              <a:gd name="connsiteX125" fmla="*/ 245888 w 2253411"/>
              <a:gd name="connsiteY125" fmla="*/ 432537 h 440942"/>
              <a:gd name="connsiteX126" fmla="*/ 192929 w 2253411"/>
              <a:gd name="connsiteY126" fmla="*/ 432537 h 440942"/>
              <a:gd name="connsiteX127" fmla="*/ 192929 w 2253411"/>
              <a:gd name="connsiteY127" fmla="*/ 310649 h 440942"/>
              <a:gd name="connsiteX128" fmla="*/ 257116 w 2253411"/>
              <a:gd name="connsiteY128" fmla="*/ 310649 h 440942"/>
              <a:gd name="connsiteX129" fmla="*/ 257116 w 2253411"/>
              <a:gd name="connsiteY129" fmla="*/ 380182 h 440942"/>
              <a:gd name="connsiteX130" fmla="*/ 261250 w 2253411"/>
              <a:gd name="connsiteY130" fmla="*/ 384304 h 440942"/>
              <a:gd name="connsiteX131" fmla="*/ 265358 w 2253411"/>
              <a:gd name="connsiteY131" fmla="*/ 380182 h 440942"/>
              <a:gd name="connsiteX132" fmla="*/ 265358 w 2253411"/>
              <a:gd name="connsiteY132" fmla="*/ 257867 h 440942"/>
              <a:gd name="connsiteX133" fmla="*/ 319557 w 2253411"/>
              <a:gd name="connsiteY133" fmla="*/ 257867 h 440942"/>
              <a:gd name="connsiteX134" fmla="*/ 323665 w 2253411"/>
              <a:gd name="connsiteY134" fmla="*/ 253748 h 440942"/>
              <a:gd name="connsiteX135" fmla="*/ 323665 w 2253411"/>
              <a:gd name="connsiteY135" fmla="*/ 253744 h 440942"/>
              <a:gd name="connsiteX136" fmla="*/ 323665 w 2253411"/>
              <a:gd name="connsiteY136" fmla="*/ 210170 h 440942"/>
              <a:gd name="connsiteX137" fmla="*/ 319557 w 2253411"/>
              <a:gd name="connsiteY137" fmla="*/ 206047 h 440942"/>
              <a:gd name="connsiteX138" fmla="*/ 315434 w 2253411"/>
              <a:gd name="connsiteY138" fmla="*/ 210170 h 440942"/>
              <a:gd name="connsiteX139" fmla="*/ 315434 w 2253411"/>
              <a:gd name="connsiteY139" fmla="*/ 249636 h 440942"/>
              <a:gd name="connsiteX140" fmla="*/ 261250 w 2253411"/>
              <a:gd name="connsiteY140" fmla="*/ 249636 h 440942"/>
              <a:gd name="connsiteX141" fmla="*/ 257115 w 2253411"/>
              <a:gd name="connsiteY141" fmla="*/ 253733 h 440942"/>
              <a:gd name="connsiteX142" fmla="*/ 257115 w 2253411"/>
              <a:gd name="connsiteY142" fmla="*/ 253744 h 440942"/>
              <a:gd name="connsiteX143" fmla="*/ 257115 w 2253411"/>
              <a:gd name="connsiteY143" fmla="*/ 302416 h 440942"/>
              <a:gd name="connsiteX144" fmla="*/ 192927 w 2253411"/>
              <a:gd name="connsiteY144" fmla="*/ 302416 h 440942"/>
              <a:gd name="connsiteX145" fmla="*/ 192927 w 2253411"/>
              <a:gd name="connsiteY145" fmla="*/ 194943 h 440942"/>
              <a:gd name="connsiteX146" fmla="*/ 267036 w 2253411"/>
              <a:gd name="connsiteY146" fmla="*/ 194943 h 440942"/>
              <a:gd name="connsiteX147" fmla="*/ 271144 w 2253411"/>
              <a:gd name="connsiteY147" fmla="*/ 190849 h 440942"/>
              <a:gd name="connsiteX148" fmla="*/ 271144 w 2253411"/>
              <a:gd name="connsiteY148" fmla="*/ 190835 h 440942"/>
              <a:gd name="connsiteX149" fmla="*/ 351285 w 2253411"/>
              <a:gd name="connsiteY149" fmla="*/ 133931 h 440942"/>
              <a:gd name="connsiteX150" fmla="*/ 351285 w 2253411"/>
              <a:gd name="connsiteY150" fmla="*/ 45545 h 440942"/>
              <a:gd name="connsiteX151" fmla="*/ 347175 w 2253411"/>
              <a:gd name="connsiteY151" fmla="*/ 41422 h 440942"/>
              <a:gd name="connsiteX152" fmla="*/ 347164 w 2253411"/>
              <a:gd name="connsiteY152" fmla="*/ 41422 h 440942"/>
              <a:gd name="connsiteX153" fmla="*/ 283332 w 2253411"/>
              <a:gd name="connsiteY153" fmla="*/ 41422 h 440942"/>
              <a:gd name="connsiteX154" fmla="*/ 279224 w 2253411"/>
              <a:gd name="connsiteY154" fmla="*/ 45524 h 440942"/>
              <a:gd name="connsiteX155" fmla="*/ 279224 w 2253411"/>
              <a:gd name="connsiteY155" fmla="*/ 45545 h 440942"/>
              <a:gd name="connsiteX156" fmla="*/ 283332 w 2253411"/>
              <a:gd name="connsiteY156" fmla="*/ 49653 h 440942"/>
              <a:gd name="connsiteX157" fmla="*/ 343054 w 2253411"/>
              <a:gd name="connsiteY157" fmla="*/ 49653 h 440942"/>
              <a:gd name="connsiteX158" fmla="*/ 343054 w 2253411"/>
              <a:gd name="connsiteY158" fmla="*/ 129808 h 440942"/>
              <a:gd name="connsiteX159" fmla="*/ 297460 w 2253411"/>
              <a:gd name="connsiteY159" fmla="*/ 129808 h 440942"/>
              <a:gd name="connsiteX160" fmla="*/ 293338 w 2253411"/>
              <a:gd name="connsiteY160" fmla="*/ 133918 h 440942"/>
              <a:gd name="connsiteX161" fmla="*/ 293338 w 2253411"/>
              <a:gd name="connsiteY161" fmla="*/ 133931 h 440942"/>
              <a:gd name="connsiteX162" fmla="*/ 297460 w 2253411"/>
              <a:gd name="connsiteY162" fmla="*/ 138039 h 440942"/>
              <a:gd name="connsiteX163" fmla="*/ 347164 w 2253411"/>
              <a:gd name="connsiteY163" fmla="*/ 138039 h 440942"/>
              <a:gd name="connsiteX164" fmla="*/ 351285 w 2253411"/>
              <a:gd name="connsiteY164" fmla="*/ 133931 h 440942"/>
              <a:gd name="connsiteX165" fmla="*/ 377065 w 2253411"/>
              <a:gd name="connsiteY165" fmla="*/ 343972 h 440942"/>
              <a:gd name="connsiteX166" fmla="*/ 377065 w 2253411"/>
              <a:gd name="connsiteY166" fmla="*/ 177629 h 440942"/>
              <a:gd name="connsiteX167" fmla="*/ 372946 w 2253411"/>
              <a:gd name="connsiteY167" fmla="*/ 173521 h 440942"/>
              <a:gd name="connsiteX168" fmla="*/ 372943 w 2253411"/>
              <a:gd name="connsiteY168" fmla="*/ 173521 h 440942"/>
              <a:gd name="connsiteX169" fmla="*/ 368834 w 2253411"/>
              <a:gd name="connsiteY169" fmla="*/ 177617 h 440942"/>
              <a:gd name="connsiteX170" fmla="*/ 368834 w 2253411"/>
              <a:gd name="connsiteY170" fmla="*/ 177629 h 440942"/>
              <a:gd name="connsiteX171" fmla="*/ 368834 w 2253411"/>
              <a:gd name="connsiteY171" fmla="*/ 339836 h 440942"/>
              <a:gd name="connsiteX172" fmla="*/ 297460 w 2253411"/>
              <a:gd name="connsiteY172" fmla="*/ 339836 h 440942"/>
              <a:gd name="connsiteX173" fmla="*/ 293338 w 2253411"/>
              <a:gd name="connsiteY173" fmla="*/ 343970 h 440942"/>
              <a:gd name="connsiteX174" fmla="*/ 293338 w 2253411"/>
              <a:gd name="connsiteY174" fmla="*/ 343972 h 440942"/>
              <a:gd name="connsiteX175" fmla="*/ 297438 w 2253411"/>
              <a:gd name="connsiteY175" fmla="*/ 348080 h 440942"/>
              <a:gd name="connsiteX176" fmla="*/ 297460 w 2253411"/>
              <a:gd name="connsiteY176" fmla="*/ 348080 h 440942"/>
              <a:gd name="connsiteX177" fmla="*/ 372943 w 2253411"/>
              <a:gd name="connsiteY177" fmla="*/ 348080 h 440942"/>
              <a:gd name="connsiteX178" fmla="*/ 377065 w 2253411"/>
              <a:gd name="connsiteY178" fmla="*/ 343992 h 440942"/>
              <a:gd name="connsiteX179" fmla="*/ 377065 w 2253411"/>
              <a:gd name="connsiteY179" fmla="*/ 343972 h 440942"/>
              <a:gd name="connsiteX180" fmla="*/ 577721 w 2253411"/>
              <a:gd name="connsiteY180" fmla="*/ 299806 h 440942"/>
              <a:gd name="connsiteX181" fmla="*/ 609683 w 2253411"/>
              <a:gd name="connsiteY181" fmla="*/ 299806 h 440942"/>
              <a:gd name="connsiteX182" fmla="*/ 609683 w 2253411"/>
              <a:gd name="connsiteY182" fmla="*/ 196098 h 440942"/>
              <a:gd name="connsiteX183" fmla="*/ 551186 w 2253411"/>
              <a:gd name="connsiteY183" fmla="*/ 131498 h 440942"/>
              <a:gd name="connsiteX184" fmla="*/ 500878 w 2253411"/>
              <a:gd name="connsiteY184" fmla="*/ 159709 h 440942"/>
              <a:gd name="connsiteX185" fmla="*/ 500878 w 2253411"/>
              <a:gd name="connsiteY185" fmla="*/ 136254 h 440942"/>
              <a:gd name="connsiteX186" fmla="*/ 469601 w 2253411"/>
              <a:gd name="connsiteY186" fmla="*/ 136254 h 440942"/>
              <a:gd name="connsiteX187" fmla="*/ 469601 w 2253411"/>
              <a:gd name="connsiteY187" fmla="*/ 299806 h 440942"/>
              <a:gd name="connsiteX188" fmla="*/ 501565 w 2253411"/>
              <a:gd name="connsiteY188" fmla="*/ 299806 h 440942"/>
              <a:gd name="connsiteX189" fmla="*/ 501565 w 2253411"/>
              <a:gd name="connsiteY189" fmla="*/ 205278 h 440942"/>
              <a:gd name="connsiteX190" fmla="*/ 539629 w 2253411"/>
              <a:gd name="connsiteY190" fmla="*/ 160396 h 440942"/>
              <a:gd name="connsiteX191" fmla="*/ 577721 w 2253411"/>
              <a:gd name="connsiteY191" fmla="*/ 201540 h 440942"/>
              <a:gd name="connsiteX192" fmla="*/ 766751 w 2253411"/>
              <a:gd name="connsiteY192" fmla="*/ 201196 h 440942"/>
              <a:gd name="connsiteX193" fmla="*/ 677320 w 2253411"/>
              <a:gd name="connsiteY193" fmla="*/ 201196 h 440942"/>
              <a:gd name="connsiteX194" fmla="*/ 721870 w 2253411"/>
              <a:gd name="connsiteY194" fmla="*/ 159366 h 440942"/>
              <a:gd name="connsiteX195" fmla="*/ 766751 w 2253411"/>
              <a:gd name="connsiteY195" fmla="*/ 201196 h 440942"/>
              <a:gd name="connsiteX196" fmla="*/ 799388 w 2253411"/>
              <a:gd name="connsiteY196" fmla="*/ 227044 h 440942"/>
              <a:gd name="connsiteX197" fmla="*/ 800075 w 2253411"/>
              <a:gd name="connsiteY197" fmla="*/ 216835 h 440942"/>
              <a:gd name="connsiteX198" fmla="*/ 721527 w 2253411"/>
              <a:gd name="connsiteY198" fmla="*/ 131155 h 440942"/>
              <a:gd name="connsiteX199" fmla="*/ 643324 w 2253411"/>
              <a:gd name="connsiteY199" fmla="*/ 217522 h 440942"/>
              <a:gd name="connsiteX200" fmla="*/ 725608 w 2253411"/>
              <a:gd name="connsiteY200" fmla="*/ 304904 h 440942"/>
              <a:gd name="connsiteX201" fmla="*/ 799044 w 2253411"/>
              <a:gd name="connsiteY201" fmla="*/ 253221 h 440942"/>
              <a:gd name="connsiteX202" fmla="*/ 771519 w 2253411"/>
              <a:gd name="connsiteY202" fmla="*/ 243698 h 440942"/>
              <a:gd name="connsiteX203" fmla="*/ 725608 w 2253411"/>
              <a:gd name="connsiteY203" fmla="*/ 276679 h 440942"/>
              <a:gd name="connsiteX204" fmla="*/ 676304 w 2253411"/>
              <a:gd name="connsiteY204" fmla="*/ 227044 h 440942"/>
              <a:gd name="connsiteX205" fmla="*/ 945791 w 2253411"/>
              <a:gd name="connsiteY205" fmla="*/ 299820 h 440942"/>
              <a:gd name="connsiteX206" fmla="*/ 976394 w 2253411"/>
              <a:gd name="connsiteY206" fmla="*/ 299820 h 440942"/>
              <a:gd name="connsiteX207" fmla="*/ 974677 w 2253411"/>
              <a:gd name="connsiteY207" fmla="*/ 269547 h 440942"/>
              <a:gd name="connsiteX208" fmla="*/ 974677 w 2253411"/>
              <a:gd name="connsiteY208" fmla="*/ 136254 h 440942"/>
              <a:gd name="connsiteX209" fmla="*/ 942727 w 2253411"/>
              <a:gd name="connsiteY209" fmla="*/ 136254 h 440942"/>
              <a:gd name="connsiteX210" fmla="*/ 942727 w 2253411"/>
              <a:gd name="connsiteY210" fmla="*/ 234863 h 440942"/>
              <a:gd name="connsiteX211" fmla="*/ 903948 w 2253411"/>
              <a:gd name="connsiteY211" fmla="*/ 276679 h 440942"/>
              <a:gd name="connsiteX212" fmla="*/ 866901 w 2253411"/>
              <a:gd name="connsiteY212" fmla="*/ 234519 h 440942"/>
              <a:gd name="connsiteX213" fmla="*/ 866901 w 2253411"/>
              <a:gd name="connsiteY213" fmla="*/ 136254 h 440942"/>
              <a:gd name="connsiteX214" fmla="*/ 834924 w 2253411"/>
              <a:gd name="connsiteY214" fmla="*/ 136254 h 440942"/>
              <a:gd name="connsiteX215" fmla="*/ 834924 w 2253411"/>
              <a:gd name="connsiteY215" fmla="*/ 239287 h 440942"/>
              <a:gd name="connsiteX216" fmla="*/ 896143 w 2253411"/>
              <a:gd name="connsiteY216" fmla="*/ 304903 h 440942"/>
              <a:gd name="connsiteX217" fmla="*/ 944418 w 2253411"/>
              <a:gd name="connsiteY217" fmla="*/ 280086 h 440942"/>
              <a:gd name="connsiteX218" fmla="*/ 945791 w 2253411"/>
              <a:gd name="connsiteY218" fmla="*/ 299818 h 440942"/>
              <a:gd name="connsiteX219" fmla="*/ 1098324 w 2253411"/>
              <a:gd name="connsiteY219" fmla="*/ 167541 h 440942"/>
              <a:gd name="connsiteX220" fmla="*/ 1112271 w 2253411"/>
              <a:gd name="connsiteY220" fmla="*/ 168559 h 440942"/>
              <a:gd name="connsiteX221" fmla="*/ 1112271 w 2253411"/>
              <a:gd name="connsiteY221" fmla="*/ 134563 h 440942"/>
              <a:gd name="connsiteX222" fmla="*/ 1101731 w 2253411"/>
              <a:gd name="connsiteY222" fmla="*/ 133532 h 440942"/>
              <a:gd name="connsiteX223" fmla="*/ 1052771 w 2253411"/>
              <a:gd name="connsiteY223" fmla="*/ 164808 h 440942"/>
              <a:gd name="connsiteX224" fmla="*/ 1052771 w 2253411"/>
              <a:gd name="connsiteY224" fmla="*/ 136266 h 440942"/>
              <a:gd name="connsiteX225" fmla="*/ 1021481 w 2253411"/>
              <a:gd name="connsiteY225" fmla="*/ 136266 h 440942"/>
              <a:gd name="connsiteX226" fmla="*/ 1021481 w 2253411"/>
              <a:gd name="connsiteY226" fmla="*/ 299806 h 440942"/>
              <a:gd name="connsiteX227" fmla="*/ 1053443 w 2253411"/>
              <a:gd name="connsiteY227" fmla="*/ 299806 h 440942"/>
              <a:gd name="connsiteX228" fmla="*/ 1053443 w 2253411"/>
              <a:gd name="connsiteY228" fmla="*/ 217851 h 440942"/>
              <a:gd name="connsiteX229" fmla="*/ 1098324 w 2253411"/>
              <a:gd name="connsiteY229" fmla="*/ 167543 h 440942"/>
              <a:gd name="connsiteX230" fmla="*/ 1263512 w 2253411"/>
              <a:gd name="connsiteY230" fmla="*/ 217865 h 440942"/>
              <a:gd name="connsiteX231" fmla="*/ 1212518 w 2253411"/>
              <a:gd name="connsiteY231" fmla="*/ 276350 h 440942"/>
              <a:gd name="connsiteX232" fmla="*/ 1161507 w 2253411"/>
              <a:gd name="connsiteY232" fmla="*/ 217865 h 440942"/>
              <a:gd name="connsiteX233" fmla="*/ 1212518 w 2253411"/>
              <a:gd name="connsiteY233" fmla="*/ 159709 h 440942"/>
              <a:gd name="connsiteX234" fmla="*/ 1263512 w 2253411"/>
              <a:gd name="connsiteY234" fmla="*/ 217865 h 440942"/>
              <a:gd name="connsiteX235" fmla="*/ 1296163 w 2253411"/>
              <a:gd name="connsiteY235" fmla="*/ 217865 h 440942"/>
              <a:gd name="connsiteX236" fmla="*/ 1212518 w 2253411"/>
              <a:gd name="connsiteY236" fmla="*/ 131169 h 440942"/>
              <a:gd name="connsiteX237" fmla="*/ 1128871 w 2253411"/>
              <a:gd name="connsiteY237" fmla="*/ 217865 h 440942"/>
              <a:gd name="connsiteX238" fmla="*/ 1212518 w 2253411"/>
              <a:gd name="connsiteY238" fmla="*/ 304904 h 440942"/>
              <a:gd name="connsiteX239" fmla="*/ 1296163 w 2253411"/>
              <a:gd name="connsiteY239" fmla="*/ 217865 h 440942"/>
              <a:gd name="connsiteX240" fmla="*/ 1388657 w 2253411"/>
              <a:gd name="connsiteY240" fmla="*/ 301496 h 440942"/>
              <a:gd name="connsiteX241" fmla="*/ 1410425 w 2253411"/>
              <a:gd name="connsiteY241" fmla="*/ 298446 h 440942"/>
              <a:gd name="connsiteX242" fmla="*/ 1410425 w 2253411"/>
              <a:gd name="connsiteY242" fmla="*/ 271237 h 440942"/>
              <a:gd name="connsiteX243" fmla="*/ 1397836 w 2253411"/>
              <a:gd name="connsiteY243" fmla="*/ 272612 h 440942"/>
              <a:gd name="connsiteX244" fmla="*/ 1375054 w 2253411"/>
              <a:gd name="connsiteY244" fmla="*/ 250158 h 440942"/>
              <a:gd name="connsiteX245" fmla="*/ 1375054 w 2253411"/>
              <a:gd name="connsiteY245" fmla="*/ 165152 h 440942"/>
              <a:gd name="connsiteX246" fmla="*/ 1410423 w 2253411"/>
              <a:gd name="connsiteY246" fmla="*/ 165152 h 440942"/>
              <a:gd name="connsiteX247" fmla="*/ 1410423 w 2253411"/>
              <a:gd name="connsiteY247" fmla="*/ 136254 h 440942"/>
              <a:gd name="connsiteX248" fmla="*/ 1375054 w 2253411"/>
              <a:gd name="connsiteY248" fmla="*/ 136254 h 440942"/>
              <a:gd name="connsiteX249" fmla="*/ 1375054 w 2253411"/>
              <a:gd name="connsiteY249" fmla="*/ 84585 h 440942"/>
              <a:gd name="connsiteX250" fmla="*/ 1345825 w 2253411"/>
              <a:gd name="connsiteY250" fmla="*/ 84585 h 440942"/>
              <a:gd name="connsiteX251" fmla="*/ 1345825 w 2253411"/>
              <a:gd name="connsiteY251" fmla="*/ 111092 h 440942"/>
              <a:gd name="connsiteX252" fmla="*/ 1320665 w 2253411"/>
              <a:gd name="connsiteY252" fmla="*/ 136254 h 440942"/>
              <a:gd name="connsiteX253" fmla="*/ 1311814 w 2253411"/>
              <a:gd name="connsiteY253" fmla="*/ 136254 h 440942"/>
              <a:gd name="connsiteX254" fmla="*/ 1311814 w 2253411"/>
              <a:gd name="connsiteY254" fmla="*/ 165152 h 440942"/>
              <a:gd name="connsiteX255" fmla="*/ 1343105 w 2253411"/>
              <a:gd name="connsiteY255" fmla="*/ 165152 h 440942"/>
              <a:gd name="connsiteX256" fmla="*/ 1343105 w 2253411"/>
              <a:gd name="connsiteY256" fmla="*/ 254911 h 440942"/>
              <a:gd name="connsiteX257" fmla="*/ 1388657 w 2253411"/>
              <a:gd name="connsiteY257" fmla="*/ 301496 h 440942"/>
              <a:gd name="connsiteX258" fmla="*/ 1564344 w 2253411"/>
              <a:gd name="connsiteY258" fmla="*/ 217865 h 440942"/>
              <a:gd name="connsiteX259" fmla="*/ 1513349 w 2253411"/>
              <a:gd name="connsiteY259" fmla="*/ 276350 h 440942"/>
              <a:gd name="connsiteX260" fmla="*/ 1462340 w 2253411"/>
              <a:gd name="connsiteY260" fmla="*/ 217865 h 440942"/>
              <a:gd name="connsiteX261" fmla="*/ 1513349 w 2253411"/>
              <a:gd name="connsiteY261" fmla="*/ 159709 h 440942"/>
              <a:gd name="connsiteX262" fmla="*/ 1564344 w 2253411"/>
              <a:gd name="connsiteY262" fmla="*/ 217865 h 440942"/>
              <a:gd name="connsiteX263" fmla="*/ 1596994 w 2253411"/>
              <a:gd name="connsiteY263" fmla="*/ 217865 h 440942"/>
              <a:gd name="connsiteX264" fmla="*/ 1513349 w 2253411"/>
              <a:gd name="connsiteY264" fmla="*/ 131169 h 440942"/>
              <a:gd name="connsiteX265" fmla="*/ 1429704 w 2253411"/>
              <a:gd name="connsiteY265" fmla="*/ 217865 h 440942"/>
              <a:gd name="connsiteX266" fmla="*/ 1513349 w 2253411"/>
              <a:gd name="connsiteY266" fmla="*/ 304904 h 440942"/>
              <a:gd name="connsiteX267" fmla="*/ 1596994 w 2253411"/>
              <a:gd name="connsiteY267" fmla="*/ 217865 h 440942"/>
              <a:gd name="connsiteX268" fmla="*/ 1709456 w 2253411"/>
              <a:gd name="connsiteY268" fmla="*/ 167543 h 440942"/>
              <a:gd name="connsiteX269" fmla="*/ 1723392 w 2253411"/>
              <a:gd name="connsiteY269" fmla="*/ 168560 h 440942"/>
              <a:gd name="connsiteX270" fmla="*/ 1723392 w 2253411"/>
              <a:gd name="connsiteY270" fmla="*/ 134563 h 440942"/>
              <a:gd name="connsiteX271" fmla="*/ 1712851 w 2253411"/>
              <a:gd name="connsiteY271" fmla="*/ 133532 h 440942"/>
              <a:gd name="connsiteX272" fmla="*/ 1663890 w 2253411"/>
              <a:gd name="connsiteY272" fmla="*/ 164808 h 440942"/>
              <a:gd name="connsiteX273" fmla="*/ 1663890 w 2253411"/>
              <a:gd name="connsiteY273" fmla="*/ 136266 h 440942"/>
              <a:gd name="connsiteX274" fmla="*/ 1632614 w 2253411"/>
              <a:gd name="connsiteY274" fmla="*/ 136266 h 440942"/>
              <a:gd name="connsiteX275" fmla="*/ 1632614 w 2253411"/>
              <a:gd name="connsiteY275" fmla="*/ 299806 h 440942"/>
              <a:gd name="connsiteX276" fmla="*/ 1664564 w 2253411"/>
              <a:gd name="connsiteY276" fmla="*/ 299806 h 440942"/>
              <a:gd name="connsiteX277" fmla="*/ 1664564 w 2253411"/>
              <a:gd name="connsiteY277" fmla="*/ 217851 h 440942"/>
              <a:gd name="connsiteX278" fmla="*/ 1709456 w 2253411"/>
              <a:gd name="connsiteY278" fmla="*/ 167543 h 440942"/>
              <a:gd name="connsiteX279" fmla="*/ 1790286 w 2253411"/>
              <a:gd name="connsiteY279" fmla="*/ 74360 h 440942"/>
              <a:gd name="connsiteX280" fmla="*/ 1767488 w 2253411"/>
              <a:gd name="connsiteY280" fmla="*/ 51248 h 440942"/>
              <a:gd name="connsiteX281" fmla="*/ 1744374 w 2253411"/>
              <a:gd name="connsiteY281" fmla="*/ 74045 h 440942"/>
              <a:gd name="connsiteX282" fmla="*/ 1767159 w 2253411"/>
              <a:gd name="connsiteY282" fmla="*/ 97158 h 440942"/>
              <a:gd name="connsiteX283" fmla="*/ 1790286 w 2253411"/>
              <a:gd name="connsiteY283" fmla="*/ 74401 h 440942"/>
              <a:gd name="connsiteX284" fmla="*/ 1790286 w 2253411"/>
              <a:gd name="connsiteY284" fmla="*/ 74362 h 440942"/>
              <a:gd name="connsiteX285" fmla="*/ 1937899 w 2253411"/>
              <a:gd name="connsiteY285" fmla="*/ 299820 h 440942"/>
              <a:gd name="connsiteX286" fmla="*/ 1968489 w 2253411"/>
              <a:gd name="connsiteY286" fmla="*/ 299820 h 440942"/>
              <a:gd name="connsiteX287" fmla="*/ 1966785 w 2253411"/>
              <a:gd name="connsiteY287" fmla="*/ 269547 h 440942"/>
              <a:gd name="connsiteX288" fmla="*/ 1966785 w 2253411"/>
              <a:gd name="connsiteY288" fmla="*/ 136254 h 440942"/>
              <a:gd name="connsiteX289" fmla="*/ 1934821 w 2253411"/>
              <a:gd name="connsiteY289" fmla="*/ 136254 h 440942"/>
              <a:gd name="connsiteX290" fmla="*/ 1934821 w 2253411"/>
              <a:gd name="connsiteY290" fmla="*/ 234863 h 440942"/>
              <a:gd name="connsiteX291" fmla="*/ 1896069 w 2253411"/>
              <a:gd name="connsiteY291" fmla="*/ 276679 h 440942"/>
              <a:gd name="connsiteX292" fmla="*/ 1859008 w 2253411"/>
              <a:gd name="connsiteY292" fmla="*/ 234519 h 440942"/>
              <a:gd name="connsiteX293" fmla="*/ 1859008 w 2253411"/>
              <a:gd name="connsiteY293" fmla="*/ 136254 h 440942"/>
              <a:gd name="connsiteX294" fmla="*/ 1827032 w 2253411"/>
              <a:gd name="connsiteY294" fmla="*/ 136254 h 440942"/>
              <a:gd name="connsiteX295" fmla="*/ 1827032 w 2253411"/>
              <a:gd name="connsiteY295" fmla="*/ 239287 h 440942"/>
              <a:gd name="connsiteX296" fmla="*/ 1888249 w 2253411"/>
              <a:gd name="connsiteY296" fmla="*/ 304903 h 440942"/>
              <a:gd name="connsiteX297" fmla="*/ 1936524 w 2253411"/>
              <a:gd name="connsiteY297" fmla="*/ 280086 h 440942"/>
              <a:gd name="connsiteX298" fmla="*/ 1937899 w 2253411"/>
              <a:gd name="connsiteY298" fmla="*/ 299818 h 440942"/>
              <a:gd name="connsiteX299" fmla="*/ 2253984 w 2253411"/>
              <a:gd name="connsiteY299" fmla="*/ 299806 h 440942"/>
              <a:gd name="connsiteX300" fmla="*/ 2253984 w 2253411"/>
              <a:gd name="connsiteY300" fmla="*/ 193721 h 440942"/>
              <a:gd name="connsiteX301" fmla="*/ 2197547 w 2253411"/>
              <a:gd name="connsiteY301" fmla="*/ 131498 h 440942"/>
              <a:gd name="connsiteX302" fmla="*/ 2142800 w 2253411"/>
              <a:gd name="connsiteY302" fmla="*/ 162431 h 440942"/>
              <a:gd name="connsiteX303" fmla="*/ 2093839 w 2253411"/>
              <a:gd name="connsiteY303" fmla="*/ 131498 h 440942"/>
              <a:gd name="connsiteX304" fmla="*/ 2044204 w 2253411"/>
              <a:gd name="connsiteY304" fmla="*/ 158005 h 440942"/>
              <a:gd name="connsiteX305" fmla="*/ 2044204 w 2253411"/>
              <a:gd name="connsiteY305" fmla="*/ 136254 h 440942"/>
              <a:gd name="connsiteX306" fmla="*/ 2013588 w 2253411"/>
              <a:gd name="connsiteY306" fmla="*/ 136254 h 440942"/>
              <a:gd name="connsiteX307" fmla="*/ 2013588 w 2253411"/>
              <a:gd name="connsiteY307" fmla="*/ 299806 h 440942"/>
              <a:gd name="connsiteX308" fmla="*/ 2045221 w 2253411"/>
              <a:gd name="connsiteY308" fmla="*/ 299806 h 440942"/>
              <a:gd name="connsiteX309" fmla="*/ 2045221 w 2253411"/>
              <a:gd name="connsiteY309" fmla="*/ 201209 h 440942"/>
              <a:gd name="connsiteX310" fmla="*/ 2083299 w 2253411"/>
              <a:gd name="connsiteY310" fmla="*/ 159709 h 440942"/>
              <a:gd name="connsiteX311" fmla="*/ 2117971 w 2253411"/>
              <a:gd name="connsiteY311" fmla="*/ 197115 h 440942"/>
              <a:gd name="connsiteX312" fmla="*/ 2117971 w 2253411"/>
              <a:gd name="connsiteY312" fmla="*/ 299807 h 440942"/>
              <a:gd name="connsiteX313" fmla="*/ 2149932 w 2253411"/>
              <a:gd name="connsiteY313" fmla="*/ 299807 h 440942"/>
              <a:gd name="connsiteX314" fmla="*/ 2149932 w 2253411"/>
              <a:gd name="connsiteY314" fmla="*/ 200867 h 440942"/>
              <a:gd name="connsiteX315" fmla="*/ 2187682 w 2253411"/>
              <a:gd name="connsiteY315" fmla="*/ 159711 h 440942"/>
              <a:gd name="connsiteX316" fmla="*/ 2222364 w 2253411"/>
              <a:gd name="connsiteY316" fmla="*/ 197115 h 440942"/>
              <a:gd name="connsiteX317" fmla="*/ 2222364 w 2253411"/>
              <a:gd name="connsiteY317" fmla="*/ 299807 h 440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Lst>
            <a:rect l="l" t="t" r="r" b="b"/>
            <a:pathLst>
              <a:path w="2253411" h="440942">
                <a:moveTo>
                  <a:pt x="1783139" y="136254"/>
                </a:moveTo>
                <a:lnTo>
                  <a:pt x="1751520" y="136254"/>
                </a:lnTo>
                <a:lnTo>
                  <a:pt x="1751520" y="299806"/>
                </a:lnTo>
                <a:lnTo>
                  <a:pt x="1783139" y="299806"/>
                </a:lnTo>
                <a:close/>
                <a:moveTo>
                  <a:pt x="293338" y="409024"/>
                </a:moveTo>
                <a:cubicBezTo>
                  <a:pt x="293335" y="411298"/>
                  <a:pt x="295174" y="413144"/>
                  <a:pt x="297448" y="413147"/>
                </a:cubicBezTo>
                <a:cubicBezTo>
                  <a:pt x="297452" y="413147"/>
                  <a:pt x="297456" y="413147"/>
                  <a:pt x="297460" y="413147"/>
                </a:cubicBezTo>
                <a:lnTo>
                  <a:pt x="333669" y="413147"/>
                </a:lnTo>
                <a:cubicBezTo>
                  <a:pt x="335936" y="413150"/>
                  <a:pt x="337776" y="411314"/>
                  <a:pt x="337779" y="409047"/>
                </a:cubicBezTo>
                <a:cubicBezTo>
                  <a:pt x="337779" y="409039"/>
                  <a:pt x="337779" y="409032"/>
                  <a:pt x="337777" y="409024"/>
                </a:cubicBezTo>
                <a:cubicBezTo>
                  <a:pt x="337782" y="406760"/>
                  <a:pt x="335949" y="404921"/>
                  <a:pt x="333683" y="404916"/>
                </a:cubicBezTo>
                <a:cubicBezTo>
                  <a:pt x="333678" y="404916"/>
                  <a:pt x="333674" y="404916"/>
                  <a:pt x="333669" y="404916"/>
                </a:cubicBezTo>
                <a:lnTo>
                  <a:pt x="297460" y="404916"/>
                </a:lnTo>
                <a:cubicBezTo>
                  <a:pt x="295188" y="404911"/>
                  <a:pt x="293342" y="406749"/>
                  <a:pt x="293338" y="409021"/>
                </a:cubicBezTo>
                <a:cubicBezTo>
                  <a:pt x="293338" y="409023"/>
                  <a:pt x="293338" y="409024"/>
                  <a:pt x="293338" y="409024"/>
                </a:cubicBezTo>
                <a:moveTo>
                  <a:pt x="39859" y="409024"/>
                </a:moveTo>
                <a:cubicBezTo>
                  <a:pt x="39849" y="411291"/>
                  <a:pt x="41679" y="413137"/>
                  <a:pt x="43946" y="413147"/>
                </a:cubicBezTo>
                <a:cubicBezTo>
                  <a:pt x="43953" y="413147"/>
                  <a:pt x="43959" y="413147"/>
                  <a:pt x="43967" y="413147"/>
                </a:cubicBezTo>
                <a:lnTo>
                  <a:pt x="80176" y="413147"/>
                </a:lnTo>
                <a:cubicBezTo>
                  <a:pt x="82449" y="413150"/>
                  <a:pt x="84295" y="411311"/>
                  <a:pt x="84298" y="409037"/>
                </a:cubicBezTo>
                <a:cubicBezTo>
                  <a:pt x="84298" y="409032"/>
                  <a:pt x="84298" y="409029"/>
                  <a:pt x="84298" y="409024"/>
                </a:cubicBezTo>
                <a:cubicBezTo>
                  <a:pt x="84295" y="406752"/>
                  <a:pt x="82451" y="404913"/>
                  <a:pt x="80179" y="404916"/>
                </a:cubicBezTo>
                <a:cubicBezTo>
                  <a:pt x="80177" y="404916"/>
                  <a:pt x="80177" y="404916"/>
                  <a:pt x="80176" y="404916"/>
                </a:cubicBezTo>
                <a:lnTo>
                  <a:pt x="43967" y="404916"/>
                </a:lnTo>
                <a:cubicBezTo>
                  <a:pt x="41701" y="404913"/>
                  <a:pt x="39862" y="406746"/>
                  <a:pt x="39859" y="409012"/>
                </a:cubicBezTo>
                <a:cubicBezTo>
                  <a:pt x="39859" y="409016"/>
                  <a:pt x="39859" y="409021"/>
                  <a:pt x="39859" y="409024"/>
                </a:cubicBezTo>
                <a:moveTo>
                  <a:pt x="80177" y="339849"/>
                </a:moveTo>
                <a:lnTo>
                  <a:pt x="8803" y="339849"/>
                </a:lnTo>
                <a:lnTo>
                  <a:pt x="8803" y="177644"/>
                </a:lnTo>
                <a:cubicBezTo>
                  <a:pt x="8801" y="175367"/>
                  <a:pt x="6955" y="173523"/>
                  <a:pt x="4680" y="173521"/>
                </a:cubicBezTo>
                <a:cubicBezTo>
                  <a:pt x="2408" y="173523"/>
                  <a:pt x="569" y="175367"/>
                  <a:pt x="572" y="177639"/>
                </a:cubicBezTo>
                <a:cubicBezTo>
                  <a:pt x="572" y="177640"/>
                  <a:pt x="572" y="177642"/>
                  <a:pt x="572" y="177644"/>
                </a:cubicBezTo>
                <a:lnTo>
                  <a:pt x="572" y="343959"/>
                </a:lnTo>
                <a:cubicBezTo>
                  <a:pt x="567" y="346229"/>
                  <a:pt x="2404" y="348075"/>
                  <a:pt x="4676" y="348080"/>
                </a:cubicBezTo>
                <a:cubicBezTo>
                  <a:pt x="4677" y="348080"/>
                  <a:pt x="4679" y="348080"/>
                  <a:pt x="4680" y="348080"/>
                </a:cubicBezTo>
                <a:lnTo>
                  <a:pt x="80176" y="348080"/>
                </a:lnTo>
                <a:cubicBezTo>
                  <a:pt x="82449" y="348083"/>
                  <a:pt x="84295" y="346244"/>
                  <a:pt x="84298" y="343970"/>
                </a:cubicBezTo>
                <a:cubicBezTo>
                  <a:pt x="84298" y="343965"/>
                  <a:pt x="84298" y="343962"/>
                  <a:pt x="84298" y="343959"/>
                </a:cubicBezTo>
                <a:cubicBezTo>
                  <a:pt x="84290" y="341687"/>
                  <a:pt x="82447" y="339849"/>
                  <a:pt x="80176" y="339849"/>
                </a:cubicBezTo>
                <a:moveTo>
                  <a:pt x="98412" y="45530"/>
                </a:moveTo>
                <a:cubicBezTo>
                  <a:pt x="98409" y="43258"/>
                  <a:pt x="96564" y="41419"/>
                  <a:pt x="94292" y="41422"/>
                </a:cubicBezTo>
                <a:cubicBezTo>
                  <a:pt x="94291" y="41422"/>
                  <a:pt x="94291" y="41422"/>
                  <a:pt x="94289" y="41422"/>
                </a:cubicBezTo>
                <a:lnTo>
                  <a:pt x="30459" y="41422"/>
                </a:lnTo>
                <a:cubicBezTo>
                  <a:pt x="28193" y="41419"/>
                  <a:pt x="26354" y="43252"/>
                  <a:pt x="26351" y="45518"/>
                </a:cubicBezTo>
                <a:cubicBezTo>
                  <a:pt x="26351" y="45521"/>
                  <a:pt x="26351" y="45526"/>
                  <a:pt x="26351" y="45530"/>
                </a:cubicBezTo>
                <a:lnTo>
                  <a:pt x="26351" y="133916"/>
                </a:lnTo>
                <a:cubicBezTo>
                  <a:pt x="26346" y="136188"/>
                  <a:pt x="28184" y="138034"/>
                  <a:pt x="30456" y="138039"/>
                </a:cubicBezTo>
                <a:cubicBezTo>
                  <a:pt x="30458" y="138039"/>
                  <a:pt x="30458" y="138039"/>
                  <a:pt x="30459" y="138039"/>
                </a:cubicBezTo>
                <a:lnTo>
                  <a:pt x="80191" y="138039"/>
                </a:lnTo>
                <a:cubicBezTo>
                  <a:pt x="82460" y="138026"/>
                  <a:pt x="84295" y="136187"/>
                  <a:pt x="84300" y="133916"/>
                </a:cubicBezTo>
                <a:cubicBezTo>
                  <a:pt x="84293" y="131651"/>
                  <a:pt x="82459" y="129814"/>
                  <a:pt x="80191" y="129808"/>
                </a:cubicBezTo>
                <a:lnTo>
                  <a:pt x="34582" y="129808"/>
                </a:lnTo>
                <a:lnTo>
                  <a:pt x="34582" y="49653"/>
                </a:lnTo>
                <a:lnTo>
                  <a:pt x="94291" y="49653"/>
                </a:lnTo>
                <a:cubicBezTo>
                  <a:pt x="96564" y="49656"/>
                  <a:pt x="98410" y="47813"/>
                  <a:pt x="98413" y="45540"/>
                </a:cubicBezTo>
                <a:cubicBezTo>
                  <a:pt x="98413" y="45537"/>
                  <a:pt x="98413" y="45534"/>
                  <a:pt x="98413" y="45530"/>
                </a:cubicBezTo>
                <a:moveTo>
                  <a:pt x="271146" y="190835"/>
                </a:moveTo>
                <a:lnTo>
                  <a:pt x="271146" y="150874"/>
                </a:lnTo>
                <a:cubicBezTo>
                  <a:pt x="271151" y="148602"/>
                  <a:pt x="269311" y="146756"/>
                  <a:pt x="267039" y="146752"/>
                </a:cubicBezTo>
                <a:cubicBezTo>
                  <a:pt x="267039" y="146752"/>
                  <a:pt x="267037" y="146752"/>
                  <a:pt x="267037" y="146752"/>
                </a:cubicBezTo>
                <a:cubicBezTo>
                  <a:pt x="264756" y="146747"/>
                  <a:pt x="262904" y="148593"/>
                  <a:pt x="262900" y="150873"/>
                </a:cubicBezTo>
                <a:cubicBezTo>
                  <a:pt x="262900" y="150873"/>
                  <a:pt x="262900" y="150874"/>
                  <a:pt x="262900" y="150874"/>
                </a:cubicBezTo>
                <a:lnTo>
                  <a:pt x="262900" y="186698"/>
                </a:lnTo>
                <a:lnTo>
                  <a:pt x="192929" y="186698"/>
                </a:lnTo>
                <a:lnTo>
                  <a:pt x="192929" y="93846"/>
                </a:lnTo>
                <a:lnTo>
                  <a:pt x="234730" y="93846"/>
                </a:lnTo>
                <a:cubicBezTo>
                  <a:pt x="236999" y="93841"/>
                  <a:pt x="238840" y="92007"/>
                  <a:pt x="238853" y="89738"/>
                </a:cubicBezTo>
                <a:cubicBezTo>
                  <a:pt x="238852" y="87459"/>
                  <a:pt x="237009" y="85610"/>
                  <a:pt x="234730" y="85602"/>
                </a:cubicBezTo>
                <a:lnTo>
                  <a:pt x="192929" y="85602"/>
                </a:lnTo>
                <a:lnTo>
                  <a:pt x="192929" y="8058"/>
                </a:lnTo>
                <a:lnTo>
                  <a:pt x="256951" y="8058"/>
                </a:lnTo>
                <a:cubicBezTo>
                  <a:pt x="259225" y="8061"/>
                  <a:pt x="261071" y="6220"/>
                  <a:pt x="261072" y="3946"/>
                </a:cubicBezTo>
                <a:cubicBezTo>
                  <a:pt x="261072" y="3943"/>
                  <a:pt x="261072" y="3938"/>
                  <a:pt x="261072" y="3935"/>
                </a:cubicBezTo>
                <a:cubicBezTo>
                  <a:pt x="261071" y="1663"/>
                  <a:pt x="259226" y="-176"/>
                  <a:pt x="256954" y="-175"/>
                </a:cubicBezTo>
                <a:cubicBezTo>
                  <a:pt x="256953" y="-175"/>
                  <a:pt x="256951" y="-175"/>
                  <a:pt x="256951" y="-175"/>
                </a:cubicBezTo>
                <a:lnTo>
                  <a:pt x="120686" y="-175"/>
                </a:lnTo>
                <a:cubicBezTo>
                  <a:pt x="118418" y="-173"/>
                  <a:pt x="116580" y="1666"/>
                  <a:pt x="116578" y="3935"/>
                </a:cubicBezTo>
                <a:cubicBezTo>
                  <a:pt x="116573" y="6207"/>
                  <a:pt x="118411" y="8053"/>
                  <a:pt x="120685" y="8058"/>
                </a:cubicBezTo>
                <a:cubicBezTo>
                  <a:pt x="120685" y="8058"/>
                  <a:pt x="120686" y="8058"/>
                  <a:pt x="120686" y="8058"/>
                </a:cubicBezTo>
                <a:lnTo>
                  <a:pt x="184696" y="8058"/>
                </a:lnTo>
                <a:lnTo>
                  <a:pt x="184696" y="85629"/>
                </a:lnTo>
                <a:lnTo>
                  <a:pt x="141436" y="85629"/>
                </a:lnTo>
                <a:cubicBezTo>
                  <a:pt x="139161" y="85631"/>
                  <a:pt x="137317" y="87475"/>
                  <a:pt x="137315" y="89752"/>
                </a:cubicBezTo>
                <a:cubicBezTo>
                  <a:pt x="137318" y="92024"/>
                  <a:pt x="139163" y="93864"/>
                  <a:pt x="141435" y="93860"/>
                </a:cubicBezTo>
                <a:cubicBezTo>
                  <a:pt x="141435" y="93860"/>
                  <a:pt x="141436" y="93860"/>
                  <a:pt x="141436" y="93860"/>
                </a:cubicBezTo>
                <a:lnTo>
                  <a:pt x="184696" y="93860"/>
                </a:lnTo>
                <a:lnTo>
                  <a:pt x="184696" y="186698"/>
                </a:lnTo>
                <a:lnTo>
                  <a:pt x="114724" y="186698"/>
                </a:lnTo>
                <a:lnTo>
                  <a:pt x="114724" y="150874"/>
                </a:lnTo>
                <a:cubicBezTo>
                  <a:pt x="114727" y="148601"/>
                  <a:pt x="112885" y="146755"/>
                  <a:pt x="110611" y="146752"/>
                </a:cubicBezTo>
                <a:cubicBezTo>
                  <a:pt x="110608" y="146752"/>
                  <a:pt x="110605" y="146752"/>
                  <a:pt x="110602" y="146752"/>
                </a:cubicBezTo>
                <a:cubicBezTo>
                  <a:pt x="108325" y="146753"/>
                  <a:pt x="106481" y="148598"/>
                  <a:pt x="106479" y="150874"/>
                </a:cubicBezTo>
                <a:lnTo>
                  <a:pt x="106479" y="190835"/>
                </a:lnTo>
                <a:cubicBezTo>
                  <a:pt x="106482" y="193107"/>
                  <a:pt x="108326" y="194947"/>
                  <a:pt x="110598" y="194943"/>
                </a:cubicBezTo>
                <a:cubicBezTo>
                  <a:pt x="110598" y="194943"/>
                  <a:pt x="110600" y="194943"/>
                  <a:pt x="110602" y="194943"/>
                </a:cubicBezTo>
                <a:lnTo>
                  <a:pt x="184696" y="194943"/>
                </a:lnTo>
                <a:lnTo>
                  <a:pt x="184696" y="302418"/>
                </a:lnTo>
                <a:lnTo>
                  <a:pt x="120523" y="302418"/>
                </a:lnTo>
                <a:lnTo>
                  <a:pt x="120523" y="253744"/>
                </a:lnTo>
                <a:cubicBezTo>
                  <a:pt x="120518" y="251469"/>
                  <a:pt x="118670" y="249630"/>
                  <a:pt x="116395" y="249636"/>
                </a:cubicBezTo>
                <a:cubicBezTo>
                  <a:pt x="116392" y="249636"/>
                  <a:pt x="116389" y="249636"/>
                  <a:pt x="116386" y="249636"/>
                </a:cubicBezTo>
                <a:lnTo>
                  <a:pt x="62189" y="249636"/>
                </a:lnTo>
                <a:lnTo>
                  <a:pt x="62189" y="210170"/>
                </a:lnTo>
                <a:cubicBezTo>
                  <a:pt x="62194" y="207898"/>
                  <a:pt x="60356" y="206052"/>
                  <a:pt x="58084" y="206047"/>
                </a:cubicBezTo>
                <a:cubicBezTo>
                  <a:pt x="58082" y="206047"/>
                  <a:pt x="58082" y="206047"/>
                  <a:pt x="58081" y="206047"/>
                </a:cubicBezTo>
                <a:cubicBezTo>
                  <a:pt x="55805" y="206054"/>
                  <a:pt x="53964" y="207895"/>
                  <a:pt x="53958" y="210170"/>
                </a:cubicBezTo>
                <a:lnTo>
                  <a:pt x="53958" y="253744"/>
                </a:lnTo>
                <a:cubicBezTo>
                  <a:pt x="53960" y="256020"/>
                  <a:pt x="55804" y="257866"/>
                  <a:pt x="58081" y="257867"/>
                </a:cubicBezTo>
                <a:lnTo>
                  <a:pt x="112277" y="257867"/>
                </a:lnTo>
                <a:lnTo>
                  <a:pt x="112277" y="380182"/>
                </a:lnTo>
                <a:cubicBezTo>
                  <a:pt x="112273" y="382454"/>
                  <a:pt x="114110" y="384300"/>
                  <a:pt x="116382" y="384304"/>
                </a:cubicBezTo>
                <a:cubicBezTo>
                  <a:pt x="116384" y="384304"/>
                  <a:pt x="116386" y="384304"/>
                  <a:pt x="116386" y="384304"/>
                </a:cubicBezTo>
                <a:cubicBezTo>
                  <a:pt x="118666" y="384303"/>
                  <a:pt x="120515" y="382460"/>
                  <a:pt x="120523" y="380182"/>
                </a:cubicBezTo>
                <a:lnTo>
                  <a:pt x="120523" y="310649"/>
                </a:lnTo>
                <a:lnTo>
                  <a:pt x="184696" y="310649"/>
                </a:lnTo>
                <a:lnTo>
                  <a:pt x="184696" y="432537"/>
                </a:lnTo>
                <a:lnTo>
                  <a:pt x="131736" y="432537"/>
                </a:lnTo>
                <a:cubicBezTo>
                  <a:pt x="129475" y="432528"/>
                  <a:pt x="127636" y="434355"/>
                  <a:pt x="127628" y="436615"/>
                </a:cubicBezTo>
                <a:cubicBezTo>
                  <a:pt x="127628" y="436625"/>
                  <a:pt x="127628" y="436635"/>
                  <a:pt x="127628" y="436646"/>
                </a:cubicBezTo>
                <a:cubicBezTo>
                  <a:pt x="127618" y="438913"/>
                  <a:pt x="129448" y="440759"/>
                  <a:pt x="131716" y="440768"/>
                </a:cubicBezTo>
                <a:cubicBezTo>
                  <a:pt x="131722" y="440768"/>
                  <a:pt x="131730" y="440768"/>
                  <a:pt x="131736" y="440768"/>
                </a:cubicBezTo>
                <a:lnTo>
                  <a:pt x="245888" y="440768"/>
                </a:lnTo>
                <a:cubicBezTo>
                  <a:pt x="248162" y="440771"/>
                  <a:pt x="250008" y="438930"/>
                  <a:pt x="250011" y="436657"/>
                </a:cubicBezTo>
                <a:cubicBezTo>
                  <a:pt x="250011" y="436654"/>
                  <a:pt x="250011" y="436649"/>
                  <a:pt x="250011" y="436646"/>
                </a:cubicBezTo>
                <a:cubicBezTo>
                  <a:pt x="250013" y="434378"/>
                  <a:pt x="248176" y="432539"/>
                  <a:pt x="245909" y="432537"/>
                </a:cubicBezTo>
                <a:cubicBezTo>
                  <a:pt x="245903" y="432537"/>
                  <a:pt x="245895" y="432537"/>
                  <a:pt x="245888" y="432537"/>
                </a:cubicBezTo>
                <a:lnTo>
                  <a:pt x="192929" y="432537"/>
                </a:lnTo>
                <a:lnTo>
                  <a:pt x="192929" y="310649"/>
                </a:lnTo>
                <a:lnTo>
                  <a:pt x="257116" y="310649"/>
                </a:lnTo>
                <a:lnTo>
                  <a:pt x="257116" y="380182"/>
                </a:lnTo>
                <a:cubicBezTo>
                  <a:pt x="257124" y="382460"/>
                  <a:pt x="258972" y="384303"/>
                  <a:pt x="261250" y="384304"/>
                </a:cubicBezTo>
                <a:cubicBezTo>
                  <a:pt x="263522" y="384296"/>
                  <a:pt x="265358" y="382454"/>
                  <a:pt x="265358" y="380182"/>
                </a:cubicBezTo>
                <a:lnTo>
                  <a:pt x="265358" y="257867"/>
                </a:lnTo>
                <a:lnTo>
                  <a:pt x="319557" y="257867"/>
                </a:lnTo>
                <a:cubicBezTo>
                  <a:pt x="321829" y="257864"/>
                  <a:pt x="323668" y="256020"/>
                  <a:pt x="323665" y="253748"/>
                </a:cubicBezTo>
                <a:cubicBezTo>
                  <a:pt x="323665" y="253746"/>
                  <a:pt x="323665" y="253744"/>
                  <a:pt x="323665" y="253744"/>
                </a:cubicBezTo>
                <a:lnTo>
                  <a:pt x="323665" y="210170"/>
                </a:lnTo>
                <a:cubicBezTo>
                  <a:pt x="323665" y="207898"/>
                  <a:pt x="321827" y="206055"/>
                  <a:pt x="319557" y="206047"/>
                </a:cubicBezTo>
                <a:cubicBezTo>
                  <a:pt x="317280" y="206049"/>
                  <a:pt x="315436" y="207893"/>
                  <a:pt x="315434" y="210170"/>
                </a:cubicBezTo>
                <a:lnTo>
                  <a:pt x="315434" y="249636"/>
                </a:lnTo>
                <a:lnTo>
                  <a:pt x="261250" y="249636"/>
                </a:lnTo>
                <a:cubicBezTo>
                  <a:pt x="258977" y="249625"/>
                  <a:pt x="257124" y="251460"/>
                  <a:pt x="257115" y="253733"/>
                </a:cubicBezTo>
                <a:cubicBezTo>
                  <a:pt x="257115" y="253737"/>
                  <a:pt x="257115" y="253741"/>
                  <a:pt x="257115" y="253744"/>
                </a:cubicBezTo>
                <a:lnTo>
                  <a:pt x="257115" y="302416"/>
                </a:lnTo>
                <a:lnTo>
                  <a:pt x="192927" y="302416"/>
                </a:lnTo>
                <a:lnTo>
                  <a:pt x="192927" y="194943"/>
                </a:lnTo>
                <a:lnTo>
                  <a:pt x="267036" y="194943"/>
                </a:lnTo>
                <a:cubicBezTo>
                  <a:pt x="269301" y="194948"/>
                  <a:pt x="271141" y="193113"/>
                  <a:pt x="271144" y="190849"/>
                </a:cubicBezTo>
                <a:cubicBezTo>
                  <a:pt x="271144" y="190845"/>
                  <a:pt x="271144" y="190840"/>
                  <a:pt x="271144" y="190835"/>
                </a:cubicBezTo>
                <a:moveTo>
                  <a:pt x="351285" y="133931"/>
                </a:moveTo>
                <a:lnTo>
                  <a:pt x="351285" y="45545"/>
                </a:lnTo>
                <a:cubicBezTo>
                  <a:pt x="351288" y="43271"/>
                  <a:pt x="349449" y="41425"/>
                  <a:pt x="347175" y="41422"/>
                </a:cubicBezTo>
                <a:cubicBezTo>
                  <a:pt x="347170" y="41422"/>
                  <a:pt x="347167" y="41422"/>
                  <a:pt x="347164" y="41422"/>
                </a:cubicBezTo>
                <a:lnTo>
                  <a:pt x="283332" y="41422"/>
                </a:lnTo>
                <a:cubicBezTo>
                  <a:pt x="281065" y="41420"/>
                  <a:pt x="279226" y="43257"/>
                  <a:pt x="279224" y="45524"/>
                </a:cubicBezTo>
                <a:cubicBezTo>
                  <a:pt x="279224" y="45530"/>
                  <a:pt x="279224" y="45538"/>
                  <a:pt x="279224" y="45545"/>
                </a:cubicBezTo>
                <a:cubicBezTo>
                  <a:pt x="279226" y="47813"/>
                  <a:pt x="281065" y="49651"/>
                  <a:pt x="283332" y="49653"/>
                </a:cubicBezTo>
                <a:lnTo>
                  <a:pt x="343054" y="49653"/>
                </a:lnTo>
                <a:lnTo>
                  <a:pt x="343054" y="129808"/>
                </a:lnTo>
                <a:lnTo>
                  <a:pt x="297460" y="129808"/>
                </a:lnTo>
                <a:cubicBezTo>
                  <a:pt x="295187" y="129805"/>
                  <a:pt x="293341" y="131644"/>
                  <a:pt x="293338" y="133918"/>
                </a:cubicBezTo>
                <a:cubicBezTo>
                  <a:pt x="293338" y="133923"/>
                  <a:pt x="293338" y="133926"/>
                  <a:pt x="293338" y="133931"/>
                </a:cubicBezTo>
                <a:cubicBezTo>
                  <a:pt x="293344" y="136201"/>
                  <a:pt x="295188" y="138039"/>
                  <a:pt x="297460" y="138039"/>
                </a:cubicBezTo>
                <a:lnTo>
                  <a:pt x="347164" y="138039"/>
                </a:lnTo>
                <a:cubicBezTo>
                  <a:pt x="349434" y="138039"/>
                  <a:pt x="351279" y="136201"/>
                  <a:pt x="351285" y="133931"/>
                </a:cubicBezTo>
                <a:moveTo>
                  <a:pt x="377065" y="343972"/>
                </a:moveTo>
                <a:lnTo>
                  <a:pt x="377065" y="177629"/>
                </a:lnTo>
                <a:cubicBezTo>
                  <a:pt x="377062" y="175357"/>
                  <a:pt x="375218" y="173518"/>
                  <a:pt x="372946" y="173521"/>
                </a:cubicBezTo>
                <a:cubicBezTo>
                  <a:pt x="372944" y="173521"/>
                  <a:pt x="372943" y="173521"/>
                  <a:pt x="372943" y="173521"/>
                </a:cubicBezTo>
                <a:cubicBezTo>
                  <a:pt x="370677" y="173518"/>
                  <a:pt x="368838" y="175351"/>
                  <a:pt x="368834" y="177617"/>
                </a:cubicBezTo>
                <a:cubicBezTo>
                  <a:pt x="368834" y="177621"/>
                  <a:pt x="368834" y="177625"/>
                  <a:pt x="368834" y="177629"/>
                </a:cubicBezTo>
                <a:lnTo>
                  <a:pt x="368834" y="339836"/>
                </a:lnTo>
                <a:lnTo>
                  <a:pt x="297460" y="339836"/>
                </a:lnTo>
                <a:cubicBezTo>
                  <a:pt x="295179" y="339839"/>
                  <a:pt x="293335" y="341690"/>
                  <a:pt x="293338" y="343970"/>
                </a:cubicBezTo>
                <a:cubicBezTo>
                  <a:pt x="293338" y="343970"/>
                  <a:pt x="293338" y="343972"/>
                  <a:pt x="293338" y="343972"/>
                </a:cubicBezTo>
                <a:cubicBezTo>
                  <a:pt x="293335" y="346239"/>
                  <a:pt x="295171" y="348078"/>
                  <a:pt x="297438" y="348080"/>
                </a:cubicBezTo>
                <a:cubicBezTo>
                  <a:pt x="297446" y="348080"/>
                  <a:pt x="297452" y="348080"/>
                  <a:pt x="297460" y="348080"/>
                </a:cubicBezTo>
                <a:lnTo>
                  <a:pt x="372943" y="348080"/>
                </a:lnTo>
                <a:cubicBezTo>
                  <a:pt x="375210" y="348089"/>
                  <a:pt x="377056" y="346260"/>
                  <a:pt x="377065" y="343992"/>
                </a:cubicBezTo>
                <a:cubicBezTo>
                  <a:pt x="377065" y="343986"/>
                  <a:pt x="377065" y="343978"/>
                  <a:pt x="377065" y="343972"/>
                </a:cubicBezTo>
                <a:moveTo>
                  <a:pt x="577721" y="299806"/>
                </a:moveTo>
                <a:lnTo>
                  <a:pt x="609683" y="299806"/>
                </a:lnTo>
                <a:lnTo>
                  <a:pt x="609683" y="196098"/>
                </a:lnTo>
                <a:cubicBezTo>
                  <a:pt x="609683" y="159709"/>
                  <a:pt x="590294" y="131498"/>
                  <a:pt x="551186" y="131498"/>
                </a:cubicBezTo>
                <a:cubicBezTo>
                  <a:pt x="532153" y="131498"/>
                  <a:pt x="512778" y="139317"/>
                  <a:pt x="500878" y="159709"/>
                </a:cubicBezTo>
                <a:lnTo>
                  <a:pt x="500878" y="136254"/>
                </a:lnTo>
                <a:lnTo>
                  <a:pt x="469601" y="136254"/>
                </a:lnTo>
                <a:lnTo>
                  <a:pt x="469601" y="299806"/>
                </a:lnTo>
                <a:lnTo>
                  <a:pt x="501565" y="299806"/>
                </a:lnTo>
                <a:lnTo>
                  <a:pt x="501565" y="205278"/>
                </a:lnTo>
                <a:cubicBezTo>
                  <a:pt x="501565" y="180447"/>
                  <a:pt x="514481" y="160396"/>
                  <a:pt x="539629" y="160396"/>
                </a:cubicBezTo>
                <a:cubicBezTo>
                  <a:pt x="568198" y="160396"/>
                  <a:pt x="577721" y="178769"/>
                  <a:pt x="577721" y="201540"/>
                </a:cubicBezTo>
                <a:close/>
                <a:moveTo>
                  <a:pt x="766751" y="201196"/>
                </a:moveTo>
                <a:lnTo>
                  <a:pt x="677320" y="201196"/>
                </a:lnTo>
                <a:cubicBezTo>
                  <a:pt x="678681" y="180130"/>
                  <a:pt x="695020" y="159366"/>
                  <a:pt x="721870" y="159366"/>
                </a:cubicBezTo>
                <a:cubicBezTo>
                  <a:pt x="750756" y="159366"/>
                  <a:pt x="766064" y="177739"/>
                  <a:pt x="766751" y="201196"/>
                </a:cubicBezTo>
                <a:moveTo>
                  <a:pt x="799388" y="227044"/>
                </a:moveTo>
                <a:cubicBezTo>
                  <a:pt x="799861" y="223662"/>
                  <a:pt x="800091" y="220250"/>
                  <a:pt x="800075" y="216835"/>
                </a:cubicBezTo>
                <a:cubicBezTo>
                  <a:pt x="800075" y="165839"/>
                  <a:pt x="771836" y="131155"/>
                  <a:pt x="721527" y="131155"/>
                </a:cubicBezTo>
                <a:cubicBezTo>
                  <a:pt x="680385" y="131155"/>
                  <a:pt x="643324" y="166182"/>
                  <a:pt x="643324" y="217522"/>
                </a:cubicBezTo>
                <a:cubicBezTo>
                  <a:pt x="643324" y="272955"/>
                  <a:pt x="681746" y="304904"/>
                  <a:pt x="725608" y="304904"/>
                </a:cubicBezTo>
                <a:cubicBezTo>
                  <a:pt x="763687" y="304904"/>
                  <a:pt x="789865" y="282134"/>
                  <a:pt x="799044" y="253221"/>
                </a:cubicBezTo>
                <a:lnTo>
                  <a:pt x="771519" y="243698"/>
                </a:lnTo>
                <a:cubicBezTo>
                  <a:pt x="765391" y="262058"/>
                  <a:pt x="752130" y="276679"/>
                  <a:pt x="725608" y="276679"/>
                </a:cubicBezTo>
                <a:cubicBezTo>
                  <a:pt x="698057" y="276679"/>
                  <a:pt x="676991" y="256285"/>
                  <a:pt x="676304" y="227044"/>
                </a:cubicBezTo>
                <a:close/>
                <a:moveTo>
                  <a:pt x="945791" y="299820"/>
                </a:moveTo>
                <a:lnTo>
                  <a:pt x="976394" y="299820"/>
                </a:lnTo>
                <a:cubicBezTo>
                  <a:pt x="975261" y="289769"/>
                  <a:pt x="974688" y="279662"/>
                  <a:pt x="974677" y="269547"/>
                </a:cubicBezTo>
                <a:lnTo>
                  <a:pt x="974677" y="136254"/>
                </a:lnTo>
                <a:lnTo>
                  <a:pt x="942727" y="136254"/>
                </a:lnTo>
                <a:lnTo>
                  <a:pt x="942727" y="234863"/>
                </a:lnTo>
                <a:cubicBezTo>
                  <a:pt x="942727" y="259681"/>
                  <a:pt x="929810" y="276679"/>
                  <a:pt x="903948" y="276679"/>
                </a:cubicBezTo>
                <a:cubicBezTo>
                  <a:pt x="877097" y="276679"/>
                  <a:pt x="866901" y="256959"/>
                  <a:pt x="866901" y="234519"/>
                </a:cubicBezTo>
                <a:lnTo>
                  <a:pt x="866901" y="136254"/>
                </a:lnTo>
                <a:lnTo>
                  <a:pt x="834924" y="136254"/>
                </a:lnTo>
                <a:lnTo>
                  <a:pt x="834924" y="239287"/>
                </a:lnTo>
                <a:cubicBezTo>
                  <a:pt x="834924" y="276348"/>
                  <a:pt x="858065" y="304903"/>
                  <a:pt x="896143" y="304903"/>
                </a:cubicBezTo>
                <a:cubicBezTo>
                  <a:pt x="915175" y="304903"/>
                  <a:pt x="935582" y="297084"/>
                  <a:pt x="944418" y="280086"/>
                </a:cubicBezTo>
                <a:cubicBezTo>
                  <a:pt x="944422" y="286687"/>
                  <a:pt x="944881" y="293281"/>
                  <a:pt x="945791" y="299818"/>
                </a:cubicBezTo>
                <a:moveTo>
                  <a:pt x="1098324" y="167541"/>
                </a:moveTo>
                <a:cubicBezTo>
                  <a:pt x="1102992" y="167551"/>
                  <a:pt x="1107652" y="167891"/>
                  <a:pt x="1112271" y="168559"/>
                </a:cubicBezTo>
                <a:lnTo>
                  <a:pt x="1112271" y="134563"/>
                </a:lnTo>
                <a:cubicBezTo>
                  <a:pt x="1108795" y="133908"/>
                  <a:pt x="1105269" y="133563"/>
                  <a:pt x="1101731" y="133532"/>
                </a:cubicBezTo>
                <a:cubicBezTo>
                  <a:pt x="1085077" y="133532"/>
                  <a:pt x="1064671" y="139661"/>
                  <a:pt x="1052771" y="164808"/>
                </a:cubicBezTo>
                <a:lnTo>
                  <a:pt x="1052771" y="136266"/>
                </a:lnTo>
                <a:lnTo>
                  <a:pt x="1021481" y="136266"/>
                </a:lnTo>
                <a:lnTo>
                  <a:pt x="1021481" y="299806"/>
                </a:lnTo>
                <a:lnTo>
                  <a:pt x="1053443" y="299806"/>
                </a:lnTo>
                <a:lnTo>
                  <a:pt x="1053443" y="217851"/>
                </a:lnTo>
                <a:cubicBezTo>
                  <a:pt x="1053443" y="181820"/>
                  <a:pt x="1071474" y="167543"/>
                  <a:pt x="1098324" y="167543"/>
                </a:cubicBezTo>
                <a:moveTo>
                  <a:pt x="1263512" y="217865"/>
                </a:moveTo>
                <a:cubicBezTo>
                  <a:pt x="1263512" y="255943"/>
                  <a:pt x="1239712" y="276350"/>
                  <a:pt x="1212518" y="276350"/>
                </a:cubicBezTo>
                <a:cubicBezTo>
                  <a:pt x="1185308" y="276350"/>
                  <a:pt x="1161507" y="255943"/>
                  <a:pt x="1161507" y="217865"/>
                </a:cubicBezTo>
                <a:cubicBezTo>
                  <a:pt x="1161507" y="180116"/>
                  <a:pt x="1185308" y="159709"/>
                  <a:pt x="1212518" y="159709"/>
                </a:cubicBezTo>
                <a:cubicBezTo>
                  <a:pt x="1239712" y="159709"/>
                  <a:pt x="1263512" y="180116"/>
                  <a:pt x="1263512" y="217865"/>
                </a:cubicBezTo>
                <a:moveTo>
                  <a:pt x="1296163" y="217865"/>
                </a:moveTo>
                <a:cubicBezTo>
                  <a:pt x="1296163" y="168230"/>
                  <a:pt x="1261479" y="131169"/>
                  <a:pt x="1212518" y="131169"/>
                </a:cubicBezTo>
                <a:cubicBezTo>
                  <a:pt x="1163557" y="131169"/>
                  <a:pt x="1128871" y="168230"/>
                  <a:pt x="1128871" y="217865"/>
                </a:cubicBezTo>
                <a:cubicBezTo>
                  <a:pt x="1128871" y="267844"/>
                  <a:pt x="1163555" y="304904"/>
                  <a:pt x="1212518" y="304904"/>
                </a:cubicBezTo>
                <a:cubicBezTo>
                  <a:pt x="1261479" y="304904"/>
                  <a:pt x="1296163" y="267844"/>
                  <a:pt x="1296163" y="217865"/>
                </a:cubicBezTo>
                <a:moveTo>
                  <a:pt x="1388657" y="301496"/>
                </a:moveTo>
                <a:cubicBezTo>
                  <a:pt x="1396028" y="301629"/>
                  <a:pt x="1403374" y="300599"/>
                  <a:pt x="1410425" y="298446"/>
                </a:cubicBezTo>
                <a:lnTo>
                  <a:pt x="1410425" y="271237"/>
                </a:lnTo>
                <a:cubicBezTo>
                  <a:pt x="1406285" y="272108"/>
                  <a:pt x="1402068" y="272569"/>
                  <a:pt x="1397836" y="272612"/>
                </a:cubicBezTo>
                <a:cubicBezTo>
                  <a:pt x="1381182" y="272612"/>
                  <a:pt x="1375054" y="265109"/>
                  <a:pt x="1375054" y="250158"/>
                </a:cubicBezTo>
                <a:lnTo>
                  <a:pt x="1375054" y="165152"/>
                </a:lnTo>
                <a:lnTo>
                  <a:pt x="1410423" y="165152"/>
                </a:lnTo>
                <a:lnTo>
                  <a:pt x="1410423" y="136254"/>
                </a:lnTo>
                <a:lnTo>
                  <a:pt x="1375054" y="136254"/>
                </a:lnTo>
                <a:lnTo>
                  <a:pt x="1375054" y="84585"/>
                </a:lnTo>
                <a:lnTo>
                  <a:pt x="1345825" y="84585"/>
                </a:lnTo>
                <a:lnTo>
                  <a:pt x="1345825" y="111092"/>
                </a:lnTo>
                <a:cubicBezTo>
                  <a:pt x="1345825" y="125383"/>
                  <a:pt x="1338335" y="136254"/>
                  <a:pt x="1320665" y="136254"/>
                </a:cubicBezTo>
                <a:lnTo>
                  <a:pt x="1311814" y="136254"/>
                </a:lnTo>
                <a:lnTo>
                  <a:pt x="1311814" y="165152"/>
                </a:lnTo>
                <a:lnTo>
                  <a:pt x="1343105" y="165152"/>
                </a:lnTo>
                <a:lnTo>
                  <a:pt x="1343105" y="254911"/>
                </a:lnTo>
                <a:cubicBezTo>
                  <a:pt x="1343105" y="284512"/>
                  <a:pt x="1360777" y="301496"/>
                  <a:pt x="1388657" y="301496"/>
                </a:cubicBezTo>
                <a:moveTo>
                  <a:pt x="1564344" y="217865"/>
                </a:moveTo>
                <a:cubicBezTo>
                  <a:pt x="1564344" y="255943"/>
                  <a:pt x="1540543" y="276350"/>
                  <a:pt x="1513349" y="276350"/>
                </a:cubicBezTo>
                <a:cubicBezTo>
                  <a:pt x="1486155" y="276350"/>
                  <a:pt x="1462340" y="255943"/>
                  <a:pt x="1462340" y="217865"/>
                </a:cubicBezTo>
                <a:cubicBezTo>
                  <a:pt x="1462340" y="180116"/>
                  <a:pt x="1486155" y="159709"/>
                  <a:pt x="1513349" y="159709"/>
                </a:cubicBezTo>
                <a:cubicBezTo>
                  <a:pt x="1540544" y="159709"/>
                  <a:pt x="1564344" y="180116"/>
                  <a:pt x="1564344" y="217865"/>
                </a:cubicBezTo>
                <a:moveTo>
                  <a:pt x="1596994" y="217865"/>
                </a:moveTo>
                <a:cubicBezTo>
                  <a:pt x="1596994" y="168230"/>
                  <a:pt x="1562310" y="131169"/>
                  <a:pt x="1513349" y="131169"/>
                </a:cubicBezTo>
                <a:cubicBezTo>
                  <a:pt x="1464388" y="131169"/>
                  <a:pt x="1429704" y="168230"/>
                  <a:pt x="1429704" y="217865"/>
                </a:cubicBezTo>
                <a:cubicBezTo>
                  <a:pt x="1429704" y="267844"/>
                  <a:pt x="1464388" y="304904"/>
                  <a:pt x="1513349" y="304904"/>
                </a:cubicBezTo>
                <a:cubicBezTo>
                  <a:pt x="1562310" y="304904"/>
                  <a:pt x="1596994" y="267844"/>
                  <a:pt x="1596994" y="217865"/>
                </a:cubicBezTo>
                <a:moveTo>
                  <a:pt x="1709456" y="167543"/>
                </a:moveTo>
                <a:cubicBezTo>
                  <a:pt x="1714119" y="167552"/>
                  <a:pt x="1718776" y="167893"/>
                  <a:pt x="1723392" y="168560"/>
                </a:cubicBezTo>
                <a:lnTo>
                  <a:pt x="1723392" y="134563"/>
                </a:lnTo>
                <a:cubicBezTo>
                  <a:pt x="1719915" y="133908"/>
                  <a:pt x="1716387" y="133563"/>
                  <a:pt x="1712851" y="133532"/>
                </a:cubicBezTo>
                <a:cubicBezTo>
                  <a:pt x="1696195" y="133532"/>
                  <a:pt x="1675790" y="139661"/>
                  <a:pt x="1663890" y="164808"/>
                </a:cubicBezTo>
                <a:lnTo>
                  <a:pt x="1663890" y="136266"/>
                </a:lnTo>
                <a:lnTo>
                  <a:pt x="1632614" y="136266"/>
                </a:lnTo>
                <a:lnTo>
                  <a:pt x="1632614" y="299806"/>
                </a:lnTo>
                <a:lnTo>
                  <a:pt x="1664564" y="299806"/>
                </a:lnTo>
                <a:lnTo>
                  <a:pt x="1664564" y="217851"/>
                </a:lnTo>
                <a:cubicBezTo>
                  <a:pt x="1664564" y="181820"/>
                  <a:pt x="1682606" y="167543"/>
                  <a:pt x="1709456" y="167543"/>
                </a:cubicBezTo>
                <a:moveTo>
                  <a:pt x="1790286" y="74360"/>
                </a:moveTo>
                <a:cubicBezTo>
                  <a:pt x="1790373" y="61682"/>
                  <a:pt x="1780166" y="51335"/>
                  <a:pt x="1767488" y="51248"/>
                </a:cubicBezTo>
                <a:cubicBezTo>
                  <a:pt x="1754810" y="51160"/>
                  <a:pt x="1744461" y="61367"/>
                  <a:pt x="1744374" y="74045"/>
                </a:cubicBezTo>
                <a:cubicBezTo>
                  <a:pt x="1744288" y="86717"/>
                  <a:pt x="1754486" y="97064"/>
                  <a:pt x="1767159" y="97158"/>
                </a:cubicBezTo>
                <a:cubicBezTo>
                  <a:pt x="1779829" y="97261"/>
                  <a:pt x="1790184" y="87071"/>
                  <a:pt x="1790286" y="74401"/>
                </a:cubicBezTo>
                <a:cubicBezTo>
                  <a:pt x="1790286" y="74389"/>
                  <a:pt x="1790286" y="74374"/>
                  <a:pt x="1790286" y="74362"/>
                </a:cubicBezTo>
                <a:moveTo>
                  <a:pt x="1937899" y="299820"/>
                </a:moveTo>
                <a:lnTo>
                  <a:pt x="1968489" y="299820"/>
                </a:lnTo>
                <a:cubicBezTo>
                  <a:pt x="1967368" y="289767"/>
                  <a:pt x="1966799" y="279662"/>
                  <a:pt x="1966785" y="269547"/>
                </a:cubicBezTo>
                <a:lnTo>
                  <a:pt x="1966785" y="136254"/>
                </a:lnTo>
                <a:lnTo>
                  <a:pt x="1934821" y="136254"/>
                </a:lnTo>
                <a:lnTo>
                  <a:pt x="1934821" y="234863"/>
                </a:lnTo>
                <a:cubicBezTo>
                  <a:pt x="1934821" y="259681"/>
                  <a:pt x="1921917" y="276679"/>
                  <a:pt x="1896069" y="276679"/>
                </a:cubicBezTo>
                <a:cubicBezTo>
                  <a:pt x="1869204" y="276679"/>
                  <a:pt x="1859008" y="256959"/>
                  <a:pt x="1859008" y="234519"/>
                </a:cubicBezTo>
                <a:lnTo>
                  <a:pt x="1859008" y="136254"/>
                </a:lnTo>
                <a:lnTo>
                  <a:pt x="1827032" y="136254"/>
                </a:lnTo>
                <a:lnTo>
                  <a:pt x="1827032" y="239287"/>
                </a:lnTo>
                <a:cubicBezTo>
                  <a:pt x="1827032" y="276348"/>
                  <a:pt x="1850171" y="304903"/>
                  <a:pt x="1888249" y="304903"/>
                </a:cubicBezTo>
                <a:cubicBezTo>
                  <a:pt x="1907282" y="304903"/>
                  <a:pt x="1927689" y="297084"/>
                  <a:pt x="1936524" y="280086"/>
                </a:cubicBezTo>
                <a:cubicBezTo>
                  <a:pt x="1936529" y="286687"/>
                  <a:pt x="1936988" y="293281"/>
                  <a:pt x="1937899" y="299818"/>
                </a:cubicBezTo>
                <a:moveTo>
                  <a:pt x="2253984" y="299806"/>
                </a:moveTo>
                <a:lnTo>
                  <a:pt x="2253984" y="193721"/>
                </a:lnTo>
                <a:cubicBezTo>
                  <a:pt x="2253984" y="150874"/>
                  <a:pt x="2226102" y="131498"/>
                  <a:pt x="2197547" y="131498"/>
                </a:cubicBezTo>
                <a:cubicBezTo>
                  <a:pt x="2176797" y="131498"/>
                  <a:pt x="2155704" y="138974"/>
                  <a:pt x="2142800" y="162431"/>
                </a:cubicBezTo>
                <a:cubicBezTo>
                  <a:pt x="2133951" y="141365"/>
                  <a:pt x="2114231" y="131498"/>
                  <a:pt x="2093839" y="131498"/>
                </a:cubicBezTo>
                <a:cubicBezTo>
                  <a:pt x="2074793" y="131498"/>
                  <a:pt x="2054387" y="139991"/>
                  <a:pt x="2044204" y="158005"/>
                </a:cubicBezTo>
                <a:lnTo>
                  <a:pt x="2044204" y="136254"/>
                </a:lnTo>
                <a:lnTo>
                  <a:pt x="2013588" y="136254"/>
                </a:lnTo>
                <a:lnTo>
                  <a:pt x="2013588" y="299806"/>
                </a:lnTo>
                <a:lnTo>
                  <a:pt x="2045221" y="299806"/>
                </a:lnTo>
                <a:lnTo>
                  <a:pt x="2045221" y="201209"/>
                </a:lnTo>
                <a:cubicBezTo>
                  <a:pt x="2045221" y="176723"/>
                  <a:pt x="2060516" y="159709"/>
                  <a:pt x="2083299" y="159709"/>
                </a:cubicBezTo>
                <a:cubicBezTo>
                  <a:pt x="2107759" y="159709"/>
                  <a:pt x="2117971" y="176035"/>
                  <a:pt x="2117971" y="197115"/>
                </a:cubicBezTo>
                <a:lnTo>
                  <a:pt x="2117971" y="299807"/>
                </a:lnTo>
                <a:lnTo>
                  <a:pt x="2149932" y="299807"/>
                </a:lnTo>
                <a:lnTo>
                  <a:pt x="2149932" y="200867"/>
                </a:lnTo>
                <a:cubicBezTo>
                  <a:pt x="2149932" y="177410"/>
                  <a:pt x="2165242" y="159711"/>
                  <a:pt x="2187682" y="159711"/>
                </a:cubicBezTo>
                <a:cubicBezTo>
                  <a:pt x="2211824" y="159711"/>
                  <a:pt x="2222364" y="175706"/>
                  <a:pt x="2222364" y="197115"/>
                </a:cubicBezTo>
                <a:lnTo>
                  <a:pt x="2222364" y="299807"/>
                </a:lnTo>
                <a:close/>
              </a:path>
            </a:pathLst>
          </a:custGeom>
          <a:solidFill>
            <a:srgbClr val="3F1A01"/>
          </a:solidFill>
          <a:ln w="1586" cap="flat">
            <a:noFill/>
            <a:prstDash val="solid"/>
            <a:miter/>
          </a:ln>
        </p:spPr>
        <p:txBody>
          <a:bodyPr rtlCol="0" anchor="ctr"/>
          <a:lstStyle/>
          <a:p>
            <a:endParaRPr lang="en-GB"/>
          </a:p>
        </p:txBody>
      </p:sp>
      <p:sp>
        <p:nvSpPr>
          <p:cNvPr id="10" name="ExternalLogo" hidden="1">
            <a:extLst>
              <a:ext uri="{FF2B5EF4-FFF2-40B4-BE49-F238E27FC236}">
                <a16:creationId xmlns:a16="http://schemas.microsoft.com/office/drawing/2014/main" id="{D4F1D16A-8D8C-4F72-BCB5-7B9FA4066259}"/>
              </a:ext>
            </a:extLst>
          </p:cNvPr>
          <p:cNvSpPr/>
          <p:nvPr/>
        </p:nvSpPr>
        <p:spPr>
          <a:xfrm>
            <a:off x="10023475" y="4968741"/>
            <a:ext cx="1627188" cy="636980"/>
          </a:xfrm>
          <a:prstGeom prst="rect">
            <a:avLst/>
          </a:prstGeom>
          <a:solidFill>
            <a:srgbClr val="D1D1D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chorCtr="0">
            <a:noAutofit/>
          </a:bodyPr>
          <a:lstStyle/>
          <a:p>
            <a:pPr algn="ctr"/>
            <a:r>
              <a:rPr lang="en-GB" sz="900">
                <a:solidFill>
                  <a:srgbClr val="FF00FF"/>
                </a:solidFill>
              </a:rPr>
              <a:t>External logo</a:t>
            </a:r>
          </a:p>
        </p:txBody>
      </p:sp>
    </p:spTree>
    <p:extLst>
      <p:ext uri="{BB962C8B-B14F-4D97-AF65-F5344CB8AC3E}">
        <p14:creationId xmlns:p14="http://schemas.microsoft.com/office/powerpoint/2010/main" val="4095277013"/>
      </p:ext>
    </p:extLst>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Quote - Dark Grey">
    <p:bg>
      <p:bgPr>
        <a:solidFill>
          <a:srgbClr val="B2B2B2"/>
        </a:solidFill>
        <a:effectLst/>
      </p:bgPr>
    </p:bg>
    <p:spTree>
      <p:nvGrpSpPr>
        <p:cNvPr id="1" name=""/>
        <p:cNvGrpSpPr/>
        <p:nvPr/>
      </p:nvGrpSpPr>
      <p:grpSpPr>
        <a:xfrm>
          <a:off x="0" y="0"/>
          <a:ext cx="0" cy="0"/>
          <a:chOff x="0" y="0"/>
          <a:chExt cx="0" cy="0"/>
        </a:xfrm>
      </p:grpSpPr>
      <p:pic>
        <p:nvPicPr>
          <p:cNvPr id="8" name="Picture 7" descr="Shape&#10;&#10;Description automatically generated with medium confidence">
            <a:extLst>
              <a:ext uri="{FF2B5EF4-FFF2-40B4-BE49-F238E27FC236}">
                <a16:creationId xmlns:a16="http://schemas.microsoft.com/office/drawing/2014/main" id="{CCD7669A-785A-47FC-BD9B-6674939BD7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8464564-6547-498D-A220-7B346E5B1408}"/>
              </a:ext>
            </a:extLst>
          </p:cNvPr>
          <p:cNvSpPr>
            <a:spLocks noGrp="1"/>
          </p:cNvSpPr>
          <p:nvPr>
            <p:ph type="title"/>
          </p:nvPr>
        </p:nvSpPr>
        <p:spPr>
          <a:xfrm>
            <a:off x="1219200" y="1485000"/>
            <a:ext cx="6642100" cy="2429818"/>
          </a:xfrm>
        </p:spPr>
        <p:txBody>
          <a:bodyPr anchor="b">
            <a:normAutofit/>
          </a:bodyPr>
          <a:lstStyle>
            <a:lvl1pPr>
              <a:defRPr sz="6000" b="0" i="1">
                <a:solidFill>
                  <a:srgbClr val="3F1A01"/>
                </a:solidFill>
                <a:latin typeface="Times New Roman" panose="02020603050405020304" pitchFamily="18" charset="0"/>
                <a:cs typeface="Times New Roman" panose="02020603050405020304" pitchFamily="18" charset="0"/>
              </a:defRPr>
            </a:lvl1p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1592638D-BCB6-4F07-9847-FBAA9B3609B5}"/>
              </a:ext>
            </a:extLst>
          </p:cNvPr>
          <p:cNvSpPr>
            <a:spLocks noGrp="1"/>
          </p:cNvSpPr>
          <p:nvPr>
            <p:ph type="body" idx="1"/>
          </p:nvPr>
        </p:nvSpPr>
        <p:spPr>
          <a:xfrm>
            <a:off x="1219200" y="4238818"/>
            <a:ext cx="6642100" cy="1203175"/>
          </a:xfrm>
          <a:prstGeom prst="rect">
            <a:avLst/>
          </a:prstGeom>
        </p:spPr>
        <p:txBody>
          <a:bodyPr/>
          <a:lstStyle>
            <a:lvl1pPr marL="0" indent="0">
              <a:buNone/>
              <a:defRPr sz="1600">
                <a:solidFill>
                  <a:srgbClr val="3F1A01"/>
                </a:solidFill>
                <a:latin typeface="+mn-lt"/>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6" name="Freeform 9">
            <a:extLst>
              <a:ext uri="{FF2B5EF4-FFF2-40B4-BE49-F238E27FC236}">
                <a16:creationId xmlns:a16="http://schemas.microsoft.com/office/drawing/2014/main" id="{C2D8A25E-CAAF-4846-8D8A-7A9026C78018}"/>
              </a:ext>
            </a:extLst>
          </p:cNvPr>
          <p:cNvSpPr>
            <a:spLocks noEditPoints="1"/>
          </p:cNvSpPr>
          <p:nvPr/>
        </p:nvSpPr>
        <p:spPr bwMode="auto">
          <a:xfrm>
            <a:off x="8102600" y="-2176101"/>
            <a:ext cx="8385175" cy="9817101"/>
          </a:xfrm>
          <a:custGeom>
            <a:avLst/>
            <a:gdLst>
              <a:gd name="T0" fmla="*/ 276 w 2642"/>
              <a:gd name="T1" fmla="*/ 2871 h 3094"/>
              <a:gd name="T2" fmla="*/ 588 w 2642"/>
              <a:gd name="T3" fmla="*/ 2871 h 3094"/>
              <a:gd name="T4" fmla="*/ 2083 w 2642"/>
              <a:gd name="T5" fmla="*/ 2843 h 3094"/>
              <a:gd name="T6" fmla="*/ 2338 w 2642"/>
              <a:gd name="T7" fmla="*/ 2900 h 3094"/>
              <a:gd name="T8" fmla="*/ 29 w 2642"/>
              <a:gd name="T9" fmla="*/ 1219 h 3094"/>
              <a:gd name="T10" fmla="*/ 29 w 2642"/>
              <a:gd name="T11" fmla="*/ 2444 h 3094"/>
              <a:gd name="T12" fmla="*/ 559 w 2642"/>
              <a:gd name="T13" fmla="*/ 2386 h 3094"/>
              <a:gd name="T14" fmla="*/ 29 w 2642"/>
              <a:gd name="T15" fmla="*/ 1219 h 3094"/>
              <a:gd name="T16" fmla="*/ 2584 w 2642"/>
              <a:gd name="T17" fmla="*/ 2386 h 3094"/>
              <a:gd name="T18" fmla="*/ 2083 w 2642"/>
              <a:gd name="T19" fmla="*/ 2444 h 3094"/>
              <a:gd name="T20" fmla="*/ 2642 w 2642"/>
              <a:gd name="T21" fmla="*/ 1248 h 3094"/>
              <a:gd name="T22" fmla="*/ 210 w 2642"/>
              <a:gd name="T23" fmla="*/ 292 h 3094"/>
              <a:gd name="T24" fmla="*/ 210 w 2642"/>
              <a:gd name="T25" fmla="*/ 970 h 3094"/>
              <a:gd name="T26" fmla="*/ 559 w 2642"/>
              <a:gd name="T27" fmla="*/ 912 h 3094"/>
              <a:gd name="T28" fmla="*/ 658 w 2642"/>
              <a:gd name="T29" fmla="*/ 350 h 3094"/>
              <a:gd name="T30" fmla="*/ 2432 w 2642"/>
              <a:gd name="T31" fmla="*/ 292 h 3094"/>
              <a:gd name="T32" fmla="*/ 1984 w 2642"/>
              <a:gd name="T33" fmla="*/ 350 h 3094"/>
              <a:gd name="T34" fmla="*/ 2083 w 2642"/>
              <a:gd name="T35" fmla="*/ 912 h 3094"/>
              <a:gd name="T36" fmla="*/ 2432 w 2642"/>
              <a:gd name="T37" fmla="*/ 970 h 3094"/>
              <a:gd name="T38" fmla="*/ 2432 w 2642"/>
              <a:gd name="T39" fmla="*/ 292 h 3094"/>
              <a:gd name="T40" fmla="*/ 814 w 2642"/>
              <a:gd name="T41" fmla="*/ 29 h 3094"/>
              <a:gd name="T42" fmla="*/ 1292 w 2642"/>
              <a:gd name="T43" fmla="*/ 602 h 3094"/>
              <a:gd name="T44" fmla="*/ 989 w 2642"/>
              <a:gd name="T45" fmla="*/ 660 h 3094"/>
              <a:gd name="T46" fmla="*/ 801 w 2642"/>
              <a:gd name="T47" fmla="*/ 1311 h 3094"/>
              <a:gd name="T48" fmla="*/ 743 w 2642"/>
              <a:gd name="T49" fmla="*/ 1060 h 3094"/>
              <a:gd name="T50" fmla="*/ 1292 w 2642"/>
              <a:gd name="T51" fmla="*/ 1369 h 3094"/>
              <a:gd name="T52" fmla="*/ 842 w 2642"/>
              <a:gd name="T53" fmla="*/ 1782 h 3094"/>
              <a:gd name="T54" fmla="*/ 433 w 2642"/>
              <a:gd name="T55" fmla="*/ 1476 h 3094"/>
              <a:gd name="T56" fmla="*/ 375 w 2642"/>
              <a:gd name="T57" fmla="*/ 1782 h 3094"/>
              <a:gd name="T58" fmla="*/ 784 w 2642"/>
              <a:gd name="T59" fmla="*/ 2669 h 3094"/>
              <a:gd name="T60" fmla="*/ 842 w 2642"/>
              <a:gd name="T61" fmla="*/ 2181 h 3094"/>
              <a:gd name="T62" fmla="*/ 921 w 2642"/>
              <a:gd name="T63" fmla="*/ 3036 h 3094"/>
              <a:gd name="T64" fmla="*/ 1321 w 2642"/>
              <a:gd name="T65" fmla="*/ 3094 h 3094"/>
              <a:gd name="T66" fmla="*/ 1722 w 2642"/>
              <a:gd name="T67" fmla="*/ 3036 h 3094"/>
              <a:gd name="T68" fmla="*/ 1800 w 2642"/>
              <a:gd name="T69" fmla="*/ 2181 h 3094"/>
              <a:gd name="T70" fmla="*/ 1858 w 2642"/>
              <a:gd name="T71" fmla="*/ 2669 h 3094"/>
              <a:gd name="T72" fmla="*/ 2267 w 2642"/>
              <a:gd name="T73" fmla="*/ 1782 h 3094"/>
              <a:gd name="T74" fmla="*/ 2210 w 2642"/>
              <a:gd name="T75" fmla="*/ 1476 h 3094"/>
              <a:gd name="T76" fmla="*/ 1800 w 2642"/>
              <a:gd name="T77" fmla="*/ 1782 h 3094"/>
              <a:gd name="T78" fmla="*/ 1350 w 2642"/>
              <a:gd name="T79" fmla="*/ 1369 h 3094"/>
              <a:gd name="T80" fmla="*/ 1899 w 2642"/>
              <a:gd name="T81" fmla="*/ 1060 h 3094"/>
              <a:gd name="T82" fmla="*/ 1841 w 2642"/>
              <a:gd name="T83" fmla="*/ 1311 h 3094"/>
              <a:gd name="T84" fmla="*/ 1643 w 2642"/>
              <a:gd name="T85" fmla="*/ 660 h 3094"/>
              <a:gd name="T86" fmla="*/ 1350 w 2642"/>
              <a:gd name="T87" fmla="*/ 602 h 3094"/>
              <a:gd name="T88" fmla="*/ 1828 w 2642"/>
              <a:gd name="T89" fmla="*/ 29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42" h="3094">
                <a:moveTo>
                  <a:pt x="559" y="2843"/>
                </a:moveTo>
                <a:cubicBezTo>
                  <a:pt x="305" y="2843"/>
                  <a:pt x="305" y="2843"/>
                  <a:pt x="305" y="2843"/>
                </a:cubicBezTo>
                <a:cubicBezTo>
                  <a:pt x="289" y="2843"/>
                  <a:pt x="276" y="2856"/>
                  <a:pt x="276" y="2871"/>
                </a:cubicBezTo>
                <a:cubicBezTo>
                  <a:pt x="276" y="2887"/>
                  <a:pt x="289" y="2900"/>
                  <a:pt x="305" y="2900"/>
                </a:cubicBezTo>
                <a:cubicBezTo>
                  <a:pt x="559" y="2900"/>
                  <a:pt x="559" y="2900"/>
                  <a:pt x="559" y="2900"/>
                </a:cubicBezTo>
                <a:cubicBezTo>
                  <a:pt x="575" y="2900"/>
                  <a:pt x="588" y="2887"/>
                  <a:pt x="588" y="2871"/>
                </a:cubicBezTo>
                <a:cubicBezTo>
                  <a:pt x="588" y="2856"/>
                  <a:pt x="575" y="2843"/>
                  <a:pt x="559" y="2843"/>
                </a:cubicBezTo>
                <a:moveTo>
                  <a:pt x="2338" y="2843"/>
                </a:moveTo>
                <a:cubicBezTo>
                  <a:pt x="2083" y="2843"/>
                  <a:pt x="2083" y="2843"/>
                  <a:pt x="2083" y="2843"/>
                </a:cubicBezTo>
                <a:cubicBezTo>
                  <a:pt x="2068" y="2843"/>
                  <a:pt x="2055" y="2856"/>
                  <a:pt x="2055" y="2871"/>
                </a:cubicBezTo>
                <a:cubicBezTo>
                  <a:pt x="2055" y="2887"/>
                  <a:pt x="2068" y="2900"/>
                  <a:pt x="2083" y="2900"/>
                </a:cubicBezTo>
                <a:cubicBezTo>
                  <a:pt x="2338" y="2900"/>
                  <a:pt x="2338" y="2900"/>
                  <a:pt x="2338" y="2900"/>
                </a:cubicBezTo>
                <a:cubicBezTo>
                  <a:pt x="2354" y="2900"/>
                  <a:pt x="2366" y="2887"/>
                  <a:pt x="2366" y="2871"/>
                </a:cubicBezTo>
                <a:cubicBezTo>
                  <a:pt x="2366" y="2856"/>
                  <a:pt x="2354" y="2843"/>
                  <a:pt x="2338" y="2843"/>
                </a:cubicBezTo>
                <a:moveTo>
                  <a:pt x="29" y="1219"/>
                </a:moveTo>
                <a:cubicBezTo>
                  <a:pt x="13" y="1219"/>
                  <a:pt x="0" y="1232"/>
                  <a:pt x="0" y="1248"/>
                </a:cubicBezTo>
                <a:cubicBezTo>
                  <a:pt x="0" y="2415"/>
                  <a:pt x="0" y="2415"/>
                  <a:pt x="0" y="2415"/>
                </a:cubicBezTo>
                <a:cubicBezTo>
                  <a:pt x="0" y="2431"/>
                  <a:pt x="13" y="2444"/>
                  <a:pt x="29" y="2444"/>
                </a:cubicBezTo>
                <a:cubicBezTo>
                  <a:pt x="559" y="2444"/>
                  <a:pt x="559" y="2444"/>
                  <a:pt x="559" y="2444"/>
                </a:cubicBezTo>
                <a:cubicBezTo>
                  <a:pt x="575" y="2444"/>
                  <a:pt x="588" y="2431"/>
                  <a:pt x="588" y="2415"/>
                </a:cubicBezTo>
                <a:cubicBezTo>
                  <a:pt x="588" y="2399"/>
                  <a:pt x="575" y="2386"/>
                  <a:pt x="559" y="2386"/>
                </a:cubicBezTo>
                <a:cubicBezTo>
                  <a:pt x="58" y="2386"/>
                  <a:pt x="58" y="2386"/>
                  <a:pt x="58" y="2386"/>
                </a:cubicBezTo>
                <a:cubicBezTo>
                  <a:pt x="58" y="1248"/>
                  <a:pt x="58" y="1248"/>
                  <a:pt x="58" y="1248"/>
                </a:cubicBezTo>
                <a:cubicBezTo>
                  <a:pt x="58" y="1232"/>
                  <a:pt x="45" y="1219"/>
                  <a:pt x="29" y="1219"/>
                </a:cubicBezTo>
                <a:moveTo>
                  <a:pt x="2613" y="1219"/>
                </a:moveTo>
                <a:cubicBezTo>
                  <a:pt x="2597" y="1219"/>
                  <a:pt x="2584" y="1232"/>
                  <a:pt x="2584" y="1248"/>
                </a:cubicBezTo>
                <a:cubicBezTo>
                  <a:pt x="2584" y="2386"/>
                  <a:pt x="2584" y="2386"/>
                  <a:pt x="2584" y="2386"/>
                </a:cubicBezTo>
                <a:cubicBezTo>
                  <a:pt x="2083" y="2386"/>
                  <a:pt x="2083" y="2386"/>
                  <a:pt x="2083" y="2386"/>
                </a:cubicBezTo>
                <a:cubicBezTo>
                  <a:pt x="2067" y="2386"/>
                  <a:pt x="2055" y="2399"/>
                  <a:pt x="2055" y="2415"/>
                </a:cubicBezTo>
                <a:cubicBezTo>
                  <a:pt x="2055" y="2431"/>
                  <a:pt x="2067" y="2444"/>
                  <a:pt x="2083" y="2444"/>
                </a:cubicBezTo>
                <a:cubicBezTo>
                  <a:pt x="2613" y="2444"/>
                  <a:pt x="2613" y="2444"/>
                  <a:pt x="2613" y="2444"/>
                </a:cubicBezTo>
                <a:cubicBezTo>
                  <a:pt x="2629" y="2444"/>
                  <a:pt x="2642" y="2431"/>
                  <a:pt x="2642" y="2415"/>
                </a:cubicBezTo>
                <a:cubicBezTo>
                  <a:pt x="2642" y="1248"/>
                  <a:pt x="2642" y="1248"/>
                  <a:pt x="2642" y="1248"/>
                </a:cubicBezTo>
                <a:cubicBezTo>
                  <a:pt x="2642" y="1232"/>
                  <a:pt x="2629" y="1219"/>
                  <a:pt x="2613" y="1219"/>
                </a:cubicBezTo>
                <a:moveTo>
                  <a:pt x="658" y="292"/>
                </a:moveTo>
                <a:cubicBezTo>
                  <a:pt x="210" y="292"/>
                  <a:pt x="210" y="292"/>
                  <a:pt x="210" y="292"/>
                </a:cubicBezTo>
                <a:cubicBezTo>
                  <a:pt x="194" y="292"/>
                  <a:pt x="181" y="305"/>
                  <a:pt x="181" y="321"/>
                </a:cubicBezTo>
                <a:cubicBezTo>
                  <a:pt x="181" y="941"/>
                  <a:pt x="181" y="941"/>
                  <a:pt x="181" y="941"/>
                </a:cubicBezTo>
                <a:cubicBezTo>
                  <a:pt x="181" y="957"/>
                  <a:pt x="194" y="970"/>
                  <a:pt x="210" y="970"/>
                </a:cubicBezTo>
                <a:cubicBezTo>
                  <a:pt x="559" y="970"/>
                  <a:pt x="559" y="970"/>
                  <a:pt x="559" y="970"/>
                </a:cubicBezTo>
                <a:cubicBezTo>
                  <a:pt x="575" y="970"/>
                  <a:pt x="588" y="957"/>
                  <a:pt x="588" y="941"/>
                </a:cubicBezTo>
                <a:cubicBezTo>
                  <a:pt x="588" y="925"/>
                  <a:pt x="575" y="912"/>
                  <a:pt x="559" y="912"/>
                </a:cubicBezTo>
                <a:cubicBezTo>
                  <a:pt x="239" y="912"/>
                  <a:pt x="239" y="912"/>
                  <a:pt x="239" y="912"/>
                </a:cubicBezTo>
                <a:cubicBezTo>
                  <a:pt x="239" y="350"/>
                  <a:pt x="239" y="350"/>
                  <a:pt x="239" y="350"/>
                </a:cubicBezTo>
                <a:cubicBezTo>
                  <a:pt x="658" y="350"/>
                  <a:pt x="658" y="350"/>
                  <a:pt x="658" y="350"/>
                </a:cubicBezTo>
                <a:cubicBezTo>
                  <a:pt x="674" y="350"/>
                  <a:pt x="687" y="337"/>
                  <a:pt x="687" y="321"/>
                </a:cubicBezTo>
                <a:cubicBezTo>
                  <a:pt x="687" y="305"/>
                  <a:pt x="674" y="292"/>
                  <a:pt x="658" y="292"/>
                </a:cubicBezTo>
                <a:moveTo>
                  <a:pt x="2432" y="292"/>
                </a:moveTo>
                <a:cubicBezTo>
                  <a:pt x="1984" y="292"/>
                  <a:pt x="1984" y="292"/>
                  <a:pt x="1984" y="292"/>
                </a:cubicBezTo>
                <a:cubicBezTo>
                  <a:pt x="1968" y="292"/>
                  <a:pt x="1955" y="305"/>
                  <a:pt x="1955" y="321"/>
                </a:cubicBezTo>
                <a:cubicBezTo>
                  <a:pt x="1955" y="337"/>
                  <a:pt x="1968" y="350"/>
                  <a:pt x="1984" y="350"/>
                </a:cubicBezTo>
                <a:cubicBezTo>
                  <a:pt x="2403" y="350"/>
                  <a:pt x="2403" y="350"/>
                  <a:pt x="2403" y="350"/>
                </a:cubicBezTo>
                <a:cubicBezTo>
                  <a:pt x="2403" y="912"/>
                  <a:pt x="2403" y="912"/>
                  <a:pt x="2403" y="912"/>
                </a:cubicBezTo>
                <a:cubicBezTo>
                  <a:pt x="2083" y="912"/>
                  <a:pt x="2083" y="912"/>
                  <a:pt x="2083" y="912"/>
                </a:cubicBezTo>
                <a:cubicBezTo>
                  <a:pt x="2068" y="912"/>
                  <a:pt x="2055" y="925"/>
                  <a:pt x="2055" y="941"/>
                </a:cubicBezTo>
                <a:cubicBezTo>
                  <a:pt x="2055" y="957"/>
                  <a:pt x="2068" y="970"/>
                  <a:pt x="2083" y="970"/>
                </a:cubicBezTo>
                <a:cubicBezTo>
                  <a:pt x="2432" y="970"/>
                  <a:pt x="2432" y="970"/>
                  <a:pt x="2432" y="970"/>
                </a:cubicBezTo>
                <a:cubicBezTo>
                  <a:pt x="2448" y="970"/>
                  <a:pt x="2461" y="957"/>
                  <a:pt x="2461" y="941"/>
                </a:cubicBezTo>
                <a:cubicBezTo>
                  <a:pt x="2461" y="321"/>
                  <a:pt x="2461" y="321"/>
                  <a:pt x="2461" y="321"/>
                </a:cubicBezTo>
                <a:cubicBezTo>
                  <a:pt x="2461" y="305"/>
                  <a:pt x="2448" y="292"/>
                  <a:pt x="2432" y="292"/>
                </a:cubicBezTo>
                <a:moveTo>
                  <a:pt x="1799" y="0"/>
                </a:moveTo>
                <a:cubicBezTo>
                  <a:pt x="843" y="0"/>
                  <a:pt x="843" y="0"/>
                  <a:pt x="843" y="0"/>
                </a:cubicBezTo>
                <a:cubicBezTo>
                  <a:pt x="827" y="0"/>
                  <a:pt x="814" y="13"/>
                  <a:pt x="814" y="29"/>
                </a:cubicBezTo>
                <a:cubicBezTo>
                  <a:pt x="814" y="45"/>
                  <a:pt x="827" y="58"/>
                  <a:pt x="843" y="58"/>
                </a:cubicBezTo>
                <a:cubicBezTo>
                  <a:pt x="1292" y="58"/>
                  <a:pt x="1292" y="58"/>
                  <a:pt x="1292" y="58"/>
                </a:cubicBezTo>
                <a:cubicBezTo>
                  <a:pt x="1292" y="602"/>
                  <a:pt x="1292" y="602"/>
                  <a:pt x="1292" y="602"/>
                </a:cubicBezTo>
                <a:cubicBezTo>
                  <a:pt x="989" y="602"/>
                  <a:pt x="989" y="602"/>
                  <a:pt x="989" y="602"/>
                </a:cubicBezTo>
                <a:cubicBezTo>
                  <a:pt x="973" y="602"/>
                  <a:pt x="960" y="615"/>
                  <a:pt x="960" y="631"/>
                </a:cubicBezTo>
                <a:cubicBezTo>
                  <a:pt x="960" y="647"/>
                  <a:pt x="973" y="660"/>
                  <a:pt x="989" y="660"/>
                </a:cubicBezTo>
                <a:cubicBezTo>
                  <a:pt x="1292" y="660"/>
                  <a:pt x="1292" y="660"/>
                  <a:pt x="1292" y="660"/>
                </a:cubicBezTo>
                <a:cubicBezTo>
                  <a:pt x="1292" y="1311"/>
                  <a:pt x="1292" y="1311"/>
                  <a:pt x="1292" y="1311"/>
                </a:cubicBezTo>
                <a:cubicBezTo>
                  <a:pt x="801" y="1311"/>
                  <a:pt x="801" y="1311"/>
                  <a:pt x="801" y="1311"/>
                </a:cubicBezTo>
                <a:cubicBezTo>
                  <a:pt x="801" y="1060"/>
                  <a:pt x="801" y="1060"/>
                  <a:pt x="801" y="1060"/>
                </a:cubicBezTo>
                <a:cubicBezTo>
                  <a:pt x="801" y="1044"/>
                  <a:pt x="788" y="1031"/>
                  <a:pt x="772" y="1031"/>
                </a:cubicBezTo>
                <a:cubicBezTo>
                  <a:pt x="756" y="1031"/>
                  <a:pt x="743" y="1044"/>
                  <a:pt x="743" y="1060"/>
                </a:cubicBezTo>
                <a:cubicBezTo>
                  <a:pt x="743" y="1340"/>
                  <a:pt x="743" y="1340"/>
                  <a:pt x="743" y="1340"/>
                </a:cubicBezTo>
                <a:cubicBezTo>
                  <a:pt x="743" y="1356"/>
                  <a:pt x="756" y="1369"/>
                  <a:pt x="772" y="1369"/>
                </a:cubicBezTo>
                <a:cubicBezTo>
                  <a:pt x="1292" y="1369"/>
                  <a:pt x="1292" y="1369"/>
                  <a:pt x="1292" y="1369"/>
                </a:cubicBezTo>
                <a:cubicBezTo>
                  <a:pt x="1292" y="2123"/>
                  <a:pt x="1292" y="2123"/>
                  <a:pt x="1292" y="2123"/>
                </a:cubicBezTo>
                <a:cubicBezTo>
                  <a:pt x="842" y="2123"/>
                  <a:pt x="842" y="2123"/>
                  <a:pt x="842" y="2123"/>
                </a:cubicBezTo>
                <a:cubicBezTo>
                  <a:pt x="842" y="1782"/>
                  <a:pt x="842" y="1782"/>
                  <a:pt x="842" y="1782"/>
                </a:cubicBezTo>
                <a:cubicBezTo>
                  <a:pt x="842" y="1766"/>
                  <a:pt x="829" y="1753"/>
                  <a:pt x="813" y="1753"/>
                </a:cubicBezTo>
                <a:cubicBezTo>
                  <a:pt x="433" y="1753"/>
                  <a:pt x="433" y="1753"/>
                  <a:pt x="433" y="1753"/>
                </a:cubicBezTo>
                <a:cubicBezTo>
                  <a:pt x="433" y="1476"/>
                  <a:pt x="433" y="1476"/>
                  <a:pt x="433" y="1476"/>
                </a:cubicBezTo>
                <a:cubicBezTo>
                  <a:pt x="433" y="1460"/>
                  <a:pt x="420" y="1447"/>
                  <a:pt x="404" y="1447"/>
                </a:cubicBezTo>
                <a:cubicBezTo>
                  <a:pt x="388" y="1447"/>
                  <a:pt x="375" y="1460"/>
                  <a:pt x="375" y="1476"/>
                </a:cubicBezTo>
                <a:cubicBezTo>
                  <a:pt x="375" y="1782"/>
                  <a:pt x="375" y="1782"/>
                  <a:pt x="375" y="1782"/>
                </a:cubicBezTo>
                <a:cubicBezTo>
                  <a:pt x="375" y="1798"/>
                  <a:pt x="388" y="1811"/>
                  <a:pt x="404" y="1811"/>
                </a:cubicBezTo>
                <a:cubicBezTo>
                  <a:pt x="784" y="1811"/>
                  <a:pt x="784" y="1811"/>
                  <a:pt x="784" y="1811"/>
                </a:cubicBezTo>
                <a:cubicBezTo>
                  <a:pt x="784" y="2669"/>
                  <a:pt x="784" y="2669"/>
                  <a:pt x="784" y="2669"/>
                </a:cubicBezTo>
                <a:cubicBezTo>
                  <a:pt x="784" y="2685"/>
                  <a:pt x="797" y="2698"/>
                  <a:pt x="813" y="2698"/>
                </a:cubicBezTo>
                <a:cubicBezTo>
                  <a:pt x="829" y="2698"/>
                  <a:pt x="842" y="2685"/>
                  <a:pt x="842" y="2669"/>
                </a:cubicBezTo>
                <a:cubicBezTo>
                  <a:pt x="842" y="2181"/>
                  <a:pt x="842" y="2181"/>
                  <a:pt x="842" y="2181"/>
                </a:cubicBezTo>
                <a:cubicBezTo>
                  <a:pt x="1292" y="2181"/>
                  <a:pt x="1292" y="2181"/>
                  <a:pt x="1292" y="2181"/>
                </a:cubicBezTo>
                <a:cubicBezTo>
                  <a:pt x="1292" y="3036"/>
                  <a:pt x="1292" y="3036"/>
                  <a:pt x="1292" y="3036"/>
                </a:cubicBezTo>
                <a:cubicBezTo>
                  <a:pt x="921" y="3036"/>
                  <a:pt x="921" y="3036"/>
                  <a:pt x="921" y="3036"/>
                </a:cubicBezTo>
                <a:cubicBezTo>
                  <a:pt x="905" y="3036"/>
                  <a:pt x="892" y="3049"/>
                  <a:pt x="892" y="3065"/>
                </a:cubicBezTo>
                <a:cubicBezTo>
                  <a:pt x="892" y="3081"/>
                  <a:pt x="905" y="3094"/>
                  <a:pt x="921" y="3094"/>
                </a:cubicBezTo>
                <a:cubicBezTo>
                  <a:pt x="1321" y="3094"/>
                  <a:pt x="1321" y="3094"/>
                  <a:pt x="1321" y="3094"/>
                </a:cubicBezTo>
                <a:cubicBezTo>
                  <a:pt x="1722" y="3094"/>
                  <a:pt x="1722" y="3094"/>
                  <a:pt x="1722" y="3094"/>
                </a:cubicBezTo>
                <a:cubicBezTo>
                  <a:pt x="1738" y="3094"/>
                  <a:pt x="1751" y="3081"/>
                  <a:pt x="1751" y="3065"/>
                </a:cubicBezTo>
                <a:cubicBezTo>
                  <a:pt x="1751" y="3049"/>
                  <a:pt x="1738" y="3036"/>
                  <a:pt x="1722" y="3036"/>
                </a:cubicBezTo>
                <a:cubicBezTo>
                  <a:pt x="1350" y="3036"/>
                  <a:pt x="1350" y="3036"/>
                  <a:pt x="1350" y="3036"/>
                </a:cubicBezTo>
                <a:cubicBezTo>
                  <a:pt x="1350" y="2181"/>
                  <a:pt x="1350" y="2181"/>
                  <a:pt x="1350" y="2181"/>
                </a:cubicBezTo>
                <a:cubicBezTo>
                  <a:pt x="1800" y="2181"/>
                  <a:pt x="1800" y="2181"/>
                  <a:pt x="1800" y="2181"/>
                </a:cubicBezTo>
                <a:cubicBezTo>
                  <a:pt x="1800" y="2669"/>
                  <a:pt x="1800" y="2669"/>
                  <a:pt x="1800" y="2669"/>
                </a:cubicBezTo>
                <a:cubicBezTo>
                  <a:pt x="1800" y="2685"/>
                  <a:pt x="1813" y="2698"/>
                  <a:pt x="1829" y="2698"/>
                </a:cubicBezTo>
                <a:cubicBezTo>
                  <a:pt x="1845" y="2698"/>
                  <a:pt x="1858" y="2685"/>
                  <a:pt x="1858" y="2669"/>
                </a:cubicBezTo>
                <a:cubicBezTo>
                  <a:pt x="1858" y="1811"/>
                  <a:pt x="1858" y="1811"/>
                  <a:pt x="1858" y="1811"/>
                </a:cubicBezTo>
                <a:cubicBezTo>
                  <a:pt x="2239" y="1811"/>
                  <a:pt x="2239" y="1811"/>
                  <a:pt x="2239" y="1811"/>
                </a:cubicBezTo>
                <a:cubicBezTo>
                  <a:pt x="2254" y="1811"/>
                  <a:pt x="2267" y="1798"/>
                  <a:pt x="2267" y="1782"/>
                </a:cubicBezTo>
                <a:cubicBezTo>
                  <a:pt x="2267" y="1476"/>
                  <a:pt x="2267" y="1476"/>
                  <a:pt x="2267" y="1476"/>
                </a:cubicBezTo>
                <a:cubicBezTo>
                  <a:pt x="2267" y="1460"/>
                  <a:pt x="2254" y="1447"/>
                  <a:pt x="2239" y="1447"/>
                </a:cubicBezTo>
                <a:cubicBezTo>
                  <a:pt x="2223" y="1447"/>
                  <a:pt x="2210" y="1460"/>
                  <a:pt x="2210" y="1476"/>
                </a:cubicBezTo>
                <a:cubicBezTo>
                  <a:pt x="2210" y="1753"/>
                  <a:pt x="2210" y="1753"/>
                  <a:pt x="2210" y="1753"/>
                </a:cubicBezTo>
                <a:cubicBezTo>
                  <a:pt x="1829" y="1753"/>
                  <a:pt x="1829" y="1753"/>
                  <a:pt x="1829" y="1753"/>
                </a:cubicBezTo>
                <a:cubicBezTo>
                  <a:pt x="1813" y="1753"/>
                  <a:pt x="1800" y="1766"/>
                  <a:pt x="1800" y="1782"/>
                </a:cubicBezTo>
                <a:cubicBezTo>
                  <a:pt x="1800" y="2123"/>
                  <a:pt x="1800" y="2123"/>
                  <a:pt x="1800" y="2123"/>
                </a:cubicBezTo>
                <a:cubicBezTo>
                  <a:pt x="1350" y="2123"/>
                  <a:pt x="1350" y="2123"/>
                  <a:pt x="1350" y="2123"/>
                </a:cubicBezTo>
                <a:cubicBezTo>
                  <a:pt x="1350" y="1369"/>
                  <a:pt x="1350" y="1369"/>
                  <a:pt x="1350" y="1369"/>
                </a:cubicBezTo>
                <a:cubicBezTo>
                  <a:pt x="1870" y="1369"/>
                  <a:pt x="1870" y="1369"/>
                  <a:pt x="1870" y="1369"/>
                </a:cubicBezTo>
                <a:cubicBezTo>
                  <a:pt x="1886" y="1369"/>
                  <a:pt x="1899" y="1356"/>
                  <a:pt x="1899" y="1340"/>
                </a:cubicBezTo>
                <a:cubicBezTo>
                  <a:pt x="1899" y="1060"/>
                  <a:pt x="1899" y="1060"/>
                  <a:pt x="1899" y="1060"/>
                </a:cubicBezTo>
                <a:cubicBezTo>
                  <a:pt x="1899" y="1044"/>
                  <a:pt x="1886" y="1031"/>
                  <a:pt x="1870" y="1031"/>
                </a:cubicBezTo>
                <a:cubicBezTo>
                  <a:pt x="1854" y="1031"/>
                  <a:pt x="1841" y="1044"/>
                  <a:pt x="1841" y="1060"/>
                </a:cubicBezTo>
                <a:cubicBezTo>
                  <a:pt x="1841" y="1311"/>
                  <a:pt x="1841" y="1311"/>
                  <a:pt x="1841" y="1311"/>
                </a:cubicBezTo>
                <a:cubicBezTo>
                  <a:pt x="1350" y="1311"/>
                  <a:pt x="1350" y="1311"/>
                  <a:pt x="1350" y="1311"/>
                </a:cubicBezTo>
                <a:cubicBezTo>
                  <a:pt x="1350" y="660"/>
                  <a:pt x="1350" y="660"/>
                  <a:pt x="1350" y="660"/>
                </a:cubicBezTo>
                <a:cubicBezTo>
                  <a:pt x="1643" y="660"/>
                  <a:pt x="1643" y="660"/>
                  <a:pt x="1643" y="660"/>
                </a:cubicBezTo>
                <a:cubicBezTo>
                  <a:pt x="1659" y="660"/>
                  <a:pt x="1672" y="647"/>
                  <a:pt x="1672" y="631"/>
                </a:cubicBezTo>
                <a:cubicBezTo>
                  <a:pt x="1672" y="615"/>
                  <a:pt x="1659" y="602"/>
                  <a:pt x="1643" y="602"/>
                </a:cubicBezTo>
                <a:cubicBezTo>
                  <a:pt x="1350" y="602"/>
                  <a:pt x="1350" y="602"/>
                  <a:pt x="1350" y="602"/>
                </a:cubicBezTo>
                <a:cubicBezTo>
                  <a:pt x="1350" y="58"/>
                  <a:pt x="1350" y="58"/>
                  <a:pt x="1350" y="58"/>
                </a:cubicBezTo>
                <a:cubicBezTo>
                  <a:pt x="1799" y="58"/>
                  <a:pt x="1799" y="58"/>
                  <a:pt x="1799" y="58"/>
                </a:cubicBezTo>
                <a:cubicBezTo>
                  <a:pt x="1815" y="58"/>
                  <a:pt x="1828" y="45"/>
                  <a:pt x="1828" y="29"/>
                </a:cubicBezTo>
                <a:cubicBezTo>
                  <a:pt x="1828" y="13"/>
                  <a:pt x="1815" y="0"/>
                  <a:pt x="1799" y="0"/>
                </a:cubicBezTo>
              </a:path>
            </a:pathLst>
          </a:custGeom>
          <a:solidFill>
            <a:schemeClr val="accent1">
              <a:alpha val="1000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12" name="TextBox 11">
            <a:extLst>
              <a:ext uri="{FF2B5EF4-FFF2-40B4-BE49-F238E27FC236}">
                <a16:creationId xmlns:a16="http://schemas.microsoft.com/office/drawing/2014/main" id="{2D286C11-828A-4F0B-B5E1-F318F95635E1}"/>
              </a:ext>
            </a:extLst>
          </p:cNvPr>
          <p:cNvSpPr txBox="1"/>
          <p:nvPr/>
        </p:nvSpPr>
        <p:spPr>
          <a:xfrm>
            <a:off x="546100" y="540000"/>
            <a:ext cx="671457" cy="621000"/>
          </a:xfrm>
          <a:custGeom>
            <a:avLst/>
            <a:gdLst/>
            <a:ahLst/>
            <a:cxnLst/>
            <a:rect l="l" t="t" r="r" b="b"/>
            <a:pathLst>
              <a:path w="444141" h="410766">
                <a:moveTo>
                  <a:pt x="278979" y="0"/>
                </a:moveTo>
                <a:lnTo>
                  <a:pt x="444141" y="0"/>
                </a:lnTo>
                <a:lnTo>
                  <a:pt x="444141" y="141201"/>
                </a:lnTo>
                <a:cubicBezTo>
                  <a:pt x="444141" y="217649"/>
                  <a:pt x="435298" y="272703"/>
                  <a:pt x="417612" y="306363"/>
                </a:cubicBezTo>
                <a:cubicBezTo>
                  <a:pt x="393080" y="352574"/>
                  <a:pt x="354856" y="387375"/>
                  <a:pt x="302940" y="410766"/>
                </a:cubicBezTo>
                <a:lnTo>
                  <a:pt x="265286" y="350007"/>
                </a:lnTo>
                <a:cubicBezTo>
                  <a:pt x="296094" y="337455"/>
                  <a:pt x="319057" y="317630"/>
                  <a:pt x="334175" y="290531"/>
                </a:cubicBezTo>
                <a:cubicBezTo>
                  <a:pt x="349294" y="263432"/>
                  <a:pt x="357709" y="226206"/>
                  <a:pt x="359420" y="178854"/>
                </a:cubicBezTo>
                <a:lnTo>
                  <a:pt x="278979" y="178854"/>
                </a:lnTo>
                <a:close/>
                <a:moveTo>
                  <a:pt x="13692" y="0"/>
                </a:moveTo>
                <a:lnTo>
                  <a:pt x="178854" y="0"/>
                </a:lnTo>
                <a:lnTo>
                  <a:pt x="178854" y="141201"/>
                </a:lnTo>
                <a:cubicBezTo>
                  <a:pt x="178854" y="217649"/>
                  <a:pt x="170012" y="272703"/>
                  <a:pt x="152326" y="306363"/>
                </a:cubicBezTo>
                <a:cubicBezTo>
                  <a:pt x="127794" y="352574"/>
                  <a:pt x="89570" y="387375"/>
                  <a:pt x="37654" y="410766"/>
                </a:cubicBezTo>
                <a:lnTo>
                  <a:pt x="0" y="350007"/>
                </a:lnTo>
                <a:cubicBezTo>
                  <a:pt x="30808" y="337455"/>
                  <a:pt x="53771" y="317630"/>
                  <a:pt x="68889" y="290531"/>
                </a:cubicBezTo>
                <a:cubicBezTo>
                  <a:pt x="84007" y="263432"/>
                  <a:pt x="92422" y="226206"/>
                  <a:pt x="94134" y="178854"/>
                </a:cubicBezTo>
                <a:lnTo>
                  <a:pt x="13692" y="178854"/>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GB" sz="13800">
              <a:solidFill>
                <a:srgbClr val="B59E5F"/>
              </a:solidFill>
            </a:endParaRPr>
          </a:p>
        </p:txBody>
      </p:sp>
      <p:sp>
        <p:nvSpPr>
          <p:cNvPr id="10" name="Slide Number Placeholder 5">
            <a:extLst>
              <a:ext uri="{FF2B5EF4-FFF2-40B4-BE49-F238E27FC236}">
                <a16:creationId xmlns:a16="http://schemas.microsoft.com/office/drawing/2014/main" id="{EC1452B3-DE1E-4026-AA15-5B9EE12B4B22}"/>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a:p>
        </p:txBody>
      </p:sp>
    </p:spTree>
    <p:extLst>
      <p:ext uri="{BB962C8B-B14F-4D97-AF65-F5344CB8AC3E}">
        <p14:creationId xmlns:p14="http://schemas.microsoft.com/office/powerpoint/2010/main" val="703176965"/>
      </p:ext>
    </p:extLst>
  </p:cSld>
  <p:clrMapOvr>
    <a:masterClrMapping/>
  </p:clrMapOvr>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Quote - Light Grey v2">
    <p:bg>
      <p:bgPr>
        <a:solidFill>
          <a:srgbClr val="B2B2B2"/>
        </a:solidFill>
        <a:effectLst/>
      </p:bgPr>
    </p:bg>
    <p:spTree>
      <p:nvGrpSpPr>
        <p:cNvPr id="1" name=""/>
        <p:cNvGrpSpPr/>
        <p:nvPr/>
      </p:nvGrpSpPr>
      <p:grpSpPr>
        <a:xfrm>
          <a:off x="0" y="0"/>
          <a:ext cx="0" cy="0"/>
          <a:chOff x="0" y="0"/>
          <a:chExt cx="0" cy="0"/>
        </a:xfrm>
      </p:grpSpPr>
      <p:pic>
        <p:nvPicPr>
          <p:cNvPr id="8" name="Picture 7" descr="Shape&#10;&#10;Description automatically generated with medium confidence">
            <a:extLst>
              <a:ext uri="{FF2B5EF4-FFF2-40B4-BE49-F238E27FC236}">
                <a16:creationId xmlns:a16="http://schemas.microsoft.com/office/drawing/2014/main" id="{AD0AAC3D-2AA7-42DE-9D30-35663FC7DF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8464564-6547-498D-A220-7B346E5B1408}"/>
              </a:ext>
            </a:extLst>
          </p:cNvPr>
          <p:cNvSpPr>
            <a:spLocks noGrp="1"/>
          </p:cNvSpPr>
          <p:nvPr>
            <p:ph type="title"/>
          </p:nvPr>
        </p:nvSpPr>
        <p:spPr>
          <a:xfrm>
            <a:off x="1219200" y="1485000"/>
            <a:ext cx="6642100" cy="2429818"/>
          </a:xfrm>
        </p:spPr>
        <p:txBody>
          <a:bodyPr anchor="b">
            <a:normAutofit/>
          </a:bodyPr>
          <a:lstStyle>
            <a:lvl1pPr>
              <a:defRPr sz="6000" b="0" i="1">
                <a:solidFill>
                  <a:srgbClr val="3F1A01"/>
                </a:solidFill>
                <a:latin typeface="Times New Roman" panose="02020603050405020304" pitchFamily="18" charset="0"/>
                <a:cs typeface="Times New Roman" panose="02020603050405020304" pitchFamily="18" charset="0"/>
              </a:defRPr>
            </a:lvl1p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1592638D-BCB6-4F07-9847-FBAA9B3609B5}"/>
              </a:ext>
            </a:extLst>
          </p:cNvPr>
          <p:cNvSpPr>
            <a:spLocks noGrp="1"/>
          </p:cNvSpPr>
          <p:nvPr>
            <p:ph type="body" idx="1"/>
          </p:nvPr>
        </p:nvSpPr>
        <p:spPr>
          <a:xfrm>
            <a:off x="1219200" y="4238818"/>
            <a:ext cx="6642100" cy="1203175"/>
          </a:xfrm>
          <a:prstGeom prst="rect">
            <a:avLst/>
          </a:prstGeom>
        </p:spPr>
        <p:txBody>
          <a:bodyPr/>
          <a:lstStyle>
            <a:lvl1pPr marL="0" indent="0">
              <a:buNone/>
              <a:defRPr sz="1600">
                <a:solidFill>
                  <a:srgbClr val="3F1A01"/>
                </a:solidFill>
                <a:latin typeface="+mn-lt"/>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6" name="Freeform 9">
            <a:extLst>
              <a:ext uri="{FF2B5EF4-FFF2-40B4-BE49-F238E27FC236}">
                <a16:creationId xmlns:a16="http://schemas.microsoft.com/office/drawing/2014/main" id="{C2D8A25E-CAAF-4846-8D8A-7A9026C78018}"/>
              </a:ext>
            </a:extLst>
          </p:cNvPr>
          <p:cNvSpPr>
            <a:spLocks noEditPoints="1"/>
          </p:cNvSpPr>
          <p:nvPr/>
        </p:nvSpPr>
        <p:spPr bwMode="auto">
          <a:xfrm>
            <a:off x="8102600" y="-2176101"/>
            <a:ext cx="8385175" cy="9817101"/>
          </a:xfrm>
          <a:custGeom>
            <a:avLst/>
            <a:gdLst>
              <a:gd name="T0" fmla="*/ 276 w 2642"/>
              <a:gd name="T1" fmla="*/ 2871 h 3094"/>
              <a:gd name="T2" fmla="*/ 588 w 2642"/>
              <a:gd name="T3" fmla="*/ 2871 h 3094"/>
              <a:gd name="T4" fmla="*/ 2083 w 2642"/>
              <a:gd name="T5" fmla="*/ 2843 h 3094"/>
              <a:gd name="T6" fmla="*/ 2338 w 2642"/>
              <a:gd name="T7" fmla="*/ 2900 h 3094"/>
              <a:gd name="T8" fmla="*/ 29 w 2642"/>
              <a:gd name="T9" fmla="*/ 1219 h 3094"/>
              <a:gd name="T10" fmla="*/ 29 w 2642"/>
              <a:gd name="T11" fmla="*/ 2444 h 3094"/>
              <a:gd name="T12" fmla="*/ 559 w 2642"/>
              <a:gd name="T13" fmla="*/ 2386 h 3094"/>
              <a:gd name="T14" fmla="*/ 29 w 2642"/>
              <a:gd name="T15" fmla="*/ 1219 h 3094"/>
              <a:gd name="T16" fmla="*/ 2584 w 2642"/>
              <a:gd name="T17" fmla="*/ 2386 h 3094"/>
              <a:gd name="T18" fmla="*/ 2083 w 2642"/>
              <a:gd name="T19" fmla="*/ 2444 h 3094"/>
              <a:gd name="T20" fmla="*/ 2642 w 2642"/>
              <a:gd name="T21" fmla="*/ 1248 h 3094"/>
              <a:gd name="T22" fmla="*/ 210 w 2642"/>
              <a:gd name="T23" fmla="*/ 292 h 3094"/>
              <a:gd name="T24" fmla="*/ 210 w 2642"/>
              <a:gd name="T25" fmla="*/ 970 h 3094"/>
              <a:gd name="T26" fmla="*/ 559 w 2642"/>
              <a:gd name="T27" fmla="*/ 912 h 3094"/>
              <a:gd name="T28" fmla="*/ 658 w 2642"/>
              <a:gd name="T29" fmla="*/ 350 h 3094"/>
              <a:gd name="T30" fmla="*/ 2432 w 2642"/>
              <a:gd name="T31" fmla="*/ 292 h 3094"/>
              <a:gd name="T32" fmla="*/ 1984 w 2642"/>
              <a:gd name="T33" fmla="*/ 350 h 3094"/>
              <a:gd name="T34" fmla="*/ 2083 w 2642"/>
              <a:gd name="T35" fmla="*/ 912 h 3094"/>
              <a:gd name="T36" fmla="*/ 2432 w 2642"/>
              <a:gd name="T37" fmla="*/ 970 h 3094"/>
              <a:gd name="T38" fmla="*/ 2432 w 2642"/>
              <a:gd name="T39" fmla="*/ 292 h 3094"/>
              <a:gd name="T40" fmla="*/ 814 w 2642"/>
              <a:gd name="T41" fmla="*/ 29 h 3094"/>
              <a:gd name="T42" fmla="*/ 1292 w 2642"/>
              <a:gd name="T43" fmla="*/ 602 h 3094"/>
              <a:gd name="T44" fmla="*/ 989 w 2642"/>
              <a:gd name="T45" fmla="*/ 660 h 3094"/>
              <a:gd name="T46" fmla="*/ 801 w 2642"/>
              <a:gd name="T47" fmla="*/ 1311 h 3094"/>
              <a:gd name="T48" fmla="*/ 743 w 2642"/>
              <a:gd name="T49" fmla="*/ 1060 h 3094"/>
              <a:gd name="T50" fmla="*/ 1292 w 2642"/>
              <a:gd name="T51" fmla="*/ 1369 h 3094"/>
              <a:gd name="T52" fmla="*/ 842 w 2642"/>
              <a:gd name="T53" fmla="*/ 1782 h 3094"/>
              <a:gd name="T54" fmla="*/ 433 w 2642"/>
              <a:gd name="T55" fmla="*/ 1476 h 3094"/>
              <a:gd name="T56" fmla="*/ 375 w 2642"/>
              <a:gd name="T57" fmla="*/ 1782 h 3094"/>
              <a:gd name="T58" fmla="*/ 784 w 2642"/>
              <a:gd name="T59" fmla="*/ 2669 h 3094"/>
              <a:gd name="T60" fmla="*/ 842 w 2642"/>
              <a:gd name="T61" fmla="*/ 2181 h 3094"/>
              <a:gd name="T62" fmla="*/ 921 w 2642"/>
              <a:gd name="T63" fmla="*/ 3036 h 3094"/>
              <a:gd name="T64" fmla="*/ 1321 w 2642"/>
              <a:gd name="T65" fmla="*/ 3094 h 3094"/>
              <a:gd name="T66" fmla="*/ 1722 w 2642"/>
              <a:gd name="T67" fmla="*/ 3036 h 3094"/>
              <a:gd name="T68" fmla="*/ 1800 w 2642"/>
              <a:gd name="T69" fmla="*/ 2181 h 3094"/>
              <a:gd name="T70" fmla="*/ 1858 w 2642"/>
              <a:gd name="T71" fmla="*/ 2669 h 3094"/>
              <a:gd name="T72" fmla="*/ 2267 w 2642"/>
              <a:gd name="T73" fmla="*/ 1782 h 3094"/>
              <a:gd name="T74" fmla="*/ 2210 w 2642"/>
              <a:gd name="T75" fmla="*/ 1476 h 3094"/>
              <a:gd name="T76" fmla="*/ 1800 w 2642"/>
              <a:gd name="T77" fmla="*/ 1782 h 3094"/>
              <a:gd name="T78" fmla="*/ 1350 w 2642"/>
              <a:gd name="T79" fmla="*/ 1369 h 3094"/>
              <a:gd name="T80" fmla="*/ 1899 w 2642"/>
              <a:gd name="T81" fmla="*/ 1060 h 3094"/>
              <a:gd name="T82" fmla="*/ 1841 w 2642"/>
              <a:gd name="T83" fmla="*/ 1311 h 3094"/>
              <a:gd name="T84" fmla="*/ 1643 w 2642"/>
              <a:gd name="T85" fmla="*/ 660 h 3094"/>
              <a:gd name="T86" fmla="*/ 1350 w 2642"/>
              <a:gd name="T87" fmla="*/ 602 h 3094"/>
              <a:gd name="T88" fmla="*/ 1828 w 2642"/>
              <a:gd name="T89" fmla="*/ 29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42" h="3094">
                <a:moveTo>
                  <a:pt x="559" y="2843"/>
                </a:moveTo>
                <a:cubicBezTo>
                  <a:pt x="305" y="2843"/>
                  <a:pt x="305" y="2843"/>
                  <a:pt x="305" y="2843"/>
                </a:cubicBezTo>
                <a:cubicBezTo>
                  <a:pt x="289" y="2843"/>
                  <a:pt x="276" y="2856"/>
                  <a:pt x="276" y="2871"/>
                </a:cubicBezTo>
                <a:cubicBezTo>
                  <a:pt x="276" y="2887"/>
                  <a:pt x="289" y="2900"/>
                  <a:pt x="305" y="2900"/>
                </a:cubicBezTo>
                <a:cubicBezTo>
                  <a:pt x="559" y="2900"/>
                  <a:pt x="559" y="2900"/>
                  <a:pt x="559" y="2900"/>
                </a:cubicBezTo>
                <a:cubicBezTo>
                  <a:pt x="575" y="2900"/>
                  <a:pt x="588" y="2887"/>
                  <a:pt x="588" y="2871"/>
                </a:cubicBezTo>
                <a:cubicBezTo>
                  <a:pt x="588" y="2856"/>
                  <a:pt x="575" y="2843"/>
                  <a:pt x="559" y="2843"/>
                </a:cubicBezTo>
                <a:moveTo>
                  <a:pt x="2338" y="2843"/>
                </a:moveTo>
                <a:cubicBezTo>
                  <a:pt x="2083" y="2843"/>
                  <a:pt x="2083" y="2843"/>
                  <a:pt x="2083" y="2843"/>
                </a:cubicBezTo>
                <a:cubicBezTo>
                  <a:pt x="2068" y="2843"/>
                  <a:pt x="2055" y="2856"/>
                  <a:pt x="2055" y="2871"/>
                </a:cubicBezTo>
                <a:cubicBezTo>
                  <a:pt x="2055" y="2887"/>
                  <a:pt x="2068" y="2900"/>
                  <a:pt x="2083" y="2900"/>
                </a:cubicBezTo>
                <a:cubicBezTo>
                  <a:pt x="2338" y="2900"/>
                  <a:pt x="2338" y="2900"/>
                  <a:pt x="2338" y="2900"/>
                </a:cubicBezTo>
                <a:cubicBezTo>
                  <a:pt x="2354" y="2900"/>
                  <a:pt x="2366" y="2887"/>
                  <a:pt x="2366" y="2871"/>
                </a:cubicBezTo>
                <a:cubicBezTo>
                  <a:pt x="2366" y="2856"/>
                  <a:pt x="2354" y="2843"/>
                  <a:pt x="2338" y="2843"/>
                </a:cubicBezTo>
                <a:moveTo>
                  <a:pt x="29" y="1219"/>
                </a:moveTo>
                <a:cubicBezTo>
                  <a:pt x="13" y="1219"/>
                  <a:pt x="0" y="1232"/>
                  <a:pt x="0" y="1248"/>
                </a:cubicBezTo>
                <a:cubicBezTo>
                  <a:pt x="0" y="2415"/>
                  <a:pt x="0" y="2415"/>
                  <a:pt x="0" y="2415"/>
                </a:cubicBezTo>
                <a:cubicBezTo>
                  <a:pt x="0" y="2431"/>
                  <a:pt x="13" y="2444"/>
                  <a:pt x="29" y="2444"/>
                </a:cubicBezTo>
                <a:cubicBezTo>
                  <a:pt x="559" y="2444"/>
                  <a:pt x="559" y="2444"/>
                  <a:pt x="559" y="2444"/>
                </a:cubicBezTo>
                <a:cubicBezTo>
                  <a:pt x="575" y="2444"/>
                  <a:pt x="588" y="2431"/>
                  <a:pt x="588" y="2415"/>
                </a:cubicBezTo>
                <a:cubicBezTo>
                  <a:pt x="588" y="2399"/>
                  <a:pt x="575" y="2386"/>
                  <a:pt x="559" y="2386"/>
                </a:cubicBezTo>
                <a:cubicBezTo>
                  <a:pt x="58" y="2386"/>
                  <a:pt x="58" y="2386"/>
                  <a:pt x="58" y="2386"/>
                </a:cubicBezTo>
                <a:cubicBezTo>
                  <a:pt x="58" y="1248"/>
                  <a:pt x="58" y="1248"/>
                  <a:pt x="58" y="1248"/>
                </a:cubicBezTo>
                <a:cubicBezTo>
                  <a:pt x="58" y="1232"/>
                  <a:pt x="45" y="1219"/>
                  <a:pt x="29" y="1219"/>
                </a:cubicBezTo>
                <a:moveTo>
                  <a:pt x="2613" y="1219"/>
                </a:moveTo>
                <a:cubicBezTo>
                  <a:pt x="2597" y="1219"/>
                  <a:pt x="2584" y="1232"/>
                  <a:pt x="2584" y="1248"/>
                </a:cubicBezTo>
                <a:cubicBezTo>
                  <a:pt x="2584" y="2386"/>
                  <a:pt x="2584" y="2386"/>
                  <a:pt x="2584" y="2386"/>
                </a:cubicBezTo>
                <a:cubicBezTo>
                  <a:pt x="2083" y="2386"/>
                  <a:pt x="2083" y="2386"/>
                  <a:pt x="2083" y="2386"/>
                </a:cubicBezTo>
                <a:cubicBezTo>
                  <a:pt x="2067" y="2386"/>
                  <a:pt x="2055" y="2399"/>
                  <a:pt x="2055" y="2415"/>
                </a:cubicBezTo>
                <a:cubicBezTo>
                  <a:pt x="2055" y="2431"/>
                  <a:pt x="2067" y="2444"/>
                  <a:pt x="2083" y="2444"/>
                </a:cubicBezTo>
                <a:cubicBezTo>
                  <a:pt x="2613" y="2444"/>
                  <a:pt x="2613" y="2444"/>
                  <a:pt x="2613" y="2444"/>
                </a:cubicBezTo>
                <a:cubicBezTo>
                  <a:pt x="2629" y="2444"/>
                  <a:pt x="2642" y="2431"/>
                  <a:pt x="2642" y="2415"/>
                </a:cubicBezTo>
                <a:cubicBezTo>
                  <a:pt x="2642" y="1248"/>
                  <a:pt x="2642" y="1248"/>
                  <a:pt x="2642" y="1248"/>
                </a:cubicBezTo>
                <a:cubicBezTo>
                  <a:pt x="2642" y="1232"/>
                  <a:pt x="2629" y="1219"/>
                  <a:pt x="2613" y="1219"/>
                </a:cubicBezTo>
                <a:moveTo>
                  <a:pt x="658" y="292"/>
                </a:moveTo>
                <a:cubicBezTo>
                  <a:pt x="210" y="292"/>
                  <a:pt x="210" y="292"/>
                  <a:pt x="210" y="292"/>
                </a:cubicBezTo>
                <a:cubicBezTo>
                  <a:pt x="194" y="292"/>
                  <a:pt x="181" y="305"/>
                  <a:pt x="181" y="321"/>
                </a:cubicBezTo>
                <a:cubicBezTo>
                  <a:pt x="181" y="941"/>
                  <a:pt x="181" y="941"/>
                  <a:pt x="181" y="941"/>
                </a:cubicBezTo>
                <a:cubicBezTo>
                  <a:pt x="181" y="957"/>
                  <a:pt x="194" y="970"/>
                  <a:pt x="210" y="970"/>
                </a:cubicBezTo>
                <a:cubicBezTo>
                  <a:pt x="559" y="970"/>
                  <a:pt x="559" y="970"/>
                  <a:pt x="559" y="970"/>
                </a:cubicBezTo>
                <a:cubicBezTo>
                  <a:pt x="575" y="970"/>
                  <a:pt x="588" y="957"/>
                  <a:pt x="588" y="941"/>
                </a:cubicBezTo>
                <a:cubicBezTo>
                  <a:pt x="588" y="925"/>
                  <a:pt x="575" y="912"/>
                  <a:pt x="559" y="912"/>
                </a:cubicBezTo>
                <a:cubicBezTo>
                  <a:pt x="239" y="912"/>
                  <a:pt x="239" y="912"/>
                  <a:pt x="239" y="912"/>
                </a:cubicBezTo>
                <a:cubicBezTo>
                  <a:pt x="239" y="350"/>
                  <a:pt x="239" y="350"/>
                  <a:pt x="239" y="350"/>
                </a:cubicBezTo>
                <a:cubicBezTo>
                  <a:pt x="658" y="350"/>
                  <a:pt x="658" y="350"/>
                  <a:pt x="658" y="350"/>
                </a:cubicBezTo>
                <a:cubicBezTo>
                  <a:pt x="674" y="350"/>
                  <a:pt x="687" y="337"/>
                  <a:pt x="687" y="321"/>
                </a:cubicBezTo>
                <a:cubicBezTo>
                  <a:pt x="687" y="305"/>
                  <a:pt x="674" y="292"/>
                  <a:pt x="658" y="292"/>
                </a:cubicBezTo>
                <a:moveTo>
                  <a:pt x="2432" y="292"/>
                </a:moveTo>
                <a:cubicBezTo>
                  <a:pt x="1984" y="292"/>
                  <a:pt x="1984" y="292"/>
                  <a:pt x="1984" y="292"/>
                </a:cubicBezTo>
                <a:cubicBezTo>
                  <a:pt x="1968" y="292"/>
                  <a:pt x="1955" y="305"/>
                  <a:pt x="1955" y="321"/>
                </a:cubicBezTo>
                <a:cubicBezTo>
                  <a:pt x="1955" y="337"/>
                  <a:pt x="1968" y="350"/>
                  <a:pt x="1984" y="350"/>
                </a:cubicBezTo>
                <a:cubicBezTo>
                  <a:pt x="2403" y="350"/>
                  <a:pt x="2403" y="350"/>
                  <a:pt x="2403" y="350"/>
                </a:cubicBezTo>
                <a:cubicBezTo>
                  <a:pt x="2403" y="912"/>
                  <a:pt x="2403" y="912"/>
                  <a:pt x="2403" y="912"/>
                </a:cubicBezTo>
                <a:cubicBezTo>
                  <a:pt x="2083" y="912"/>
                  <a:pt x="2083" y="912"/>
                  <a:pt x="2083" y="912"/>
                </a:cubicBezTo>
                <a:cubicBezTo>
                  <a:pt x="2068" y="912"/>
                  <a:pt x="2055" y="925"/>
                  <a:pt x="2055" y="941"/>
                </a:cubicBezTo>
                <a:cubicBezTo>
                  <a:pt x="2055" y="957"/>
                  <a:pt x="2068" y="970"/>
                  <a:pt x="2083" y="970"/>
                </a:cubicBezTo>
                <a:cubicBezTo>
                  <a:pt x="2432" y="970"/>
                  <a:pt x="2432" y="970"/>
                  <a:pt x="2432" y="970"/>
                </a:cubicBezTo>
                <a:cubicBezTo>
                  <a:pt x="2448" y="970"/>
                  <a:pt x="2461" y="957"/>
                  <a:pt x="2461" y="941"/>
                </a:cubicBezTo>
                <a:cubicBezTo>
                  <a:pt x="2461" y="321"/>
                  <a:pt x="2461" y="321"/>
                  <a:pt x="2461" y="321"/>
                </a:cubicBezTo>
                <a:cubicBezTo>
                  <a:pt x="2461" y="305"/>
                  <a:pt x="2448" y="292"/>
                  <a:pt x="2432" y="292"/>
                </a:cubicBezTo>
                <a:moveTo>
                  <a:pt x="1799" y="0"/>
                </a:moveTo>
                <a:cubicBezTo>
                  <a:pt x="843" y="0"/>
                  <a:pt x="843" y="0"/>
                  <a:pt x="843" y="0"/>
                </a:cubicBezTo>
                <a:cubicBezTo>
                  <a:pt x="827" y="0"/>
                  <a:pt x="814" y="13"/>
                  <a:pt x="814" y="29"/>
                </a:cubicBezTo>
                <a:cubicBezTo>
                  <a:pt x="814" y="45"/>
                  <a:pt x="827" y="58"/>
                  <a:pt x="843" y="58"/>
                </a:cubicBezTo>
                <a:cubicBezTo>
                  <a:pt x="1292" y="58"/>
                  <a:pt x="1292" y="58"/>
                  <a:pt x="1292" y="58"/>
                </a:cubicBezTo>
                <a:cubicBezTo>
                  <a:pt x="1292" y="602"/>
                  <a:pt x="1292" y="602"/>
                  <a:pt x="1292" y="602"/>
                </a:cubicBezTo>
                <a:cubicBezTo>
                  <a:pt x="989" y="602"/>
                  <a:pt x="989" y="602"/>
                  <a:pt x="989" y="602"/>
                </a:cubicBezTo>
                <a:cubicBezTo>
                  <a:pt x="973" y="602"/>
                  <a:pt x="960" y="615"/>
                  <a:pt x="960" y="631"/>
                </a:cubicBezTo>
                <a:cubicBezTo>
                  <a:pt x="960" y="647"/>
                  <a:pt x="973" y="660"/>
                  <a:pt x="989" y="660"/>
                </a:cubicBezTo>
                <a:cubicBezTo>
                  <a:pt x="1292" y="660"/>
                  <a:pt x="1292" y="660"/>
                  <a:pt x="1292" y="660"/>
                </a:cubicBezTo>
                <a:cubicBezTo>
                  <a:pt x="1292" y="1311"/>
                  <a:pt x="1292" y="1311"/>
                  <a:pt x="1292" y="1311"/>
                </a:cubicBezTo>
                <a:cubicBezTo>
                  <a:pt x="801" y="1311"/>
                  <a:pt x="801" y="1311"/>
                  <a:pt x="801" y="1311"/>
                </a:cubicBezTo>
                <a:cubicBezTo>
                  <a:pt x="801" y="1060"/>
                  <a:pt x="801" y="1060"/>
                  <a:pt x="801" y="1060"/>
                </a:cubicBezTo>
                <a:cubicBezTo>
                  <a:pt x="801" y="1044"/>
                  <a:pt x="788" y="1031"/>
                  <a:pt x="772" y="1031"/>
                </a:cubicBezTo>
                <a:cubicBezTo>
                  <a:pt x="756" y="1031"/>
                  <a:pt x="743" y="1044"/>
                  <a:pt x="743" y="1060"/>
                </a:cubicBezTo>
                <a:cubicBezTo>
                  <a:pt x="743" y="1340"/>
                  <a:pt x="743" y="1340"/>
                  <a:pt x="743" y="1340"/>
                </a:cubicBezTo>
                <a:cubicBezTo>
                  <a:pt x="743" y="1356"/>
                  <a:pt x="756" y="1369"/>
                  <a:pt x="772" y="1369"/>
                </a:cubicBezTo>
                <a:cubicBezTo>
                  <a:pt x="1292" y="1369"/>
                  <a:pt x="1292" y="1369"/>
                  <a:pt x="1292" y="1369"/>
                </a:cubicBezTo>
                <a:cubicBezTo>
                  <a:pt x="1292" y="2123"/>
                  <a:pt x="1292" y="2123"/>
                  <a:pt x="1292" y="2123"/>
                </a:cubicBezTo>
                <a:cubicBezTo>
                  <a:pt x="842" y="2123"/>
                  <a:pt x="842" y="2123"/>
                  <a:pt x="842" y="2123"/>
                </a:cubicBezTo>
                <a:cubicBezTo>
                  <a:pt x="842" y="1782"/>
                  <a:pt x="842" y="1782"/>
                  <a:pt x="842" y="1782"/>
                </a:cubicBezTo>
                <a:cubicBezTo>
                  <a:pt x="842" y="1766"/>
                  <a:pt x="829" y="1753"/>
                  <a:pt x="813" y="1753"/>
                </a:cubicBezTo>
                <a:cubicBezTo>
                  <a:pt x="433" y="1753"/>
                  <a:pt x="433" y="1753"/>
                  <a:pt x="433" y="1753"/>
                </a:cubicBezTo>
                <a:cubicBezTo>
                  <a:pt x="433" y="1476"/>
                  <a:pt x="433" y="1476"/>
                  <a:pt x="433" y="1476"/>
                </a:cubicBezTo>
                <a:cubicBezTo>
                  <a:pt x="433" y="1460"/>
                  <a:pt x="420" y="1447"/>
                  <a:pt x="404" y="1447"/>
                </a:cubicBezTo>
                <a:cubicBezTo>
                  <a:pt x="388" y="1447"/>
                  <a:pt x="375" y="1460"/>
                  <a:pt x="375" y="1476"/>
                </a:cubicBezTo>
                <a:cubicBezTo>
                  <a:pt x="375" y="1782"/>
                  <a:pt x="375" y="1782"/>
                  <a:pt x="375" y="1782"/>
                </a:cubicBezTo>
                <a:cubicBezTo>
                  <a:pt x="375" y="1798"/>
                  <a:pt x="388" y="1811"/>
                  <a:pt x="404" y="1811"/>
                </a:cubicBezTo>
                <a:cubicBezTo>
                  <a:pt x="784" y="1811"/>
                  <a:pt x="784" y="1811"/>
                  <a:pt x="784" y="1811"/>
                </a:cubicBezTo>
                <a:cubicBezTo>
                  <a:pt x="784" y="2669"/>
                  <a:pt x="784" y="2669"/>
                  <a:pt x="784" y="2669"/>
                </a:cubicBezTo>
                <a:cubicBezTo>
                  <a:pt x="784" y="2685"/>
                  <a:pt x="797" y="2698"/>
                  <a:pt x="813" y="2698"/>
                </a:cubicBezTo>
                <a:cubicBezTo>
                  <a:pt x="829" y="2698"/>
                  <a:pt x="842" y="2685"/>
                  <a:pt x="842" y="2669"/>
                </a:cubicBezTo>
                <a:cubicBezTo>
                  <a:pt x="842" y="2181"/>
                  <a:pt x="842" y="2181"/>
                  <a:pt x="842" y="2181"/>
                </a:cubicBezTo>
                <a:cubicBezTo>
                  <a:pt x="1292" y="2181"/>
                  <a:pt x="1292" y="2181"/>
                  <a:pt x="1292" y="2181"/>
                </a:cubicBezTo>
                <a:cubicBezTo>
                  <a:pt x="1292" y="3036"/>
                  <a:pt x="1292" y="3036"/>
                  <a:pt x="1292" y="3036"/>
                </a:cubicBezTo>
                <a:cubicBezTo>
                  <a:pt x="921" y="3036"/>
                  <a:pt x="921" y="3036"/>
                  <a:pt x="921" y="3036"/>
                </a:cubicBezTo>
                <a:cubicBezTo>
                  <a:pt x="905" y="3036"/>
                  <a:pt x="892" y="3049"/>
                  <a:pt x="892" y="3065"/>
                </a:cubicBezTo>
                <a:cubicBezTo>
                  <a:pt x="892" y="3081"/>
                  <a:pt x="905" y="3094"/>
                  <a:pt x="921" y="3094"/>
                </a:cubicBezTo>
                <a:cubicBezTo>
                  <a:pt x="1321" y="3094"/>
                  <a:pt x="1321" y="3094"/>
                  <a:pt x="1321" y="3094"/>
                </a:cubicBezTo>
                <a:cubicBezTo>
                  <a:pt x="1722" y="3094"/>
                  <a:pt x="1722" y="3094"/>
                  <a:pt x="1722" y="3094"/>
                </a:cubicBezTo>
                <a:cubicBezTo>
                  <a:pt x="1738" y="3094"/>
                  <a:pt x="1751" y="3081"/>
                  <a:pt x="1751" y="3065"/>
                </a:cubicBezTo>
                <a:cubicBezTo>
                  <a:pt x="1751" y="3049"/>
                  <a:pt x="1738" y="3036"/>
                  <a:pt x="1722" y="3036"/>
                </a:cubicBezTo>
                <a:cubicBezTo>
                  <a:pt x="1350" y="3036"/>
                  <a:pt x="1350" y="3036"/>
                  <a:pt x="1350" y="3036"/>
                </a:cubicBezTo>
                <a:cubicBezTo>
                  <a:pt x="1350" y="2181"/>
                  <a:pt x="1350" y="2181"/>
                  <a:pt x="1350" y="2181"/>
                </a:cubicBezTo>
                <a:cubicBezTo>
                  <a:pt x="1800" y="2181"/>
                  <a:pt x="1800" y="2181"/>
                  <a:pt x="1800" y="2181"/>
                </a:cubicBezTo>
                <a:cubicBezTo>
                  <a:pt x="1800" y="2669"/>
                  <a:pt x="1800" y="2669"/>
                  <a:pt x="1800" y="2669"/>
                </a:cubicBezTo>
                <a:cubicBezTo>
                  <a:pt x="1800" y="2685"/>
                  <a:pt x="1813" y="2698"/>
                  <a:pt x="1829" y="2698"/>
                </a:cubicBezTo>
                <a:cubicBezTo>
                  <a:pt x="1845" y="2698"/>
                  <a:pt x="1858" y="2685"/>
                  <a:pt x="1858" y="2669"/>
                </a:cubicBezTo>
                <a:cubicBezTo>
                  <a:pt x="1858" y="1811"/>
                  <a:pt x="1858" y="1811"/>
                  <a:pt x="1858" y="1811"/>
                </a:cubicBezTo>
                <a:cubicBezTo>
                  <a:pt x="2239" y="1811"/>
                  <a:pt x="2239" y="1811"/>
                  <a:pt x="2239" y="1811"/>
                </a:cubicBezTo>
                <a:cubicBezTo>
                  <a:pt x="2254" y="1811"/>
                  <a:pt x="2267" y="1798"/>
                  <a:pt x="2267" y="1782"/>
                </a:cubicBezTo>
                <a:cubicBezTo>
                  <a:pt x="2267" y="1476"/>
                  <a:pt x="2267" y="1476"/>
                  <a:pt x="2267" y="1476"/>
                </a:cubicBezTo>
                <a:cubicBezTo>
                  <a:pt x="2267" y="1460"/>
                  <a:pt x="2254" y="1447"/>
                  <a:pt x="2239" y="1447"/>
                </a:cubicBezTo>
                <a:cubicBezTo>
                  <a:pt x="2223" y="1447"/>
                  <a:pt x="2210" y="1460"/>
                  <a:pt x="2210" y="1476"/>
                </a:cubicBezTo>
                <a:cubicBezTo>
                  <a:pt x="2210" y="1753"/>
                  <a:pt x="2210" y="1753"/>
                  <a:pt x="2210" y="1753"/>
                </a:cubicBezTo>
                <a:cubicBezTo>
                  <a:pt x="1829" y="1753"/>
                  <a:pt x="1829" y="1753"/>
                  <a:pt x="1829" y="1753"/>
                </a:cubicBezTo>
                <a:cubicBezTo>
                  <a:pt x="1813" y="1753"/>
                  <a:pt x="1800" y="1766"/>
                  <a:pt x="1800" y="1782"/>
                </a:cubicBezTo>
                <a:cubicBezTo>
                  <a:pt x="1800" y="2123"/>
                  <a:pt x="1800" y="2123"/>
                  <a:pt x="1800" y="2123"/>
                </a:cubicBezTo>
                <a:cubicBezTo>
                  <a:pt x="1350" y="2123"/>
                  <a:pt x="1350" y="2123"/>
                  <a:pt x="1350" y="2123"/>
                </a:cubicBezTo>
                <a:cubicBezTo>
                  <a:pt x="1350" y="1369"/>
                  <a:pt x="1350" y="1369"/>
                  <a:pt x="1350" y="1369"/>
                </a:cubicBezTo>
                <a:cubicBezTo>
                  <a:pt x="1870" y="1369"/>
                  <a:pt x="1870" y="1369"/>
                  <a:pt x="1870" y="1369"/>
                </a:cubicBezTo>
                <a:cubicBezTo>
                  <a:pt x="1886" y="1369"/>
                  <a:pt x="1899" y="1356"/>
                  <a:pt x="1899" y="1340"/>
                </a:cubicBezTo>
                <a:cubicBezTo>
                  <a:pt x="1899" y="1060"/>
                  <a:pt x="1899" y="1060"/>
                  <a:pt x="1899" y="1060"/>
                </a:cubicBezTo>
                <a:cubicBezTo>
                  <a:pt x="1899" y="1044"/>
                  <a:pt x="1886" y="1031"/>
                  <a:pt x="1870" y="1031"/>
                </a:cubicBezTo>
                <a:cubicBezTo>
                  <a:pt x="1854" y="1031"/>
                  <a:pt x="1841" y="1044"/>
                  <a:pt x="1841" y="1060"/>
                </a:cubicBezTo>
                <a:cubicBezTo>
                  <a:pt x="1841" y="1311"/>
                  <a:pt x="1841" y="1311"/>
                  <a:pt x="1841" y="1311"/>
                </a:cubicBezTo>
                <a:cubicBezTo>
                  <a:pt x="1350" y="1311"/>
                  <a:pt x="1350" y="1311"/>
                  <a:pt x="1350" y="1311"/>
                </a:cubicBezTo>
                <a:cubicBezTo>
                  <a:pt x="1350" y="660"/>
                  <a:pt x="1350" y="660"/>
                  <a:pt x="1350" y="660"/>
                </a:cubicBezTo>
                <a:cubicBezTo>
                  <a:pt x="1643" y="660"/>
                  <a:pt x="1643" y="660"/>
                  <a:pt x="1643" y="660"/>
                </a:cubicBezTo>
                <a:cubicBezTo>
                  <a:pt x="1659" y="660"/>
                  <a:pt x="1672" y="647"/>
                  <a:pt x="1672" y="631"/>
                </a:cubicBezTo>
                <a:cubicBezTo>
                  <a:pt x="1672" y="615"/>
                  <a:pt x="1659" y="602"/>
                  <a:pt x="1643" y="602"/>
                </a:cubicBezTo>
                <a:cubicBezTo>
                  <a:pt x="1350" y="602"/>
                  <a:pt x="1350" y="602"/>
                  <a:pt x="1350" y="602"/>
                </a:cubicBezTo>
                <a:cubicBezTo>
                  <a:pt x="1350" y="58"/>
                  <a:pt x="1350" y="58"/>
                  <a:pt x="1350" y="58"/>
                </a:cubicBezTo>
                <a:cubicBezTo>
                  <a:pt x="1799" y="58"/>
                  <a:pt x="1799" y="58"/>
                  <a:pt x="1799" y="58"/>
                </a:cubicBezTo>
                <a:cubicBezTo>
                  <a:pt x="1815" y="58"/>
                  <a:pt x="1828" y="45"/>
                  <a:pt x="1828" y="29"/>
                </a:cubicBezTo>
                <a:cubicBezTo>
                  <a:pt x="1828" y="13"/>
                  <a:pt x="1815" y="0"/>
                  <a:pt x="1799" y="0"/>
                </a:cubicBezTo>
              </a:path>
            </a:pathLst>
          </a:custGeom>
          <a:solidFill>
            <a:srgbClr val="DADADA">
              <a:alpha val="9804"/>
            </a:srgbClr>
          </a:solidFill>
          <a:ln>
            <a:noFill/>
          </a:ln>
        </p:spPr>
        <p:txBody>
          <a:bodyPr vert="horz" wrap="square" lIns="91440" tIns="45720" rIns="91440" bIns="45720" numCol="1" anchor="t" anchorCtr="0" compatLnSpc="1">
            <a:prstTxWarp prst="textNoShape">
              <a:avLst/>
            </a:prstTxWarp>
          </a:bodyPr>
          <a:lstStyle/>
          <a:p>
            <a:endParaRPr lang="en-GB"/>
          </a:p>
        </p:txBody>
      </p:sp>
      <p:sp>
        <p:nvSpPr>
          <p:cNvPr id="12" name="TextBox 11">
            <a:extLst>
              <a:ext uri="{FF2B5EF4-FFF2-40B4-BE49-F238E27FC236}">
                <a16:creationId xmlns:a16="http://schemas.microsoft.com/office/drawing/2014/main" id="{2D286C11-828A-4F0B-B5E1-F318F95635E1}"/>
              </a:ext>
            </a:extLst>
          </p:cNvPr>
          <p:cNvSpPr txBox="1"/>
          <p:nvPr/>
        </p:nvSpPr>
        <p:spPr>
          <a:xfrm>
            <a:off x="546100" y="540000"/>
            <a:ext cx="671457" cy="621000"/>
          </a:xfrm>
          <a:custGeom>
            <a:avLst/>
            <a:gdLst/>
            <a:ahLst/>
            <a:cxnLst/>
            <a:rect l="l" t="t" r="r" b="b"/>
            <a:pathLst>
              <a:path w="444141" h="410766">
                <a:moveTo>
                  <a:pt x="278979" y="0"/>
                </a:moveTo>
                <a:lnTo>
                  <a:pt x="444141" y="0"/>
                </a:lnTo>
                <a:lnTo>
                  <a:pt x="444141" y="141201"/>
                </a:lnTo>
                <a:cubicBezTo>
                  <a:pt x="444141" y="217649"/>
                  <a:pt x="435298" y="272703"/>
                  <a:pt x="417612" y="306363"/>
                </a:cubicBezTo>
                <a:cubicBezTo>
                  <a:pt x="393080" y="352574"/>
                  <a:pt x="354856" y="387375"/>
                  <a:pt x="302940" y="410766"/>
                </a:cubicBezTo>
                <a:lnTo>
                  <a:pt x="265286" y="350007"/>
                </a:lnTo>
                <a:cubicBezTo>
                  <a:pt x="296094" y="337455"/>
                  <a:pt x="319057" y="317630"/>
                  <a:pt x="334175" y="290531"/>
                </a:cubicBezTo>
                <a:cubicBezTo>
                  <a:pt x="349294" y="263432"/>
                  <a:pt x="357709" y="226206"/>
                  <a:pt x="359420" y="178854"/>
                </a:cubicBezTo>
                <a:lnTo>
                  <a:pt x="278979" y="178854"/>
                </a:lnTo>
                <a:close/>
                <a:moveTo>
                  <a:pt x="13692" y="0"/>
                </a:moveTo>
                <a:lnTo>
                  <a:pt x="178854" y="0"/>
                </a:lnTo>
                <a:lnTo>
                  <a:pt x="178854" y="141201"/>
                </a:lnTo>
                <a:cubicBezTo>
                  <a:pt x="178854" y="217649"/>
                  <a:pt x="170012" y="272703"/>
                  <a:pt x="152326" y="306363"/>
                </a:cubicBezTo>
                <a:cubicBezTo>
                  <a:pt x="127794" y="352574"/>
                  <a:pt x="89570" y="387375"/>
                  <a:pt x="37654" y="410766"/>
                </a:cubicBezTo>
                <a:lnTo>
                  <a:pt x="0" y="350007"/>
                </a:lnTo>
                <a:cubicBezTo>
                  <a:pt x="30808" y="337455"/>
                  <a:pt x="53771" y="317630"/>
                  <a:pt x="68889" y="290531"/>
                </a:cubicBezTo>
                <a:cubicBezTo>
                  <a:pt x="84007" y="263432"/>
                  <a:pt x="92422" y="226206"/>
                  <a:pt x="94134" y="178854"/>
                </a:cubicBezTo>
                <a:lnTo>
                  <a:pt x="13692" y="178854"/>
                </a:lnTo>
                <a:close/>
              </a:path>
            </a:pathLst>
          </a:custGeom>
          <a:solidFill>
            <a:srgbClr val="DADADA"/>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GB" sz="13800">
              <a:solidFill>
                <a:srgbClr val="B59E5F"/>
              </a:solidFill>
            </a:endParaRPr>
          </a:p>
        </p:txBody>
      </p:sp>
      <p:sp>
        <p:nvSpPr>
          <p:cNvPr id="10" name="Slide Number Placeholder 5">
            <a:extLst>
              <a:ext uri="{FF2B5EF4-FFF2-40B4-BE49-F238E27FC236}">
                <a16:creationId xmlns:a16="http://schemas.microsoft.com/office/drawing/2014/main" id="{FB61BE42-3C18-404C-8698-70B4CD159AFE}"/>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a:p>
        </p:txBody>
      </p:sp>
    </p:spTree>
    <p:extLst>
      <p:ext uri="{BB962C8B-B14F-4D97-AF65-F5344CB8AC3E}">
        <p14:creationId xmlns:p14="http://schemas.microsoft.com/office/powerpoint/2010/main" val="3280326800"/>
      </p:ext>
    </p:extLst>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Quote - Light Gold">
    <p:bg>
      <p:bgPr>
        <a:solidFill>
          <a:srgbClr val="E1D8BF"/>
        </a:solidFill>
        <a:effectLst/>
      </p:bgPr>
    </p:bg>
    <p:spTree>
      <p:nvGrpSpPr>
        <p:cNvPr id="1" name=""/>
        <p:cNvGrpSpPr/>
        <p:nvPr/>
      </p:nvGrpSpPr>
      <p:grpSpPr>
        <a:xfrm>
          <a:off x="0" y="0"/>
          <a:ext cx="0" cy="0"/>
          <a:chOff x="0" y="0"/>
          <a:chExt cx="0" cy="0"/>
        </a:xfrm>
      </p:grpSpPr>
      <p:pic>
        <p:nvPicPr>
          <p:cNvPr id="8" name="Picture 7" descr="Shape&#10;&#10;Description automatically generated with medium confidence">
            <a:extLst>
              <a:ext uri="{FF2B5EF4-FFF2-40B4-BE49-F238E27FC236}">
                <a16:creationId xmlns:a16="http://schemas.microsoft.com/office/drawing/2014/main" id="{53475331-EC7A-4563-AD55-FE2890A719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8464564-6547-498D-A220-7B346E5B1408}"/>
              </a:ext>
            </a:extLst>
          </p:cNvPr>
          <p:cNvSpPr>
            <a:spLocks noGrp="1"/>
          </p:cNvSpPr>
          <p:nvPr>
            <p:ph type="title"/>
          </p:nvPr>
        </p:nvSpPr>
        <p:spPr>
          <a:xfrm>
            <a:off x="1219200" y="1485000"/>
            <a:ext cx="6642100" cy="2429818"/>
          </a:xfrm>
        </p:spPr>
        <p:txBody>
          <a:bodyPr anchor="b">
            <a:normAutofit/>
          </a:bodyPr>
          <a:lstStyle>
            <a:lvl1pPr>
              <a:defRPr sz="6000" b="0" i="1">
                <a:solidFill>
                  <a:srgbClr val="3F1A01"/>
                </a:solidFill>
                <a:latin typeface="Times New Roman" panose="02020603050405020304" pitchFamily="18" charset="0"/>
                <a:cs typeface="Times New Roman" panose="02020603050405020304" pitchFamily="18" charset="0"/>
              </a:defRPr>
            </a:lvl1p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1592638D-BCB6-4F07-9847-FBAA9B3609B5}"/>
              </a:ext>
            </a:extLst>
          </p:cNvPr>
          <p:cNvSpPr>
            <a:spLocks noGrp="1"/>
          </p:cNvSpPr>
          <p:nvPr>
            <p:ph type="body" idx="1"/>
          </p:nvPr>
        </p:nvSpPr>
        <p:spPr>
          <a:xfrm>
            <a:off x="1219200" y="4238818"/>
            <a:ext cx="6642100" cy="1203175"/>
          </a:xfrm>
          <a:prstGeom prst="rect">
            <a:avLst/>
          </a:prstGeom>
        </p:spPr>
        <p:txBody>
          <a:bodyPr/>
          <a:lstStyle>
            <a:lvl1pPr marL="0" indent="0">
              <a:buNone/>
              <a:defRPr sz="1600">
                <a:solidFill>
                  <a:srgbClr val="3F1A01"/>
                </a:solidFill>
                <a:latin typeface="+mn-lt"/>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6" name="Freeform 9">
            <a:extLst>
              <a:ext uri="{FF2B5EF4-FFF2-40B4-BE49-F238E27FC236}">
                <a16:creationId xmlns:a16="http://schemas.microsoft.com/office/drawing/2014/main" id="{C2D8A25E-CAAF-4846-8D8A-7A9026C78018}"/>
              </a:ext>
            </a:extLst>
          </p:cNvPr>
          <p:cNvSpPr>
            <a:spLocks noEditPoints="1"/>
          </p:cNvSpPr>
          <p:nvPr/>
        </p:nvSpPr>
        <p:spPr bwMode="auto">
          <a:xfrm>
            <a:off x="8102600" y="-2176101"/>
            <a:ext cx="8385175" cy="9817101"/>
          </a:xfrm>
          <a:custGeom>
            <a:avLst/>
            <a:gdLst>
              <a:gd name="T0" fmla="*/ 276 w 2642"/>
              <a:gd name="T1" fmla="*/ 2871 h 3094"/>
              <a:gd name="T2" fmla="*/ 588 w 2642"/>
              <a:gd name="T3" fmla="*/ 2871 h 3094"/>
              <a:gd name="T4" fmla="*/ 2083 w 2642"/>
              <a:gd name="T5" fmla="*/ 2843 h 3094"/>
              <a:gd name="T6" fmla="*/ 2338 w 2642"/>
              <a:gd name="T7" fmla="*/ 2900 h 3094"/>
              <a:gd name="T8" fmla="*/ 29 w 2642"/>
              <a:gd name="T9" fmla="*/ 1219 h 3094"/>
              <a:gd name="T10" fmla="*/ 29 w 2642"/>
              <a:gd name="T11" fmla="*/ 2444 h 3094"/>
              <a:gd name="T12" fmla="*/ 559 w 2642"/>
              <a:gd name="T13" fmla="*/ 2386 h 3094"/>
              <a:gd name="T14" fmla="*/ 29 w 2642"/>
              <a:gd name="T15" fmla="*/ 1219 h 3094"/>
              <a:gd name="T16" fmla="*/ 2584 w 2642"/>
              <a:gd name="T17" fmla="*/ 2386 h 3094"/>
              <a:gd name="T18" fmla="*/ 2083 w 2642"/>
              <a:gd name="T19" fmla="*/ 2444 h 3094"/>
              <a:gd name="T20" fmla="*/ 2642 w 2642"/>
              <a:gd name="T21" fmla="*/ 1248 h 3094"/>
              <a:gd name="T22" fmla="*/ 210 w 2642"/>
              <a:gd name="T23" fmla="*/ 292 h 3094"/>
              <a:gd name="T24" fmla="*/ 210 w 2642"/>
              <a:gd name="T25" fmla="*/ 970 h 3094"/>
              <a:gd name="T26" fmla="*/ 559 w 2642"/>
              <a:gd name="T27" fmla="*/ 912 h 3094"/>
              <a:gd name="T28" fmla="*/ 658 w 2642"/>
              <a:gd name="T29" fmla="*/ 350 h 3094"/>
              <a:gd name="T30" fmla="*/ 2432 w 2642"/>
              <a:gd name="T31" fmla="*/ 292 h 3094"/>
              <a:gd name="T32" fmla="*/ 1984 w 2642"/>
              <a:gd name="T33" fmla="*/ 350 h 3094"/>
              <a:gd name="T34" fmla="*/ 2083 w 2642"/>
              <a:gd name="T35" fmla="*/ 912 h 3094"/>
              <a:gd name="T36" fmla="*/ 2432 w 2642"/>
              <a:gd name="T37" fmla="*/ 970 h 3094"/>
              <a:gd name="T38" fmla="*/ 2432 w 2642"/>
              <a:gd name="T39" fmla="*/ 292 h 3094"/>
              <a:gd name="T40" fmla="*/ 814 w 2642"/>
              <a:gd name="T41" fmla="*/ 29 h 3094"/>
              <a:gd name="T42" fmla="*/ 1292 w 2642"/>
              <a:gd name="T43" fmla="*/ 602 h 3094"/>
              <a:gd name="T44" fmla="*/ 989 w 2642"/>
              <a:gd name="T45" fmla="*/ 660 h 3094"/>
              <a:gd name="T46" fmla="*/ 801 w 2642"/>
              <a:gd name="T47" fmla="*/ 1311 h 3094"/>
              <a:gd name="T48" fmla="*/ 743 w 2642"/>
              <a:gd name="T49" fmla="*/ 1060 h 3094"/>
              <a:gd name="T50" fmla="*/ 1292 w 2642"/>
              <a:gd name="T51" fmla="*/ 1369 h 3094"/>
              <a:gd name="T52" fmla="*/ 842 w 2642"/>
              <a:gd name="T53" fmla="*/ 1782 h 3094"/>
              <a:gd name="T54" fmla="*/ 433 w 2642"/>
              <a:gd name="T55" fmla="*/ 1476 h 3094"/>
              <a:gd name="T56" fmla="*/ 375 w 2642"/>
              <a:gd name="T57" fmla="*/ 1782 h 3094"/>
              <a:gd name="T58" fmla="*/ 784 w 2642"/>
              <a:gd name="T59" fmla="*/ 2669 h 3094"/>
              <a:gd name="T60" fmla="*/ 842 w 2642"/>
              <a:gd name="T61" fmla="*/ 2181 h 3094"/>
              <a:gd name="T62" fmla="*/ 921 w 2642"/>
              <a:gd name="T63" fmla="*/ 3036 h 3094"/>
              <a:gd name="T64" fmla="*/ 1321 w 2642"/>
              <a:gd name="T65" fmla="*/ 3094 h 3094"/>
              <a:gd name="T66" fmla="*/ 1722 w 2642"/>
              <a:gd name="T67" fmla="*/ 3036 h 3094"/>
              <a:gd name="T68" fmla="*/ 1800 w 2642"/>
              <a:gd name="T69" fmla="*/ 2181 h 3094"/>
              <a:gd name="T70" fmla="*/ 1858 w 2642"/>
              <a:gd name="T71" fmla="*/ 2669 h 3094"/>
              <a:gd name="T72" fmla="*/ 2267 w 2642"/>
              <a:gd name="T73" fmla="*/ 1782 h 3094"/>
              <a:gd name="T74" fmla="*/ 2210 w 2642"/>
              <a:gd name="T75" fmla="*/ 1476 h 3094"/>
              <a:gd name="T76" fmla="*/ 1800 w 2642"/>
              <a:gd name="T77" fmla="*/ 1782 h 3094"/>
              <a:gd name="T78" fmla="*/ 1350 w 2642"/>
              <a:gd name="T79" fmla="*/ 1369 h 3094"/>
              <a:gd name="T80" fmla="*/ 1899 w 2642"/>
              <a:gd name="T81" fmla="*/ 1060 h 3094"/>
              <a:gd name="T82" fmla="*/ 1841 w 2642"/>
              <a:gd name="T83" fmla="*/ 1311 h 3094"/>
              <a:gd name="T84" fmla="*/ 1643 w 2642"/>
              <a:gd name="T85" fmla="*/ 660 h 3094"/>
              <a:gd name="T86" fmla="*/ 1350 w 2642"/>
              <a:gd name="T87" fmla="*/ 602 h 3094"/>
              <a:gd name="T88" fmla="*/ 1828 w 2642"/>
              <a:gd name="T89" fmla="*/ 29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42" h="3094">
                <a:moveTo>
                  <a:pt x="559" y="2843"/>
                </a:moveTo>
                <a:cubicBezTo>
                  <a:pt x="305" y="2843"/>
                  <a:pt x="305" y="2843"/>
                  <a:pt x="305" y="2843"/>
                </a:cubicBezTo>
                <a:cubicBezTo>
                  <a:pt x="289" y="2843"/>
                  <a:pt x="276" y="2856"/>
                  <a:pt x="276" y="2871"/>
                </a:cubicBezTo>
                <a:cubicBezTo>
                  <a:pt x="276" y="2887"/>
                  <a:pt x="289" y="2900"/>
                  <a:pt x="305" y="2900"/>
                </a:cubicBezTo>
                <a:cubicBezTo>
                  <a:pt x="559" y="2900"/>
                  <a:pt x="559" y="2900"/>
                  <a:pt x="559" y="2900"/>
                </a:cubicBezTo>
                <a:cubicBezTo>
                  <a:pt x="575" y="2900"/>
                  <a:pt x="588" y="2887"/>
                  <a:pt x="588" y="2871"/>
                </a:cubicBezTo>
                <a:cubicBezTo>
                  <a:pt x="588" y="2856"/>
                  <a:pt x="575" y="2843"/>
                  <a:pt x="559" y="2843"/>
                </a:cubicBezTo>
                <a:moveTo>
                  <a:pt x="2338" y="2843"/>
                </a:moveTo>
                <a:cubicBezTo>
                  <a:pt x="2083" y="2843"/>
                  <a:pt x="2083" y="2843"/>
                  <a:pt x="2083" y="2843"/>
                </a:cubicBezTo>
                <a:cubicBezTo>
                  <a:pt x="2068" y="2843"/>
                  <a:pt x="2055" y="2856"/>
                  <a:pt x="2055" y="2871"/>
                </a:cubicBezTo>
                <a:cubicBezTo>
                  <a:pt x="2055" y="2887"/>
                  <a:pt x="2068" y="2900"/>
                  <a:pt x="2083" y="2900"/>
                </a:cubicBezTo>
                <a:cubicBezTo>
                  <a:pt x="2338" y="2900"/>
                  <a:pt x="2338" y="2900"/>
                  <a:pt x="2338" y="2900"/>
                </a:cubicBezTo>
                <a:cubicBezTo>
                  <a:pt x="2354" y="2900"/>
                  <a:pt x="2366" y="2887"/>
                  <a:pt x="2366" y="2871"/>
                </a:cubicBezTo>
                <a:cubicBezTo>
                  <a:pt x="2366" y="2856"/>
                  <a:pt x="2354" y="2843"/>
                  <a:pt x="2338" y="2843"/>
                </a:cubicBezTo>
                <a:moveTo>
                  <a:pt x="29" y="1219"/>
                </a:moveTo>
                <a:cubicBezTo>
                  <a:pt x="13" y="1219"/>
                  <a:pt x="0" y="1232"/>
                  <a:pt x="0" y="1248"/>
                </a:cubicBezTo>
                <a:cubicBezTo>
                  <a:pt x="0" y="2415"/>
                  <a:pt x="0" y="2415"/>
                  <a:pt x="0" y="2415"/>
                </a:cubicBezTo>
                <a:cubicBezTo>
                  <a:pt x="0" y="2431"/>
                  <a:pt x="13" y="2444"/>
                  <a:pt x="29" y="2444"/>
                </a:cubicBezTo>
                <a:cubicBezTo>
                  <a:pt x="559" y="2444"/>
                  <a:pt x="559" y="2444"/>
                  <a:pt x="559" y="2444"/>
                </a:cubicBezTo>
                <a:cubicBezTo>
                  <a:pt x="575" y="2444"/>
                  <a:pt x="588" y="2431"/>
                  <a:pt x="588" y="2415"/>
                </a:cubicBezTo>
                <a:cubicBezTo>
                  <a:pt x="588" y="2399"/>
                  <a:pt x="575" y="2386"/>
                  <a:pt x="559" y="2386"/>
                </a:cubicBezTo>
                <a:cubicBezTo>
                  <a:pt x="58" y="2386"/>
                  <a:pt x="58" y="2386"/>
                  <a:pt x="58" y="2386"/>
                </a:cubicBezTo>
                <a:cubicBezTo>
                  <a:pt x="58" y="1248"/>
                  <a:pt x="58" y="1248"/>
                  <a:pt x="58" y="1248"/>
                </a:cubicBezTo>
                <a:cubicBezTo>
                  <a:pt x="58" y="1232"/>
                  <a:pt x="45" y="1219"/>
                  <a:pt x="29" y="1219"/>
                </a:cubicBezTo>
                <a:moveTo>
                  <a:pt x="2613" y="1219"/>
                </a:moveTo>
                <a:cubicBezTo>
                  <a:pt x="2597" y="1219"/>
                  <a:pt x="2584" y="1232"/>
                  <a:pt x="2584" y="1248"/>
                </a:cubicBezTo>
                <a:cubicBezTo>
                  <a:pt x="2584" y="2386"/>
                  <a:pt x="2584" y="2386"/>
                  <a:pt x="2584" y="2386"/>
                </a:cubicBezTo>
                <a:cubicBezTo>
                  <a:pt x="2083" y="2386"/>
                  <a:pt x="2083" y="2386"/>
                  <a:pt x="2083" y="2386"/>
                </a:cubicBezTo>
                <a:cubicBezTo>
                  <a:pt x="2067" y="2386"/>
                  <a:pt x="2055" y="2399"/>
                  <a:pt x="2055" y="2415"/>
                </a:cubicBezTo>
                <a:cubicBezTo>
                  <a:pt x="2055" y="2431"/>
                  <a:pt x="2067" y="2444"/>
                  <a:pt x="2083" y="2444"/>
                </a:cubicBezTo>
                <a:cubicBezTo>
                  <a:pt x="2613" y="2444"/>
                  <a:pt x="2613" y="2444"/>
                  <a:pt x="2613" y="2444"/>
                </a:cubicBezTo>
                <a:cubicBezTo>
                  <a:pt x="2629" y="2444"/>
                  <a:pt x="2642" y="2431"/>
                  <a:pt x="2642" y="2415"/>
                </a:cubicBezTo>
                <a:cubicBezTo>
                  <a:pt x="2642" y="1248"/>
                  <a:pt x="2642" y="1248"/>
                  <a:pt x="2642" y="1248"/>
                </a:cubicBezTo>
                <a:cubicBezTo>
                  <a:pt x="2642" y="1232"/>
                  <a:pt x="2629" y="1219"/>
                  <a:pt x="2613" y="1219"/>
                </a:cubicBezTo>
                <a:moveTo>
                  <a:pt x="658" y="292"/>
                </a:moveTo>
                <a:cubicBezTo>
                  <a:pt x="210" y="292"/>
                  <a:pt x="210" y="292"/>
                  <a:pt x="210" y="292"/>
                </a:cubicBezTo>
                <a:cubicBezTo>
                  <a:pt x="194" y="292"/>
                  <a:pt x="181" y="305"/>
                  <a:pt x="181" y="321"/>
                </a:cubicBezTo>
                <a:cubicBezTo>
                  <a:pt x="181" y="941"/>
                  <a:pt x="181" y="941"/>
                  <a:pt x="181" y="941"/>
                </a:cubicBezTo>
                <a:cubicBezTo>
                  <a:pt x="181" y="957"/>
                  <a:pt x="194" y="970"/>
                  <a:pt x="210" y="970"/>
                </a:cubicBezTo>
                <a:cubicBezTo>
                  <a:pt x="559" y="970"/>
                  <a:pt x="559" y="970"/>
                  <a:pt x="559" y="970"/>
                </a:cubicBezTo>
                <a:cubicBezTo>
                  <a:pt x="575" y="970"/>
                  <a:pt x="588" y="957"/>
                  <a:pt x="588" y="941"/>
                </a:cubicBezTo>
                <a:cubicBezTo>
                  <a:pt x="588" y="925"/>
                  <a:pt x="575" y="912"/>
                  <a:pt x="559" y="912"/>
                </a:cubicBezTo>
                <a:cubicBezTo>
                  <a:pt x="239" y="912"/>
                  <a:pt x="239" y="912"/>
                  <a:pt x="239" y="912"/>
                </a:cubicBezTo>
                <a:cubicBezTo>
                  <a:pt x="239" y="350"/>
                  <a:pt x="239" y="350"/>
                  <a:pt x="239" y="350"/>
                </a:cubicBezTo>
                <a:cubicBezTo>
                  <a:pt x="658" y="350"/>
                  <a:pt x="658" y="350"/>
                  <a:pt x="658" y="350"/>
                </a:cubicBezTo>
                <a:cubicBezTo>
                  <a:pt x="674" y="350"/>
                  <a:pt x="687" y="337"/>
                  <a:pt x="687" y="321"/>
                </a:cubicBezTo>
                <a:cubicBezTo>
                  <a:pt x="687" y="305"/>
                  <a:pt x="674" y="292"/>
                  <a:pt x="658" y="292"/>
                </a:cubicBezTo>
                <a:moveTo>
                  <a:pt x="2432" y="292"/>
                </a:moveTo>
                <a:cubicBezTo>
                  <a:pt x="1984" y="292"/>
                  <a:pt x="1984" y="292"/>
                  <a:pt x="1984" y="292"/>
                </a:cubicBezTo>
                <a:cubicBezTo>
                  <a:pt x="1968" y="292"/>
                  <a:pt x="1955" y="305"/>
                  <a:pt x="1955" y="321"/>
                </a:cubicBezTo>
                <a:cubicBezTo>
                  <a:pt x="1955" y="337"/>
                  <a:pt x="1968" y="350"/>
                  <a:pt x="1984" y="350"/>
                </a:cubicBezTo>
                <a:cubicBezTo>
                  <a:pt x="2403" y="350"/>
                  <a:pt x="2403" y="350"/>
                  <a:pt x="2403" y="350"/>
                </a:cubicBezTo>
                <a:cubicBezTo>
                  <a:pt x="2403" y="912"/>
                  <a:pt x="2403" y="912"/>
                  <a:pt x="2403" y="912"/>
                </a:cubicBezTo>
                <a:cubicBezTo>
                  <a:pt x="2083" y="912"/>
                  <a:pt x="2083" y="912"/>
                  <a:pt x="2083" y="912"/>
                </a:cubicBezTo>
                <a:cubicBezTo>
                  <a:pt x="2068" y="912"/>
                  <a:pt x="2055" y="925"/>
                  <a:pt x="2055" y="941"/>
                </a:cubicBezTo>
                <a:cubicBezTo>
                  <a:pt x="2055" y="957"/>
                  <a:pt x="2068" y="970"/>
                  <a:pt x="2083" y="970"/>
                </a:cubicBezTo>
                <a:cubicBezTo>
                  <a:pt x="2432" y="970"/>
                  <a:pt x="2432" y="970"/>
                  <a:pt x="2432" y="970"/>
                </a:cubicBezTo>
                <a:cubicBezTo>
                  <a:pt x="2448" y="970"/>
                  <a:pt x="2461" y="957"/>
                  <a:pt x="2461" y="941"/>
                </a:cubicBezTo>
                <a:cubicBezTo>
                  <a:pt x="2461" y="321"/>
                  <a:pt x="2461" y="321"/>
                  <a:pt x="2461" y="321"/>
                </a:cubicBezTo>
                <a:cubicBezTo>
                  <a:pt x="2461" y="305"/>
                  <a:pt x="2448" y="292"/>
                  <a:pt x="2432" y="292"/>
                </a:cubicBezTo>
                <a:moveTo>
                  <a:pt x="1799" y="0"/>
                </a:moveTo>
                <a:cubicBezTo>
                  <a:pt x="843" y="0"/>
                  <a:pt x="843" y="0"/>
                  <a:pt x="843" y="0"/>
                </a:cubicBezTo>
                <a:cubicBezTo>
                  <a:pt x="827" y="0"/>
                  <a:pt x="814" y="13"/>
                  <a:pt x="814" y="29"/>
                </a:cubicBezTo>
                <a:cubicBezTo>
                  <a:pt x="814" y="45"/>
                  <a:pt x="827" y="58"/>
                  <a:pt x="843" y="58"/>
                </a:cubicBezTo>
                <a:cubicBezTo>
                  <a:pt x="1292" y="58"/>
                  <a:pt x="1292" y="58"/>
                  <a:pt x="1292" y="58"/>
                </a:cubicBezTo>
                <a:cubicBezTo>
                  <a:pt x="1292" y="602"/>
                  <a:pt x="1292" y="602"/>
                  <a:pt x="1292" y="602"/>
                </a:cubicBezTo>
                <a:cubicBezTo>
                  <a:pt x="989" y="602"/>
                  <a:pt x="989" y="602"/>
                  <a:pt x="989" y="602"/>
                </a:cubicBezTo>
                <a:cubicBezTo>
                  <a:pt x="973" y="602"/>
                  <a:pt x="960" y="615"/>
                  <a:pt x="960" y="631"/>
                </a:cubicBezTo>
                <a:cubicBezTo>
                  <a:pt x="960" y="647"/>
                  <a:pt x="973" y="660"/>
                  <a:pt x="989" y="660"/>
                </a:cubicBezTo>
                <a:cubicBezTo>
                  <a:pt x="1292" y="660"/>
                  <a:pt x="1292" y="660"/>
                  <a:pt x="1292" y="660"/>
                </a:cubicBezTo>
                <a:cubicBezTo>
                  <a:pt x="1292" y="1311"/>
                  <a:pt x="1292" y="1311"/>
                  <a:pt x="1292" y="1311"/>
                </a:cubicBezTo>
                <a:cubicBezTo>
                  <a:pt x="801" y="1311"/>
                  <a:pt x="801" y="1311"/>
                  <a:pt x="801" y="1311"/>
                </a:cubicBezTo>
                <a:cubicBezTo>
                  <a:pt x="801" y="1060"/>
                  <a:pt x="801" y="1060"/>
                  <a:pt x="801" y="1060"/>
                </a:cubicBezTo>
                <a:cubicBezTo>
                  <a:pt x="801" y="1044"/>
                  <a:pt x="788" y="1031"/>
                  <a:pt x="772" y="1031"/>
                </a:cubicBezTo>
                <a:cubicBezTo>
                  <a:pt x="756" y="1031"/>
                  <a:pt x="743" y="1044"/>
                  <a:pt x="743" y="1060"/>
                </a:cubicBezTo>
                <a:cubicBezTo>
                  <a:pt x="743" y="1340"/>
                  <a:pt x="743" y="1340"/>
                  <a:pt x="743" y="1340"/>
                </a:cubicBezTo>
                <a:cubicBezTo>
                  <a:pt x="743" y="1356"/>
                  <a:pt x="756" y="1369"/>
                  <a:pt x="772" y="1369"/>
                </a:cubicBezTo>
                <a:cubicBezTo>
                  <a:pt x="1292" y="1369"/>
                  <a:pt x="1292" y="1369"/>
                  <a:pt x="1292" y="1369"/>
                </a:cubicBezTo>
                <a:cubicBezTo>
                  <a:pt x="1292" y="2123"/>
                  <a:pt x="1292" y="2123"/>
                  <a:pt x="1292" y="2123"/>
                </a:cubicBezTo>
                <a:cubicBezTo>
                  <a:pt x="842" y="2123"/>
                  <a:pt x="842" y="2123"/>
                  <a:pt x="842" y="2123"/>
                </a:cubicBezTo>
                <a:cubicBezTo>
                  <a:pt x="842" y="1782"/>
                  <a:pt x="842" y="1782"/>
                  <a:pt x="842" y="1782"/>
                </a:cubicBezTo>
                <a:cubicBezTo>
                  <a:pt x="842" y="1766"/>
                  <a:pt x="829" y="1753"/>
                  <a:pt x="813" y="1753"/>
                </a:cubicBezTo>
                <a:cubicBezTo>
                  <a:pt x="433" y="1753"/>
                  <a:pt x="433" y="1753"/>
                  <a:pt x="433" y="1753"/>
                </a:cubicBezTo>
                <a:cubicBezTo>
                  <a:pt x="433" y="1476"/>
                  <a:pt x="433" y="1476"/>
                  <a:pt x="433" y="1476"/>
                </a:cubicBezTo>
                <a:cubicBezTo>
                  <a:pt x="433" y="1460"/>
                  <a:pt x="420" y="1447"/>
                  <a:pt x="404" y="1447"/>
                </a:cubicBezTo>
                <a:cubicBezTo>
                  <a:pt x="388" y="1447"/>
                  <a:pt x="375" y="1460"/>
                  <a:pt x="375" y="1476"/>
                </a:cubicBezTo>
                <a:cubicBezTo>
                  <a:pt x="375" y="1782"/>
                  <a:pt x="375" y="1782"/>
                  <a:pt x="375" y="1782"/>
                </a:cubicBezTo>
                <a:cubicBezTo>
                  <a:pt x="375" y="1798"/>
                  <a:pt x="388" y="1811"/>
                  <a:pt x="404" y="1811"/>
                </a:cubicBezTo>
                <a:cubicBezTo>
                  <a:pt x="784" y="1811"/>
                  <a:pt x="784" y="1811"/>
                  <a:pt x="784" y="1811"/>
                </a:cubicBezTo>
                <a:cubicBezTo>
                  <a:pt x="784" y="2669"/>
                  <a:pt x="784" y="2669"/>
                  <a:pt x="784" y="2669"/>
                </a:cubicBezTo>
                <a:cubicBezTo>
                  <a:pt x="784" y="2685"/>
                  <a:pt x="797" y="2698"/>
                  <a:pt x="813" y="2698"/>
                </a:cubicBezTo>
                <a:cubicBezTo>
                  <a:pt x="829" y="2698"/>
                  <a:pt x="842" y="2685"/>
                  <a:pt x="842" y="2669"/>
                </a:cubicBezTo>
                <a:cubicBezTo>
                  <a:pt x="842" y="2181"/>
                  <a:pt x="842" y="2181"/>
                  <a:pt x="842" y="2181"/>
                </a:cubicBezTo>
                <a:cubicBezTo>
                  <a:pt x="1292" y="2181"/>
                  <a:pt x="1292" y="2181"/>
                  <a:pt x="1292" y="2181"/>
                </a:cubicBezTo>
                <a:cubicBezTo>
                  <a:pt x="1292" y="3036"/>
                  <a:pt x="1292" y="3036"/>
                  <a:pt x="1292" y="3036"/>
                </a:cubicBezTo>
                <a:cubicBezTo>
                  <a:pt x="921" y="3036"/>
                  <a:pt x="921" y="3036"/>
                  <a:pt x="921" y="3036"/>
                </a:cubicBezTo>
                <a:cubicBezTo>
                  <a:pt x="905" y="3036"/>
                  <a:pt x="892" y="3049"/>
                  <a:pt x="892" y="3065"/>
                </a:cubicBezTo>
                <a:cubicBezTo>
                  <a:pt x="892" y="3081"/>
                  <a:pt x="905" y="3094"/>
                  <a:pt x="921" y="3094"/>
                </a:cubicBezTo>
                <a:cubicBezTo>
                  <a:pt x="1321" y="3094"/>
                  <a:pt x="1321" y="3094"/>
                  <a:pt x="1321" y="3094"/>
                </a:cubicBezTo>
                <a:cubicBezTo>
                  <a:pt x="1722" y="3094"/>
                  <a:pt x="1722" y="3094"/>
                  <a:pt x="1722" y="3094"/>
                </a:cubicBezTo>
                <a:cubicBezTo>
                  <a:pt x="1738" y="3094"/>
                  <a:pt x="1751" y="3081"/>
                  <a:pt x="1751" y="3065"/>
                </a:cubicBezTo>
                <a:cubicBezTo>
                  <a:pt x="1751" y="3049"/>
                  <a:pt x="1738" y="3036"/>
                  <a:pt x="1722" y="3036"/>
                </a:cubicBezTo>
                <a:cubicBezTo>
                  <a:pt x="1350" y="3036"/>
                  <a:pt x="1350" y="3036"/>
                  <a:pt x="1350" y="3036"/>
                </a:cubicBezTo>
                <a:cubicBezTo>
                  <a:pt x="1350" y="2181"/>
                  <a:pt x="1350" y="2181"/>
                  <a:pt x="1350" y="2181"/>
                </a:cubicBezTo>
                <a:cubicBezTo>
                  <a:pt x="1800" y="2181"/>
                  <a:pt x="1800" y="2181"/>
                  <a:pt x="1800" y="2181"/>
                </a:cubicBezTo>
                <a:cubicBezTo>
                  <a:pt x="1800" y="2669"/>
                  <a:pt x="1800" y="2669"/>
                  <a:pt x="1800" y="2669"/>
                </a:cubicBezTo>
                <a:cubicBezTo>
                  <a:pt x="1800" y="2685"/>
                  <a:pt x="1813" y="2698"/>
                  <a:pt x="1829" y="2698"/>
                </a:cubicBezTo>
                <a:cubicBezTo>
                  <a:pt x="1845" y="2698"/>
                  <a:pt x="1858" y="2685"/>
                  <a:pt x="1858" y="2669"/>
                </a:cubicBezTo>
                <a:cubicBezTo>
                  <a:pt x="1858" y="1811"/>
                  <a:pt x="1858" y="1811"/>
                  <a:pt x="1858" y="1811"/>
                </a:cubicBezTo>
                <a:cubicBezTo>
                  <a:pt x="2239" y="1811"/>
                  <a:pt x="2239" y="1811"/>
                  <a:pt x="2239" y="1811"/>
                </a:cubicBezTo>
                <a:cubicBezTo>
                  <a:pt x="2254" y="1811"/>
                  <a:pt x="2267" y="1798"/>
                  <a:pt x="2267" y="1782"/>
                </a:cubicBezTo>
                <a:cubicBezTo>
                  <a:pt x="2267" y="1476"/>
                  <a:pt x="2267" y="1476"/>
                  <a:pt x="2267" y="1476"/>
                </a:cubicBezTo>
                <a:cubicBezTo>
                  <a:pt x="2267" y="1460"/>
                  <a:pt x="2254" y="1447"/>
                  <a:pt x="2239" y="1447"/>
                </a:cubicBezTo>
                <a:cubicBezTo>
                  <a:pt x="2223" y="1447"/>
                  <a:pt x="2210" y="1460"/>
                  <a:pt x="2210" y="1476"/>
                </a:cubicBezTo>
                <a:cubicBezTo>
                  <a:pt x="2210" y="1753"/>
                  <a:pt x="2210" y="1753"/>
                  <a:pt x="2210" y="1753"/>
                </a:cubicBezTo>
                <a:cubicBezTo>
                  <a:pt x="1829" y="1753"/>
                  <a:pt x="1829" y="1753"/>
                  <a:pt x="1829" y="1753"/>
                </a:cubicBezTo>
                <a:cubicBezTo>
                  <a:pt x="1813" y="1753"/>
                  <a:pt x="1800" y="1766"/>
                  <a:pt x="1800" y="1782"/>
                </a:cubicBezTo>
                <a:cubicBezTo>
                  <a:pt x="1800" y="2123"/>
                  <a:pt x="1800" y="2123"/>
                  <a:pt x="1800" y="2123"/>
                </a:cubicBezTo>
                <a:cubicBezTo>
                  <a:pt x="1350" y="2123"/>
                  <a:pt x="1350" y="2123"/>
                  <a:pt x="1350" y="2123"/>
                </a:cubicBezTo>
                <a:cubicBezTo>
                  <a:pt x="1350" y="1369"/>
                  <a:pt x="1350" y="1369"/>
                  <a:pt x="1350" y="1369"/>
                </a:cubicBezTo>
                <a:cubicBezTo>
                  <a:pt x="1870" y="1369"/>
                  <a:pt x="1870" y="1369"/>
                  <a:pt x="1870" y="1369"/>
                </a:cubicBezTo>
                <a:cubicBezTo>
                  <a:pt x="1886" y="1369"/>
                  <a:pt x="1899" y="1356"/>
                  <a:pt x="1899" y="1340"/>
                </a:cubicBezTo>
                <a:cubicBezTo>
                  <a:pt x="1899" y="1060"/>
                  <a:pt x="1899" y="1060"/>
                  <a:pt x="1899" y="1060"/>
                </a:cubicBezTo>
                <a:cubicBezTo>
                  <a:pt x="1899" y="1044"/>
                  <a:pt x="1886" y="1031"/>
                  <a:pt x="1870" y="1031"/>
                </a:cubicBezTo>
                <a:cubicBezTo>
                  <a:pt x="1854" y="1031"/>
                  <a:pt x="1841" y="1044"/>
                  <a:pt x="1841" y="1060"/>
                </a:cubicBezTo>
                <a:cubicBezTo>
                  <a:pt x="1841" y="1311"/>
                  <a:pt x="1841" y="1311"/>
                  <a:pt x="1841" y="1311"/>
                </a:cubicBezTo>
                <a:cubicBezTo>
                  <a:pt x="1350" y="1311"/>
                  <a:pt x="1350" y="1311"/>
                  <a:pt x="1350" y="1311"/>
                </a:cubicBezTo>
                <a:cubicBezTo>
                  <a:pt x="1350" y="660"/>
                  <a:pt x="1350" y="660"/>
                  <a:pt x="1350" y="660"/>
                </a:cubicBezTo>
                <a:cubicBezTo>
                  <a:pt x="1643" y="660"/>
                  <a:pt x="1643" y="660"/>
                  <a:pt x="1643" y="660"/>
                </a:cubicBezTo>
                <a:cubicBezTo>
                  <a:pt x="1659" y="660"/>
                  <a:pt x="1672" y="647"/>
                  <a:pt x="1672" y="631"/>
                </a:cubicBezTo>
                <a:cubicBezTo>
                  <a:pt x="1672" y="615"/>
                  <a:pt x="1659" y="602"/>
                  <a:pt x="1643" y="602"/>
                </a:cubicBezTo>
                <a:cubicBezTo>
                  <a:pt x="1350" y="602"/>
                  <a:pt x="1350" y="602"/>
                  <a:pt x="1350" y="602"/>
                </a:cubicBezTo>
                <a:cubicBezTo>
                  <a:pt x="1350" y="58"/>
                  <a:pt x="1350" y="58"/>
                  <a:pt x="1350" y="58"/>
                </a:cubicBezTo>
                <a:cubicBezTo>
                  <a:pt x="1799" y="58"/>
                  <a:pt x="1799" y="58"/>
                  <a:pt x="1799" y="58"/>
                </a:cubicBezTo>
                <a:cubicBezTo>
                  <a:pt x="1815" y="58"/>
                  <a:pt x="1828" y="45"/>
                  <a:pt x="1828" y="29"/>
                </a:cubicBezTo>
                <a:cubicBezTo>
                  <a:pt x="1828" y="13"/>
                  <a:pt x="1815" y="0"/>
                  <a:pt x="1799" y="0"/>
                </a:cubicBezTo>
              </a:path>
            </a:pathLst>
          </a:custGeom>
          <a:solidFill>
            <a:schemeClr val="accent2">
              <a:alpha val="1000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12" name="TextBox 11">
            <a:extLst>
              <a:ext uri="{FF2B5EF4-FFF2-40B4-BE49-F238E27FC236}">
                <a16:creationId xmlns:a16="http://schemas.microsoft.com/office/drawing/2014/main" id="{2D286C11-828A-4F0B-B5E1-F318F95635E1}"/>
              </a:ext>
            </a:extLst>
          </p:cNvPr>
          <p:cNvSpPr txBox="1"/>
          <p:nvPr/>
        </p:nvSpPr>
        <p:spPr>
          <a:xfrm>
            <a:off x="546100" y="540000"/>
            <a:ext cx="671457" cy="621000"/>
          </a:xfrm>
          <a:custGeom>
            <a:avLst/>
            <a:gdLst/>
            <a:ahLst/>
            <a:cxnLst/>
            <a:rect l="l" t="t" r="r" b="b"/>
            <a:pathLst>
              <a:path w="444141" h="410766">
                <a:moveTo>
                  <a:pt x="278979" y="0"/>
                </a:moveTo>
                <a:lnTo>
                  <a:pt x="444141" y="0"/>
                </a:lnTo>
                <a:lnTo>
                  <a:pt x="444141" y="141201"/>
                </a:lnTo>
                <a:cubicBezTo>
                  <a:pt x="444141" y="217649"/>
                  <a:pt x="435298" y="272703"/>
                  <a:pt x="417612" y="306363"/>
                </a:cubicBezTo>
                <a:cubicBezTo>
                  <a:pt x="393080" y="352574"/>
                  <a:pt x="354856" y="387375"/>
                  <a:pt x="302940" y="410766"/>
                </a:cubicBezTo>
                <a:lnTo>
                  <a:pt x="265286" y="350007"/>
                </a:lnTo>
                <a:cubicBezTo>
                  <a:pt x="296094" y="337455"/>
                  <a:pt x="319057" y="317630"/>
                  <a:pt x="334175" y="290531"/>
                </a:cubicBezTo>
                <a:cubicBezTo>
                  <a:pt x="349294" y="263432"/>
                  <a:pt x="357709" y="226206"/>
                  <a:pt x="359420" y="178854"/>
                </a:cubicBezTo>
                <a:lnTo>
                  <a:pt x="278979" y="178854"/>
                </a:lnTo>
                <a:close/>
                <a:moveTo>
                  <a:pt x="13692" y="0"/>
                </a:moveTo>
                <a:lnTo>
                  <a:pt x="178854" y="0"/>
                </a:lnTo>
                <a:lnTo>
                  <a:pt x="178854" y="141201"/>
                </a:lnTo>
                <a:cubicBezTo>
                  <a:pt x="178854" y="217649"/>
                  <a:pt x="170012" y="272703"/>
                  <a:pt x="152326" y="306363"/>
                </a:cubicBezTo>
                <a:cubicBezTo>
                  <a:pt x="127794" y="352574"/>
                  <a:pt x="89570" y="387375"/>
                  <a:pt x="37654" y="410766"/>
                </a:cubicBezTo>
                <a:lnTo>
                  <a:pt x="0" y="350007"/>
                </a:lnTo>
                <a:cubicBezTo>
                  <a:pt x="30808" y="337455"/>
                  <a:pt x="53771" y="317630"/>
                  <a:pt x="68889" y="290531"/>
                </a:cubicBezTo>
                <a:cubicBezTo>
                  <a:pt x="84007" y="263432"/>
                  <a:pt x="92422" y="226206"/>
                  <a:pt x="94134" y="178854"/>
                </a:cubicBezTo>
                <a:lnTo>
                  <a:pt x="13692" y="178854"/>
                </a:lnTo>
                <a:close/>
              </a:path>
            </a:pathLst>
          </a:custGeom>
          <a:solidFill>
            <a:schemeClr val="accent2"/>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GB" sz="13800">
              <a:solidFill>
                <a:srgbClr val="B59E5F"/>
              </a:solidFill>
            </a:endParaRPr>
          </a:p>
        </p:txBody>
      </p:sp>
      <p:sp>
        <p:nvSpPr>
          <p:cNvPr id="10" name="Slide Number Placeholder 5">
            <a:extLst>
              <a:ext uri="{FF2B5EF4-FFF2-40B4-BE49-F238E27FC236}">
                <a16:creationId xmlns:a16="http://schemas.microsoft.com/office/drawing/2014/main" id="{8233D69F-7A60-4C2E-8201-E58069E62980}"/>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a:p>
        </p:txBody>
      </p:sp>
    </p:spTree>
    <p:extLst>
      <p:ext uri="{BB962C8B-B14F-4D97-AF65-F5344CB8AC3E}">
        <p14:creationId xmlns:p14="http://schemas.microsoft.com/office/powerpoint/2010/main" val="3291851043"/>
      </p:ext>
    </p:extLst>
  </p:cSld>
  <p:clrMapOvr>
    <a:masterClrMapping/>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type="secHead" preserve="1">
  <p:cSld name="Quote - Light Green">
    <p:bg>
      <p:bgPr>
        <a:solidFill>
          <a:srgbClr val="CCD9D3"/>
        </a:solidFill>
        <a:effectLst/>
      </p:bgPr>
    </p:bg>
    <p:spTree>
      <p:nvGrpSpPr>
        <p:cNvPr id="1" name=""/>
        <p:cNvGrpSpPr/>
        <p:nvPr/>
      </p:nvGrpSpPr>
      <p:grpSpPr>
        <a:xfrm>
          <a:off x="0" y="0"/>
          <a:ext cx="0" cy="0"/>
          <a:chOff x="0" y="0"/>
          <a:chExt cx="0" cy="0"/>
        </a:xfrm>
      </p:grpSpPr>
      <p:pic>
        <p:nvPicPr>
          <p:cNvPr id="8" name="Picture 7" descr="Shape&#10;&#10;Description automatically generated with medium confidence">
            <a:extLst>
              <a:ext uri="{FF2B5EF4-FFF2-40B4-BE49-F238E27FC236}">
                <a16:creationId xmlns:a16="http://schemas.microsoft.com/office/drawing/2014/main" id="{DCAC8086-ACFA-44CC-91A6-C81B4EDFEB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8464564-6547-498D-A220-7B346E5B1408}"/>
              </a:ext>
            </a:extLst>
          </p:cNvPr>
          <p:cNvSpPr>
            <a:spLocks noGrp="1"/>
          </p:cNvSpPr>
          <p:nvPr>
            <p:ph type="title"/>
          </p:nvPr>
        </p:nvSpPr>
        <p:spPr>
          <a:xfrm>
            <a:off x="1219200" y="1485000"/>
            <a:ext cx="6642100" cy="2429818"/>
          </a:xfrm>
        </p:spPr>
        <p:txBody>
          <a:bodyPr anchor="b">
            <a:normAutofit/>
          </a:bodyPr>
          <a:lstStyle>
            <a:lvl1pPr>
              <a:defRPr sz="6000" b="0" i="1">
                <a:solidFill>
                  <a:srgbClr val="3F1A01"/>
                </a:solidFill>
                <a:latin typeface="Times New Roman" panose="02020603050405020304" pitchFamily="18" charset="0"/>
                <a:cs typeface="Times New Roman" panose="02020603050405020304" pitchFamily="18" charset="0"/>
              </a:defRPr>
            </a:lvl1p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1592638D-BCB6-4F07-9847-FBAA9B3609B5}"/>
              </a:ext>
            </a:extLst>
          </p:cNvPr>
          <p:cNvSpPr>
            <a:spLocks noGrp="1"/>
          </p:cNvSpPr>
          <p:nvPr>
            <p:ph type="body" idx="1"/>
          </p:nvPr>
        </p:nvSpPr>
        <p:spPr>
          <a:xfrm>
            <a:off x="1219200" y="4238818"/>
            <a:ext cx="6642100" cy="1203175"/>
          </a:xfrm>
          <a:prstGeom prst="rect">
            <a:avLst/>
          </a:prstGeom>
        </p:spPr>
        <p:txBody>
          <a:bodyPr/>
          <a:lstStyle>
            <a:lvl1pPr marL="0" indent="0">
              <a:buNone/>
              <a:defRPr sz="1600">
                <a:solidFill>
                  <a:srgbClr val="3F1A01"/>
                </a:solidFill>
                <a:latin typeface="+mn-lt"/>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6" name="Freeform 9">
            <a:extLst>
              <a:ext uri="{FF2B5EF4-FFF2-40B4-BE49-F238E27FC236}">
                <a16:creationId xmlns:a16="http://schemas.microsoft.com/office/drawing/2014/main" id="{C2D8A25E-CAAF-4846-8D8A-7A9026C78018}"/>
              </a:ext>
            </a:extLst>
          </p:cNvPr>
          <p:cNvSpPr>
            <a:spLocks noEditPoints="1"/>
          </p:cNvSpPr>
          <p:nvPr/>
        </p:nvSpPr>
        <p:spPr bwMode="auto">
          <a:xfrm>
            <a:off x="8102600" y="-2176101"/>
            <a:ext cx="8385175" cy="9817101"/>
          </a:xfrm>
          <a:custGeom>
            <a:avLst/>
            <a:gdLst>
              <a:gd name="T0" fmla="*/ 276 w 2642"/>
              <a:gd name="T1" fmla="*/ 2871 h 3094"/>
              <a:gd name="T2" fmla="*/ 588 w 2642"/>
              <a:gd name="T3" fmla="*/ 2871 h 3094"/>
              <a:gd name="T4" fmla="*/ 2083 w 2642"/>
              <a:gd name="T5" fmla="*/ 2843 h 3094"/>
              <a:gd name="T6" fmla="*/ 2338 w 2642"/>
              <a:gd name="T7" fmla="*/ 2900 h 3094"/>
              <a:gd name="T8" fmla="*/ 29 w 2642"/>
              <a:gd name="T9" fmla="*/ 1219 h 3094"/>
              <a:gd name="T10" fmla="*/ 29 w 2642"/>
              <a:gd name="T11" fmla="*/ 2444 h 3094"/>
              <a:gd name="T12" fmla="*/ 559 w 2642"/>
              <a:gd name="T13" fmla="*/ 2386 h 3094"/>
              <a:gd name="T14" fmla="*/ 29 w 2642"/>
              <a:gd name="T15" fmla="*/ 1219 h 3094"/>
              <a:gd name="T16" fmla="*/ 2584 w 2642"/>
              <a:gd name="T17" fmla="*/ 2386 h 3094"/>
              <a:gd name="T18" fmla="*/ 2083 w 2642"/>
              <a:gd name="T19" fmla="*/ 2444 h 3094"/>
              <a:gd name="T20" fmla="*/ 2642 w 2642"/>
              <a:gd name="T21" fmla="*/ 1248 h 3094"/>
              <a:gd name="T22" fmla="*/ 210 w 2642"/>
              <a:gd name="T23" fmla="*/ 292 h 3094"/>
              <a:gd name="T24" fmla="*/ 210 w 2642"/>
              <a:gd name="T25" fmla="*/ 970 h 3094"/>
              <a:gd name="T26" fmla="*/ 559 w 2642"/>
              <a:gd name="T27" fmla="*/ 912 h 3094"/>
              <a:gd name="T28" fmla="*/ 658 w 2642"/>
              <a:gd name="T29" fmla="*/ 350 h 3094"/>
              <a:gd name="T30" fmla="*/ 2432 w 2642"/>
              <a:gd name="T31" fmla="*/ 292 h 3094"/>
              <a:gd name="T32" fmla="*/ 1984 w 2642"/>
              <a:gd name="T33" fmla="*/ 350 h 3094"/>
              <a:gd name="T34" fmla="*/ 2083 w 2642"/>
              <a:gd name="T35" fmla="*/ 912 h 3094"/>
              <a:gd name="T36" fmla="*/ 2432 w 2642"/>
              <a:gd name="T37" fmla="*/ 970 h 3094"/>
              <a:gd name="T38" fmla="*/ 2432 w 2642"/>
              <a:gd name="T39" fmla="*/ 292 h 3094"/>
              <a:gd name="T40" fmla="*/ 814 w 2642"/>
              <a:gd name="T41" fmla="*/ 29 h 3094"/>
              <a:gd name="T42" fmla="*/ 1292 w 2642"/>
              <a:gd name="T43" fmla="*/ 602 h 3094"/>
              <a:gd name="T44" fmla="*/ 989 w 2642"/>
              <a:gd name="T45" fmla="*/ 660 h 3094"/>
              <a:gd name="T46" fmla="*/ 801 w 2642"/>
              <a:gd name="T47" fmla="*/ 1311 h 3094"/>
              <a:gd name="T48" fmla="*/ 743 w 2642"/>
              <a:gd name="T49" fmla="*/ 1060 h 3094"/>
              <a:gd name="T50" fmla="*/ 1292 w 2642"/>
              <a:gd name="T51" fmla="*/ 1369 h 3094"/>
              <a:gd name="T52" fmla="*/ 842 w 2642"/>
              <a:gd name="T53" fmla="*/ 1782 h 3094"/>
              <a:gd name="T54" fmla="*/ 433 w 2642"/>
              <a:gd name="T55" fmla="*/ 1476 h 3094"/>
              <a:gd name="T56" fmla="*/ 375 w 2642"/>
              <a:gd name="T57" fmla="*/ 1782 h 3094"/>
              <a:gd name="T58" fmla="*/ 784 w 2642"/>
              <a:gd name="T59" fmla="*/ 2669 h 3094"/>
              <a:gd name="T60" fmla="*/ 842 w 2642"/>
              <a:gd name="T61" fmla="*/ 2181 h 3094"/>
              <a:gd name="T62" fmla="*/ 921 w 2642"/>
              <a:gd name="T63" fmla="*/ 3036 h 3094"/>
              <a:gd name="T64" fmla="*/ 1321 w 2642"/>
              <a:gd name="T65" fmla="*/ 3094 h 3094"/>
              <a:gd name="T66" fmla="*/ 1722 w 2642"/>
              <a:gd name="T67" fmla="*/ 3036 h 3094"/>
              <a:gd name="T68" fmla="*/ 1800 w 2642"/>
              <a:gd name="T69" fmla="*/ 2181 h 3094"/>
              <a:gd name="T70" fmla="*/ 1858 w 2642"/>
              <a:gd name="T71" fmla="*/ 2669 h 3094"/>
              <a:gd name="T72" fmla="*/ 2267 w 2642"/>
              <a:gd name="T73" fmla="*/ 1782 h 3094"/>
              <a:gd name="T74" fmla="*/ 2210 w 2642"/>
              <a:gd name="T75" fmla="*/ 1476 h 3094"/>
              <a:gd name="T76" fmla="*/ 1800 w 2642"/>
              <a:gd name="T77" fmla="*/ 1782 h 3094"/>
              <a:gd name="T78" fmla="*/ 1350 w 2642"/>
              <a:gd name="T79" fmla="*/ 1369 h 3094"/>
              <a:gd name="T80" fmla="*/ 1899 w 2642"/>
              <a:gd name="T81" fmla="*/ 1060 h 3094"/>
              <a:gd name="T82" fmla="*/ 1841 w 2642"/>
              <a:gd name="T83" fmla="*/ 1311 h 3094"/>
              <a:gd name="T84" fmla="*/ 1643 w 2642"/>
              <a:gd name="T85" fmla="*/ 660 h 3094"/>
              <a:gd name="T86" fmla="*/ 1350 w 2642"/>
              <a:gd name="T87" fmla="*/ 602 h 3094"/>
              <a:gd name="T88" fmla="*/ 1828 w 2642"/>
              <a:gd name="T89" fmla="*/ 29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42" h="3094">
                <a:moveTo>
                  <a:pt x="559" y="2843"/>
                </a:moveTo>
                <a:cubicBezTo>
                  <a:pt x="305" y="2843"/>
                  <a:pt x="305" y="2843"/>
                  <a:pt x="305" y="2843"/>
                </a:cubicBezTo>
                <a:cubicBezTo>
                  <a:pt x="289" y="2843"/>
                  <a:pt x="276" y="2856"/>
                  <a:pt x="276" y="2871"/>
                </a:cubicBezTo>
                <a:cubicBezTo>
                  <a:pt x="276" y="2887"/>
                  <a:pt x="289" y="2900"/>
                  <a:pt x="305" y="2900"/>
                </a:cubicBezTo>
                <a:cubicBezTo>
                  <a:pt x="559" y="2900"/>
                  <a:pt x="559" y="2900"/>
                  <a:pt x="559" y="2900"/>
                </a:cubicBezTo>
                <a:cubicBezTo>
                  <a:pt x="575" y="2900"/>
                  <a:pt x="588" y="2887"/>
                  <a:pt x="588" y="2871"/>
                </a:cubicBezTo>
                <a:cubicBezTo>
                  <a:pt x="588" y="2856"/>
                  <a:pt x="575" y="2843"/>
                  <a:pt x="559" y="2843"/>
                </a:cubicBezTo>
                <a:moveTo>
                  <a:pt x="2338" y="2843"/>
                </a:moveTo>
                <a:cubicBezTo>
                  <a:pt x="2083" y="2843"/>
                  <a:pt x="2083" y="2843"/>
                  <a:pt x="2083" y="2843"/>
                </a:cubicBezTo>
                <a:cubicBezTo>
                  <a:pt x="2068" y="2843"/>
                  <a:pt x="2055" y="2856"/>
                  <a:pt x="2055" y="2871"/>
                </a:cubicBezTo>
                <a:cubicBezTo>
                  <a:pt x="2055" y="2887"/>
                  <a:pt x="2068" y="2900"/>
                  <a:pt x="2083" y="2900"/>
                </a:cubicBezTo>
                <a:cubicBezTo>
                  <a:pt x="2338" y="2900"/>
                  <a:pt x="2338" y="2900"/>
                  <a:pt x="2338" y="2900"/>
                </a:cubicBezTo>
                <a:cubicBezTo>
                  <a:pt x="2354" y="2900"/>
                  <a:pt x="2366" y="2887"/>
                  <a:pt x="2366" y="2871"/>
                </a:cubicBezTo>
                <a:cubicBezTo>
                  <a:pt x="2366" y="2856"/>
                  <a:pt x="2354" y="2843"/>
                  <a:pt x="2338" y="2843"/>
                </a:cubicBezTo>
                <a:moveTo>
                  <a:pt x="29" y="1219"/>
                </a:moveTo>
                <a:cubicBezTo>
                  <a:pt x="13" y="1219"/>
                  <a:pt x="0" y="1232"/>
                  <a:pt x="0" y="1248"/>
                </a:cubicBezTo>
                <a:cubicBezTo>
                  <a:pt x="0" y="2415"/>
                  <a:pt x="0" y="2415"/>
                  <a:pt x="0" y="2415"/>
                </a:cubicBezTo>
                <a:cubicBezTo>
                  <a:pt x="0" y="2431"/>
                  <a:pt x="13" y="2444"/>
                  <a:pt x="29" y="2444"/>
                </a:cubicBezTo>
                <a:cubicBezTo>
                  <a:pt x="559" y="2444"/>
                  <a:pt x="559" y="2444"/>
                  <a:pt x="559" y="2444"/>
                </a:cubicBezTo>
                <a:cubicBezTo>
                  <a:pt x="575" y="2444"/>
                  <a:pt x="588" y="2431"/>
                  <a:pt x="588" y="2415"/>
                </a:cubicBezTo>
                <a:cubicBezTo>
                  <a:pt x="588" y="2399"/>
                  <a:pt x="575" y="2386"/>
                  <a:pt x="559" y="2386"/>
                </a:cubicBezTo>
                <a:cubicBezTo>
                  <a:pt x="58" y="2386"/>
                  <a:pt x="58" y="2386"/>
                  <a:pt x="58" y="2386"/>
                </a:cubicBezTo>
                <a:cubicBezTo>
                  <a:pt x="58" y="1248"/>
                  <a:pt x="58" y="1248"/>
                  <a:pt x="58" y="1248"/>
                </a:cubicBezTo>
                <a:cubicBezTo>
                  <a:pt x="58" y="1232"/>
                  <a:pt x="45" y="1219"/>
                  <a:pt x="29" y="1219"/>
                </a:cubicBezTo>
                <a:moveTo>
                  <a:pt x="2613" y="1219"/>
                </a:moveTo>
                <a:cubicBezTo>
                  <a:pt x="2597" y="1219"/>
                  <a:pt x="2584" y="1232"/>
                  <a:pt x="2584" y="1248"/>
                </a:cubicBezTo>
                <a:cubicBezTo>
                  <a:pt x="2584" y="2386"/>
                  <a:pt x="2584" y="2386"/>
                  <a:pt x="2584" y="2386"/>
                </a:cubicBezTo>
                <a:cubicBezTo>
                  <a:pt x="2083" y="2386"/>
                  <a:pt x="2083" y="2386"/>
                  <a:pt x="2083" y="2386"/>
                </a:cubicBezTo>
                <a:cubicBezTo>
                  <a:pt x="2067" y="2386"/>
                  <a:pt x="2055" y="2399"/>
                  <a:pt x="2055" y="2415"/>
                </a:cubicBezTo>
                <a:cubicBezTo>
                  <a:pt x="2055" y="2431"/>
                  <a:pt x="2067" y="2444"/>
                  <a:pt x="2083" y="2444"/>
                </a:cubicBezTo>
                <a:cubicBezTo>
                  <a:pt x="2613" y="2444"/>
                  <a:pt x="2613" y="2444"/>
                  <a:pt x="2613" y="2444"/>
                </a:cubicBezTo>
                <a:cubicBezTo>
                  <a:pt x="2629" y="2444"/>
                  <a:pt x="2642" y="2431"/>
                  <a:pt x="2642" y="2415"/>
                </a:cubicBezTo>
                <a:cubicBezTo>
                  <a:pt x="2642" y="1248"/>
                  <a:pt x="2642" y="1248"/>
                  <a:pt x="2642" y="1248"/>
                </a:cubicBezTo>
                <a:cubicBezTo>
                  <a:pt x="2642" y="1232"/>
                  <a:pt x="2629" y="1219"/>
                  <a:pt x="2613" y="1219"/>
                </a:cubicBezTo>
                <a:moveTo>
                  <a:pt x="658" y="292"/>
                </a:moveTo>
                <a:cubicBezTo>
                  <a:pt x="210" y="292"/>
                  <a:pt x="210" y="292"/>
                  <a:pt x="210" y="292"/>
                </a:cubicBezTo>
                <a:cubicBezTo>
                  <a:pt x="194" y="292"/>
                  <a:pt x="181" y="305"/>
                  <a:pt x="181" y="321"/>
                </a:cubicBezTo>
                <a:cubicBezTo>
                  <a:pt x="181" y="941"/>
                  <a:pt x="181" y="941"/>
                  <a:pt x="181" y="941"/>
                </a:cubicBezTo>
                <a:cubicBezTo>
                  <a:pt x="181" y="957"/>
                  <a:pt x="194" y="970"/>
                  <a:pt x="210" y="970"/>
                </a:cubicBezTo>
                <a:cubicBezTo>
                  <a:pt x="559" y="970"/>
                  <a:pt x="559" y="970"/>
                  <a:pt x="559" y="970"/>
                </a:cubicBezTo>
                <a:cubicBezTo>
                  <a:pt x="575" y="970"/>
                  <a:pt x="588" y="957"/>
                  <a:pt x="588" y="941"/>
                </a:cubicBezTo>
                <a:cubicBezTo>
                  <a:pt x="588" y="925"/>
                  <a:pt x="575" y="912"/>
                  <a:pt x="559" y="912"/>
                </a:cubicBezTo>
                <a:cubicBezTo>
                  <a:pt x="239" y="912"/>
                  <a:pt x="239" y="912"/>
                  <a:pt x="239" y="912"/>
                </a:cubicBezTo>
                <a:cubicBezTo>
                  <a:pt x="239" y="350"/>
                  <a:pt x="239" y="350"/>
                  <a:pt x="239" y="350"/>
                </a:cubicBezTo>
                <a:cubicBezTo>
                  <a:pt x="658" y="350"/>
                  <a:pt x="658" y="350"/>
                  <a:pt x="658" y="350"/>
                </a:cubicBezTo>
                <a:cubicBezTo>
                  <a:pt x="674" y="350"/>
                  <a:pt x="687" y="337"/>
                  <a:pt x="687" y="321"/>
                </a:cubicBezTo>
                <a:cubicBezTo>
                  <a:pt x="687" y="305"/>
                  <a:pt x="674" y="292"/>
                  <a:pt x="658" y="292"/>
                </a:cubicBezTo>
                <a:moveTo>
                  <a:pt x="2432" y="292"/>
                </a:moveTo>
                <a:cubicBezTo>
                  <a:pt x="1984" y="292"/>
                  <a:pt x="1984" y="292"/>
                  <a:pt x="1984" y="292"/>
                </a:cubicBezTo>
                <a:cubicBezTo>
                  <a:pt x="1968" y="292"/>
                  <a:pt x="1955" y="305"/>
                  <a:pt x="1955" y="321"/>
                </a:cubicBezTo>
                <a:cubicBezTo>
                  <a:pt x="1955" y="337"/>
                  <a:pt x="1968" y="350"/>
                  <a:pt x="1984" y="350"/>
                </a:cubicBezTo>
                <a:cubicBezTo>
                  <a:pt x="2403" y="350"/>
                  <a:pt x="2403" y="350"/>
                  <a:pt x="2403" y="350"/>
                </a:cubicBezTo>
                <a:cubicBezTo>
                  <a:pt x="2403" y="912"/>
                  <a:pt x="2403" y="912"/>
                  <a:pt x="2403" y="912"/>
                </a:cubicBezTo>
                <a:cubicBezTo>
                  <a:pt x="2083" y="912"/>
                  <a:pt x="2083" y="912"/>
                  <a:pt x="2083" y="912"/>
                </a:cubicBezTo>
                <a:cubicBezTo>
                  <a:pt x="2068" y="912"/>
                  <a:pt x="2055" y="925"/>
                  <a:pt x="2055" y="941"/>
                </a:cubicBezTo>
                <a:cubicBezTo>
                  <a:pt x="2055" y="957"/>
                  <a:pt x="2068" y="970"/>
                  <a:pt x="2083" y="970"/>
                </a:cubicBezTo>
                <a:cubicBezTo>
                  <a:pt x="2432" y="970"/>
                  <a:pt x="2432" y="970"/>
                  <a:pt x="2432" y="970"/>
                </a:cubicBezTo>
                <a:cubicBezTo>
                  <a:pt x="2448" y="970"/>
                  <a:pt x="2461" y="957"/>
                  <a:pt x="2461" y="941"/>
                </a:cubicBezTo>
                <a:cubicBezTo>
                  <a:pt x="2461" y="321"/>
                  <a:pt x="2461" y="321"/>
                  <a:pt x="2461" y="321"/>
                </a:cubicBezTo>
                <a:cubicBezTo>
                  <a:pt x="2461" y="305"/>
                  <a:pt x="2448" y="292"/>
                  <a:pt x="2432" y="292"/>
                </a:cubicBezTo>
                <a:moveTo>
                  <a:pt x="1799" y="0"/>
                </a:moveTo>
                <a:cubicBezTo>
                  <a:pt x="843" y="0"/>
                  <a:pt x="843" y="0"/>
                  <a:pt x="843" y="0"/>
                </a:cubicBezTo>
                <a:cubicBezTo>
                  <a:pt x="827" y="0"/>
                  <a:pt x="814" y="13"/>
                  <a:pt x="814" y="29"/>
                </a:cubicBezTo>
                <a:cubicBezTo>
                  <a:pt x="814" y="45"/>
                  <a:pt x="827" y="58"/>
                  <a:pt x="843" y="58"/>
                </a:cubicBezTo>
                <a:cubicBezTo>
                  <a:pt x="1292" y="58"/>
                  <a:pt x="1292" y="58"/>
                  <a:pt x="1292" y="58"/>
                </a:cubicBezTo>
                <a:cubicBezTo>
                  <a:pt x="1292" y="602"/>
                  <a:pt x="1292" y="602"/>
                  <a:pt x="1292" y="602"/>
                </a:cubicBezTo>
                <a:cubicBezTo>
                  <a:pt x="989" y="602"/>
                  <a:pt x="989" y="602"/>
                  <a:pt x="989" y="602"/>
                </a:cubicBezTo>
                <a:cubicBezTo>
                  <a:pt x="973" y="602"/>
                  <a:pt x="960" y="615"/>
                  <a:pt x="960" y="631"/>
                </a:cubicBezTo>
                <a:cubicBezTo>
                  <a:pt x="960" y="647"/>
                  <a:pt x="973" y="660"/>
                  <a:pt x="989" y="660"/>
                </a:cubicBezTo>
                <a:cubicBezTo>
                  <a:pt x="1292" y="660"/>
                  <a:pt x="1292" y="660"/>
                  <a:pt x="1292" y="660"/>
                </a:cubicBezTo>
                <a:cubicBezTo>
                  <a:pt x="1292" y="1311"/>
                  <a:pt x="1292" y="1311"/>
                  <a:pt x="1292" y="1311"/>
                </a:cubicBezTo>
                <a:cubicBezTo>
                  <a:pt x="801" y="1311"/>
                  <a:pt x="801" y="1311"/>
                  <a:pt x="801" y="1311"/>
                </a:cubicBezTo>
                <a:cubicBezTo>
                  <a:pt x="801" y="1060"/>
                  <a:pt x="801" y="1060"/>
                  <a:pt x="801" y="1060"/>
                </a:cubicBezTo>
                <a:cubicBezTo>
                  <a:pt x="801" y="1044"/>
                  <a:pt x="788" y="1031"/>
                  <a:pt x="772" y="1031"/>
                </a:cubicBezTo>
                <a:cubicBezTo>
                  <a:pt x="756" y="1031"/>
                  <a:pt x="743" y="1044"/>
                  <a:pt x="743" y="1060"/>
                </a:cubicBezTo>
                <a:cubicBezTo>
                  <a:pt x="743" y="1340"/>
                  <a:pt x="743" y="1340"/>
                  <a:pt x="743" y="1340"/>
                </a:cubicBezTo>
                <a:cubicBezTo>
                  <a:pt x="743" y="1356"/>
                  <a:pt x="756" y="1369"/>
                  <a:pt x="772" y="1369"/>
                </a:cubicBezTo>
                <a:cubicBezTo>
                  <a:pt x="1292" y="1369"/>
                  <a:pt x="1292" y="1369"/>
                  <a:pt x="1292" y="1369"/>
                </a:cubicBezTo>
                <a:cubicBezTo>
                  <a:pt x="1292" y="2123"/>
                  <a:pt x="1292" y="2123"/>
                  <a:pt x="1292" y="2123"/>
                </a:cubicBezTo>
                <a:cubicBezTo>
                  <a:pt x="842" y="2123"/>
                  <a:pt x="842" y="2123"/>
                  <a:pt x="842" y="2123"/>
                </a:cubicBezTo>
                <a:cubicBezTo>
                  <a:pt x="842" y="1782"/>
                  <a:pt x="842" y="1782"/>
                  <a:pt x="842" y="1782"/>
                </a:cubicBezTo>
                <a:cubicBezTo>
                  <a:pt x="842" y="1766"/>
                  <a:pt x="829" y="1753"/>
                  <a:pt x="813" y="1753"/>
                </a:cubicBezTo>
                <a:cubicBezTo>
                  <a:pt x="433" y="1753"/>
                  <a:pt x="433" y="1753"/>
                  <a:pt x="433" y="1753"/>
                </a:cubicBezTo>
                <a:cubicBezTo>
                  <a:pt x="433" y="1476"/>
                  <a:pt x="433" y="1476"/>
                  <a:pt x="433" y="1476"/>
                </a:cubicBezTo>
                <a:cubicBezTo>
                  <a:pt x="433" y="1460"/>
                  <a:pt x="420" y="1447"/>
                  <a:pt x="404" y="1447"/>
                </a:cubicBezTo>
                <a:cubicBezTo>
                  <a:pt x="388" y="1447"/>
                  <a:pt x="375" y="1460"/>
                  <a:pt x="375" y="1476"/>
                </a:cubicBezTo>
                <a:cubicBezTo>
                  <a:pt x="375" y="1782"/>
                  <a:pt x="375" y="1782"/>
                  <a:pt x="375" y="1782"/>
                </a:cubicBezTo>
                <a:cubicBezTo>
                  <a:pt x="375" y="1798"/>
                  <a:pt x="388" y="1811"/>
                  <a:pt x="404" y="1811"/>
                </a:cubicBezTo>
                <a:cubicBezTo>
                  <a:pt x="784" y="1811"/>
                  <a:pt x="784" y="1811"/>
                  <a:pt x="784" y="1811"/>
                </a:cubicBezTo>
                <a:cubicBezTo>
                  <a:pt x="784" y="2669"/>
                  <a:pt x="784" y="2669"/>
                  <a:pt x="784" y="2669"/>
                </a:cubicBezTo>
                <a:cubicBezTo>
                  <a:pt x="784" y="2685"/>
                  <a:pt x="797" y="2698"/>
                  <a:pt x="813" y="2698"/>
                </a:cubicBezTo>
                <a:cubicBezTo>
                  <a:pt x="829" y="2698"/>
                  <a:pt x="842" y="2685"/>
                  <a:pt x="842" y="2669"/>
                </a:cubicBezTo>
                <a:cubicBezTo>
                  <a:pt x="842" y="2181"/>
                  <a:pt x="842" y="2181"/>
                  <a:pt x="842" y="2181"/>
                </a:cubicBezTo>
                <a:cubicBezTo>
                  <a:pt x="1292" y="2181"/>
                  <a:pt x="1292" y="2181"/>
                  <a:pt x="1292" y="2181"/>
                </a:cubicBezTo>
                <a:cubicBezTo>
                  <a:pt x="1292" y="3036"/>
                  <a:pt x="1292" y="3036"/>
                  <a:pt x="1292" y="3036"/>
                </a:cubicBezTo>
                <a:cubicBezTo>
                  <a:pt x="921" y="3036"/>
                  <a:pt x="921" y="3036"/>
                  <a:pt x="921" y="3036"/>
                </a:cubicBezTo>
                <a:cubicBezTo>
                  <a:pt x="905" y="3036"/>
                  <a:pt x="892" y="3049"/>
                  <a:pt x="892" y="3065"/>
                </a:cubicBezTo>
                <a:cubicBezTo>
                  <a:pt x="892" y="3081"/>
                  <a:pt x="905" y="3094"/>
                  <a:pt x="921" y="3094"/>
                </a:cubicBezTo>
                <a:cubicBezTo>
                  <a:pt x="1321" y="3094"/>
                  <a:pt x="1321" y="3094"/>
                  <a:pt x="1321" y="3094"/>
                </a:cubicBezTo>
                <a:cubicBezTo>
                  <a:pt x="1722" y="3094"/>
                  <a:pt x="1722" y="3094"/>
                  <a:pt x="1722" y="3094"/>
                </a:cubicBezTo>
                <a:cubicBezTo>
                  <a:pt x="1738" y="3094"/>
                  <a:pt x="1751" y="3081"/>
                  <a:pt x="1751" y="3065"/>
                </a:cubicBezTo>
                <a:cubicBezTo>
                  <a:pt x="1751" y="3049"/>
                  <a:pt x="1738" y="3036"/>
                  <a:pt x="1722" y="3036"/>
                </a:cubicBezTo>
                <a:cubicBezTo>
                  <a:pt x="1350" y="3036"/>
                  <a:pt x="1350" y="3036"/>
                  <a:pt x="1350" y="3036"/>
                </a:cubicBezTo>
                <a:cubicBezTo>
                  <a:pt x="1350" y="2181"/>
                  <a:pt x="1350" y="2181"/>
                  <a:pt x="1350" y="2181"/>
                </a:cubicBezTo>
                <a:cubicBezTo>
                  <a:pt x="1800" y="2181"/>
                  <a:pt x="1800" y="2181"/>
                  <a:pt x="1800" y="2181"/>
                </a:cubicBezTo>
                <a:cubicBezTo>
                  <a:pt x="1800" y="2669"/>
                  <a:pt x="1800" y="2669"/>
                  <a:pt x="1800" y="2669"/>
                </a:cubicBezTo>
                <a:cubicBezTo>
                  <a:pt x="1800" y="2685"/>
                  <a:pt x="1813" y="2698"/>
                  <a:pt x="1829" y="2698"/>
                </a:cubicBezTo>
                <a:cubicBezTo>
                  <a:pt x="1845" y="2698"/>
                  <a:pt x="1858" y="2685"/>
                  <a:pt x="1858" y="2669"/>
                </a:cubicBezTo>
                <a:cubicBezTo>
                  <a:pt x="1858" y="1811"/>
                  <a:pt x="1858" y="1811"/>
                  <a:pt x="1858" y="1811"/>
                </a:cubicBezTo>
                <a:cubicBezTo>
                  <a:pt x="2239" y="1811"/>
                  <a:pt x="2239" y="1811"/>
                  <a:pt x="2239" y="1811"/>
                </a:cubicBezTo>
                <a:cubicBezTo>
                  <a:pt x="2254" y="1811"/>
                  <a:pt x="2267" y="1798"/>
                  <a:pt x="2267" y="1782"/>
                </a:cubicBezTo>
                <a:cubicBezTo>
                  <a:pt x="2267" y="1476"/>
                  <a:pt x="2267" y="1476"/>
                  <a:pt x="2267" y="1476"/>
                </a:cubicBezTo>
                <a:cubicBezTo>
                  <a:pt x="2267" y="1460"/>
                  <a:pt x="2254" y="1447"/>
                  <a:pt x="2239" y="1447"/>
                </a:cubicBezTo>
                <a:cubicBezTo>
                  <a:pt x="2223" y="1447"/>
                  <a:pt x="2210" y="1460"/>
                  <a:pt x="2210" y="1476"/>
                </a:cubicBezTo>
                <a:cubicBezTo>
                  <a:pt x="2210" y="1753"/>
                  <a:pt x="2210" y="1753"/>
                  <a:pt x="2210" y="1753"/>
                </a:cubicBezTo>
                <a:cubicBezTo>
                  <a:pt x="1829" y="1753"/>
                  <a:pt x="1829" y="1753"/>
                  <a:pt x="1829" y="1753"/>
                </a:cubicBezTo>
                <a:cubicBezTo>
                  <a:pt x="1813" y="1753"/>
                  <a:pt x="1800" y="1766"/>
                  <a:pt x="1800" y="1782"/>
                </a:cubicBezTo>
                <a:cubicBezTo>
                  <a:pt x="1800" y="2123"/>
                  <a:pt x="1800" y="2123"/>
                  <a:pt x="1800" y="2123"/>
                </a:cubicBezTo>
                <a:cubicBezTo>
                  <a:pt x="1350" y="2123"/>
                  <a:pt x="1350" y="2123"/>
                  <a:pt x="1350" y="2123"/>
                </a:cubicBezTo>
                <a:cubicBezTo>
                  <a:pt x="1350" y="1369"/>
                  <a:pt x="1350" y="1369"/>
                  <a:pt x="1350" y="1369"/>
                </a:cubicBezTo>
                <a:cubicBezTo>
                  <a:pt x="1870" y="1369"/>
                  <a:pt x="1870" y="1369"/>
                  <a:pt x="1870" y="1369"/>
                </a:cubicBezTo>
                <a:cubicBezTo>
                  <a:pt x="1886" y="1369"/>
                  <a:pt x="1899" y="1356"/>
                  <a:pt x="1899" y="1340"/>
                </a:cubicBezTo>
                <a:cubicBezTo>
                  <a:pt x="1899" y="1060"/>
                  <a:pt x="1899" y="1060"/>
                  <a:pt x="1899" y="1060"/>
                </a:cubicBezTo>
                <a:cubicBezTo>
                  <a:pt x="1899" y="1044"/>
                  <a:pt x="1886" y="1031"/>
                  <a:pt x="1870" y="1031"/>
                </a:cubicBezTo>
                <a:cubicBezTo>
                  <a:pt x="1854" y="1031"/>
                  <a:pt x="1841" y="1044"/>
                  <a:pt x="1841" y="1060"/>
                </a:cubicBezTo>
                <a:cubicBezTo>
                  <a:pt x="1841" y="1311"/>
                  <a:pt x="1841" y="1311"/>
                  <a:pt x="1841" y="1311"/>
                </a:cubicBezTo>
                <a:cubicBezTo>
                  <a:pt x="1350" y="1311"/>
                  <a:pt x="1350" y="1311"/>
                  <a:pt x="1350" y="1311"/>
                </a:cubicBezTo>
                <a:cubicBezTo>
                  <a:pt x="1350" y="660"/>
                  <a:pt x="1350" y="660"/>
                  <a:pt x="1350" y="660"/>
                </a:cubicBezTo>
                <a:cubicBezTo>
                  <a:pt x="1643" y="660"/>
                  <a:pt x="1643" y="660"/>
                  <a:pt x="1643" y="660"/>
                </a:cubicBezTo>
                <a:cubicBezTo>
                  <a:pt x="1659" y="660"/>
                  <a:pt x="1672" y="647"/>
                  <a:pt x="1672" y="631"/>
                </a:cubicBezTo>
                <a:cubicBezTo>
                  <a:pt x="1672" y="615"/>
                  <a:pt x="1659" y="602"/>
                  <a:pt x="1643" y="602"/>
                </a:cubicBezTo>
                <a:cubicBezTo>
                  <a:pt x="1350" y="602"/>
                  <a:pt x="1350" y="602"/>
                  <a:pt x="1350" y="602"/>
                </a:cubicBezTo>
                <a:cubicBezTo>
                  <a:pt x="1350" y="58"/>
                  <a:pt x="1350" y="58"/>
                  <a:pt x="1350" y="58"/>
                </a:cubicBezTo>
                <a:cubicBezTo>
                  <a:pt x="1799" y="58"/>
                  <a:pt x="1799" y="58"/>
                  <a:pt x="1799" y="58"/>
                </a:cubicBezTo>
                <a:cubicBezTo>
                  <a:pt x="1815" y="58"/>
                  <a:pt x="1828" y="45"/>
                  <a:pt x="1828" y="29"/>
                </a:cubicBezTo>
                <a:cubicBezTo>
                  <a:pt x="1828" y="13"/>
                  <a:pt x="1815" y="0"/>
                  <a:pt x="1799" y="0"/>
                </a:cubicBezTo>
              </a:path>
            </a:pathLst>
          </a:custGeom>
          <a:solidFill>
            <a:schemeClr val="accent3">
              <a:alpha val="1000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12" name="TextBox 11">
            <a:extLst>
              <a:ext uri="{FF2B5EF4-FFF2-40B4-BE49-F238E27FC236}">
                <a16:creationId xmlns:a16="http://schemas.microsoft.com/office/drawing/2014/main" id="{2D286C11-828A-4F0B-B5E1-F318F95635E1}"/>
              </a:ext>
            </a:extLst>
          </p:cNvPr>
          <p:cNvSpPr txBox="1"/>
          <p:nvPr/>
        </p:nvSpPr>
        <p:spPr>
          <a:xfrm>
            <a:off x="546100" y="540000"/>
            <a:ext cx="671457" cy="621000"/>
          </a:xfrm>
          <a:custGeom>
            <a:avLst/>
            <a:gdLst/>
            <a:ahLst/>
            <a:cxnLst/>
            <a:rect l="l" t="t" r="r" b="b"/>
            <a:pathLst>
              <a:path w="444141" h="410766">
                <a:moveTo>
                  <a:pt x="278979" y="0"/>
                </a:moveTo>
                <a:lnTo>
                  <a:pt x="444141" y="0"/>
                </a:lnTo>
                <a:lnTo>
                  <a:pt x="444141" y="141201"/>
                </a:lnTo>
                <a:cubicBezTo>
                  <a:pt x="444141" y="217649"/>
                  <a:pt x="435298" y="272703"/>
                  <a:pt x="417612" y="306363"/>
                </a:cubicBezTo>
                <a:cubicBezTo>
                  <a:pt x="393080" y="352574"/>
                  <a:pt x="354856" y="387375"/>
                  <a:pt x="302940" y="410766"/>
                </a:cubicBezTo>
                <a:lnTo>
                  <a:pt x="265286" y="350007"/>
                </a:lnTo>
                <a:cubicBezTo>
                  <a:pt x="296094" y="337455"/>
                  <a:pt x="319057" y="317630"/>
                  <a:pt x="334175" y="290531"/>
                </a:cubicBezTo>
                <a:cubicBezTo>
                  <a:pt x="349294" y="263432"/>
                  <a:pt x="357709" y="226206"/>
                  <a:pt x="359420" y="178854"/>
                </a:cubicBezTo>
                <a:lnTo>
                  <a:pt x="278979" y="178854"/>
                </a:lnTo>
                <a:close/>
                <a:moveTo>
                  <a:pt x="13692" y="0"/>
                </a:moveTo>
                <a:lnTo>
                  <a:pt x="178854" y="0"/>
                </a:lnTo>
                <a:lnTo>
                  <a:pt x="178854" y="141201"/>
                </a:lnTo>
                <a:cubicBezTo>
                  <a:pt x="178854" y="217649"/>
                  <a:pt x="170012" y="272703"/>
                  <a:pt x="152326" y="306363"/>
                </a:cubicBezTo>
                <a:cubicBezTo>
                  <a:pt x="127794" y="352574"/>
                  <a:pt x="89570" y="387375"/>
                  <a:pt x="37654" y="410766"/>
                </a:cubicBezTo>
                <a:lnTo>
                  <a:pt x="0" y="350007"/>
                </a:lnTo>
                <a:cubicBezTo>
                  <a:pt x="30808" y="337455"/>
                  <a:pt x="53771" y="317630"/>
                  <a:pt x="68889" y="290531"/>
                </a:cubicBezTo>
                <a:cubicBezTo>
                  <a:pt x="84007" y="263432"/>
                  <a:pt x="92422" y="226206"/>
                  <a:pt x="94134" y="178854"/>
                </a:cubicBezTo>
                <a:lnTo>
                  <a:pt x="13692" y="178854"/>
                </a:lnTo>
                <a:close/>
              </a:path>
            </a:pathLst>
          </a:custGeom>
          <a:solidFill>
            <a:schemeClr val="accent3"/>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GB" sz="13800">
              <a:solidFill>
                <a:srgbClr val="B59E5F"/>
              </a:solidFill>
            </a:endParaRPr>
          </a:p>
        </p:txBody>
      </p:sp>
      <p:sp>
        <p:nvSpPr>
          <p:cNvPr id="10" name="Slide Number Placeholder 5">
            <a:extLst>
              <a:ext uri="{FF2B5EF4-FFF2-40B4-BE49-F238E27FC236}">
                <a16:creationId xmlns:a16="http://schemas.microsoft.com/office/drawing/2014/main" id="{C75DE84A-9B5C-4EC6-942D-E4A1D174DD8E}"/>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a:p>
        </p:txBody>
      </p:sp>
    </p:spTree>
    <p:extLst>
      <p:ext uri="{BB962C8B-B14F-4D97-AF65-F5344CB8AC3E}">
        <p14:creationId xmlns:p14="http://schemas.microsoft.com/office/powerpoint/2010/main" val="867841843"/>
      </p:ext>
    </p:extLst>
  </p:cSld>
  <p:clrMapOvr>
    <a:masterClrMapping/>
  </p:clrMapOvr>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Quote - Light Brown">
    <p:bg>
      <p:bgPr>
        <a:solidFill>
          <a:srgbClr val="D9D1CC"/>
        </a:solidFill>
        <a:effectLst/>
      </p:bgPr>
    </p:bg>
    <p:spTree>
      <p:nvGrpSpPr>
        <p:cNvPr id="1" name=""/>
        <p:cNvGrpSpPr/>
        <p:nvPr/>
      </p:nvGrpSpPr>
      <p:grpSpPr>
        <a:xfrm>
          <a:off x="0" y="0"/>
          <a:ext cx="0" cy="0"/>
          <a:chOff x="0" y="0"/>
          <a:chExt cx="0" cy="0"/>
        </a:xfrm>
      </p:grpSpPr>
      <p:pic>
        <p:nvPicPr>
          <p:cNvPr id="8" name="Picture 7" descr="Shape&#10;&#10;Description automatically generated with medium confidence">
            <a:extLst>
              <a:ext uri="{FF2B5EF4-FFF2-40B4-BE49-F238E27FC236}">
                <a16:creationId xmlns:a16="http://schemas.microsoft.com/office/drawing/2014/main" id="{8F783354-686D-4F95-A2C7-375026C51A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8464564-6547-498D-A220-7B346E5B1408}"/>
              </a:ext>
            </a:extLst>
          </p:cNvPr>
          <p:cNvSpPr>
            <a:spLocks noGrp="1"/>
          </p:cNvSpPr>
          <p:nvPr>
            <p:ph type="title"/>
          </p:nvPr>
        </p:nvSpPr>
        <p:spPr>
          <a:xfrm>
            <a:off x="1219200" y="1485000"/>
            <a:ext cx="6642100" cy="2429818"/>
          </a:xfrm>
        </p:spPr>
        <p:txBody>
          <a:bodyPr anchor="b">
            <a:normAutofit/>
          </a:bodyPr>
          <a:lstStyle>
            <a:lvl1pPr>
              <a:defRPr sz="6000" b="0" i="1">
                <a:solidFill>
                  <a:srgbClr val="3F1A01"/>
                </a:solidFill>
                <a:latin typeface="Times New Roman" panose="02020603050405020304" pitchFamily="18" charset="0"/>
                <a:cs typeface="Times New Roman" panose="02020603050405020304" pitchFamily="18" charset="0"/>
              </a:defRPr>
            </a:lvl1p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1592638D-BCB6-4F07-9847-FBAA9B3609B5}"/>
              </a:ext>
            </a:extLst>
          </p:cNvPr>
          <p:cNvSpPr>
            <a:spLocks noGrp="1"/>
          </p:cNvSpPr>
          <p:nvPr>
            <p:ph type="body" idx="1"/>
          </p:nvPr>
        </p:nvSpPr>
        <p:spPr>
          <a:xfrm>
            <a:off x="1219200" y="4238818"/>
            <a:ext cx="6642100" cy="1203175"/>
          </a:xfrm>
          <a:prstGeom prst="rect">
            <a:avLst/>
          </a:prstGeom>
        </p:spPr>
        <p:txBody>
          <a:bodyPr/>
          <a:lstStyle>
            <a:lvl1pPr marL="0" indent="0">
              <a:buNone/>
              <a:defRPr sz="1600">
                <a:solidFill>
                  <a:srgbClr val="3F1A01"/>
                </a:solidFill>
                <a:latin typeface="+mn-lt"/>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6" name="Freeform 9">
            <a:extLst>
              <a:ext uri="{FF2B5EF4-FFF2-40B4-BE49-F238E27FC236}">
                <a16:creationId xmlns:a16="http://schemas.microsoft.com/office/drawing/2014/main" id="{C2D8A25E-CAAF-4846-8D8A-7A9026C78018}"/>
              </a:ext>
            </a:extLst>
          </p:cNvPr>
          <p:cNvSpPr>
            <a:spLocks noEditPoints="1"/>
          </p:cNvSpPr>
          <p:nvPr/>
        </p:nvSpPr>
        <p:spPr bwMode="auto">
          <a:xfrm>
            <a:off x="8102600" y="-2176101"/>
            <a:ext cx="8385175" cy="9817101"/>
          </a:xfrm>
          <a:custGeom>
            <a:avLst/>
            <a:gdLst>
              <a:gd name="T0" fmla="*/ 276 w 2642"/>
              <a:gd name="T1" fmla="*/ 2871 h 3094"/>
              <a:gd name="T2" fmla="*/ 588 w 2642"/>
              <a:gd name="T3" fmla="*/ 2871 h 3094"/>
              <a:gd name="T4" fmla="*/ 2083 w 2642"/>
              <a:gd name="T5" fmla="*/ 2843 h 3094"/>
              <a:gd name="T6" fmla="*/ 2338 w 2642"/>
              <a:gd name="T7" fmla="*/ 2900 h 3094"/>
              <a:gd name="T8" fmla="*/ 29 w 2642"/>
              <a:gd name="T9" fmla="*/ 1219 h 3094"/>
              <a:gd name="T10" fmla="*/ 29 w 2642"/>
              <a:gd name="T11" fmla="*/ 2444 h 3094"/>
              <a:gd name="T12" fmla="*/ 559 w 2642"/>
              <a:gd name="T13" fmla="*/ 2386 h 3094"/>
              <a:gd name="T14" fmla="*/ 29 w 2642"/>
              <a:gd name="T15" fmla="*/ 1219 h 3094"/>
              <a:gd name="T16" fmla="*/ 2584 w 2642"/>
              <a:gd name="T17" fmla="*/ 2386 h 3094"/>
              <a:gd name="T18" fmla="*/ 2083 w 2642"/>
              <a:gd name="T19" fmla="*/ 2444 h 3094"/>
              <a:gd name="T20" fmla="*/ 2642 w 2642"/>
              <a:gd name="T21" fmla="*/ 1248 h 3094"/>
              <a:gd name="T22" fmla="*/ 210 w 2642"/>
              <a:gd name="T23" fmla="*/ 292 h 3094"/>
              <a:gd name="T24" fmla="*/ 210 w 2642"/>
              <a:gd name="T25" fmla="*/ 970 h 3094"/>
              <a:gd name="T26" fmla="*/ 559 w 2642"/>
              <a:gd name="T27" fmla="*/ 912 h 3094"/>
              <a:gd name="T28" fmla="*/ 658 w 2642"/>
              <a:gd name="T29" fmla="*/ 350 h 3094"/>
              <a:gd name="T30" fmla="*/ 2432 w 2642"/>
              <a:gd name="T31" fmla="*/ 292 h 3094"/>
              <a:gd name="T32" fmla="*/ 1984 w 2642"/>
              <a:gd name="T33" fmla="*/ 350 h 3094"/>
              <a:gd name="T34" fmla="*/ 2083 w 2642"/>
              <a:gd name="T35" fmla="*/ 912 h 3094"/>
              <a:gd name="T36" fmla="*/ 2432 w 2642"/>
              <a:gd name="T37" fmla="*/ 970 h 3094"/>
              <a:gd name="T38" fmla="*/ 2432 w 2642"/>
              <a:gd name="T39" fmla="*/ 292 h 3094"/>
              <a:gd name="T40" fmla="*/ 814 w 2642"/>
              <a:gd name="T41" fmla="*/ 29 h 3094"/>
              <a:gd name="T42" fmla="*/ 1292 w 2642"/>
              <a:gd name="T43" fmla="*/ 602 h 3094"/>
              <a:gd name="T44" fmla="*/ 989 w 2642"/>
              <a:gd name="T45" fmla="*/ 660 h 3094"/>
              <a:gd name="T46" fmla="*/ 801 w 2642"/>
              <a:gd name="T47" fmla="*/ 1311 h 3094"/>
              <a:gd name="T48" fmla="*/ 743 w 2642"/>
              <a:gd name="T49" fmla="*/ 1060 h 3094"/>
              <a:gd name="T50" fmla="*/ 1292 w 2642"/>
              <a:gd name="T51" fmla="*/ 1369 h 3094"/>
              <a:gd name="T52" fmla="*/ 842 w 2642"/>
              <a:gd name="T53" fmla="*/ 1782 h 3094"/>
              <a:gd name="T54" fmla="*/ 433 w 2642"/>
              <a:gd name="T55" fmla="*/ 1476 h 3094"/>
              <a:gd name="T56" fmla="*/ 375 w 2642"/>
              <a:gd name="T57" fmla="*/ 1782 h 3094"/>
              <a:gd name="T58" fmla="*/ 784 w 2642"/>
              <a:gd name="T59" fmla="*/ 2669 h 3094"/>
              <a:gd name="T60" fmla="*/ 842 w 2642"/>
              <a:gd name="T61" fmla="*/ 2181 h 3094"/>
              <a:gd name="T62" fmla="*/ 921 w 2642"/>
              <a:gd name="T63" fmla="*/ 3036 h 3094"/>
              <a:gd name="T64" fmla="*/ 1321 w 2642"/>
              <a:gd name="T65" fmla="*/ 3094 h 3094"/>
              <a:gd name="T66" fmla="*/ 1722 w 2642"/>
              <a:gd name="T67" fmla="*/ 3036 h 3094"/>
              <a:gd name="T68" fmla="*/ 1800 w 2642"/>
              <a:gd name="T69" fmla="*/ 2181 h 3094"/>
              <a:gd name="T70" fmla="*/ 1858 w 2642"/>
              <a:gd name="T71" fmla="*/ 2669 h 3094"/>
              <a:gd name="T72" fmla="*/ 2267 w 2642"/>
              <a:gd name="T73" fmla="*/ 1782 h 3094"/>
              <a:gd name="T74" fmla="*/ 2210 w 2642"/>
              <a:gd name="T75" fmla="*/ 1476 h 3094"/>
              <a:gd name="T76" fmla="*/ 1800 w 2642"/>
              <a:gd name="T77" fmla="*/ 1782 h 3094"/>
              <a:gd name="T78" fmla="*/ 1350 w 2642"/>
              <a:gd name="T79" fmla="*/ 1369 h 3094"/>
              <a:gd name="T80" fmla="*/ 1899 w 2642"/>
              <a:gd name="T81" fmla="*/ 1060 h 3094"/>
              <a:gd name="T82" fmla="*/ 1841 w 2642"/>
              <a:gd name="T83" fmla="*/ 1311 h 3094"/>
              <a:gd name="T84" fmla="*/ 1643 w 2642"/>
              <a:gd name="T85" fmla="*/ 660 h 3094"/>
              <a:gd name="T86" fmla="*/ 1350 w 2642"/>
              <a:gd name="T87" fmla="*/ 602 h 3094"/>
              <a:gd name="T88" fmla="*/ 1828 w 2642"/>
              <a:gd name="T89" fmla="*/ 29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42" h="3094">
                <a:moveTo>
                  <a:pt x="559" y="2843"/>
                </a:moveTo>
                <a:cubicBezTo>
                  <a:pt x="305" y="2843"/>
                  <a:pt x="305" y="2843"/>
                  <a:pt x="305" y="2843"/>
                </a:cubicBezTo>
                <a:cubicBezTo>
                  <a:pt x="289" y="2843"/>
                  <a:pt x="276" y="2856"/>
                  <a:pt x="276" y="2871"/>
                </a:cubicBezTo>
                <a:cubicBezTo>
                  <a:pt x="276" y="2887"/>
                  <a:pt x="289" y="2900"/>
                  <a:pt x="305" y="2900"/>
                </a:cubicBezTo>
                <a:cubicBezTo>
                  <a:pt x="559" y="2900"/>
                  <a:pt x="559" y="2900"/>
                  <a:pt x="559" y="2900"/>
                </a:cubicBezTo>
                <a:cubicBezTo>
                  <a:pt x="575" y="2900"/>
                  <a:pt x="588" y="2887"/>
                  <a:pt x="588" y="2871"/>
                </a:cubicBezTo>
                <a:cubicBezTo>
                  <a:pt x="588" y="2856"/>
                  <a:pt x="575" y="2843"/>
                  <a:pt x="559" y="2843"/>
                </a:cubicBezTo>
                <a:moveTo>
                  <a:pt x="2338" y="2843"/>
                </a:moveTo>
                <a:cubicBezTo>
                  <a:pt x="2083" y="2843"/>
                  <a:pt x="2083" y="2843"/>
                  <a:pt x="2083" y="2843"/>
                </a:cubicBezTo>
                <a:cubicBezTo>
                  <a:pt x="2068" y="2843"/>
                  <a:pt x="2055" y="2856"/>
                  <a:pt x="2055" y="2871"/>
                </a:cubicBezTo>
                <a:cubicBezTo>
                  <a:pt x="2055" y="2887"/>
                  <a:pt x="2068" y="2900"/>
                  <a:pt x="2083" y="2900"/>
                </a:cubicBezTo>
                <a:cubicBezTo>
                  <a:pt x="2338" y="2900"/>
                  <a:pt x="2338" y="2900"/>
                  <a:pt x="2338" y="2900"/>
                </a:cubicBezTo>
                <a:cubicBezTo>
                  <a:pt x="2354" y="2900"/>
                  <a:pt x="2366" y="2887"/>
                  <a:pt x="2366" y="2871"/>
                </a:cubicBezTo>
                <a:cubicBezTo>
                  <a:pt x="2366" y="2856"/>
                  <a:pt x="2354" y="2843"/>
                  <a:pt x="2338" y="2843"/>
                </a:cubicBezTo>
                <a:moveTo>
                  <a:pt x="29" y="1219"/>
                </a:moveTo>
                <a:cubicBezTo>
                  <a:pt x="13" y="1219"/>
                  <a:pt x="0" y="1232"/>
                  <a:pt x="0" y="1248"/>
                </a:cubicBezTo>
                <a:cubicBezTo>
                  <a:pt x="0" y="2415"/>
                  <a:pt x="0" y="2415"/>
                  <a:pt x="0" y="2415"/>
                </a:cubicBezTo>
                <a:cubicBezTo>
                  <a:pt x="0" y="2431"/>
                  <a:pt x="13" y="2444"/>
                  <a:pt x="29" y="2444"/>
                </a:cubicBezTo>
                <a:cubicBezTo>
                  <a:pt x="559" y="2444"/>
                  <a:pt x="559" y="2444"/>
                  <a:pt x="559" y="2444"/>
                </a:cubicBezTo>
                <a:cubicBezTo>
                  <a:pt x="575" y="2444"/>
                  <a:pt x="588" y="2431"/>
                  <a:pt x="588" y="2415"/>
                </a:cubicBezTo>
                <a:cubicBezTo>
                  <a:pt x="588" y="2399"/>
                  <a:pt x="575" y="2386"/>
                  <a:pt x="559" y="2386"/>
                </a:cubicBezTo>
                <a:cubicBezTo>
                  <a:pt x="58" y="2386"/>
                  <a:pt x="58" y="2386"/>
                  <a:pt x="58" y="2386"/>
                </a:cubicBezTo>
                <a:cubicBezTo>
                  <a:pt x="58" y="1248"/>
                  <a:pt x="58" y="1248"/>
                  <a:pt x="58" y="1248"/>
                </a:cubicBezTo>
                <a:cubicBezTo>
                  <a:pt x="58" y="1232"/>
                  <a:pt x="45" y="1219"/>
                  <a:pt x="29" y="1219"/>
                </a:cubicBezTo>
                <a:moveTo>
                  <a:pt x="2613" y="1219"/>
                </a:moveTo>
                <a:cubicBezTo>
                  <a:pt x="2597" y="1219"/>
                  <a:pt x="2584" y="1232"/>
                  <a:pt x="2584" y="1248"/>
                </a:cubicBezTo>
                <a:cubicBezTo>
                  <a:pt x="2584" y="2386"/>
                  <a:pt x="2584" y="2386"/>
                  <a:pt x="2584" y="2386"/>
                </a:cubicBezTo>
                <a:cubicBezTo>
                  <a:pt x="2083" y="2386"/>
                  <a:pt x="2083" y="2386"/>
                  <a:pt x="2083" y="2386"/>
                </a:cubicBezTo>
                <a:cubicBezTo>
                  <a:pt x="2067" y="2386"/>
                  <a:pt x="2055" y="2399"/>
                  <a:pt x="2055" y="2415"/>
                </a:cubicBezTo>
                <a:cubicBezTo>
                  <a:pt x="2055" y="2431"/>
                  <a:pt x="2067" y="2444"/>
                  <a:pt x="2083" y="2444"/>
                </a:cubicBezTo>
                <a:cubicBezTo>
                  <a:pt x="2613" y="2444"/>
                  <a:pt x="2613" y="2444"/>
                  <a:pt x="2613" y="2444"/>
                </a:cubicBezTo>
                <a:cubicBezTo>
                  <a:pt x="2629" y="2444"/>
                  <a:pt x="2642" y="2431"/>
                  <a:pt x="2642" y="2415"/>
                </a:cubicBezTo>
                <a:cubicBezTo>
                  <a:pt x="2642" y="1248"/>
                  <a:pt x="2642" y="1248"/>
                  <a:pt x="2642" y="1248"/>
                </a:cubicBezTo>
                <a:cubicBezTo>
                  <a:pt x="2642" y="1232"/>
                  <a:pt x="2629" y="1219"/>
                  <a:pt x="2613" y="1219"/>
                </a:cubicBezTo>
                <a:moveTo>
                  <a:pt x="658" y="292"/>
                </a:moveTo>
                <a:cubicBezTo>
                  <a:pt x="210" y="292"/>
                  <a:pt x="210" y="292"/>
                  <a:pt x="210" y="292"/>
                </a:cubicBezTo>
                <a:cubicBezTo>
                  <a:pt x="194" y="292"/>
                  <a:pt x="181" y="305"/>
                  <a:pt x="181" y="321"/>
                </a:cubicBezTo>
                <a:cubicBezTo>
                  <a:pt x="181" y="941"/>
                  <a:pt x="181" y="941"/>
                  <a:pt x="181" y="941"/>
                </a:cubicBezTo>
                <a:cubicBezTo>
                  <a:pt x="181" y="957"/>
                  <a:pt x="194" y="970"/>
                  <a:pt x="210" y="970"/>
                </a:cubicBezTo>
                <a:cubicBezTo>
                  <a:pt x="559" y="970"/>
                  <a:pt x="559" y="970"/>
                  <a:pt x="559" y="970"/>
                </a:cubicBezTo>
                <a:cubicBezTo>
                  <a:pt x="575" y="970"/>
                  <a:pt x="588" y="957"/>
                  <a:pt x="588" y="941"/>
                </a:cubicBezTo>
                <a:cubicBezTo>
                  <a:pt x="588" y="925"/>
                  <a:pt x="575" y="912"/>
                  <a:pt x="559" y="912"/>
                </a:cubicBezTo>
                <a:cubicBezTo>
                  <a:pt x="239" y="912"/>
                  <a:pt x="239" y="912"/>
                  <a:pt x="239" y="912"/>
                </a:cubicBezTo>
                <a:cubicBezTo>
                  <a:pt x="239" y="350"/>
                  <a:pt x="239" y="350"/>
                  <a:pt x="239" y="350"/>
                </a:cubicBezTo>
                <a:cubicBezTo>
                  <a:pt x="658" y="350"/>
                  <a:pt x="658" y="350"/>
                  <a:pt x="658" y="350"/>
                </a:cubicBezTo>
                <a:cubicBezTo>
                  <a:pt x="674" y="350"/>
                  <a:pt x="687" y="337"/>
                  <a:pt x="687" y="321"/>
                </a:cubicBezTo>
                <a:cubicBezTo>
                  <a:pt x="687" y="305"/>
                  <a:pt x="674" y="292"/>
                  <a:pt x="658" y="292"/>
                </a:cubicBezTo>
                <a:moveTo>
                  <a:pt x="2432" y="292"/>
                </a:moveTo>
                <a:cubicBezTo>
                  <a:pt x="1984" y="292"/>
                  <a:pt x="1984" y="292"/>
                  <a:pt x="1984" y="292"/>
                </a:cubicBezTo>
                <a:cubicBezTo>
                  <a:pt x="1968" y="292"/>
                  <a:pt x="1955" y="305"/>
                  <a:pt x="1955" y="321"/>
                </a:cubicBezTo>
                <a:cubicBezTo>
                  <a:pt x="1955" y="337"/>
                  <a:pt x="1968" y="350"/>
                  <a:pt x="1984" y="350"/>
                </a:cubicBezTo>
                <a:cubicBezTo>
                  <a:pt x="2403" y="350"/>
                  <a:pt x="2403" y="350"/>
                  <a:pt x="2403" y="350"/>
                </a:cubicBezTo>
                <a:cubicBezTo>
                  <a:pt x="2403" y="912"/>
                  <a:pt x="2403" y="912"/>
                  <a:pt x="2403" y="912"/>
                </a:cubicBezTo>
                <a:cubicBezTo>
                  <a:pt x="2083" y="912"/>
                  <a:pt x="2083" y="912"/>
                  <a:pt x="2083" y="912"/>
                </a:cubicBezTo>
                <a:cubicBezTo>
                  <a:pt x="2068" y="912"/>
                  <a:pt x="2055" y="925"/>
                  <a:pt x="2055" y="941"/>
                </a:cubicBezTo>
                <a:cubicBezTo>
                  <a:pt x="2055" y="957"/>
                  <a:pt x="2068" y="970"/>
                  <a:pt x="2083" y="970"/>
                </a:cubicBezTo>
                <a:cubicBezTo>
                  <a:pt x="2432" y="970"/>
                  <a:pt x="2432" y="970"/>
                  <a:pt x="2432" y="970"/>
                </a:cubicBezTo>
                <a:cubicBezTo>
                  <a:pt x="2448" y="970"/>
                  <a:pt x="2461" y="957"/>
                  <a:pt x="2461" y="941"/>
                </a:cubicBezTo>
                <a:cubicBezTo>
                  <a:pt x="2461" y="321"/>
                  <a:pt x="2461" y="321"/>
                  <a:pt x="2461" y="321"/>
                </a:cubicBezTo>
                <a:cubicBezTo>
                  <a:pt x="2461" y="305"/>
                  <a:pt x="2448" y="292"/>
                  <a:pt x="2432" y="292"/>
                </a:cubicBezTo>
                <a:moveTo>
                  <a:pt x="1799" y="0"/>
                </a:moveTo>
                <a:cubicBezTo>
                  <a:pt x="843" y="0"/>
                  <a:pt x="843" y="0"/>
                  <a:pt x="843" y="0"/>
                </a:cubicBezTo>
                <a:cubicBezTo>
                  <a:pt x="827" y="0"/>
                  <a:pt x="814" y="13"/>
                  <a:pt x="814" y="29"/>
                </a:cubicBezTo>
                <a:cubicBezTo>
                  <a:pt x="814" y="45"/>
                  <a:pt x="827" y="58"/>
                  <a:pt x="843" y="58"/>
                </a:cubicBezTo>
                <a:cubicBezTo>
                  <a:pt x="1292" y="58"/>
                  <a:pt x="1292" y="58"/>
                  <a:pt x="1292" y="58"/>
                </a:cubicBezTo>
                <a:cubicBezTo>
                  <a:pt x="1292" y="602"/>
                  <a:pt x="1292" y="602"/>
                  <a:pt x="1292" y="602"/>
                </a:cubicBezTo>
                <a:cubicBezTo>
                  <a:pt x="989" y="602"/>
                  <a:pt x="989" y="602"/>
                  <a:pt x="989" y="602"/>
                </a:cubicBezTo>
                <a:cubicBezTo>
                  <a:pt x="973" y="602"/>
                  <a:pt x="960" y="615"/>
                  <a:pt x="960" y="631"/>
                </a:cubicBezTo>
                <a:cubicBezTo>
                  <a:pt x="960" y="647"/>
                  <a:pt x="973" y="660"/>
                  <a:pt x="989" y="660"/>
                </a:cubicBezTo>
                <a:cubicBezTo>
                  <a:pt x="1292" y="660"/>
                  <a:pt x="1292" y="660"/>
                  <a:pt x="1292" y="660"/>
                </a:cubicBezTo>
                <a:cubicBezTo>
                  <a:pt x="1292" y="1311"/>
                  <a:pt x="1292" y="1311"/>
                  <a:pt x="1292" y="1311"/>
                </a:cubicBezTo>
                <a:cubicBezTo>
                  <a:pt x="801" y="1311"/>
                  <a:pt x="801" y="1311"/>
                  <a:pt x="801" y="1311"/>
                </a:cubicBezTo>
                <a:cubicBezTo>
                  <a:pt x="801" y="1060"/>
                  <a:pt x="801" y="1060"/>
                  <a:pt x="801" y="1060"/>
                </a:cubicBezTo>
                <a:cubicBezTo>
                  <a:pt x="801" y="1044"/>
                  <a:pt x="788" y="1031"/>
                  <a:pt x="772" y="1031"/>
                </a:cubicBezTo>
                <a:cubicBezTo>
                  <a:pt x="756" y="1031"/>
                  <a:pt x="743" y="1044"/>
                  <a:pt x="743" y="1060"/>
                </a:cubicBezTo>
                <a:cubicBezTo>
                  <a:pt x="743" y="1340"/>
                  <a:pt x="743" y="1340"/>
                  <a:pt x="743" y="1340"/>
                </a:cubicBezTo>
                <a:cubicBezTo>
                  <a:pt x="743" y="1356"/>
                  <a:pt x="756" y="1369"/>
                  <a:pt x="772" y="1369"/>
                </a:cubicBezTo>
                <a:cubicBezTo>
                  <a:pt x="1292" y="1369"/>
                  <a:pt x="1292" y="1369"/>
                  <a:pt x="1292" y="1369"/>
                </a:cubicBezTo>
                <a:cubicBezTo>
                  <a:pt x="1292" y="2123"/>
                  <a:pt x="1292" y="2123"/>
                  <a:pt x="1292" y="2123"/>
                </a:cubicBezTo>
                <a:cubicBezTo>
                  <a:pt x="842" y="2123"/>
                  <a:pt x="842" y="2123"/>
                  <a:pt x="842" y="2123"/>
                </a:cubicBezTo>
                <a:cubicBezTo>
                  <a:pt x="842" y="1782"/>
                  <a:pt x="842" y="1782"/>
                  <a:pt x="842" y="1782"/>
                </a:cubicBezTo>
                <a:cubicBezTo>
                  <a:pt x="842" y="1766"/>
                  <a:pt x="829" y="1753"/>
                  <a:pt x="813" y="1753"/>
                </a:cubicBezTo>
                <a:cubicBezTo>
                  <a:pt x="433" y="1753"/>
                  <a:pt x="433" y="1753"/>
                  <a:pt x="433" y="1753"/>
                </a:cubicBezTo>
                <a:cubicBezTo>
                  <a:pt x="433" y="1476"/>
                  <a:pt x="433" y="1476"/>
                  <a:pt x="433" y="1476"/>
                </a:cubicBezTo>
                <a:cubicBezTo>
                  <a:pt x="433" y="1460"/>
                  <a:pt x="420" y="1447"/>
                  <a:pt x="404" y="1447"/>
                </a:cubicBezTo>
                <a:cubicBezTo>
                  <a:pt x="388" y="1447"/>
                  <a:pt x="375" y="1460"/>
                  <a:pt x="375" y="1476"/>
                </a:cubicBezTo>
                <a:cubicBezTo>
                  <a:pt x="375" y="1782"/>
                  <a:pt x="375" y="1782"/>
                  <a:pt x="375" y="1782"/>
                </a:cubicBezTo>
                <a:cubicBezTo>
                  <a:pt x="375" y="1798"/>
                  <a:pt x="388" y="1811"/>
                  <a:pt x="404" y="1811"/>
                </a:cubicBezTo>
                <a:cubicBezTo>
                  <a:pt x="784" y="1811"/>
                  <a:pt x="784" y="1811"/>
                  <a:pt x="784" y="1811"/>
                </a:cubicBezTo>
                <a:cubicBezTo>
                  <a:pt x="784" y="2669"/>
                  <a:pt x="784" y="2669"/>
                  <a:pt x="784" y="2669"/>
                </a:cubicBezTo>
                <a:cubicBezTo>
                  <a:pt x="784" y="2685"/>
                  <a:pt x="797" y="2698"/>
                  <a:pt x="813" y="2698"/>
                </a:cubicBezTo>
                <a:cubicBezTo>
                  <a:pt x="829" y="2698"/>
                  <a:pt x="842" y="2685"/>
                  <a:pt x="842" y="2669"/>
                </a:cubicBezTo>
                <a:cubicBezTo>
                  <a:pt x="842" y="2181"/>
                  <a:pt x="842" y="2181"/>
                  <a:pt x="842" y="2181"/>
                </a:cubicBezTo>
                <a:cubicBezTo>
                  <a:pt x="1292" y="2181"/>
                  <a:pt x="1292" y="2181"/>
                  <a:pt x="1292" y="2181"/>
                </a:cubicBezTo>
                <a:cubicBezTo>
                  <a:pt x="1292" y="3036"/>
                  <a:pt x="1292" y="3036"/>
                  <a:pt x="1292" y="3036"/>
                </a:cubicBezTo>
                <a:cubicBezTo>
                  <a:pt x="921" y="3036"/>
                  <a:pt x="921" y="3036"/>
                  <a:pt x="921" y="3036"/>
                </a:cubicBezTo>
                <a:cubicBezTo>
                  <a:pt x="905" y="3036"/>
                  <a:pt x="892" y="3049"/>
                  <a:pt x="892" y="3065"/>
                </a:cubicBezTo>
                <a:cubicBezTo>
                  <a:pt x="892" y="3081"/>
                  <a:pt x="905" y="3094"/>
                  <a:pt x="921" y="3094"/>
                </a:cubicBezTo>
                <a:cubicBezTo>
                  <a:pt x="1321" y="3094"/>
                  <a:pt x="1321" y="3094"/>
                  <a:pt x="1321" y="3094"/>
                </a:cubicBezTo>
                <a:cubicBezTo>
                  <a:pt x="1722" y="3094"/>
                  <a:pt x="1722" y="3094"/>
                  <a:pt x="1722" y="3094"/>
                </a:cubicBezTo>
                <a:cubicBezTo>
                  <a:pt x="1738" y="3094"/>
                  <a:pt x="1751" y="3081"/>
                  <a:pt x="1751" y="3065"/>
                </a:cubicBezTo>
                <a:cubicBezTo>
                  <a:pt x="1751" y="3049"/>
                  <a:pt x="1738" y="3036"/>
                  <a:pt x="1722" y="3036"/>
                </a:cubicBezTo>
                <a:cubicBezTo>
                  <a:pt x="1350" y="3036"/>
                  <a:pt x="1350" y="3036"/>
                  <a:pt x="1350" y="3036"/>
                </a:cubicBezTo>
                <a:cubicBezTo>
                  <a:pt x="1350" y="2181"/>
                  <a:pt x="1350" y="2181"/>
                  <a:pt x="1350" y="2181"/>
                </a:cubicBezTo>
                <a:cubicBezTo>
                  <a:pt x="1800" y="2181"/>
                  <a:pt x="1800" y="2181"/>
                  <a:pt x="1800" y="2181"/>
                </a:cubicBezTo>
                <a:cubicBezTo>
                  <a:pt x="1800" y="2669"/>
                  <a:pt x="1800" y="2669"/>
                  <a:pt x="1800" y="2669"/>
                </a:cubicBezTo>
                <a:cubicBezTo>
                  <a:pt x="1800" y="2685"/>
                  <a:pt x="1813" y="2698"/>
                  <a:pt x="1829" y="2698"/>
                </a:cubicBezTo>
                <a:cubicBezTo>
                  <a:pt x="1845" y="2698"/>
                  <a:pt x="1858" y="2685"/>
                  <a:pt x="1858" y="2669"/>
                </a:cubicBezTo>
                <a:cubicBezTo>
                  <a:pt x="1858" y="1811"/>
                  <a:pt x="1858" y="1811"/>
                  <a:pt x="1858" y="1811"/>
                </a:cubicBezTo>
                <a:cubicBezTo>
                  <a:pt x="2239" y="1811"/>
                  <a:pt x="2239" y="1811"/>
                  <a:pt x="2239" y="1811"/>
                </a:cubicBezTo>
                <a:cubicBezTo>
                  <a:pt x="2254" y="1811"/>
                  <a:pt x="2267" y="1798"/>
                  <a:pt x="2267" y="1782"/>
                </a:cubicBezTo>
                <a:cubicBezTo>
                  <a:pt x="2267" y="1476"/>
                  <a:pt x="2267" y="1476"/>
                  <a:pt x="2267" y="1476"/>
                </a:cubicBezTo>
                <a:cubicBezTo>
                  <a:pt x="2267" y="1460"/>
                  <a:pt x="2254" y="1447"/>
                  <a:pt x="2239" y="1447"/>
                </a:cubicBezTo>
                <a:cubicBezTo>
                  <a:pt x="2223" y="1447"/>
                  <a:pt x="2210" y="1460"/>
                  <a:pt x="2210" y="1476"/>
                </a:cubicBezTo>
                <a:cubicBezTo>
                  <a:pt x="2210" y="1753"/>
                  <a:pt x="2210" y="1753"/>
                  <a:pt x="2210" y="1753"/>
                </a:cubicBezTo>
                <a:cubicBezTo>
                  <a:pt x="1829" y="1753"/>
                  <a:pt x="1829" y="1753"/>
                  <a:pt x="1829" y="1753"/>
                </a:cubicBezTo>
                <a:cubicBezTo>
                  <a:pt x="1813" y="1753"/>
                  <a:pt x="1800" y="1766"/>
                  <a:pt x="1800" y="1782"/>
                </a:cubicBezTo>
                <a:cubicBezTo>
                  <a:pt x="1800" y="2123"/>
                  <a:pt x="1800" y="2123"/>
                  <a:pt x="1800" y="2123"/>
                </a:cubicBezTo>
                <a:cubicBezTo>
                  <a:pt x="1350" y="2123"/>
                  <a:pt x="1350" y="2123"/>
                  <a:pt x="1350" y="2123"/>
                </a:cubicBezTo>
                <a:cubicBezTo>
                  <a:pt x="1350" y="1369"/>
                  <a:pt x="1350" y="1369"/>
                  <a:pt x="1350" y="1369"/>
                </a:cubicBezTo>
                <a:cubicBezTo>
                  <a:pt x="1870" y="1369"/>
                  <a:pt x="1870" y="1369"/>
                  <a:pt x="1870" y="1369"/>
                </a:cubicBezTo>
                <a:cubicBezTo>
                  <a:pt x="1886" y="1369"/>
                  <a:pt x="1899" y="1356"/>
                  <a:pt x="1899" y="1340"/>
                </a:cubicBezTo>
                <a:cubicBezTo>
                  <a:pt x="1899" y="1060"/>
                  <a:pt x="1899" y="1060"/>
                  <a:pt x="1899" y="1060"/>
                </a:cubicBezTo>
                <a:cubicBezTo>
                  <a:pt x="1899" y="1044"/>
                  <a:pt x="1886" y="1031"/>
                  <a:pt x="1870" y="1031"/>
                </a:cubicBezTo>
                <a:cubicBezTo>
                  <a:pt x="1854" y="1031"/>
                  <a:pt x="1841" y="1044"/>
                  <a:pt x="1841" y="1060"/>
                </a:cubicBezTo>
                <a:cubicBezTo>
                  <a:pt x="1841" y="1311"/>
                  <a:pt x="1841" y="1311"/>
                  <a:pt x="1841" y="1311"/>
                </a:cubicBezTo>
                <a:cubicBezTo>
                  <a:pt x="1350" y="1311"/>
                  <a:pt x="1350" y="1311"/>
                  <a:pt x="1350" y="1311"/>
                </a:cubicBezTo>
                <a:cubicBezTo>
                  <a:pt x="1350" y="660"/>
                  <a:pt x="1350" y="660"/>
                  <a:pt x="1350" y="660"/>
                </a:cubicBezTo>
                <a:cubicBezTo>
                  <a:pt x="1643" y="660"/>
                  <a:pt x="1643" y="660"/>
                  <a:pt x="1643" y="660"/>
                </a:cubicBezTo>
                <a:cubicBezTo>
                  <a:pt x="1659" y="660"/>
                  <a:pt x="1672" y="647"/>
                  <a:pt x="1672" y="631"/>
                </a:cubicBezTo>
                <a:cubicBezTo>
                  <a:pt x="1672" y="615"/>
                  <a:pt x="1659" y="602"/>
                  <a:pt x="1643" y="602"/>
                </a:cubicBezTo>
                <a:cubicBezTo>
                  <a:pt x="1350" y="602"/>
                  <a:pt x="1350" y="602"/>
                  <a:pt x="1350" y="602"/>
                </a:cubicBezTo>
                <a:cubicBezTo>
                  <a:pt x="1350" y="58"/>
                  <a:pt x="1350" y="58"/>
                  <a:pt x="1350" y="58"/>
                </a:cubicBezTo>
                <a:cubicBezTo>
                  <a:pt x="1799" y="58"/>
                  <a:pt x="1799" y="58"/>
                  <a:pt x="1799" y="58"/>
                </a:cubicBezTo>
                <a:cubicBezTo>
                  <a:pt x="1815" y="58"/>
                  <a:pt x="1828" y="45"/>
                  <a:pt x="1828" y="29"/>
                </a:cubicBezTo>
                <a:cubicBezTo>
                  <a:pt x="1828" y="13"/>
                  <a:pt x="1815" y="0"/>
                  <a:pt x="1799" y="0"/>
                </a:cubicBezTo>
              </a:path>
            </a:pathLst>
          </a:custGeom>
          <a:solidFill>
            <a:schemeClr val="accent4">
              <a:alpha val="1000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12" name="TextBox 11">
            <a:extLst>
              <a:ext uri="{FF2B5EF4-FFF2-40B4-BE49-F238E27FC236}">
                <a16:creationId xmlns:a16="http://schemas.microsoft.com/office/drawing/2014/main" id="{2D286C11-828A-4F0B-B5E1-F318F95635E1}"/>
              </a:ext>
            </a:extLst>
          </p:cNvPr>
          <p:cNvSpPr txBox="1"/>
          <p:nvPr/>
        </p:nvSpPr>
        <p:spPr>
          <a:xfrm>
            <a:off x="546100" y="540000"/>
            <a:ext cx="671457" cy="621000"/>
          </a:xfrm>
          <a:custGeom>
            <a:avLst/>
            <a:gdLst/>
            <a:ahLst/>
            <a:cxnLst/>
            <a:rect l="l" t="t" r="r" b="b"/>
            <a:pathLst>
              <a:path w="444141" h="410766">
                <a:moveTo>
                  <a:pt x="278979" y="0"/>
                </a:moveTo>
                <a:lnTo>
                  <a:pt x="444141" y="0"/>
                </a:lnTo>
                <a:lnTo>
                  <a:pt x="444141" y="141201"/>
                </a:lnTo>
                <a:cubicBezTo>
                  <a:pt x="444141" y="217649"/>
                  <a:pt x="435298" y="272703"/>
                  <a:pt x="417612" y="306363"/>
                </a:cubicBezTo>
                <a:cubicBezTo>
                  <a:pt x="393080" y="352574"/>
                  <a:pt x="354856" y="387375"/>
                  <a:pt x="302940" y="410766"/>
                </a:cubicBezTo>
                <a:lnTo>
                  <a:pt x="265286" y="350007"/>
                </a:lnTo>
                <a:cubicBezTo>
                  <a:pt x="296094" y="337455"/>
                  <a:pt x="319057" y="317630"/>
                  <a:pt x="334175" y="290531"/>
                </a:cubicBezTo>
                <a:cubicBezTo>
                  <a:pt x="349294" y="263432"/>
                  <a:pt x="357709" y="226206"/>
                  <a:pt x="359420" y="178854"/>
                </a:cubicBezTo>
                <a:lnTo>
                  <a:pt x="278979" y="178854"/>
                </a:lnTo>
                <a:close/>
                <a:moveTo>
                  <a:pt x="13692" y="0"/>
                </a:moveTo>
                <a:lnTo>
                  <a:pt x="178854" y="0"/>
                </a:lnTo>
                <a:lnTo>
                  <a:pt x="178854" y="141201"/>
                </a:lnTo>
                <a:cubicBezTo>
                  <a:pt x="178854" y="217649"/>
                  <a:pt x="170012" y="272703"/>
                  <a:pt x="152326" y="306363"/>
                </a:cubicBezTo>
                <a:cubicBezTo>
                  <a:pt x="127794" y="352574"/>
                  <a:pt x="89570" y="387375"/>
                  <a:pt x="37654" y="410766"/>
                </a:cubicBezTo>
                <a:lnTo>
                  <a:pt x="0" y="350007"/>
                </a:lnTo>
                <a:cubicBezTo>
                  <a:pt x="30808" y="337455"/>
                  <a:pt x="53771" y="317630"/>
                  <a:pt x="68889" y="290531"/>
                </a:cubicBezTo>
                <a:cubicBezTo>
                  <a:pt x="84007" y="263432"/>
                  <a:pt x="92422" y="226206"/>
                  <a:pt x="94134" y="178854"/>
                </a:cubicBezTo>
                <a:lnTo>
                  <a:pt x="13692" y="178854"/>
                </a:lnTo>
                <a:close/>
              </a:path>
            </a:pathLst>
          </a:custGeom>
          <a:solidFill>
            <a:schemeClr val="accent4"/>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GB" sz="13800">
              <a:solidFill>
                <a:srgbClr val="B59E5F"/>
              </a:solidFill>
            </a:endParaRPr>
          </a:p>
        </p:txBody>
      </p:sp>
      <p:sp>
        <p:nvSpPr>
          <p:cNvPr id="10" name="Slide Number Placeholder 5">
            <a:extLst>
              <a:ext uri="{FF2B5EF4-FFF2-40B4-BE49-F238E27FC236}">
                <a16:creationId xmlns:a16="http://schemas.microsoft.com/office/drawing/2014/main" id="{B4FE89CE-5CDB-4DE9-B059-4719B2563F26}"/>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a:p>
        </p:txBody>
      </p:sp>
    </p:spTree>
    <p:extLst>
      <p:ext uri="{BB962C8B-B14F-4D97-AF65-F5344CB8AC3E}">
        <p14:creationId xmlns:p14="http://schemas.microsoft.com/office/powerpoint/2010/main" val="4290740534"/>
      </p:ext>
    </p:extLst>
  </p:cSld>
  <p:clrMapOvr>
    <a:masterClrMapping/>
  </p:clrMapOvr>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type="secHead" preserve="1">
  <p:cSld name="Quote - Light Blue">
    <p:bg>
      <p:bgPr>
        <a:solidFill>
          <a:srgbClr val="CAD8E4"/>
        </a:solidFill>
        <a:effectLst/>
      </p:bgPr>
    </p:bg>
    <p:spTree>
      <p:nvGrpSpPr>
        <p:cNvPr id="1" name=""/>
        <p:cNvGrpSpPr/>
        <p:nvPr/>
      </p:nvGrpSpPr>
      <p:grpSpPr>
        <a:xfrm>
          <a:off x="0" y="0"/>
          <a:ext cx="0" cy="0"/>
          <a:chOff x="0" y="0"/>
          <a:chExt cx="0" cy="0"/>
        </a:xfrm>
      </p:grpSpPr>
      <p:pic>
        <p:nvPicPr>
          <p:cNvPr id="8" name="Picture 7" descr="Shape&#10;&#10;Description automatically generated with medium confidence">
            <a:extLst>
              <a:ext uri="{FF2B5EF4-FFF2-40B4-BE49-F238E27FC236}">
                <a16:creationId xmlns:a16="http://schemas.microsoft.com/office/drawing/2014/main" id="{EF1EC179-E635-4D48-8EBF-C7A43205B6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8464564-6547-498D-A220-7B346E5B1408}"/>
              </a:ext>
            </a:extLst>
          </p:cNvPr>
          <p:cNvSpPr>
            <a:spLocks noGrp="1"/>
          </p:cNvSpPr>
          <p:nvPr>
            <p:ph type="title"/>
          </p:nvPr>
        </p:nvSpPr>
        <p:spPr>
          <a:xfrm>
            <a:off x="1219200" y="1485000"/>
            <a:ext cx="6642100" cy="2429818"/>
          </a:xfrm>
        </p:spPr>
        <p:txBody>
          <a:bodyPr anchor="b">
            <a:normAutofit/>
          </a:bodyPr>
          <a:lstStyle>
            <a:lvl1pPr>
              <a:defRPr sz="6000" b="0" i="1">
                <a:solidFill>
                  <a:srgbClr val="3F1A01"/>
                </a:solidFill>
                <a:latin typeface="Times New Roman" panose="02020603050405020304" pitchFamily="18" charset="0"/>
                <a:cs typeface="Times New Roman" panose="02020603050405020304" pitchFamily="18" charset="0"/>
              </a:defRPr>
            </a:lvl1p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1592638D-BCB6-4F07-9847-FBAA9B3609B5}"/>
              </a:ext>
            </a:extLst>
          </p:cNvPr>
          <p:cNvSpPr>
            <a:spLocks noGrp="1"/>
          </p:cNvSpPr>
          <p:nvPr>
            <p:ph type="body" idx="1"/>
          </p:nvPr>
        </p:nvSpPr>
        <p:spPr>
          <a:xfrm>
            <a:off x="1219200" y="4238818"/>
            <a:ext cx="6642100" cy="1203175"/>
          </a:xfrm>
          <a:prstGeom prst="rect">
            <a:avLst/>
          </a:prstGeom>
        </p:spPr>
        <p:txBody>
          <a:bodyPr/>
          <a:lstStyle>
            <a:lvl1pPr marL="0" indent="0">
              <a:buNone/>
              <a:defRPr sz="1600">
                <a:solidFill>
                  <a:srgbClr val="3F1A01"/>
                </a:solidFill>
                <a:latin typeface="+mn-lt"/>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6" name="Freeform 9">
            <a:extLst>
              <a:ext uri="{FF2B5EF4-FFF2-40B4-BE49-F238E27FC236}">
                <a16:creationId xmlns:a16="http://schemas.microsoft.com/office/drawing/2014/main" id="{C2D8A25E-CAAF-4846-8D8A-7A9026C78018}"/>
              </a:ext>
            </a:extLst>
          </p:cNvPr>
          <p:cNvSpPr>
            <a:spLocks noEditPoints="1"/>
          </p:cNvSpPr>
          <p:nvPr/>
        </p:nvSpPr>
        <p:spPr bwMode="auto">
          <a:xfrm>
            <a:off x="8102600" y="-2176101"/>
            <a:ext cx="8385175" cy="9817101"/>
          </a:xfrm>
          <a:custGeom>
            <a:avLst/>
            <a:gdLst>
              <a:gd name="T0" fmla="*/ 276 w 2642"/>
              <a:gd name="T1" fmla="*/ 2871 h 3094"/>
              <a:gd name="T2" fmla="*/ 588 w 2642"/>
              <a:gd name="T3" fmla="*/ 2871 h 3094"/>
              <a:gd name="T4" fmla="*/ 2083 w 2642"/>
              <a:gd name="T5" fmla="*/ 2843 h 3094"/>
              <a:gd name="T6" fmla="*/ 2338 w 2642"/>
              <a:gd name="T7" fmla="*/ 2900 h 3094"/>
              <a:gd name="T8" fmla="*/ 29 w 2642"/>
              <a:gd name="T9" fmla="*/ 1219 h 3094"/>
              <a:gd name="T10" fmla="*/ 29 w 2642"/>
              <a:gd name="T11" fmla="*/ 2444 h 3094"/>
              <a:gd name="T12" fmla="*/ 559 w 2642"/>
              <a:gd name="T13" fmla="*/ 2386 h 3094"/>
              <a:gd name="T14" fmla="*/ 29 w 2642"/>
              <a:gd name="T15" fmla="*/ 1219 h 3094"/>
              <a:gd name="T16" fmla="*/ 2584 w 2642"/>
              <a:gd name="T17" fmla="*/ 2386 h 3094"/>
              <a:gd name="T18" fmla="*/ 2083 w 2642"/>
              <a:gd name="T19" fmla="*/ 2444 h 3094"/>
              <a:gd name="T20" fmla="*/ 2642 w 2642"/>
              <a:gd name="T21" fmla="*/ 1248 h 3094"/>
              <a:gd name="T22" fmla="*/ 210 w 2642"/>
              <a:gd name="T23" fmla="*/ 292 h 3094"/>
              <a:gd name="T24" fmla="*/ 210 w 2642"/>
              <a:gd name="T25" fmla="*/ 970 h 3094"/>
              <a:gd name="T26" fmla="*/ 559 w 2642"/>
              <a:gd name="T27" fmla="*/ 912 h 3094"/>
              <a:gd name="T28" fmla="*/ 658 w 2642"/>
              <a:gd name="T29" fmla="*/ 350 h 3094"/>
              <a:gd name="T30" fmla="*/ 2432 w 2642"/>
              <a:gd name="T31" fmla="*/ 292 h 3094"/>
              <a:gd name="T32" fmla="*/ 1984 w 2642"/>
              <a:gd name="T33" fmla="*/ 350 h 3094"/>
              <a:gd name="T34" fmla="*/ 2083 w 2642"/>
              <a:gd name="T35" fmla="*/ 912 h 3094"/>
              <a:gd name="T36" fmla="*/ 2432 w 2642"/>
              <a:gd name="T37" fmla="*/ 970 h 3094"/>
              <a:gd name="T38" fmla="*/ 2432 w 2642"/>
              <a:gd name="T39" fmla="*/ 292 h 3094"/>
              <a:gd name="T40" fmla="*/ 814 w 2642"/>
              <a:gd name="T41" fmla="*/ 29 h 3094"/>
              <a:gd name="T42" fmla="*/ 1292 w 2642"/>
              <a:gd name="T43" fmla="*/ 602 h 3094"/>
              <a:gd name="T44" fmla="*/ 989 w 2642"/>
              <a:gd name="T45" fmla="*/ 660 h 3094"/>
              <a:gd name="T46" fmla="*/ 801 w 2642"/>
              <a:gd name="T47" fmla="*/ 1311 h 3094"/>
              <a:gd name="T48" fmla="*/ 743 w 2642"/>
              <a:gd name="T49" fmla="*/ 1060 h 3094"/>
              <a:gd name="T50" fmla="*/ 1292 w 2642"/>
              <a:gd name="T51" fmla="*/ 1369 h 3094"/>
              <a:gd name="T52" fmla="*/ 842 w 2642"/>
              <a:gd name="T53" fmla="*/ 1782 h 3094"/>
              <a:gd name="T54" fmla="*/ 433 w 2642"/>
              <a:gd name="T55" fmla="*/ 1476 h 3094"/>
              <a:gd name="T56" fmla="*/ 375 w 2642"/>
              <a:gd name="T57" fmla="*/ 1782 h 3094"/>
              <a:gd name="T58" fmla="*/ 784 w 2642"/>
              <a:gd name="T59" fmla="*/ 2669 h 3094"/>
              <a:gd name="T60" fmla="*/ 842 w 2642"/>
              <a:gd name="T61" fmla="*/ 2181 h 3094"/>
              <a:gd name="T62" fmla="*/ 921 w 2642"/>
              <a:gd name="T63" fmla="*/ 3036 h 3094"/>
              <a:gd name="T64" fmla="*/ 1321 w 2642"/>
              <a:gd name="T65" fmla="*/ 3094 h 3094"/>
              <a:gd name="T66" fmla="*/ 1722 w 2642"/>
              <a:gd name="T67" fmla="*/ 3036 h 3094"/>
              <a:gd name="T68" fmla="*/ 1800 w 2642"/>
              <a:gd name="T69" fmla="*/ 2181 h 3094"/>
              <a:gd name="T70" fmla="*/ 1858 w 2642"/>
              <a:gd name="T71" fmla="*/ 2669 h 3094"/>
              <a:gd name="T72" fmla="*/ 2267 w 2642"/>
              <a:gd name="T73" fmla="*/ 1782 h 3094"/>
              <a:gd name="T74" fmla="*/ 2210 w 2642"/>
              <a:gd name="T75" fmla="*/ 1476 h 3094"/>
              <a:gd name="T76" fmla="*/ 1800 w 2642"/>
              <a:gd name="T77" fmla="*/ 1782 h 3094"/>
              <a:gd name="T78" fmla="*/ 1350 w 2642"/>
              <a:gd name="T79" fmla="*/ 1369 h 3094"/>
              <a:gd name="T80" fmla="*/ 1899 w 2642"/>
              <a:gd name="T81" fmla="*/ 1060 h 3094"/>
              <a:gd name="T82" fmla="*/ 1841 w 2642"/>
              <a:gd name="T83" fmla="*/ 1311 h 3094"/>
              <a:gd name="T84" fmla="*/ 1643 w 2642"/>
              <a:gd name="T85" fmla="*/ 660 h 3094"/>
              <a:gd name="T86" fmla="*/ 1350 w 2642"/>
              <a:gd name="T87" fmla="*/ 602 h 3094"/>
              <a:gd name="T88" fmla="*/ 1828 w 2642"/>
              <a:gd name="T89" fmla="*/ 29 h 3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42" h="3094">
                <a:moveTo>
                  <a:pt x="559" y="2843"/>
                </a:moveTo>
                <a:cubicBezTo>
                  <a:pt x="305" y="2843"/>
                  <a:pt x="305" y="2843"/>
                  <a:pt x="305" y="2843"/>
                </a:cubicBezTo>
                <a:cubicBezTo>
                  <a:pt x="289" y="2843"/>
                  <a:pt x="276" y="2856"/>
                  <a:pt x="276" y="2871"/>
                </a:cubicBezTo>
                <a:cubicBezTo>
                  <a:pt x="276" y="2887"/>
                  <a:pt x="289" y="2900"/>
                  <a:pt x="305" y="2900"/>
                </a:cubicBezTo>
                <a:cubicBezTo>
                  <a:pt x="559" y="2900"/>
                  <a:pt x="559" y="2900"/>
                  <a:pt x="559" y="2900"/>
                </a:cubicBezTo>
                <a:cubicBezTo>
                  <a:pt x="575" y="2900"/>
                  <a:pt x="588" y="2887"/>
                  <a:pt x="588" y="2871"/>
                </a:cubicBezTo>
                <a:cubicBezTo>
                  <a:pt x="588" y="2856"/>
                  <a:pt x="575" y="2843"/>
                  <a:pt x="559" y="2843"/>
                </a:cubicBezTo>
                <a:moveTo>
                  <a:pt x="2338" y="2843"/>
                </a:moveTo>
                <a:cubicBezTo>
                  <a:pt x="2083" y="2843"/>
                  <a:pt x="2083" y="2843"/>
                  <a:pt x="2083" y="2843"/>
                </a:cubicBezTo>
                <a:cubicBezTo>
                  <a:pt x="2068" y="2843"/>
                  <a:pt x="2055" y="2856"/>
                  <a:pt x="2055" y="2871"/>
                </a:cubicBezTo>
                <a:cubicBezTo>
                  <a:pt x="2055" y="2887"/>
                  <a:pt x="2068" y="2900"/>
                  <a:pt x="2083" y="2900"/>
                </a:cubicBezTo>
                <a:cubicBezTo>
                  <a:pt x="2338" y="2900"/>
                  <a:pt x="2338" y="2900"/>
                  <a:pt x="2338" y="2900"/>
                </a:cubicBezTo>
                <a:cubicBezTo>
                  <a:pt x="2354" y="2900"/>
                  <a:pt x="2366" y="2887"/>
                  <a:pt x="2366" y="2871"/>
                </a:cubicBezTo>
                <a:cubicBezTo>
                  <a:pt x="2366" y="2856"/>
                  <a:pt x="2354" y="2843"/>
                  <a:pt x="2338" y="2843"/>
                </a:cubicBezTo>
                <a:moveTo>
                  <a:pt x="29" y="1219"/>
                </a:moveTo>
                <a:cubicBezTo>
                  <a:pt x="13" y="1219"/>
                  <a:pt x="0" y="1232"/>
                  <a:pt x="0" y="1248"/>
                </a:cubicBezTo>
                <a:cubicBezTo>
                  <a:pt x="0" y="2415"/>
                  <a:pt x="0" y="2415"/>
                  <a:pt x="0" y="2415"/>
                </a:cubicBezTo>
                <a:cubicBezTo>
                  <a:pt x="0" y="2431"/>
                  <a:pt x="13" y="2444"/>
                  <a:pt x="29" y="2444"/>
                </a:cubicBezTo>
                <a:cubicBezTo>
                  <a:pt x="559" y="2444"/>
                  <a:pt x="559" y="2444"/>
                  <a:pt x="559" y="2444"/>
                </a:cubicBezTo>
                <a:cubicBezTo>
                  <a:pt x="575" y="2444"/>
                  <a:pt x="588" y="2431"/>
                  <a:pt x="588" y="2415"/>
                </a:cubicBezTo>
                <a:cubicBezTo>
                  <a:pt x="588" y="2399"/>
                  <a:pt x="575" y="2386"/>
                  <a:pt x="559" y="2386"/>
                </a:cubicBezTo>
                <a:cubicBezTo>
                  <a:pt x="58" y="2386"/>
                  <a:pt x="58" y="2386"/>
                  <a:pt x="58" y="2386"/>
                </a:cubicBezTo>
                <a:cubicBezTo>
                  <a:pt x="58" y="1248"/>
                  <a:pt x="58" y="1248"/>
                  <a:pt x="58" y="1248"/>
                </a:cubicBezTo>
                <a:cubicBezTo>
                  <a:pt x="58" y="1232"/>
                  <a:pt x="45" y="1219"/>
                  <a:pt x="29" y="1219"/>
                </a:cubicBezTo>
                <a:moveTo>
                  <a:pt x="2613" y="1219"/>
                </a:moveTo>
                <a:cubicBezTo>
                  <a:pt x="2597" y="1219"/>
                  <a:pt x="2584" y="1232"/>
                  <a:pt x="2584" y="1248"/>
                </a:cubicBezTo>
                <a:cubicBezTo>
                  <a:pt x="2584" y="2386"/>
                  <a:pt x="2584" y="2386"/>
                  <a:pt x="2584" y="2386"/>
                </a:cubicBezTo>
                <a:cubicBezTo>
                  <a:pt x="2083" y="2386"/>
                  <a:pt x="2083" y="2386"/>
                  <a:pt x="2083" y="2386"/>
                </a:cubicBezTo>
                <a:cubicBezTo>
                  <a:pt x="2067" y="2386"/>
                  <a:pt x="2055" y="2399"/>
                  <a:pt x="2055" y="2415"/>
                </a:cubicBezTo>
                <a:cubicBezTo>
                  <a:pt x="2055" y="2431"/>
                  <a:pt x="2067" y="2444"/>
                  <a:pt x="2083" y="2444"/>
                </a:cubicBezTo>
                <a:cubicBezTo>
                  <a:pt x="2613" y="2444"/>
                  <a:pt x="2613" y="2444"/>
                  <a:pt x="2613" y="2444"/>
                </a:cubicBezTo>
                <a:cubicBezTo>
                  <a:pt x="2629" y="2444"/>
                  <a:pt x="2642" y="2431"/>
                  <a:pt x="2642" y="2415"/>
                </a:cubicBezTo>
                <a:cubicBezTo>
                  <a:pt x="2642" y="1248"/>
                  <a:pt x="2642" y="1248"/>
                  <a:pt x="2642" y="1248"/>
                </a:cubicBezTo>
                <a:cubicBezTo>
                  <a:pt x="2642" y="1232"/>
                  <a:pt x="2629" y="1219"/>
                  <a:pt x="2613" y="1219"/>
                </a:cubicBezTo>
                <a:moveTo>
                  <a:pt x="658" y="292"/>
                </a:moveTo>
                <a:cubicBezTo>
                  <a:pt x="210" y="292"/>
                  <a:pt x="210" y="292"/>
                  <a:pt x="210" y="292"/>
                </a:cubicBezTo>
                <a:cubicBezTo>
                  <a:pt x="194" y="292"/>
                  <a:pt x="181" y="305"/>
                  <a:pt x="181" y="321"/>
                </a:cubicBezTo>
                <a:cubicBezTo>
                  <a:pt x="181" y="941"/>
                  <a:pt x="181" y="941"/>
                  <a:pt x="181" y="941"/>
                </a:cubicBezTo>
                <a:cubicBezTo>
                  <a:pt x="181" y="957"/>
                  <a:pt x="194" y="970"/>
                  <a:pt x="210" y="970"/>
                </a:cubicBezTo>
                <a:cubicBezTo>
                  <a:pt x="559" y="970"/>
                  <a:pt x="559" y="970"/>
                  <a:pt x="559" y="970"/>
                </a:cubicBezTo>
                <a:cubicBezTo>
                  <a:pt x="575" y="970"/>
                  <a:pt x="588" y="957"/>
                  <a:pt x="588" y="941"/>
                </a:cubicBezTo>
                <a:cubicBezTo>
                  <a:pt x="588" y="925"/>
                  <a:pt x="575" y="912"/>
                  <a:pt x="559" y="912"/>
                </a:cubicBezTo>
                <a:cubicBezTo>
                  <a:pt x="239" y="912"/>
                  <a:pt x="239" y="912"/>
                  <a:pt x="239" y="912"/>
                </a:cubicBezTo>
                <a:cubicBezTo>
                  <a:pt x="239" y="350"/>
                  <a:pt x="239" y="350"/>
                  <a:pt x="239" y="350"/>
                </a:cubicBezTo>
                <a:cubicBezTo>
                  <a:pt x="658" y="350"/>
                  <a:pt x="658" y="350"/>
                  <a:pt x="658" y="350"/>
                </a:cubicBezTo>
                <a:cubicBezTo>
                  <a:pt x="674" y="350"/>
                  <a:pt x="687" y="337"/>
                  <a:pt x="687" y="321"/>
                </a:cubicBezTo>
                <a:cubicBezTo>
                  <a:pt x="687" y="305"/>
                  <a:pt x="674" y="292"/>
                  <a:pt x="658" y="292"/>
                </a:cubicBezTo>
                <a:moveTo>
                  <a:pt x="2432" y="292"/>
                </a:moveTo>
                <a:cubicBezTo>
                  <a:pt x="1984" y="292"/>
                  <a:pt x="1984" y="292"/>
                  <a:pt x="1984" y="292"/>
                </a:cubicBezTo>
                <a:cubicBezTo>
                  <a:pt x="1968" y="292"/>
                  <a:pt x="1955" y="305"/>
                  <a:pt x="1955" y="321"/>
                </a:cubicBezTo>
                <a:cubicBezTo>
                  <a:pt x="1955" y="337"/>
                  <a:pt x="1968" y="350"/>
                  <a:pt x="1984" y="350"/>
                </a:cubicBezTo>
                <a:cubicBezTo>
                  <a:pt x="2403" y="350"/>
                  <a:pt x="2403" y="350"/>
                  <a:pt x="2403" y="350"/>
                </a:cubicBezTo>
                <a:cubicBezTo>
                  <a:pt x="2403" y="912"/>
                  <a:pt x="2403" y="912"/>
                  <a:pt x="2403" y="912"/>
                </a:cubicBezTo>
                <a:cubicBezTo>
                  <a:pt x="2083" y="912"/>
                  <a:pt x="2083" y="912"/>
                  <a:pt x="2083" y="912"/>
                </a:cubicBezTo>
                <a:cubicBezTo>
                  <a:pt x="2068" y="912"/>
                  <a:pt x="2055" y="925"/>
                  <a:pt x="2055" y="941"/>
                </a:cubicBezTo>
                <a:cubicBezTo>
                  <a:pt x="2055" y="957"/>
                  <a:pt x="2068" y="970"/>
                  <a:pt x="2083" y="970"/>
                </a:cubicBezTo>
                <a:cubicBezTo>
                  <a:pt x="2432" y="970"/>
                  <a:pt x="2432" y="970"/>
                  <a:pt x="2432" y="970"/>
                </a:cubicBezTo>
                <a:cubicBezTo>
                  <a:pt x="2448" y="970"/>
                  <a:pt x="2461" y="957"/>
                  <a:pt x="2461" y="941"/>
                </a:cubicBezTo>
                <a:cubicBezTo>
                  <a:pt x="2461" y="321"/>
                  <a:pt x="2461" y="321"/>
                  <a:pt x="2461" y="321"/>
                </a:cubicBezTo>
                <a:cubicBezTo>
                  <a:pt x="2461" y="305"/>
                  <a:pt x="2448" y="292"/>
                  <a:pt x="2432" y="292"/>
                </a:cubicBezTo>
                <a:moveTo>
                  <a:pt x="1799" y="0"/>
                </a:moveTo>
                <a:cubicBezTo>
                  <a:pt x="843" y="0"/>
                  <a:pt x="843" y="0"/>
                  <a:pt x="843" y="0"/>
                </a:cubicBezTo>
                <a:cubicBezTo>
                  <a:pt x="827" y="0"/>
                  <a:pt x="814" y="13"/>
                  <a:pt x="814" y="29"/>
                </a:cubicBezTo>
                <a:cubicBezTo>
                  <a:pt x="814" y="45"/>
                  <a:pt x="827" y="58"/>
                  <a:pt x="843" y="58"/>
                </a:cubicBezTo>
                <a:cubicBezTo>
                  <a:pt x="1292" y="58"/>
                  <a:pt x="1292" y="58"/>
                  <a:pt x="1292" y="58"/>
                </a:cubicBezTo>
                <a:cubicBezTo>
                  <a:pt x="1292" y="602"/>
                  <a:pt x="1292" y="602"/>
                  <a:pt x="1292" y="602"/>
                </a:cubicBezTo>
                <a:cubicBezTo>
                  <a:pt x="989" y="602"/>
                  <a:pt x="989" y="602"/>
                  <a:pt x="989" y="602"/>
                </a:cubicBezTo>
                <a:cubicBezTo>
                  <a:pt x="973" y="602"/>
                  <a:pt x="960" y="615"/>
                  <a:pt x="960" y="631"/>
                </a:cubicBezTo>
                <a:cubicBezTo>
                  <a:pt x="960" y="647"/>
                  <a:pt x="973" y="660"/>
                  <a:pt x="989" y="660"/>
                </a:cubicBezTo>
                <a:cubicBezTo>
                  <a:pt x="1292" y="660"/>
                  <a:pt x="1292" y="660"/>
                  <a:pt x="1292" y="660"/>
                </a:cubicBezTo>
                <a:cubicBezTo>
                  <a:pt x="1292" y="1311"/>
                  <a:pt x="1292" y="1311"/>
                  <a:pt x="1292" y="1311"/>
                </a:cubicBezTo>
                <a:cubicBezTo>
                  <a:pt x="801" y="1311"/>
                  <a:pt x="801" y="1311"/>
                  <a:pt x="801" y="1311"/>
                </a:cubicBezTo>
                <a:cubicBezTo>
                  <a:pt x="801" y="1060"/>
                  <a:pt x="801" y="1060"/>
                  <a:pt x="801" y="1060"/>
                </a:cubicBezTo>
                <a:cubicBezTo>
                  <a:pt x="801" y="1044"/>
                  <a:pt x="788" y="1031"/>
                  <a:pt x="772" y="1031"/>
                </a:cubicBezTo>
                <a:cubicBezTo>
                  <a:pt x="756" y="1031"/>
                  <a:pt x="743" y="1044"/>
                  <a:pt x="743" y="1060"/>
                </a:cubicBezTo>
                <a:cubicBezTo>
                  <a:pt x="743" y="1340"/>
                  <a:pt x="743" y="1340"/>
                  <a:pt x="743" y="1340"/>
                </a:cubicBezTo>
                <a:cubicBezTo>
                  <a:pt x="743" y="1356"/>
                  <a:pt x="756" y="1369"/>
                  <a:pt x="772" y="1369"/>
                </a:cubicBezTo>
                <a:cubicBezTo>
                  <a:pt x="1292" y="1369"/>
                  <a:pt x="1292" y="1369"/>
                  <a:pt x="1292" y="1369"/>
                </a:cubicBezTo>
                <a:cubicBezTo>
                  <a:pt x="1292" y="2123"/>
                  <a:pt x="1292" y="2123"/>
                  <a:pt x="1292" y="2123"/>
                </a:cubicBezTo>
                <a:cubicBezTo>
                  <a:pt x="842" y="2123"/>
                  <a:pt x="842" y="2123"/>
                  <a:pt x="842" y="2123"/>
                </a:cubicBezTo>
                <a:cubicBezTo>
                  <a:pt x="842" y="1782"/>
                  <a:pt x="842" y="1782"/>
                  <a:pt x="842" y="1782"/>
                </a:cubicBezTo>
                <a:cubicBezTo>
                  <a:pt x="842" y="1766"/>
                  <a:pt x="829" y="1753"/>
                  <a:pt x="813" y="1753"/>
                </a:cubicBezTo>
                <a:cubicBezTo>
                  <a:pt x="433" y="1753"/>
                  <a:pt x="433" y="1753"/>
                  <a:pt x="433" y="1753"/>
                </a:cubicBezTo>
                <a:cubicBezTo>
                  <a:pt x="433" y="1476"/>
                  <a:pt x="433" y="1476"/>
                  <a:pt x="433" y="1476"/>
                </a:cubicBezTo>
                <a:cubicBezTo>
                  <a:pt x="433" y="1460"/>
                  <a:pt x="420" y="1447"/>
                  <a:pt x="404" y="1447"/>
                </a:cubicBezTo>
                <a:cubicBezTo>
                  <a:pt x="388" y="1447"/>
                  <a:pt x="375" y="1460"/>
                  <a:pt x="375" y="1476"/>
                </a:cubicBezTo>
                <a:cubicBezTo>
                  <a:pt x="375" y="1782"/>
                  <a:pt x="375" y="1782"/>
                  <a:pt x="375" y="1782"/>
                </a:cubicBezTo>
                <a:cubicBezTo>
                  <a:pt x="375" y="1798"/>
                  <a:pt x="388" y="1811"/>
                  <a:pt x="404" y="1811"/>
                </a:cubicBezTo>
                <a:cubicBezTo>
                  <a:pt x="784" y="1811"/>
                  <a:pt x="784" y="1811"/>
                  <a:pt x="784" y="1811"/>
                </a:cubicBezTo>
                <a:cubicBezTo>
                  <a:pt x="784" y="2669"/>
                  <a:pt x="784" y="2669"/>
                  <a:pt x="784" y="2669"/>
                </a:cubicBezTo>
                <a:cubicBezTo>
                  <a:pt x="784" y="2685"/>
                  <a:pt x="797" y="2698"/>
                  <a:pt x="813" y="2698"/>
                </a:cubicBezTo>
                <a:cubicBezTo>
                  <a:pt x="829" y="2698"/>
                  <a:pt x="842" y="2685"/>
                  <a:pt x="842" y="2669"/>
                </a:cubicBezTo>
                <a:cubicBezTo>
                  <a:pt x="842" y="2181"/>
                  <a:pt x="842" y="2181"/>
                  <a:pt x="842" y="2181"/>
                </a:cubicBezTo>
                <a:cubicBezTo>
                  <a:pt x="1292" y="2181"/>
                  <a:pt x="1292" y="2181"/>
                  <a:pt x="1292" y="2181"/>
                </a:cubicBezTo>
                <a:cubicBezTo>
                  <a:pt x="1292" y="3036"/>
                  <a:pt x="1292" y="3036"/>
                  <a:pt x="1292" y="3036"/>
                </a:cubicBezTo>
                <a:cubicBezTo>
                  <a:pt x="921" y="3036"/>
                  <a:pt x="921" y="3036"/>
                  <a:pt x="921" y="3036"/>
                </a:cubicBezTo>
                <a:cubicBezTo>
                  <a:pt x="905" y="3036"/>
                  <a:pt x="892" y="3049"/>
                  <a:pt x="892" y="3065"/>
                </a:cubicBezTo>
                <a:cubicBezTo>
                  <a:pt x="892" y="3081"/>
                  <a:pt x="905" y="3094"/>
                  <a:pt x="921" y="3094"/>
                </a:cubicBezTo>
                <a:cubicBezTo>
                  <a:pt x="1321" y="3094"/>
                  <a:pt x="1321" y="3094"/>
                  <a:pt x="1321" y="3094"/>
                </a:cubicBezTo>
                <a:cubicBezTo>
                  <a:pt x="1722" y="3094"/>
                  <a:pt x="1722" y="3094"/>
                  <a:pt x="1722" y="3094"/>
                </a:cubicBezTo>
                <a:cubicBezTo>
                  <a:pt x="1738" y="3094"/>
                  <a:pt x="1751" y="3081"/>
                  <a:pt x="1751" y="3065"/>
                </a:cubicBezTo>
                <a:cubicBezTo>
                  <a:pt x="1751" y="3049"/>
                  <a:pt x="1738" y="3036"/>
                  <a:pt x="1722" y="3036"/>
                </a:cubicBezTo>
                <a:cubicBezTo>
                  <a:pt x="1350" y="3036"/>
                  <a:pt x="1350" y="3036"/>
                  <a:pt x="1350" y="3036"/>
                </a:cubicBezTo>
                <a:cubicBezTo>
                  <a:pt x="1350" y="2181"/>
                  <a:pt x="1350" y="2181"/>
                  <a:pt x="1350" y="2181"/>
                </a:cubicBezTo>
                <a:cubicBezTo>
                  <a:pt x="1800" y="2181"/>
                  <a:pt x="1800" y="2181"/>
                  <a:pt x="1800" y="2181"/>
                </a:cubicBezTo>
                <a:cubicBezTo>
                  <a:pt x="1800" y="2669"/>
                  <a:pt x="1800" y="2669"/>
                  <a:pt x="1800" y="2669"/>
                </a:cubicBezTo>
                <a:cubicBezTo>
                  <a:pt x="1800" y="2685"/>
                  <a:pt x="1813" y="2698"/>
                  <a:pt x="1829" y="2698"/>
                </a:cubicBezTo>
                <a:cubicBezTo>
                  <a:pt x="1845" y="2698"/>
                  <a:pt x="1858" y="2685"/>
                  <a:pt x="1858" y="2669"/>
                </a:cubicBezTo>
                <a:cubicBezTo>
                  <a:pt x="1858" y="1811"/>
                  <a:pt x="1858" y="1811"/>
                  <a:pt x="1858" y="1811"/>
                </a:cubicBezTo>
                <a:cubicBezTo>
                  <a:pt x="2239" y="1811"/>
                  <a:pt x="2239" y="1811"/>
                  <a:pt x="2239" y="1811"/>
                </a:cubicBezTo>
                <a:cubicBezTo>
                  <a:pt x="2254" y="1811"/>
                  <a:pt x="2267" y="1798"/>
                  <a:pt x="2267" y="1782"/>
                </a:cubicBezTo>
                <a:cubicBezTo>
                  <a:pt x="2267" y="1476"/>
                  <a:pt x="2267" y="1476"/>
                  <a:pt x="2267" y="1476"/>
                </a:cubicBezTo>
                <a:cubicBezTo>
                  <a:pt x="2267" y="1460"/>
                  <a:pt x="2254" y="1447"/>
                  <a:pt x="2239" y="1447"/>
                </a:cubicBezTo>
                <a:cubicBezTo>
                  <a:pt x="2223" y="1447"/>
                  <a:pt x="2210" y="1460"/>
                  <a:pt x="2210" y="1476"/>
                </a:cubicBezTo>
                <a:cubicBezTo>
                  <a:pt x="2210" y="1753"/>
                  <a:pt x="2210" y="1753"/>
                  <a:pt x="2210" y="1753"/>
                </a:cubicBezTo>
                <a:cubicBezTo>
                  <a:pt x="1829" y="1753"/>
                  <a:pt x="1829" y="1753"/>
                  <a:pt x="1829" y="1753"/>
                </a:cubicBezTo>
                <a:cubicBezTo>
                  <a:pt x="1813" y="1753"/>
                  <a:pt x="1800" y="1766"/>
                  <a:pt x="1800" y="1782"/>
                </a:cubicBezTo>
                <a:cubicBezTo>
                  <a:pt x="1800" y="2123"/>
                  <a:pt x="1800" y="2123"/>
                  <a:pt x="1800" y="2123"/>
                </a:cubicBezTo>
                <a:cubicBezTo>
                  <a:pt x="1350" y="2123"/>
                  <a:pt x="1350" y="2123"/>
                  <a:pt x="1350" y="2123"/>
                </a:cubicBezTo>
                <a:cubicBezTo>
                  <a:pt x="1350" y="1369"/>
                  <a:pt x="1350" y="1369"/>
                  <a:pt x="1350" y="1369"/>
                </a:cubicBezTo>
                <a:cubicBezTo>
                  <a:pt x="1870" y="1369"/>
                  <a:pt x="1870" y="1369"/>
                  <a:pt x="1870" y="1369"/>
                </a:cubicBezTo>
                <a:cubicBezTo>
                  <a:pt x="1886" y="1369"/>
                  <a:pt x="1899" y="1356"/>
                  <a:pt x="1899" y="1340"/>
                </a:cubicBezTo>
                <a:cubicBezTo>
                  <a:pt x="1899" y="1060"/>
                  <a:pt x="1899" y="1060"/>
                  <a:pt x="1899" y="1060"/>
                </a:cubicBezTo>
                <a:cubicBezTo>
                  <a:pt x="1899" y="1044"/>
                  <a:pt x="1886" y="1031"/>
                  <a:pt x="1870" y="1031"/>
                </a:cubicBezTo>
                <a:cubicBezTo>
                  <a:pt x="1854" y="1031"/>
                  <a:pt x="1841" y="1044"/>
                  <a:pt x="1841" y="1060"/>
                </a:cubicBezTo>
                <a:cubicBezTo>
                  <a:pt x="1841" y="1311"/>
                  <a:pt x="1841" y="1311"/>
                  <a:pt x="1841" y="1311"/>
                </a:cubicBezTo>
                <a:cubicBezTo>
                  <a:pt x="1350" y="1311"/>
                  <a:pt x="1350" y="1311"/>
                  <a:pt x="1350" y="1311"/>
                </a:cubicBezTo>
                <a:cubicBezTo>
                  <a:pt x="1350" y="660"/>
                  <a:pt x="1350" y="660"/>
                  <a:pt x="1350" y="660"/>
                </a:cubicBezTo>
                <a:cubicBezTo>
                  <a:pt x="1643" y="660"/>
                  <a:pt x="1643" y="660"/>
                  <a:pt x="1643" y="660"/>
                </a:cubicBezTo>
                <a:cubicBezTo>
                  <a:pt x="1659" y="660"/>
                  <a:pt x="1672" y="647"/>
                  <a:pt x="1672" y="631"/>
                </a:cubicBezTo>
                <a:cubicBezTo>
                  <a:pt x="1672" y="615"/>
                  <a:pt x="1659" y="602"/>
                  <a:pt x="1643" y="602"/>
                </a:cubicBezTo>
                <a:cubicBezTo>
                  <a:pt x="1350" y="602"/>
                  <a:pt x="1350" y="602"/>
                  <a:pt x="1350" y="602"/>
                </a:cubicBezTo>
                <a:cubicBezTo>
                  <a:pt x="1350" y="58"/>
                  <a:pt x="1350" y="58"/>
                  <a:pt x="1350" y="58"/>
                </a:cubicBezTo>
                <a:cubicBezTo>
                  <a:pt x="1799" y="58"/>
                  <a:pt x="1799" y="58"/>
                  <a:pt x="1799" y="58"/>
                </a:cubicBezTo>
                <a:cubicBezTo>
                  <a:pt x="1815" y="58"/>
                  <a:pt x="1828" y="45"/>
                  <a:pt x="1828" y="29"/>
                </a:cubicBezTo>
                <a:cubicBezTo>
                  <a:pt x="1828" y="13"/>
                  <a:pt x="1815" y="0"/>
                  <a:pt x="1799" y="0"/>
                </a:cubicBezTo>
              </a:path>
            </a:pathLst>
          </a:custGeom>
          <a:solidFill>
            <a:schemeClr val="accent5">
              <a:alpha val="1000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12" name="TextBox 11">
            <a:extLst>
              <a:ext uri="{FF2B5EF4-FFF2-40B4-BE49-F238E27FC236}">
                <a16:creationId xmlns:a16="http://schemas.microsoft.com/office/drawing/2014/main" id="{2D286C11-828A-4F0B-B5E1-F318F95635E1}"/>
              </a:ext>
            </a:extLst>
          </p:cNvPr>
          <p:cNvSpPr txBox="1"/>
          <p:nvPr/>
        </p:nvSpPr>
        <p:spPr>
          <a:xfrm>
            <a:off x="546100" y="540000"/>
            <a:ext cx="671457" cy="621000"/>
          </a:xfrm>
          <a:custGeom>
            <a:avLst/>
            <a:gdLst/>
            <a:ahLst/>
            <a:cxnLst/>
            <a:rect l="l" t="t" r="r" b="b"/>
            <a:pathLst>
              <a:path w="444141" h="410766">
                <a:moveTo>
                  <a:pt x="278979" y="0"/>
                </a:moveTo>
                <a:lnTo>
                  <a:pt x="444141" y="0"/>
                </a:lnTo>
                <a:lnTo>
                  <a:pt x="444141" y="141201"/>
                </a:lnTo>
                <a:cubicBezTo>
                  <a:pt x="444141" y="217649"/>
                  <a:pt x="435298" y="272703"/>
                  <a:pt x="417612" y="306363"/>
                </a:cubicBezTo>
                <a:cubicBezTo>
                  <a:pt x="393080" y="352574"/>
                  <a:pt x="354856" y="387375"/>
                  <a:pt x="302940" y="410766"/>
                </a:cubicBezTo>
                <a:lnTo>
                  <a:pt x="265286" y="350007"/>
                </a:lnTo>
                <a:cubicBezTo>
                  <a:pt x="296094" y="337455"/>
                  <a:pt x="319057" y="317630"/>
                  <a:pt x="334175" y="290531"/>
                </a:cubicBezTo>
                <a:cubicBezTo>
                  <a:pt x="349294" y="263432"/>
                  <a:pt x="357709" y="226206"/>
                  <a:pt x="359420" y="178854"/>
                </a:cubicBezTo>
                <a:lnTo>
                  <a:pt x="278979" y="178854"/>
                </a:lnTo>
                <a:close/>
                <a:moveTo>
                  <a:pt x="13692" y="0"/>
                </a:moveTo>
                <a:lnTo>
                  <a:pt x="178854" y="0"/>
                </a:lnTo>
                <a:lnTo>
                  <a:pt x="178854" y="141201"/>
                </a:lnTo>
                <a:cubicBezTo>
                  <a:pt x="178854" y="217649"/>
                  <a:pt x="170012" y="272703"/>
                  <a:pt x="152326" y="306363"/>
                </a:cubicBezTo>
                <a:cubicBezTo>
                  <a:pt x="127794" y="352574"/>
                  <a:pt x="89570" y="387375"/>
                  <a:pt x="37654" y="410766"/>
                </a:cubicBezTo>
                <a:lnTo>
                  <a:pt x="0" y="350007"/>
                </a:lnTo>
                <a:cubicBezTo>
                  <a:pt x="30808" y="337455"/>
                  <a:pt x="53771" y="317630"/>
                  <a:pt x="68889" y="290531"/>
                </a:cubicBezTo>
                <a:cubicBezTo>
                  <a:pt x="84007" y="263432"/>
                  <a:pt x="92422" y="226206"/>
                  <a:pt x="94134" y="178854"/>
                </a:cubicBezTo>
                <a:lnTo>
                  <a:pt x="13692" y="178854"/>
                </a:lnTo>
                <a:close/>
              </a:path>
            </a:pathLst>
          </a:custGeom>
          <a:solidFill>
            <a:schemeClr val="accent5"/>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GB" sz="13800">
              <a:solidFill>
                <a:srgbClr val="B59E5F"/>
              </a:solidFill>
            </a:endParaRPr>
          </a:p>
        </p:txBody>
      </p:sp>
      <p:sp>
        <p:nvSpPr>
          <p:cNvPr id="10" name="Slide Number Placeholder 5">
            <a:extLst>
              <a:ext uri="{FF2B5EF4-FFF2-40B4-BE49-F238E27FC236}">
                <a16:creationId xmlns:a16="http://schemas.microsoft.com/office/drawing/2014/main" id="{CA4B47A1-8FE3-40D1-8D69-CC9AD2863E78}"/>
              </a:ext>
            </a:extLst>
          </p:cNvPr>
          <p:cNvSpPr>
            <a:spLocks noGrp="1"/>
          </p:cNvSpPr>
          <p:nvPr>
            <p:ph type="sldNum" sz="quarter" idx="4"/>
          </p:nvPr>
        </p:nvSpPr>
        <p:spPr>
          <a:xfrm>
            <a:off x="11326690" y="6434112"/>
            <a:ext cx="595310"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a:p>
        </p:txBody>
      </p:sp>
    </p:spTree>
    <p:extLst>
      <p:ext uri="{BB962C8B-B14F-4D97-AF65-F5344CB8AC3E}">
        <p14:creationId xmlns:p14="http://schemas.microsoft.com/office/powerpoint/2010/main" val="1846656571"/>
      </p:ext>
    </p:extLst>
  </p:cSld>
  <p:clrMapOvr>
    <a:masterClrMapping/>
  </p:clrMapOvr>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35" name="TextBox 34">
            <a:extLst>
              <a:ext uri="{FF2B5EF4-FFF2-40B4-BE49-F238E27FC236}">
                <a16:creationId xmlns:a16="http://schemas.microsoft.com/office/drawing/2014/main" id="{C4F08730-DBA8-4007-A284-175B2F954A12}"/>
              </a:ext>
            </a:extLst>
          </p:cNvPr>
          <p:cNvSpPr txBox="1"/>
          <p:nvPr/>
        </p:nvSpPr>
        <p:spPr>
          <a:xfrm>
            <a:off x="3318324" y="4444235"/>
            <a:ext cx="2651995" cy="1400383"/>
          </a:xfrm>
          <a:prstGeom prst="rect">
            <a:avLst/>
          </a:prstGeom>
          <a:noFill/>
        </p:spPr>
        <p:txBody>
          <a:bodyPr wrap="square">
            <a:spAutoFit/>
          </a:bodyPr>
          <a:lstStyle/>
          <a:p>
            <a:pPr fontAlgn="auto">
              <a:spcBef>
                <a:spcPts val="1200"/>
              </a:spcBef>
              <a:spcAft>
                <a:spcPts val="600"/>
              </a:spcAft>
              <a:buFont typeface="+mj-lt"/>
              <a:buNone/>
              <a:defRPr/>
            </a:pPr>
            <a:r>
              <a:rPr lang="en-GB" sz="1000" b="1" noProof="1">
                <a:solidFill>
                  <a:schemeClr val="tx1"/>
                </a:solidFill>
                <a:latin typeface="Arial" panose="020B0604020202020204" pitchFamily="34" charset="0"/>
                <a:cs typeface="Arial" panose="020B0604020202020204" pitchFamily="34" charset="0"/>
              </a:rPr>
              <a:t>Reset slide</a:t>
            </a:r>
          </a:p>
          <a:p>
            <a:pPr fontAlgn="auto">
              <a:spcBef>
                <a:spcPts val="1200"/>
              </a:spcBef>
              <a:spcAft>
                <a:spcPts val="600"/>
              </a:spcAft>
              <a:buFont typeface="+mj-lt"/>
              <a:buNone/>
              <a:defRPr/>
            </a:pPr>
            <a:endParaRPr lang="en-GB" sz="1000" b="1" noProof="1">
              <a:solidFill>
                <a:schemeClr val="tx1"/>
              </a:solidFill>
              <a:latin typeface="Arial" panose="020B0604020202020204" pitchFamily="34" charset="0"/>
              <a:cs typeface="Arial" panose="020B0604020202020204" pitchFamily="34" charset="0"/>
            </a:endParaRPr>
          </a:p>
          <a:p>
            <a:pPr marL="228600" marR="0" indent="-228600" algn="l" defTabSz="914400" rtl="0" eaLnBrk="1" fontAlgn="auto" latinLnBrk="0" hangingPunct="1">
              <a:lnSpc>
                <a:spcPct val="100000"/>
              </a:lnSpc>
              <a:spcBef>
                <a:spcPts val="0"/>
              </a:spcBef>
              <a:spcAft>
                <a:spcPts val="600"/>
              </a:spcAft>
              <a:buClrTx/>
              <a:buSzTx/>
              <a:buFont typeface="+mj-lt"/>
              <a:buAutoNum type="arabicPeriod"/>
              <a:tabLst/>
              <a:defRPr/>
            </a:pPr>
            <a:r>
              <a:rPr lang="en-GB" altLang="da-DK" sz="1000" noProof="1">
                <a:solidFill>
                  <a:schemeClr val="tx1"/>
                </a:solidFill>
                <a:latin typeface="Arial" panose="020B0604020202020204" pitchFamily="34" charset="0"/>
                <a:cs typeface="Arial" panose="020B0604020202020204" pitchFamily="34" charset="0"/>
              </a:rPr>
              <a:t>Click the </a:t>
            </a:r>
            <a:r>
              <a:rPr lang="en-GB" altLang="da-DK" sz="1000" b="1" noProof="1">
                <a:solidFill>
                  <a:schemeClr val="tx1"/>
                </a:solidFill>
                <a:latin typeface="Arial" panose="020B0604020202020204" pitchFamily="34" charset="0"/>
                <a:cs typeface="Arial" panose="020B0604020202020204" pitchFamily="34" charset="0"/>
              </a:rPr>
              <a:t>Home - Tab</a:t>
            </a:r>
            <a:endParaRPr lang="en-GB" altLang="da-DK" sz="1000" b="1" strike="sngStrike" noProof="1">
              <a:solidFill>
                <a:schemeClr val="tx1"/>
              </a:solidFill>
              <a:latin typeface="Arial" panose="020B0604020202020204" pitchFamily="34" charset="0"/>
              <a:cs typeface="Arial" panose="020B0604020202020204" pitchFamily="34" charset="0"/>
            </a:endParaRPr>
          </a:p>
          <a:p>
            <a:pPr marL="228600" marR="0" indent="-228600" algn="l" defTabSz="914400" rtl="0" eaLnBrk="1" fontAlgn="auto" latinLnBrk="0" hangingPunct="1">
              <a:lnSpc>
                <a:spcPct val="100000"/>
              </a:lnSpc>
              <a:spcBef>
                <a:spcPts val="0"/>
              </a:spcBef>
              <a:spcAft>
                <a:spcPts val="600"/>
              </a:spcAft>
              <a:buClrTx/>
              <a:buSzTx/>
              <a:buFont typeface="+mj-lt"/>
              <a:buAutoNum type="arabicPeriod"/>
              <a:tabLst/>
              <a:defRPr/>
            </a:pPr>
            <a:r>
              <a:rPr lang="en-GB" altLang="da-DK" sz="1000" noProof="1">
                <a:solidFill>
                  <a:schemeClr val="tx1"/>
                </a:solidFill>
                <a:latin typeface="Arial" panose="020B0604020202020204" pitchFamily="34" charset="0"/>
                <a:cs typeface="Arial" panose="020B0604020202020204" pitchFamily="34" charset="0"/>
              </a:rPr>
              <a:t>Click the </a:t>
            </a:r>
            <a:r>
              <a:rPr lang="en-GB" altLang="da-DK" sz="1000" b="1" baseline="0" noProof="1">
                <a:solidFill>
                  <a:schemeClr val="tx1"/>
                </a:solidFill>
                <a:latin typeface="Arial" panose="020B0604020202020204" pitchFamily="34" charset="0"/>
                <a:cs typeface="Arial" panose="020B0604020202020204" pitchFamily="34" charset="0"/>
              </a:rPr>
              <a:t>Reset </a:t>
            </a:r>
            <a:r>
              <a:rPr lang="en-GB" altLang="da-DK" sz="1000" noProof="1">
                <a:solidFill>
                  <a:schemeClr val="tx1"/>
                </a:solidFill>
                <a:latin typeface="Arial" panose="020B0604020202020204" pitchFamily="34" charset="0"/>
                <a:cs typeface="Arial" panose="020B0604020202020204" pitchFamily="34" charset="0"/>
              </a:rPr>
              <a:t>menu to reset position, size</a:t>
            </a:r>
            <a:r>
              <a:rPr lang="en-GB" altLang="da-DK" sz="1000" baseline="0" noProof="1">
                <a:solidFill>
                  <a:schemeClr val="tx1"/>
                </a:solidFill>
                <a:latin typeface="Arial" panose="020B0604020202020204" pitchFamily="34" charset="0"/>
                <a:cs typeface="Arial" panose="020B0604020202020204" pitchFamily="34" charset="0"/>
              </a:rPr>
              <a:t> and formatting of the slide placeholders to their default settings</a:t>
            </a:r>
            <a:endParaRPr lang="en-GB" altLang="da-DK" sz="1000" noProof="1">
              <a:solidFill>
                <a:schemeClr val="tx1"/>
              </a:solidFill>
              <a:latin typeface="Arial" panose="020B0604020202020204" pitchFamily="34" charset="0"/>
              <a:cs typeface="Arial" panose="020B0604020202020204" pitchFamily="34" charset="0"/>
            </a:endParaRPr>
          </a:p>
        </p:txBody>
      </p:sp>
      <p:sp>
        <p:nvSpPr>
          <p:cNvPr id="48" name="TextBox 47">
            <a:extLst>
              <a:ext uri="{FF2B5EF4-FFF2-40B4-BE49-F238E27FC236}">
                <a16:creationId xmlns:a16="http://schemas.microsoft.com/office/drawing/2014/main" id="{29B69258-0759-4F9D-8A5C-C6B044632BCA}"/>
              </a:ext>
            </a:extLst>
          </p:cNvPr>
          <p:cNvSpPr txBox="1"/>
          <p:nvPr/>
        </p:nvSpPr>
        <p:spPr>
          <a:xfrm>
            <a:off x="6221682" y="2645246"/>
            <a:ext cx="2576512" cy="3000821"/>
          </a:xfrm>
          <a:prstGeom prst="rect">
            <a:avLst/>
          </a:prstGeom>
          <a:noFill/>
        </p:spPr>
        <p:txBody>
          <a:bodyPr wrap="square" lIns="0" tIns="0" rIns="0" bIns="0">
            <a:spAutoFit/>
          </a:bodyPr>
          <a:lstStyle/>
          <a:p>
            <a:pPr eaLnBrk="1" hangingPunct="1">
              <a:spcAft>
                <a:spcPts val="600"/>
              </a:spcAft>
              <a:defRPr/>
            </a:pPr>
            <a:r>
              <a:rPr lang="en-GB" altLang="da-DK" sz="1000" b="1" noProof="1">
                <a:solidFill>
                  <a:schemeClr val="tx1"/>
                </a:solidFill>
                <a:latin typeface="Arial" panose="020B0604020202020204" pitchFamily="34" charset="0"/>
                <a:cs typeface="Arial" panose="020B0604020202020204" pitchFamily="34" charset="0"/>
              </a:rPr>
              <a:t>Change / edit picture</a:t>
            </a:r>
          </a:p>
          <a:p>
            <a:pPr eaLnBrk="1" hangingPunct="1">
              <a:spcAft>
                <a:spcPts val="600"/>
              </a:spcAft>
              <a:defRPr/>
            </a:pPr>
            <a:endParaRPr lang="en-GB" altLang="da-DK" sz="1000" b="1" noProof="1">
              <a:solidFill>
                <a:schemeClr val="tx1"/>
              </a:solidFill>
              <a:latin typeface="Arial" panose="020B0604020202020204" pitchFamily="34" charset="0"/>
              <a:cs typeface="Arial" panose="020B0604020202020204" pitchFamily="34" charset="0"/>
            </a:endParaRPr>
          </a:p>
          <a:p>
            <a:pPr eaLnBrk="1" hangingPunct="1">
              <a:spcAft>
                <a:spcPts val="600"/>
              </a:spcAft>
              <a:defRPr/>
            </a:pPr>
            <a:endParaRPr lang="en-GB" altLang="da-DK" sz="1000" b="1" noProof="1">
              <a:solidFill>
                <a:schemeClr val="tx1"/>
              </a:solidFill>
              <a:latin typeface="Arial" panose="020B0604020202020204" pitchFamily="34" charset="0"/>
              <a:cs typeface="Arial" panose="020B0604020202020204" pitchFamily="34" charset="0"/>
            </a:endParaRPr>
          </a:p>
          <a:p>
            <a:pPr eaLnBrk="1" hangingPunct="1">
              <a:spcAft>
                <a:spcPts val="600"/>
              </a:spcAft>
              <a:defRPr/>
            </a:pPr>
            <a:endParaRPr lang="en-GB" altLang="da-DK" sz="1000" b="1" noProof="1">
              <a:solidFill>
                <a:schemeClr val="tx1"/>
              </a:solidFill>
              <a:latin typeface="Arial" panose="020B0604020202020204" pitchFamily="34" charset="0"/>
              <a:cs typeface="Arial" panose="020B0604020202020204" pitchFamily="34" charset="0"/>
            </a:endParaRPr>
          </a:p>
          <a:p>
            <a:pPr eaLnBrk="1" hangingPunct="1">
              <a:spcAft>
                <a:spcPts val="600"/>
              </a:spcAft>
              <a:defRPr/>
            </a:pPr>
            <a:endParaRPr lang="en-GB" altLang="da-DK" sz="1000" b="1" noProof="1">
              <a:solidFill>
                <a:schemeClr val="tx1"/>
              </a:solidFill>
              <a:latin typeface="Arial" panose="020B0604020202020204" pitchFamily="34" charset="0"/>
              <a:cs typeface="Arial" panose="020B0604020202020204" pitchFamily="34" charset="0"/>
            </a:endParaRPr>
          </a:p>
          <a:p>
            <a:pPr marL="228600" indent="-228600" eaLnBrk="1" hangingPunct="1">
              <a:spcAft>
                <a:spcPts val="600"/>
              </a:spcAft>
              <a:buFont typeface="+mj-lt"/>
              <a:buAutoNum type="arabicPeriod"/>
              <a:defRPr/>
            </a:pPr>
            <a:r>
              <a:rPr lang="en-GB" altLang="da-DK" sz="1000" b="0" noProof="1">
                <a:solidFill>
                  <a:schemeClr val="tx1"/>
                </a:solidFill>
                <a:latin typeface="Arial" panose="020B0604020202020204" pitchFamily="34" charset="0"/>
                <a:cs typeface="Arial" panose="020B0604020202020204" pitchFamily="34" charset="0"/>
              </a:rPr>
              <a:t>To change picture </a:t>
            </a:r>
            <a:r>
              <a:rPr lang="en-GB" altLang="da-DK" sz="1000" b="1" noProof="1">
                <a:solidFill>
                  <a:schemeClr val="tx1"/>
                </a:solidFill>
                <a:latin typeface="Arial" panose="020B0604020202020204" pitchFamily="34" charset="0"/>
                <a:cs typeface="Arial" panose="020B0604020202020204" pitchFamily="34" charset="0"/>
              </a:rPr>
              <a:t>RIGHT-CLICK</a:t>
            </a:r>
            <a:r>
              <a:rPr lang="en-GB" altLang="da-DK" sz="1000" b="0" noProof="1">
                <a:solidFill>
                  <a:schemeClr val="tx1"/>
                </a:solidFill>
                <a:latin typeface="Arial" panose="020B0604020202020204" pitchFamily="34" charset="0"/>
                <a:cs typeface="Arial" panose="020B0604020202020204" pitchFamily="34" charset="0"/>
              </a:rPr>
              <a:t> on the picture and click “</a:t>
            </a:r>
            <a:r>
              <a:rPr lang="en-GB" altLang="da-DK" sz="1000" b="1" noProof="1">
                <a:solidFill>
                  <a:schemeClr val="tx1"/>
                </a:solidFill>
                <a:latin typeface="Arial" panose="020B0604020202020204" pitchFamily="34" charset="0"/>
                <a:cs typeface="Arial" panose="020B0604020202020204" pitchFamily="34" charset="0"/>
              </a:rPr>
              <a:t>Change Picture</a:t>
            </a:r>
            <a:r>
              <a:rPr lang="en-GB" altLang="da-DK" sz="1000" b="0" noProof="1">
                <a:solidFill>
                  <a:schemeClr val="tx1"/>
                </a:solidFill>
                <a:latin typeface="Arial" panose="020B0604020202020204" pitchFamily="34" charset="0"/>
                <a:cs typeface="Arial" panose="020B0604020202020204" pitchFamily="34" charset="0"/>
              </a:rPr>
              <a:t>”</a:t>
            </a:r>
          </a:p>
          <a:p>
            <a:pPr marL="228600" indent="-228600" eaLnBrk="1" hangingPunct="1">
              <a:spcAft>
                <a:spcPts val="600"/>
              </a:spcAft>
              <a:buFont typeface="+mj-lt"/>
              <a:buAutoNum type="arabicPeriod"/>
              <a:defRPr/>
            </a:pPr>
            <a:r>
              <a:rPr lang="en-GB" altLang="da-DK" sz="1000" b="0" noProof="1">
                <a:solidFill>
                  <a:schemeClr val="tx1"/>
                </a:solidFill>
                <a:latin typeface="Arial" panose="020B0604020202020204" pitchFamily="34" charset="0"/>
                <a:cs typeface="Arial" panose="020B0604020202020204" pitchFamily="34" charset="0"/>
              </a:rPr>
              <a:t>To change size or focus of the picture - </a:t>
            </a:r>
            <a:r>
              <a:rPr lang="en-GB" altLang="da-DK" sz="1000" b="1" noProof="1">
                <a:solidFill>
                  <a:schemeClr val="tx1"/>
                </a:solidFill>
                <a:latin typeface="Arial" panose="020B0604020202020204" pitchFamily="34" charset="0"/>
                <a:cs typeface="Arial" panose="020B0604020202020204" pitchFamily="34" charset="0"/>
              </a:rPr>
              <a:t>Select the picture</a:t>
            </a:r>
            <a:r>
              <a:rPr lang="en-GB" altLang="da-DK" sz="1000" b="0" noProof="1">
                <a:solidFill>
                  <a:schemeClr val="tx1"/>
                </a:solidFill>
                <a:latin typeface="Arial" panose="020B0604020202020204" pitchFamily="34" charset="0"/>
                <a:cs typeface="Arial" panose="020B0604020202020204" pitchFamily="34" charset="0"/>
              </a:rPr>
              <a:t>, click </a:t>
            </a:r>
            <a:r>
              <a:rPr lang="en-GB" altLang="da-DK" sz="1000" b="1" noProof="1">
                <a:solidFill>
                  <a:schemeClr val="tx1"/>
                </a:solidFill>
                <a:latin typeface="Arial" panose="020B0604020202020204" pitchFamily="34" charset="0"/>
                <a:cs typeface="Arial" panose="020B0604020202020204" pitchFamily="34" charset="0"/>
              </a:rPr>
              <a:t>CROP</a:t>
            </a:r>
            <a:r>
              <a:rPr lang="en-GB" altLang="da-DK" sz="1000" b="0" noProof="1">
                <a:solidFill>
                  <a:schemeClr val="tx1"/>
                </a:solidFill>
                <a:latin typeface="Arial" panose="020B0604020202020204" pitchFamily="34" charset="0"/>
                <a:cs typeface="Arial" panose="020B0604020202020204" pitchFamily="34" charset="0"/>
              </a:rPr>
              <a:t> from “The Picture Format menu”</a:t>
            </a:r>
          </a:p>
          <a:p>
            <a:pPr marL="228600" indent="-228600" eaLnBrk="1" hangingPunct="1">
              <a:spcAft>
                <a:spcPts val="600"/>
              </a:spcAft>
              <a:buFont typeface="+mj-lt"/>
              <a:buAutoNum type="arabicPeriod"/>
              <a:defRPr/>
            </a:pPr>
            <a:r>
              <a:rPr lang="en-GB" altLang="da-DK" sz="1000" b="0" noProof="1">
                <a:solidFill>
                  <a:schemeClr val="tx1"/>
                </a:solidFill>
                <a:latin typeface="Arial" panose="020B0604020202020204" pitchFamily="34" charset="0"/>
                <a:cs typeface="Arial" panose="020B0604020202020204" pitchFamily="34" charset="0"/>
              </a:rPr>
              <a:t>To scale the picture, hold SHIFT-key down while dragging the corners of the picture</a:t>
            </a:r>
          </a:p>
          <a:p>
            <a:pPr eaLnBrk="1" hangingPunct="1">
              <a:spcAft>
                <a:spcPts val="600"/>
              </a:spcAft>
              <a:defRPr/>
            </a:pPr>
            <a:endParaRPr lang="en-GB" altLang="da-DK" sz="1000" b="1" noProof="1">
              <a:solidFill>
                <a:schemeClr val="tx1"/>
              </a:solidFill>
              <a:latin typeface="Arial" panose="020B0604020202020204" pitchFamily="34" charset="0"/>
              <a:cs typeface="Arial" panose="020B0604020202020204" pitchFamily="34" charset="0"/>
            </a:endParaRPr>
          </a:p>
          <a:p>
            <a:pPr eaLnBrk="1" hangingPunct="1">
              <a:spcAft>
                <a:spcPts val="600"/>
              </a:spcAft>
              <a:defRPr/>
            </a:pPr>
            <a:endParaRPr lang="en-GB" altLang="da-DK" sz="1000" b="1" noProof="1">
              <a:solidFill>
                <a:schemeClr val="tx1"/>
              </a:solidFill>
              <a:latin typeface="Arial" panose="020B0604020202020204" pitchFamily="34" charset="0"/>
              <a:cs typeface="Arial" panose="020B0604020202020204" pitchFamily="34" charset="0"/>
            </a:endParaRPr>
          </a:p>
        </p:txBody>
      </p:sp>
      <p:pic>
        <p:nvPicPr>
          <p:cNvPr id="22" name="Picture 21">
            <a:extLst>
              <a:ext uri="{FF2B5EF4-FFF2-40B4-BE49-F238E27FC236}">
                <a16:creationId xmlns:a16="http://schemas.microsoft.com/office/drawing/2014/main" id="{A0CF4DB0-EA3A-4922-ACBA-C0B74CF861E3}"/>
              </a:ext>
            </a:extLst>
          </p:cNvPr>
          <p:cNvPicPr>
            <a:picLocks noChangeAspect="1"/>
          </p:cNvPicPr>
          <p:nvPr/>
        </p:nvPicPr>
        <p:blipFill>
          <a:blip r:embed="rId2">
            <a:extLst>
              <a:ext uri="{28A0092B-C50C-407E-A947-70E740481C1C}">
                <a14:useLocalDpi xmlns:a14="http://schemas.microsoft.com/office/drawing/2010/main" val="0"/>
              </a:ext>
            </a:extLst>
          </a:blip>
          <a:srcRect l="461" r="461"/>
          <a:stretch/>
        </p:blipFill>
        <p:spPr>
          <a:xfrm>
            <a:off x="539750" y="4526557"/>
            <a:ext cx="2574925" cy="1458968"/>
          </a:xfrm>
          <a:prstGeom prst="rect">
            <a:avLst/>
          </a:prstGeom>
          <a:effectLst>
            <a:outerShdw blurRad="50800" dist="38100" dir="5400000" algn="t" rotWithShape="0">
              <a:prstClr val="black">
                <a:alpha val="40000"/>
              </a:prstClr>
            </a:outerShdw>
          </a:effectLst>
        </p:spPr>
      </p:pic>
      <p:sp>
        <p:nvSpPr>
          <p:cNvPr id="11" name="Title 4">
            <a:extLst>
              <a:ext uri="{FF2B5EF4-FFF2-40B4-BE49-F238E27FC236}">
                <a16:creationId xmlns:a16="http://schemas.microsoft.com/office/drawing/2014/main" id="{78DE8C21-512C-45D7-AF5D-2791E225B7EB}"/>
              </a:ext>
            </a:extLst>
          </p:cNvPr>
          <p:cNvSpPr txBox="1">
            <a:spLocks/>
          </p:cNvSpPr>
          <p:nvPr/>
        </p:nvSpPr>
        <p:spPr>
          <a:xfrm>
            <a:off x="539749" y="814386"/>
            <a:ext cx="9213851" cy="332399"/>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2400" b="1" kern="1200">
                <a:solidFill>
                  <a:srgbClr val="3F1A01"/>
                </a:solidFill>
                <a:latin typeface="+mj-lt"/>
                <a:ea typeface="+mj-ea"/>
                <a:cs typeface="+mj-cs"/>
              </a:defRPr>
            </a:lvl1pPr>
          </a:lstStyle>
          <a:p>
            <a:r>
              <a:rPr lang="en-GB"/>
              <a:t>Start here</a:t>
            </a:r>
          </a:p>
        </p:txBody>
      </p:sp>
      <p:sp>
        <p:nvSpPr>
          <p:cNvPr id="13" name="Slide Number Placeholder 2">
            <a:extLst>
              <a:ext uri="{FF2B5EF4-FFF2-40B4-BE49-F238E27FC236}">
                <a16:creationId xmlns:a16="http://schemas.microsoft.com/office/drawing/2014/main" id="{638AF027-CA0D-41A5-BE09-74C8B45BC9AF}"/>
              </a:ext>
            </a:extLst>
          </p:cNvPr>
          <p:cNvSpPr txBox="1">
            <a:spLocks/>
          </p:cNvSpPr>
          <p:nvPr/>
        </p:nvSpPr>
        <p:spPr>
          <a:xfrm>
            <a:off x="11326690" y="6434112"/>
            <a:ext cx="595310" cy="153888"/>
          </a:xfrm>
          <a:prstGeom prst="rect">
            <a:avLst/>
          </a:prstGeom>
        </p:spPr>
        <p:txBody>
          <a:bodyPr lIns="0" tIns="0" rIns="0" bIns="0" anchor="t" anchorCtr="0">
            <a:noAutofit/>
          </a:bodyPr>
          <a:lstStyle>
            <a:defPPr>
              <a:defRPr lang="da-DK"/>
            </a:defPPr>
            <a:lvl1pPr marL="0" algn="r" defTabSz="914400" rtl="0" eaLnBrk="1" latinLnBrk="0" hangingPunct="1">
              <a:defRPr sz="900" kern="1200">
                <a:solidFill>
                  <a:srgbClr val="3F1A0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4F92315-F790-4E00-A189-2894250684D7}" type="slidenum">
              <a:rPr lang="en-GB" smtClean="0"/>
              <a:pPr/>
              <a:t>‹#›</a:t>
            </a:fld>
            <a:endParaRPr lang="en-GB"/>
          </a:p>
        </p:txBody>
      </p:sp>
      <p:sp>
        <p:nvSpPr>
          <p:cNvPr id="15" name="Content Placeholder 7">
            <a:extLst>
              <a:ext uri="{FF2B5EF4-FFF2-40B4-BE49-F238E27FC236}">
                <a16:creationId xmlns:a16="http://schemas.microsoft.com/office/drawing/2014/main" id="{48445BAE-D8A3-4827-AC54-6EA8BA6F766B}"/>
              </a:ext>
            </a:extLst>
          </p:cNvPr>
          <p:cNvSpPr txBox="1">
            <a:spLocks/>
          </p:cNvSpPr>
          <p:nvPr/>
        </p:nvSpPr>
        <p:spPr>
          <a:xfrm>
            <a:off x="539750" y="1409700"/>
            <a:ext cx="2574926" cy="2539157"/>
          </a:xfrm>
          <a:prstGeom prst="rect">
            <a:avLst/>
          </a:prstGeom>
        </p:spPr>
        <p:txBody>
          <a:bodyPr wrap="square" lIns="0" tIns="0" rIns="0" bIns="0">
            <a:spAutoFit/>
          </a:bodyPr>
          <a:lstStyle>
            <a:lvl1pPr marL="252000" indent="-252000" algn="l" defTabSz="914400" rtl="0" eaLnBrk="1" latinLnBrk="0" hangingPunct="1">
              <a:lnSpc>
                <a:spcPct val="100000"/>
              </a:lnSpc>
              <a:spcBef>
                <a:spcPts val="1800"/>
              </a:spcBef>
              <a:buFont typeface="Arial" panose="020B0604020202020204" pitchFamily="34" charset="0"/>
              <a:buChar char="•"/>
              <a:defRPr sz="2000" kern="1200">
                <a:solidFill>
                  <a:schemeClr val="tx1"/>
                </a:solidFill>
                <a:latin typeface="+mn-lt"/>
                <a:ea typeface="+mn-ea"/>
                <a:cs typeface="+mn-cs"/>
              </a:defRPr>
            </a:lvl1pPr>
            <a:lvl2pPr marL="504000" indent="-252000" algn="l" defTabSz="914400" rtl="0" eaLnBrk="1" latinLnBrk="0" hangingPunct="1">
              <a:lnSpc>
                <a:spcPct val="100000"/>
              </a:lnSpc>
              <a:spcBef>
                <a:spcPts val="600"/>
              </a:spcBef>
              <a:buFont typeface="Arial" panose="020B0604020202020204" pitchFamily="34" charset="0"/>
              <a:buChar char="•"/>
              <a:defRPr sz="1600" kern="1200">
                <a:solidFill>
                  <a:schemeClr val="tx1"/>
                </a:solidFill>
                <a:latin typeface="+mn-lt"/>
                <a:ea typeface="+mn-ea"/>
                <a:cs typeface="+mn-cs"/>
              </a:defRPr>
            </a:lvl2pPr>
            <a:lvl3pPr marL="756000" indent="-252000"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3pPr>
            <a:lvl4pPr marL="1008000" indent="-252000" algn="l" defTabSz="914400" rtl="0" eaLnBrk="1" latinLnBrk="0" hangingPunct="1">
              <a:lnSpc>
                <a:spcPct val="100000"/>
              </a:lnSpc>
              <a:spcBef>
                <a:spcPts val="600"/>
              </a:spcBef>
              <a:buFont typeface="Arial" panose="020B0604020202020204" pitchFamily="34" charset="0"/>
              <a:buChar char="•"/>
              <a:defRPr sz="1000" kern="1200">
                <a:solidFill>
                  <a:schemeClr val="tx1"/>
                </a:solidFill>
                <a:latin typeface="+mn-lt"/>
                <a:ea typeface="+mn-ea"/>
                <a:cs typeface="+mn-cs"/>
              </a:defRPr>
            </a:lvl4pPr>
            <a:lvl5pPr marL="1260000" indent="-252000" algn="l" defTabSz="914400" rtl="0" eaLnBrk="1" latinLnBrk="0" hangingPunct="1">
              <a:lnSpc>
                <a:spcPct val="100000"/>
              </a:lnSpc>
              <a:spcBef>
                <a:spcPts val="600"/>
              </a:spcBef>
              <a:buFont typeface="Arial" panose="020B0604020202020204" pitchFamily="34" charset="0"/>
              <a:buChar char="•"/>
              <a:defRPr sz="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GB" sz="1000" b="1">
                <a:solidFill>
                  <a:srgbClr val="3F1A01"/>
                </a:solidFill>
                <a:latin typeface="+mn-lt"/>
              </a:rPr>
              <a:t>Copy &amp; Paste</a:t>
            </a:r>
          </a:p>
          <a:p>
            <a:pPr marL="0" indent="0">
              <a:spcBef>
                <a:spcPts val="0"/>
              </a:spcBef>
              <a:buNone/>
            </a:pPr>
            <a:endParaRPr lang="en-GB" sz="1000" b="1">
              <a:solidFill>
                <a:srgbClr val="3F1A01"/>
              </a:solidFill>
              <a:latin typeface="+mn-lt"/>
            </a:endParaRPr>
          </a:p>
          <a:p>
            <a:pPr marL="0" indent="0">
              <a:spcBef>
                <a:spcPts val="0"/>
              </a:spcBef>
              <a:buNone/>
            </a:pPr>
            <a:endParaRPr lang="en-GB" sz="1000" b="1">
              <a:solidFill>
                <a:srgbClr val="3F1A01"/>
              </a:solidFill>
              <a:latin typeface="+mn-lt"/>
            </a:endParaRPr>
          </a:p>
          <a:p>
            <a:pPr marL="0" indent="0">
              <a:spcBef>
                <a:spcPts val="0"/>
              </a:spcBef>
              <a:buNone/>
            </a:pPr>
            <a:endParaRPr lang="en-GB" sz="1000" b="1">
              <a:solidFill>
                <a:srgbClr val="3F1A01"/>
              </a:solidFill>
              <a:latin typeface="+mn-lt"/>
            </a:endParaRPr>
          </a:p>
          <a:p>
            <a:pPr marL="0" indent="0">
              <a:spcBef>
                <a:spcPts val="0"/>
              </a:spcBef>
              <a:buNone/>
            </a:pPr>
            <a:endParaRPr lang="en-GB" sz="1000" b="1">
              <a:solidFill>
                <a:srgbClr val="3F1A01"/>
              </a:solidFill>
              <a:latin typeface="+mn-lt"/>
            </a:endParaRPr>
          </a:p>
          <a:p>
            <a:pPr marL="0" indent="0">
              <a:spcBef>
                <a:spcPts val="0"/>
              </a:spcBef>
              <a:buFont typeface="Arial" panose="020B0604020202020204" pitchFamily="34" charset="0"/>
              <a:buNone/>
            </a:pPr>
            <a:r>
              <a:rPr lang="en-GB" sz="1000">
                <a:solidFill>
                  <a:srgbClr val="3F1A01"/>
                </a:solidFill>
                <a:latin typeface="+mn-lt"/>
              </a:rPr>
              <a:t>When you need to paste text into the presentation </a:t>
            </a:r>
            <a:r>
              <a:rPr lang="en-GB" sz="1000" b="1">
                <a:solidFill>
                  <a:srgbClr val="3F1A01"/>
                </a:solidFill>
                <a:latin typeface="+mn-lt"/>
              </a:rPr>
              <a:t>– Right-Click</a:t>
            </a:r>
            <a:r>
              <a:rPr lang="en-GB" sz="1000">
                <a:solidFill>
                  <a:srgbClr val="3F1A01"/>
                </a:solidFill>
                <a:latin typeface="+mn-lt"/>
              </a:rPr>
              <a:t> and choose </a:t>
            </a:r>
            <a:br>
              <a:rPr lang="en-GB" sz="1000">
                <a:solidFill>
                  <a:srgbClr val="3F1A01"/>
                </a:solidFill>
                <a:latin typeface="+mn-lt"/>
              </a:rPr>
            </a:br>
            <a:r>
              <a:rPr lang="en-GB" sz="1000">
                <a:solidFill>
                  <a:srgbClr val="3F1A01"/>
                </a:solidFill>
                <a:latin typeface="+mn-lt"/>
              </a:rPr>
              <a:t>”</a:t>
            </a:r>
            <a:r>
              <a:rPr lang="en-GB" sz="1000" b="1">
                <a:solidFill>
                  <a:srgbClr val="3F1A01"/>
                </a:solidFill>
                <a:latin typeface="+mn-lt"/>
              </a:rPr>
              <a:t>Keep text only</a:t>
            </a:r>
            <a:r>
              <a:rPr lang="en-GB" sz="1000">
                <a:solidFill>
                  <a:srgbClr val="3F1A01"/>
                </a:solidFill>
                <a:latin typeface="+mn-lt"/>
              </a:rPr>
              <a:t>”.</a:t>
            </a:r>
          </a:p>
          <a:p>
            <a:pPr marL="0" indent="0">
              <a:spcBef>
                <a:spcPts val="0"/>
              </a:spcBef>
              <a:buFont typeface="Arial" panose="020B0604020202020204" pitchFamily="34" charset="0"/>
              <a:buNone/>
            </a:pPr>
            <a:endParaRPr lang="en-GB" sz="1000">
              <a:solidFill>
                <a:srgbClr val="3F1A01"/>
              </a:solidFill>
              <a:latin typeface="+mn-lt"/>
            </a:endParaRPr>
          </a:p>
          <a:p>
            <a:pPr marL="0" indent="0">
              <a:spcBef>
                <a:spcPts val="0"/>
              </a:spcBef>
              <a:buFont typeface="Arial" panose="020B0604020202020204" pitchFamily="34" charset="0"/>
              <a:buNone/>
            </a:pPr>
            <a:endParaRPr lang="en-GB" sz="1000">
              <a:solidFill>
                <a:srgbClr val="3F1A01"/>
              </a:solidFill>
              <a:latin typeface="+mn-lt"/>
            </a:endParaRPr>
          </a:p>
          <a:p>
            <a:pPr marL="0" indent="0">
              <a:spcBef>
                <a:spcPts val="0"/>
              </a:spcBef>
              <a:spcAft>
                <a:spcPts val="600"/>
              </a:spcAft>
              <a:buFont typeface="Arial" panose="020B0604020202020204" pitchFamily="34" charset="0"/>
              <a:buNone/>
            </a:pPr>
            <a:r>
              <a:rPr lang="en-GB" sz="1000" b="1">
                <a:solidFill>
                  <a:srgbClr val="3F1A01"/>
                </a:solidFill>
                <a:latin typeface="+mn-lt"/>
              </a:rPr>
              <a:t>Text styles</a:t>
            </a:r>
          </a:p>
          <a:p>
            <a:pPr marL="0" indent="0">
              <a:spcBef>
                <a:spcPts val="0"/>
              </a:spcBef>
              <a:buFont typeface="Arial" panose="020B0604020202020204" pitchFamily="34" charset="0"/>
              <a:buNone/>
            </a:pPr>
            <a:r>
              <a:rPr lang="en-GB" sz="1000">
                <a:solidFill>
                  <a:srgbClr val="3F1A01"/>
                </a:solidFill>
                <a:latin typeface="+mn-lt"/>
              </a:rPr>
              <a:t>Use the </a:t>
            </a:r>
            <a:r>
              <a:rPr lang="en-GB" sz="1000" b="1">
                <a:solidFill>
                  <a:srgbClr val="3F1A01"/>
                </a:solidFill>
                <a:latin typeface="+mn-lt"/>
              </a:rPr>
              <a:t>TAB-key</a:t>
            </a:r>
            <a:r>
              <a:rPr lang="en-GB" sz="1000">
                <a:solidFill>
                  <a:srgbClr val="3F1A01"/>
                </a:solidFill>
                <a:latin typeface="+mn-lt"/>
              </a:rPr>
              <a:t> to jump through </a:t>
            </a:r>
            <a:br>
              <a:rPr lang="en-GB" sz="1000">
                <a:solidFill>
                  <a:srgbClr val="3F1A01"/>
                </a:solidFill>
                <a:latin typeface="+mn-lt"/>
              </a:rPr>
            </a:br>
            <a:r>
              <a:rPr lang="en-GB" sz="1000">
                <a:solidFill>
                  <a:srgbClr val="3F1A01"/>
                </a:solidFill>
                <a:latin typeface="+mn-lt"/>
              </a:rPr>
              <a:t>levels. Click </a:t>
            </a:r>
            <a:r>
              <a:rPr lang="en-GB" sz="1000" b="1">
                <a:solidFill>
                  <a:srgbClr val="3F1A01"/>
                </a:solidFill>
                <a:latin typeface="+mn-lt"/>
              </a:rPr>
              <a:t>ENTER</a:t>
            </a:r>
            <a:r>
              <a:rPr lang="en-GB" sz="1000">
                <a:solidFill>
                  <a:srgbClr val="3F1A01"/>
                </a:solidFill>
                <a:latin typeface="+mn-lt"/>
              </a:rPr>
              <a:t>, then </a:t>
            </a:r>
            <a:r>
              <a:rPr lang="en-GB" sz="1000" b="1">
                <a:solidFill>
                  <a:srgbClr val="3F1A01"/>
                </a:solidFill>
                <a:latin typeface="+mn-lt"/>
              </a:rPr>
              <a:t>TAB</a:t>
            </a:r>
            <a:r>
              <a:rPr lang="en-GB" sz="1000">
                <a:solidFill>
                  <a:srgbClr val="3F1A01"/>
                </a:solidFill>
                <a:latin typeface="+mn-lt"/>
              </a:rPr>
              <a:t> to switch from one level to the next level</a:t>
            </a:r>
          </a:p>
          <a:p>
            <a:pPr marL="0" indent="0">
              <a:spcBef>
                <a:spcPts val="0"/>
              </a:spcBef>
              <a:buFont typeface="Arial" panose="020B0604020202020204" pitchFamily="34" charset="0"/>
              <a:buNone/>
            </a:pPr>
            <a:r>
              <a:rPr lang="en-GB" sz="1000">
                <a:solidFill>
                  <a:srgbClr val="3F1A01"/>
                </a:solidFill>
                <a:latin typeface="+mn-lt"/>
              </a:rPr>
              <a:t>To go back in levels use </a:t>
            </a:r>
            <a:r>
              <a:rPr lang="en-GB" sz="1000" b="1">
                <a:solidFill>
                  <a:srgbClr val="3F1A01"/>
                </a:solidFill>
                <a:latin typeface="+mn-lt"/>
              </a:rPr>
              <a:t>SHIFT-TAB</a:t>
            </a:r>
          </a:p>
          <a:p>
            <a:pPr marL="0" indent="0">
              <a:spcBef>
                <a:spcPts val="0"/>
              </a:spcBef>
              <a:buFont typeface="Arial" panose="020B0604020202020204" pitchFamily="34" charset="0"/>
              <a:buNone/>
            </a:pPr>
            <a:endParaRPr lang="en-GB" sz="1000">
              <a:solidFill>
                <a:srgbClr val="3F1A01"/>
              </a:solidFill>
              <a:latin typeface="+mn-lt"/>
            </a:endParaRPr>
          </a:p>
        </p:txBody>
      </p:sp>
      <p:pic>
        <p:nvPicPr>
          <p:cNvPr id="17" name="Picture 16">
            <a:extLst>
              <a:ext uri="{FF2B5EF4-FFF2-40B4-BE49-F238E27FC236}">
                <a16:creationId xmlns:a16="http://schemas.microsoft.com/office/drawing/2014/main" id="{EE217F0E-1690-4201-BD4A-054136C2E899}"/>
              </a:ext>
            </a:extLst>
          </p:cNvPr>
          <p:cNvPicPr>
            <a:picLocks noChangeAspect="1"/>
          </p:cNvPicPr>
          <p:nvPr/>
        </p:nvPicPr>
        <p:blipFill>
          <a:blip r:embed="rId3"/>
          <a:stretch>
            <a:fillRect/>
          </a:stretch>
        </p:blipFill>
        <p:spPr>
          <a:xfrm>
            <a:off x="510947" y="1635936"/>
            <a:ext cx="1057778" cy="433516"/>
          </a:xfrm>
          <a:prstGeom prst="rect">
            <a:avLst/>
          </a:prstGeom>
        </p:spPr>
      </p:pic>
      <p:sp>
        <p:nvSpPr>
          <p:cNvPr id="20" name="Content Placeholder 34">
            <a:extLst>
              <a:ext uri="{FF2B5EF4-FFF2-40B4-BE49-F238E27FC236}">
                <a16:creationId xmlns:a16="http://schemas.microsoft.com/office/drawing/2014/main" id="{6D001AD2-4250-4663-91F1-29AD0A53FA92}"/>
              </a:ext>
            </a:extLst>
          </p:cNvPr>
          <p:cNvSpPr txBox="1">
            <a:spLocks/>
          </p:cNvSpPr>
          <p:nvPr/>
        </p:nvSpPr>
        <p:spPr>
          <a:xfrm>
            <a:off x="9088588" y="1397909"/>
            <a:ext cx="1355724" cy="2616101"/>
          </a:xfrm>
          <a:prstGeom prst="rect">
            <a:avLst/>
          </a:prstGeom>
        </p:spPr>
        <p:txBody>
          <a:bodyPr vert="horz" wrap="square" lIns="0" tIns="0" rIns="0" bIns="0" rtlCol="0">
            <a:spAutoFit/>
          </a:bodyPr>
          <a:lstStyle>
            <a:lvl1pPr marL="252000" indent="-252000" algn="l" defTabSz="914400" rtl="0" eaLnBrk="1" latinLnBrk="0" hangingPunct="1">
              <a:lnSpc>
                <a:spcPct val="100000"/>
              </a:lnSpc>
              <a:spcBef>
                <a:spcPts val="1800"/>
              </a:spcBef>
              <a:buFont typeface="Arial" panose="020B0604020202020204" pitchFamily="34" charset="0"/>
              <a:buChar char="•"/>
              <a:defRPr sz="2000" kern="1200">
                <a:solidFill>
                  <a:schemeClr val="tx1"/>
                </a:solidFill>
                <a:latin typeface="+mn-lt"/>
                <a:ea typeface="+mn-ea"/>
                <a:cs typeface="+mn-cs"/>
              </a:defRPr>
            </a:lvl1pPr>
            <a:lvl2pPr marL="504000" indent="-252000" algn="l" defTabSz="914400" rtl="0" eaLnBrk="1" latinLnBrk="0" hangingPunct="1">
              <a:lnSpc>
                <a:spcPct val="100000"/>
              </a:lnSpc>
              <a:spcBef>
                <a:spcPts val="600"/>
              </a:spcBef>
              <a:buFont typeface="Arial" panose="020B0604020202020204" pitchFamily="34" charset="0"/>
              <a:buChar char="•"/>
              <a:defRPr sz="1600" kern="1200">
                <a:solidFill>
                  <a:schemeClr val="tx1"/>
                </a:solidFill>
                <a:latin typeface="+mn-lt"/>
                <a:ea typeface="+mn-ea"/>
                <a:cs typeface="+mn-cs"/>
              </a:defRPr>
            </a:lvl2pPr>
            <a:lvl3pPr marL="756000" indent="-252000"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3pPr>
            <a:lvl4pPr marL="1008000" indent="-252000" algn="l" defTabSz="914400" rtl="0" eaLnBrk="1" latinLnBrk="0" hangingPunct="1">
              <a:lnSpc>
                <a:spcPct val="100000"/>
              </a:lnSpc>
              <a:spcBef>
                <a:spcPts val="600"/>
              </a:spcBef>
              <a:buFont typeface="Arial" panose="020B0604020202020204" pitchFamily="34" charset="0"/>
              <a:buChar char="•"/>
              <a:defRPr sz="1000" kern="1200">
                <a:solidFill>
                  <a:schemeClr val="tx1"/>
                </a:solidFill>
                <a:latin typeface="+mn-lt"/>
                <a:ea typeface="+mn-ea"/>
                <a:cs typeface="+mn-cs"/>
              </a:defRPr>
            </a:lvl4pPr>
            <a:lvl5pPr marL="1260000" indent="-252000" algn="l" defTabSz="914400" rtl="0" eaLnBrk="1" latinLnBrk="0" hangingPunct="1">
              <a:lnSpc>
                <a:spcPct val="100000"/>
              </a:lnSpc>
              <a:spcBef>
                <a:spcPts val="600"/>
              </a:spcBef>
              <a:buFont typeface="Arial" panose="020B0604020202020204" pitchFamily="34" charset="0"/>
              <a:buChar char="•"/>
              <a:defRPr sz="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GB" sz="1000" b="1">
                <a:solidFill>
                  <a:srgbClr val="3F1A01"/>
                </a:solidFill>
              </a:rPr>
              <a:t>Building blocks</a:t>
            </a:r>
          </a:p>
          <a:p>
            <a:pPr marL="0" indent="0">
              <a:spcBef>
                <a:spcPts val="0"/>
              </a:spcBef>
              <a:buNone/>
            </a:pPr>
            <a:r>
              <a:rPr lang="en-GB" sz="1000">
                <a:solidFill>
                  <a:srgbClr val="3F1A01"/>
                </a:solidFill>
              </a:rPr>
              <a:t>The building block slides are made to help you build the presentation. You find them after this slide</a:t>
            </a:r>
          </a:p>
          <a:p>
            <a:pPr marL="0" indent="0">
              <a:spcBef>
                <a:spcPts val="0"/>
              </a:spcBef>
              <a:buNone/>
            </a:pPr>
            <a:endParaRPr lang="en-GB" sz="1000">
              <a:solidFill>
                <a:srgbClr val="3F1A01"/>
              </a:solidFill>
            </a:endParaRPr>
          </a:p>
          <a:p>
            <a:pPr marL="0" indent="0">
              <a:spcBef>
                <a:spcPts val="0"/>
              </a:spcBef>
              <a:buNone/>
            </a:pPr>
            <a:r>
              <a:rPr lang="en-GB" sz="1000">
                <a:solidFill>
                  <a:srgbClr val="3F1A01"/>
                </a:solidFill>
              </a:rPr>
              <a:t>Among the building blocks you find, </a:t>
            </a:r>
            <a:r>
              <a:rPr lang="en-GB" sz="1000" err="1">
                <a:solidFill>
                  <a:srgbClr val="3F1A01"/>
                </a:solidFill>
              </a:rPr>
              <a:t>colorguides</a:t>
            </a:r>
            <a:r>
              <a:rPr lang="en-GB" sz="1000">
                <a:solidFill>
                  <a:srgbClr val="3F1A01"/>
                </a:solidFill>
              </a:rPr>
              <a:t>, Tables and elements that you can pick from when you need to build your presentation.</a:t>
            </a:r>
          </a:p>
          <a:p>
            <a:pPr marL="0" indent="0">
              <a:spcBef>
                <a:spcPts val="0"/>
              </a:spcBef>
              <a:buNone/>
            </a:pPr>
            <a:endParaRPr lang="en-GB" sz="1000">
              <a:solidFill>
                <a:srgbClr val="3F1A01"/>
              </a:solidFill>
            </a:endParaRPr>
          </a:p>
          <a:p>
            <a:pPr marL="0" indent="0">
              <a:spcBef>
                <a:spcPts val="0"/>
              </a:spcBef>
              <a:buNone/>
            </a:pPr>
            <a:r>
              <a:rPr lang="en-GB" sz="1000">
                <a:solidFill>
                  <a:srgbClr val="3F1A01"/>
                </a:solidFill>
              </a:rPr>
              <a:t>Delete these slides after use. </a:t>
            </a:r>
            <a:r>
              <a:rPr lang="en-GB" sz="1000" b="1">
                <a:solidFill>
                  <a:srgbClr val="3F1A01"/>
                </a:solidFill>
              </a:rPr>
              <a:t> </a:t>
            </a:r>
          </a:p>
        </p:txBody>
      </p:sp>
      <p:sp>
        <p:nvSpPr>
          <p:cNvPr id="21" name="Content Placeholder 34">
            <a:extLst>
              <a:ext uri="{FF2B5EF4-FFF2-40B4-BE49-F238E27FC236}">
                <a16:creationId xmlns:a16="http://schemas.microsoft.com/office/drawing/2014/main" id="{DBAA186A-13CF-4C55-8ED1-3E1EFC7A2F90}"/>
              </a:ext>
            </a:extLst>
          </p:cNvPr>
          <p:cNvSpPr txBox="1">
            <a:spLocks/>
          </p:cNvSpPr>
          <p:nvPr/>
        </p:nvSpPr>
        <p:spPr>
          <a:xfrm>
            <a:off x="1015206" y="5102153"/>
            <a:ext cx="1624013" cy="615553"/>
          </a:xfrm>
          <a:prstGeom prst="rect">
            <a:avLst/>
          </a:prstGeom>
        </p:spPr>
        <p:txBody>
          <a:bodyPr vert="horz" wrap="square" lIns="0" tIns="0" rIns="0" bIns="0" rtlCol="0">
            <a:spAutoFit/>
          </a:bodyPr>
          <a:lstStyle>
            <a:lvl1pPr marL="252000" indent="-252000" algn="l" defTabSz="914400" rtl="0" eaLnBrk="1" latinLnBrk="0" hangingPunct="1">
              <a:lnSpc>
                <a:spcPct val="100000"/>
              </a:lnSpc>
              <a:spcBef>
                <a:spcPts val="1800"/>
              </a:spcBef>
              <a:buFont typeface="Arial" panose="020B0604020202020204" pitchFamily="34" charset="0"/>
              <a:buChar char="•"/>
              <a:defRPr sz="2000" kern="1200">
                <a:solidFill>
                  <a:schemeClr val="tx1"/>
                </a:solidFill>
                <a:latin typeface="+mn-lt"/>
                <a:ea typeface="+mn-ea"/>
                <a:cs typeface="+mn-cs"/>
              </a:defRPr>
            </a:lvl1pPr>
            <a:lvl2pPr marL="504000" indent="-252000" algn="l" defTabSz="914400" rtl="0" eaLnBrk="1" latinLnBrk="0" hangingPunct="1">
              <a:lnSpc>
                <a:spcPct val="100000"/>
              </a:lnSpc>
              <a:spcBef>
                <a:spcPts val="600"/>
              </a:spcBef>
              <a:buFont typeface="Arial" panose="020B0604020202020204" pitchFamily="34" charset="0"/>
              <a:buChar char="•"/>
              <a:defRPr sz="1600" kern="1200">
                <a:solidFill>
                  <a:schemeClr val="tx1"/>
                </a:solidFill>
                <a:latin typeface="+mn-lt"/>
                <a:ea typeface="+mn-ea"/>
                <a:cs typeface="+mn-cs"/>
              </a:defRPr>
            </a:lvl2pPr>
            <a:lvl3pPr marL="756000" indent="-252000"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3pPr>
            <a:lvl4pPr marL="1008000" indent="-252000" algn="l" defTabSz="914400" rtl="0" eaLnBrk="1" latinLnBrk="0" hangingPunct="1">
              <a:lnSpc>
                <a:spcPct val="100000"/>
              </a:lnSpc>
              <a:spcBef>
                <a:spcPts val="600"/>
              </a:spcBef>
              <a:buFont typeface="Arial" panose="020B0604020202020204" pitchFamily="34" charset="0"/>
              <a:buChar char="•"/>
              <a:defRPr sz="1000" kern="1200">
                <a:solidFill>
                  <a:schemeClr val="tx1"/>
                </a:solidFill>
                <a:latin typeface="+mn-lt"/>
                <a:ea typeface="+mn-ea"/>
                <a:cs typeface="+mn-cs"/>
              </a:defRPr>
            </a:lvl4pPr>
            <a:lvl5pPr marL="1260000" indent="-252000" algn="l" defTabSz="914400" rtl="0" eaLnBrk="1" latinLnBrk="0" hangingPunct="1">
              <a:lnSpc>
                <a:spcPct val="100000"/>
              </a:lnSpc>
              <a:spcBef>
                <a:spcPts val="600"/>
              </a:spcBef>
              <a:buFont typeface="Arial" panose="020B0604020202020204" pitchFamily="34" charset="0"/>
              <a:buChar char="•"/>
              <a:defRPr sz="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GB" sz="1000" b="1">
                <a:solidFill>
                  <a:srgbClr val="3F1A01"/>
                </a:solidFill>
              </a:rPr>
              <a:t>Guides – Show / Hide</a:t>
            </a:r>
          </a:p>
          <a:p>
            <a:pPr marL="0" indent="0">
              <a:spcBef>
                <a:spcPts val="0"/>
              </a:spcBef>
              <a:buNone/>
            </a:pPr>
            <a:r>
              <a:rPr lang="en-GB" sz="1000" b="0">
                <a:solidFill>
                  <a:srgbClr val="3F1A01"/>
                </a:solidFill>
              </a:rPr>
              <a:t>From the View-tab </a:t>
            </a:r>
          </a:p>
          <a:p>
            <a:pPr marL="0" indent="0">
              <a:spcBef>
                <a:spcPts val="0"/>
              </a:spcBef>
              <a:buNone/>
            </a:pPr>
            <a:r>
              <a:rPr lang="en-GB" sz="1000" b="0">
                <a:solidFill>
                  <a:srgbClr val="3F1A01"/>
                </a:solidFill>
              </a:rPr>
              <a:t>or Alt + F9</a:t>
            </a:r>
          </a:p>
          <a:p>
            <a:pPr marL="0" indent="0">
              <a:spcBef>
                <a:spcPts val="0"/>
              </a:spcBef>
              <a:buNone/>
            </a:pPr>
            <a:endParaRPr lang="en-GB" sz="1000" b="0">
              <a:solidFill>
                <a:srgbClr val="3F1A01"/>
              </a:solidFill>
            </a:endParaRPr>
          </a:p>
        </p:txBody>
      </p:sp>
      <p:sp>
        <p:nvSpPr>
          <p:cNvPr id="2" name="TextBox 1">
            <a:extLst>
              <a:ext uri="{FF2B5EF4-FFF2-40B4-BE49-F238E27FC236}">
                <a16:creationId xmlns:a16="http://schemas.microsoft.com/office/drawing/2014/main" id="{CFB97746-AB0C-416F-8995-6F74E0EF0EFE}"/>
              </a:ext>
            </a:extLst>
          </p:cNvPr>
          <p:cNvSpPr txBox="1"/>
          <p:nvPr/>
        </p:nvSpPr>
        <p:spPr>
          <a:xfrm>
            <a:off x="539750" y="540000"/>
            <a:ext cx="9213850" cy="215444"/>
          </a:xfrm>
          <a:prstGeom prst="rect">
            <a:avLst/>
          </a:prstGeom>
          <a:noFill/>
        </p:spPr>
        <p:txBody>
          <a:bodyPr wrap="square" lIns="0" tIns="0" rIns="0" bIns="0" rtlCol="0">
            <a:spAutoFit/>
          </a:bodyPr>
          <a:lstStyle/>
          <a:p>
            <a:r>
              <a:rPr lang="en-GB" sz="1400">
                <a:solidFill>
                  <a:schemeClr val="accent2"/>
                </a:solidFill>
                <a:latin typeface="Times New Roman" panose="02020603050405020304" pitchFamily="18" charset="0"/>
                <a:cs typeface="Times New Roman" panose="02020603050405020304" pitchFamily="18" charset="0"/>
              </a:rPr>
              <a:t>Delete this slide after use</a:t>
            </a:r>
          </a:p>
        </p:txBody>
      </p:sp>
      <p:pic>
        <p:nvPicPr>
          <p:cNvPr id="4" name="Picture 3">
            <a:extLst>
              <a:ext uri="{FF2B5EF4-FFF2-40B4-BE49-F238E27FC236}">
                <a16:creationId xmlns:a16="http://schemas.microsoft.com/office/drawing/2014/main" id="{E8DC192D-15E7-44CD-B477-C881E0E6D990}"/>
              </a:ext>
            </a:extLst>
          </p:cNvPr>
          <p:cNvPicPr>
            <a:picLocks noChangeAspect="1"/>
          </p:cNvPicPr>
          <p:nvPr/>
        </p:nvPicPr>
        <p:blipFill rotWithShape="1">
          <a:blip r:embed="rId4"/>
          <a:srcRect l="4483" r="1"/>
          <a:stretch/>
        </p:blipFill>
        <p:spPr>
          <a:xfrm>
            <a:off x="539750" y="3879102"/>
            <a:ext cx="502364" cy="306000"/>
          </a:xfrm>
          <a:prstGeom prst="rect">
            <a:avLst/>
          </a:prstGeom>
        </p:spPr>
      </p:pic>
      <p:pic>
        <p:nvPicPr>
          <p:cNvPr id="25" name="Picture 24">
            <a:extLst>
              <a:ext uri="{FF2B5EF4-FFF2-40B4-BE49-F238E27FC236}">
                <a16:creationId xmlns:a16="http://schemas.microsoft.com/office/drawing/2014/main" id="{61C5AB06-467F-4D53-8D9A-1C0D14254FE5}"/>
              </a:ext>
            </a:extLst>
          </p:cNvPr>
          <p:cNvPicPr>
            <a:picLocks noChangeAspect="1"/>
          </p:cNvPicPr>
          <p:nvPr/>
        </p:nvPicPr>
        <p:blipFill>
          <a:blip r:embed="rId5"/>
          <a:stretch>
            <a:fillRect/>
          </a:stretch>
        </p:blipFill>
        <p:spPr>
          <a:xfrm>
            <a:off x="6182034" y="2847599"/>
            <a:ext cx="1053671" cy="847781"/>
          </a:xfrm>
          <a:prstGeom prst="rect">
            <a:avLst/>
          </a:prstGeom>
        </p:spPr>
      </p:pic>
      <p:pic>
        <p:nvPicPr>
          <p:cNvPr id="26" name="Picture 25">
            <a:extLst>
              <a:ext uri="{FF2B5EF4-FFF2-40B4-BE49-F238E27FC236}">
                <a16:creationId xmlns:a16="http://schemas.microsoft.com/office/drawing/2014/main" id="{23E3D7D1-8B06-4822-B042-9E0013DC5ABD}"/>
              </a:ext>
            </a:extLst>
          </p:cNvPr>
          <p:cNvPicPr>
            <a:picLocks noChangeAspect="1"/>
          </p:cNvPicPr>
          <p:nvPr/>
        </p:nvPicPr>
        <p:blipFill>
          <a:blip r:embed="rId6"/>
          <a:stretch>
            <a:fillRect/>
          </a:stretch>
        </p:blipFill>
        <p:spPr>
          <a:xfrm>
            <a:off x="3342618" y="4737710"/>
            <a:ext cx="721382" cy="310749"/>
          </a:xfrm>
          <a:prstGeom prst="rect">
            <a:avLst/>
          </a:prstGeom>
        </p:spPr>
      </p:pic>
      <p:pic>
        <p:nvPicPr>
          <p:cNvPr id="6" name="Picture 5">
            <a:extLst>
              <a:ext uri="{FF2B5EF4-FFF2-40B4-BE49-F238E27FC236}">
                <a16:creationId xmlns:a16="http://schemas.microsoft.com/office/drawing/2014/main" id="{E69E3A62-6048-4098-92E9-31D1A7DA6A31}"/>
              </a:ext>
            </a:extLst>
          </p:cNvPr>
          <p:cNvPicPr>
            <a:picLocks noChangeAspect="1"/>
          </p:cNvPicPr>
          <p:nvPr/>
        </p:nvPicPr>
        <p:blipFill>
          <a:blip r:embed="rId7"/>
          <a:stretch>
            <a:fillRect/>
          </a:stretch>
        </p:blipFill>
        <p:spPr>
          <a:xfrm>
            <a:off x="10713191" y="1409700"/>
            <a:ext cx="937472" cy="3173789"/>
          </a:xfrm>
          <a:prstGeom prst="rect">
            <a:avLst/>
          </a:prstGeom>
        </p:spPr>
      </p:pic>
      <p:sp>
        <p:nvSpPr>
          <p:cNvPr id="28" name="TextBox 27">
            <a:extLst>
              <a:ext uri="{FF2B5EF4-FFF2-40B4-BE49-F238E27FC236}">
                <a16:creationId xmlns:a16="http://schemas.microsoft.com/office/drawing/2014/main" id="{1CF0A521-6AD8-4FA2-ABD7-4B156695725B}"/>
              </a:ext>
            </a:extLst>
          </p:cNvPr>
          <p:cNvSpPr txBox="1"/>
          <p:nvPr/>
        </p:nvSpPr>
        <p:spPr>
          <a:xfrm>
            <a:off x="1217613" y="3880138"/>
            <a:ext cx="1897062" cy="307777"/>
          </a:xfrm>
          <a:prstGeom prst="rect">
            <a:avLst/>
          </a:prstGeom>
          <a:noFill/>
        </p:spPr>
        <p:txBody>
          <a:bodyPr wrap="square" lIns="0" tIns="0" rIns="0" bIns="0">
            <a:spAutoFit/>
          </a:bodyPr>
          <a:lstStyle/>
          <a:p>
            <a:pPr eaLnBrk="1" hangingPunct="1">
              <a:spcAft>
                <a:spcPts val="600"/>
              </a:spcAft>
              <a:defRPr/>
            </a:pPr>
            <a:r>
              <a:rPr lang="en-GB" sz="1000" noProof="1">
                <a:solidFill>
                  <a:schemeClr val="tx1"/>
                </a:solidFill>
                <a:latin typeface="Arial" panose="020B0604020202020204" pitchFamily="34" charset="0"/>
                <a:cs typeface="Arial" panose="020B0604020202020204" pitchFamily="34" charset="0"/>
              </a:rPr>
              <a:t>Alternatively, </a:t>
            </a:r>
            <a:r>
              <a:rPr lang="en-GB" sz="1000" b="1" noProof="1">
                <a:solidFill>
                  <a:schemeClr val="tx1"/>
                </a:solidFill>
                <a:latin typeface="Arial" panose="020B0604020202020204" pitchFamily="34" charset="0"/>
                <a:cs typeface="Arial" panose="020B0604020202020204" pitchFamily="34" charset="0"/>
              </a:rPr>
              <a:t>Increase</a:t>
            </a:r>
            <a:r>
              <a:rPr lang="en-GB" sz="1000" baseline="0" noProof="1">
                <a:solidFill>
                  <a:schemeClr val="tx1"/>
                </a:solidFill>
                <a:latin typeface="Arial" panose="020B0604020202020204" pitchFamily="34" charset="0"/>
                <a:cs typeface="Arial" panose="020B0604020202020204" pitchFamily="34" charset="0"/>
              </a:rPr>
              <a:t> and</a:t>
            </a:r>
            <a:br>
              <a:rPr lang="en-GB" sz="1000" baseline="0" noProof="1">
                <a:solidFill>
                  <a:schemeClr val="tx1"/>
                </a:solidFill>
                <a:latin typeface="Arial" panose="020B0604020202020204" pitchFamily="34" charset="0"/>
                <a:cs typeface="Arial" panose="020B0604020202020204" pitchFamily="34" charset="0"/>
              </a:rPr>
            </a:br>
            <a:r>
              <a:rPr lang="en-GB" sz="1000" b="1" baseline="0" noProof="1">
                <a:solidFill>
                  <a:schemeClr val="tx1"/>
                </a:solidFill>
                <a:latin typeface="Arial" panose="020B0604020202020204" pitchFamily="34" charset="0"/>
                <a:cs typeface="Arial" panose="020B0604020202020204" pitchFamily="34" charset="0"/>
              </a:rPr>
              <a:t>Decrease </a:t>
            </a:r>
            <a:r>
              <a:rPr lang="en-GB" sz="1000" baseline="0" noProof="1">
                <a:solidFill>
                  <a:schemeClr val="tx1"/>
                </a:solidFill>
                <a:latin typeface="Arial" panose="020B0604020202020204" pitchFamily="34" charset="0"/>
                <a:cs typeface="Arial" panose="020B0604020202020204" pitchFamily="34" charset="0"/>
              </a:rPr>
              <a:t>list level can be used</a:t>
            </a:r>
          </a:p>
        </p:txBody>
      </p:sp>
      <p:pic>
        <p:nvPicPr>
          <p:cNvPr id="29" name="Picture 28">
            <a:extLst>
              <a:ext uri="{FF2B5EF4-FFF2-40B4-BE49-F238E27FC236}">
                <a16:creationId xmlns:a16="http://schemas.microsoft.com/office/drawing/2014/main" id="{D5AAD879-4417-455C-BF76-7F1D8FC43DAF}"/>
              </a:ext>
            </a:extLst>
          </p:cNvPr>
          <p:cNvPicPr>
            <a:picLocks noChangeAspect="1"/>
          </p:cNvPicPr>
          <p:nvPr/>
        </p:nvPicPr>
        <p:blipFill>
          <a:blip r:embed="rId8"/>
          <a:stretch>
            <a:fillRect/>
          </a:stretch>
        </p:blipFill>
        <p:spPr>
          <a:xfrm>
            <a:off x="6230938" y="1601536"/>
            <a:ext cx="439902" cy="447295"/>
          </a:xfrm>
          <a:prstGeom prst="rect">
            <a:avLst/>
          </a:prstGeom>
        </p:spPr>
      </p:pic>
      <p:sp>
        <p:nvSpPr>
          <p:cNvPr id="37" name="TextBox 36">
            <a:extLst>
              <a:ext uri="{FF2B5EF4-FFF2-40B4-BE49-F238E27FC236}">
                <a16:creationId xmlns:a16="http://schemas.microsoft.com/office/drawing/2014/main" id="{81C181B1-8DE5-4B6C-9648-F234EE5015BF}"/>
              </a:ext>
            </a:extLst>
          </p:cNvPr>
          <p:cNvSpPr txBox="1"/>
          <p:nvPr/>
        </p:nvSpPr>
        <p:spPr>
          <a:xfrm>
            <a:off x="4064000" y="1411500"/>
            <a:ext cx="1897061" cy="923330"/>
          </a:xfrm>
          <a:prstGeom prst="rect">
            <a:avLst/>
          </a:prstGeom>
          <a:noFill/>
        </p:spPr>
        <p:txBody>
          <a:bodyPr wrap="square" lIns="0" tIns="0" rIns="0" bIns="0">
            <a:spAutoFit/>
          </a:bodyPr>
          <a:lstStyle/>
          <a:p>
            <a:pPr eaLnBrk="1" hangingPunct="1">
              <a:spcBef>
                <a:spcPts val="0"/>
              </a:spcBef>
              <a:spcAft>
                <a:spcPts val="600"/>
              </a:spcAft>
              <a:defRPr/>
            </a:pPr>
            <a:r>
              <a:rPr lang="en-GB" sz="1000" b="1">
                <a:solidFill>
                  <a:srgbClr val="000000"/>
                </a:solidFill>
                <a:latin typeface="Arial" panose="020B0604020202020204" pitchFamily="34" charset="0"/>
                <a:ea typeface="Times New Roman" panose="02020603050405020304" pitchFamily="18" charset="0"/>
              </a:rPr>
              <a:t>Insert a New Slide</a:t>
            </a:r>
            <a:endParaRPr lang="en-GB" sz="1000" b="1" noProof="1">
              <a:solidFill>
                <a:schemeClr val="tx1"/>
              </a:solidFill>
              <a:latin typeface="Arial" panose="020B0604020202020204" pitchFamily="34" charset="0"/>
              <a:cs typeface="Arial" panose="020B0604020202020204" pitchFamily="34" charset="0"/>
            </a:endParaRPr>
          </a:p>
          <a:p>
            <a:pPr marL="228600" indent="-228600" eaLnBrk="1" hangingPunct="1">
              <a:spcAft>
                <a:spcPts val="600"/>
              </a:spcAft>
              <a:buFont typeface="+mj-lt"/>
              <a:buAutoNum type="arabicPeriod"/>
              <a:defRPr/>
            </a:pPr>
            <a:r>
              <a:rPr lang="en-GB" altLang="da-DK" sz="1000" noProof="1">
                <a:solidFill>
                  <a:schemeClr val="tx1"/>
                </a:solidFill>
                <a:latin typeface="Arial" panose="020B0604020202020204" pitchFamily="34" charset="0"/>
                <a:cs typeface="Arial" panose="020B0604020202020204" pitchFamily="34" charset="0"/>
              </a:rPr>
              <a:t>Click on the </a:t>
            </a:r>
            <a:r>
              <a:rPr lang="en-GB" altLang="da-DK" sz="1000" b="1" noProof="1">
                <a:solidFill>
                  <a:schemeClr val="tx1"/>
                </a:solidFill>
                <a:latin typeface="Arial" panose="020B0604020202020204" pitchFamily="34" charset="0"/>
                <a:cs typeface="Arial" panose="020B0604020202020204" pitchFamily="34" charset="0"/>
              </a:rPr>
              <a:t>Home </a:t>
            </a:r>
            <a:r>
              <a:rPr lang="en-GB" altLang="da-DK" sz="1000" b="0" noProof="1">
                <a:solidFill>
                  <a:schemeClr val="tx1"/>
                </a:solidFill>
                <a:latin typeface="Arial" panose="020B0604020202020204" pitchFamily="34" charset="0"/>
                <a:cs typeface="Arial" panose="020B0604020202020204" pitchFamily="34" charset="0"/>
              </a:rPr>
              <a:t>tab</a:t>
            </a:r>
            <a:endParaRPr lang="en-GB" altLang="da-DK" sz="1000" b="0" strike="sngStrike" noProof="1">
              <a:solidFill>
                <a:schemeClr val="tx1"/>
              </a:solidFill>
              <a:latin typeface="Arial" panose="020B0604020202020204" pitchFamily="34" charset="0"/>
              <a:cs typeface="Arial" panose="020B0604020202020204" pitchFamily="34" charset="0"/>
            </a:endParaRPr>
          </a:p>
          <a:p>
            <a:pPr marL="228600" indent="-228600" eaLnBrk="1" hangingPunct="1">
              <a:spcAft>
                <a:spcPts val="600"/>
              </a:spcAft>
              <a:buFont typeface="+mj-lt"/>
              <a:buAutoNum type="arabicPeriod"/>
              <a:defRPr/>
            </a:pPr>
            <a:r>
              <a:rPr lang="en-GB" altLang="da-DK" sz="1000" noProof="1">
                <a:solidFill>
                  <a:schemeClr val="tx1"/>
                </a:solidFill>
                <a:latin typeface="Arial" panose="020B0604020202020204" pitchFamily="34" charset="0"/>
                <a:cs typeface="Arial" panose="020B0604020202020204" pitchFamily="34" charset="0"/>
              </a:rPr>
              <a:t>Click on the </a:t>
            </a:r>
            <a:r>
              <a:rPr lang="en-GB" altLang="da-DK" sz="1000" b="1" baseline="0" noProof="1">
                <a:solidFill>
                  <a:schemeClr val="tx1"/>
                </a:solidFill>
                <a:latin typeface="Arial" panose="020B0604020202020204" pitchFamily="34" charset="0"/>
                <a:cs typeface="Arial" panose="020B0604020202020204" pitchFamily="34" charset="0"/>
              </a:rPr>
              <a:t>New Slide </a:t>
            </a:r>
            <a:r>
              <a:rPr lang="en-GB" altLang="da-DK" sz="1000" noProof="1">
                <a:solidFill>
                  <a:schemeClr val="tx1"/>
                </a:solidFill>
                <a:latin typeface="Arial" panose="020B0604020202020204" pitchFamily="34" charset="0"/>
                <a:cs typeface="Arial" panose="020B0604020202020204" pitchFamily="34" charset="0"/>
              </a:rPr>
              <a:t>to insert </a:t>
            </a:r>
            <a:br>
              <a:rPr lang="en-GB" altLang="da-DK" sz="1000" noProof="1">
                <a:solidFill>
                  <a:schemeClr val="tx1"/>
                </a:solidFill>
                <a:latin typeface="Arial" panose="020B0604020202020204" pitchFamily="34" charset="0"/>
                <a:cs typeface="Arial" panose="020B0604020202020204" pitchFamily="34" charset="0"/>
              </a:rPr>
            </a:br>
            <a:r>
              <a:rPr lang="en-GB" altLang="da-DK" sz="1000" noProof="1">
                <a:solidFill>
                  <a:schemeClr val="tx1"/>
                </a:solidFill>
                <a:latin typeface="Arial" panose="020B0604020202020204" pitchFamily="34" charset="0"/>
                <a:cs typeface="Arial" panose="020B0604020202020204" pitchFamily="34" charset="0"/>
              </a:rPr>
              <a:t>new slide</a:t>
            </a:r>
          </a:p>
        </p:txBody>
      </p:sp>
      <p:sp>
        <p:nvSpPr>
          <p:cNvPr id="38" name="TextBox 37">
            <a:extLst>
              <a:ext uri="{FF2B5EF4-FFF2-40B4-BE49-F238E27FC236}">
                <a16:creationId xmlns:a16="http://schemas.microsoft.com/office/drawing/2014/main" id="{B70D80B7-E226-4F61-9EA0-8793D82C705D}"/>
              </a:ext>
            </a:extLst>
          </p:cNvPr>
          <p:cNvSpPr txBox="1"/>
          <p:nvPr/>
        </p:nvSpPr>
        <p:spPr>
          <a:xfrm>
            <a:off x="6232944" y="1401342"/>
            <a:ext cx="2576512" cy="1000274"/>
          </a:xfrm>
          <a:prstGeom prst="rect">
            <a:avLst/>
          </a:prstGeom>
          <a:noFill/>
        </p:spPr>
        <p:txBody>
          <a:bodyPr wrap="square" lIns="0" tIns="0" rIns="0" bIns="0">
            <a:spAutoFit/>
          </a:bodyPr>
          <a:lstStyle/>
          <a:p>
            <a:pPr eaLnBrk="1" hangingPunct="1">
              <a:spcAft>
                <a:spcPts val="600"/>
              </a:spcAft>
              <a:defRPr/>
            </a:pPr>
            <a:r>
              <a:rPr lang="en-GB" sz="1000" b="1" noProof="1">
                <a:solidFill>
                  <a:schemeClr val="tx1"/>
                </a:solidFill>
                <a:latin typeface="Arial" panose="020B0604020202020204" pitchFamily="34" charset="0"/>
                <a:cs typeface="Arial" panose="020B0604020202020204" pitchFamily="34" charset="0"/>
              </a:rPr>
              <a:t>Insert picture</a:t>
            </a:r>
          </a:p>
          <a:p>
            <a:pPr eaLnBrk="1" hangingPunct="1">
              <a:spcAft>
                <a:spcPts val="600"/>
              </a:spcAft>
              <a:defRPr/>
            </a:pPr>
            <a:endParaRPr lang="en-GB" sz="1000" b="1" noProof="1">
              <a:solidFill>
                <a:schemeClr val="tx1"/>
              </a:solidFill>
              <a:latin typeface="Arial" panose="020B0604020202020204" pitchFamily="34" charset="0"/>
              <a:cs typeface="Arial" panose="020B0604020202020204" pitchFamily="34" charset="0"/>
            </a:endParaRPr>
          </a:p>
          <a:p>
            <a:pPr eaLnBrk="1" hangingPunct="1">
              <a:spcAft>
                <a:spcPts val="600"/>
              </a:spcAft>
              <a:defRPr/>
            </a:pPr>
            <a:endParaRPr lang="en-GB" sz="1000" b="1" noProof="1">
              <a:solidFill>
                <a:schemeClr val="tx1"/>
              </a:solidFill>
              <a:latin typeface="Arial" panose="020B0604020202020204" pitchFamily="34" charset="0"/>
              <a:cs typeface="Arial" panose="020B0604020202020204" pitchFamily="34" charset="0"/>
            </a:endParaRPr>
          </a:p>
          <a:p>
            <a:pPr eaLnBrk="1" hangingPunct="1">
              <a:spcAft>
                <a:spcPts val="600"/>
              </a:spcAft>
              <a:defRPr/>
            </a:pPr>
            <a:r>
              <a:rPr lang="en-GB" altLang="da-DK" sz="1000" b="0" noProof="1">
                <a:solidFill>
                  <a:schemeClr val="tx1"/>
                </a:solidFill>
                <a:latin typeface="Arial" panose="020B0604020202020204" pitchFamily="34" charset="0"/>
                <a:cs typeface="Arial" panose="020B0604020202020204" pitchFamily="34" charset="0"/>
              </a:rPr>
              <a:t>On slides with picture placeholder, </a:t>
            </a:r>
            <a:br>
              <a:rPr lang="en-GB" altLang="da-DK" sz="1000" b="0" noProof="1">
                <a:solidFill>
                  <a:schemeClr val="tx1"/>
                </a:solidFill>
                <a:latin typeface="Arial" panose="020B0604020202020204" pitchFamily="34" charset="0"/>
                <a:cs typeface="Arial" panose="020B0604020202020204" pitchFamily="34" charset="0"/>
              </a:rPr>
            </a:br>
            <a:r>
              <a:rPr lang="en-GB" altLang="da-DK" sz="1000" b="0" noProof="1">
                <a:solidFill>
                  <a:schemeClr val="tx1"/>
                </a:solidFill>
                <a:latin typeface="Arial" panose="020B0604020202020204" pitchFamily="34" charset="0"/>
                <a:cs typeface="Arial" panose="020B0604020202020204" pitchFamily="34" charset="0"/>
              </a:rPr>
              <a:t>click on the icon and choose </a:t>
            </a:r>
            <a:r>
              <a:rPr lang="en-GB" altLang="da-DK" sz="1000" b="1" noProof="1">
                <a:solidFill>
                  <a:schemeClr val="tx1"/>
                </a:solidFill>
                <a:latin typeface="Arial" panose="020B0604020202020204" pitchFamily="34" charset="0"/>
                <a:cs typeface="Arial" panose="020B0604020202020204" pitchFamily="34" charset="0"/>
              </a:rPr>
              <a:t>Insert</a:t>
            </a:r>
          </a:p>
        </p:txBody>
      </p:sp>
      <p:pic>
        <p:nvPicPr>
          <p:cNvPr id="44" name="Picture 43">
            <a:extLst>
              <a:ext uri="{FF2B5EF4-FFF2-40B4-BE49-F238E27FC236}">
                <a16:creationId xmlns:a16="http://schemas.microsoft.com/office/drawing/2014/main" id="{4CF1FFD3-4CFE-4643-82B2-6E865F91BE0A}"/>
              </a:ext>
            </a:extLst>
          </p:cNvPr>
          <p:cNvPicPr>
            <a:picLocks noChangeAspect="1"/>
          </p:cNvPicPr>
          <p:nvPr/>
        </p:nvPicPr>
        <p:blipFill>
          <a:blip r:embed="rId9"/>
          <a:stretch>
            <a:fillRect/>
          </a:stretch>
        </p:blipFill>
        <p:spPr>
          <a:xfrm>
            <a:off x="3377366" y="1411500"/>
            <a:ext cx="457264" cy="743054"/>
          </a:xfrm>
          <a:prstGeom prst="rect">
            <a:avLst/>
          </a:prstGeom>
        </p:spPr>
      </p:pic>
      <p:pic>
        <p:nvPicPr>
          <p:cNvPr id="46" name="Picture 45">
            <a:extLst>
              <a:ext uri="{FF2B5EF4-FFF2-40B4-BE49-F238E27FC236}">
                <a16:creationId xmlns:a16="http://schemas.microsoft.com/office/drawing/2014/main" id="{5B827A9C-2570-4A3E-AE07-6B19AAC7D44A}"/>
              </a:ext>
            </a:extLst>
          </p:cNvPr>
          <p:cNvPicPr>
            <a:picLocks noChangeAspect="1"/>
          </p:cNvPicPr>
          <p:nvPr/>
        </p:nvPicPr>
        <p:blipFill>
          <a:blip r:embed="rId10"/>
          <a:stretch>
            <a:fillRect/>
          </a:stretch>
        </p:blipFill>
        <p:spPr>
          <a:xfrm>
            <a:off x="3376881" y="2749214"/>
            <a:ext cx="980294" cy="291753"/>
          </a:xfrm>
          <a:prstGeom prst="rect">
            <a:avLst/>
          </a:prstGeom>
        </p:spPr>
      </p:pic>
      <p:sp>
        <p:nvSpPr>
          <p:cNvPr id="47" name="TextBox 46">
            <a:extLst>
              <a:ext uri="{FF2B5EF4-FFF2-40B4-BE49-F238E27FC236}">
                <a16:creationId xmlns:a16="http://schemas.microsoft.com/office/drawing/2014/main" id="{934E07CD-9CA8-4274-A486-A45921C0A566}"/>
              </a:ext>
            </a:extLst>
          </p:cNvPr>
          <p:cNvSpPr txBox="1"/>
          <p:nvPr/>
        </p:nvSpPr>
        <p:spPr>
          <a:xfrm>
            <a:off x="3393809" y="2510449"/>
            <a:ext cx="2576511" cy="1769715"/>
          </a:xfrm>
          <a:prstGeom prst="rect">
            <a:avLst/>
          </a:prstGeom>
          <a:noFill/>
        </p:spPr>
        <p:txBody>
          <a:bodyPr wrap="square" lIns="0" tIns="0" rIns="0" bIns="0">
            <a:spAutoFit/>
          </a:bodyPr>
          <a:lstStyle/>
          <a:p>
            <a:pPr eaLnBrk="1" hangingPunct="1">
              <a:spcBef>
                <a:spcPts val="1200"/>
              </a:spcBef>
              <a:spcAft>
                <a:spcPts val="600"/>
              </a:spcAft>
              <a:defRPr/>
            </a:pPr>
            <a:r>
              <a:rPr lang="en-GB" sz="1000" b="1">
                <a:solidFill>
                  <a:srgbClr val="000000"/>
                </a:solidFill>
                <a:latin typeface="Arial" panose="020B0604020202020204" pitchFamily="34" charset="0"/>
                <a:ea typeface="Times New Roman" panose="02020603050405020304" pitchFamily="18" charset="0"/>
              </a:rPr>
              <a:t>Change Slide Layout</a:t>
            </a:r>
          </a:p>
          <a:p>
            <a:pPr eaLnBrk="1" hangingPunct="1">
              <a:spcBef>
                <a:spcPts val="0"/>
              </a:spcBef>
              <a:spcAft>
                <a:spcPts val="0"/>
              </a:spcAft>
              <a:defRPr/>
            </a:pPr>
            <a:endParaRPr lang="en-GB" sz="1000" b="1">
              <a:solidFill>
                <a:srgbClr val="000000"/>
              </a:solidFill>
              <a:latin typeface="Arial" panose="020B0604020202020204" pitchFamily="34" charset="0"/>
              <a:ea typeface="Times New Roman" panose="02020603050405020304" pitchFamily="18" charset="0"/>
            </a:endParaRPr>
          </a:p>
          <a:p>
            <a:pPr eaLnBrk="1" hangingPunct="1">
              <a:spcBef>
                <a:spcPts val="0"/>
              </a:spcBef>
              <a:spcAft>
                <a:spcPts val="0"/>
              </a:spcAft>
              <a:defRPr/>
            </a:pPr>
            <a:endParaRPr lang="en-GB" sz="1000" b="1">
              <a:solidFill>
                <a:srgbClr val="000000"/>
              </a:solidFill>
              <a:latin typeface="Arial" panose="020B0604020202020204" pitchFamily="34" charset="0"/>
              <a:ea typeface="Times New Roman" panose="02020603050405020304" pitchFamily="18" charset="0"/>
            </a:endParaRPr>
          </a:p>
          <a:p>
            <a:pPr eaLnBrk="1" hangingPunct="1">
              <a:spcBef>
                <a:spcPts val="0"/>
              </a:spcBef>
              <a:spcAft>
                <a:spcPts val="0"/>
              </a:spcAft>
              <a:defRPr/>
            </a:pPr>
            <a:endParaRPr lang="en-GB" sz="1000" b="1">
              <a:solidFill>
                <a:srgbClr val="000000"/>
              </a:solidFill>
              <a:latin typeface="Arial" panose="020B0604020202020204" pitchFamily="34" charset="0"/>
              <a:ea typeface="Times New Roman" panose="02020603050405020304" pitchFamily="18" charset="0"/>
            </a:endParaRPr>
          </a:p>
          <a:p>
            <a:pPr eaLnBrk="1" hangingPunct="1">
              <a:spcBef>
                <a:spcPts val="0"/>
              </a:spcBef>
              <a:spcAft>
                <a:spcPts val="600"/>
              </a:spcAft>
              <a:defRPr/>
            </a:pPr>
            <a:r>
              <a:rPr lang="en-GB" altLang="da-DK" sz="1000" noProof="1">
                <a:solidFill>
                  <a:schemeClr val="tx1"/>
                </a:solidFill>
                <a:latin typeface="Arial" panose="020B0604020202020204" pitchFamily="34" charset="0"/>
                <a:cs typeface="Arial" panose="020B0604020202020204" pitchFamily="34" charset="0"/>
              </a:rPr>
              <a:t>From the </a:t>
            </a:r>
            <a:r>
              <a:rPr lang="en-GB" altLang="da-DK" sz="1000" b="1" noProof="1">
                <a:solidFill>
                  <a:schemeClr val="tx1"/>
                </a:solidFill>
                <a:latin typeface="Arial" panose="020B0604020202020204" pitchFamily="34" charset="0"/>
                <a:cs typeface="Arial" panose="020B0604020202020204" pitchFamily="34" charset="0"/>
              </a:rPr>
              <a:t>Home - Tab</a:t>
            </a:r>
          </a:p>
          <a:p>
            <a:pPr marL="228600" indent="-228600">
              <a:spcAft>
                <a:spcPts val="600"/>
              </a:spcAft>
              <a:buFont typeface="+mj-lt"/>
              <a:buAutoNum type="arabicPeriod"/>
            </a:pPr>
            <a:r>
              <a:rPr lang="en-GB" sz="1000">
                <a:solidFill>
                  <a:srgbClr val="000000"/>
                </a:solidFill>
                <a:latin typeface="Arial" panose="020B0604020202020204" pitchFamily="34" charset="0"/>
                <a:ea typeface="Times New Roman" panose="02020603050405020304" pitchFamily="18" charset="0"/>
              </a:rPr>
              <a:t>Click on the arrow next to </a:t>
            </a:r>
            <a:r>
              <a:rPr lang="en-GB" sz="1000" b="1">
                <a:solidFill>
                  <a:srgbClr val="000000"/>
                </a:solidFill>
                <a:latin typeface="Arial" panose="020B0604020202020204" pitchFamily="34" charset="0"/>
                <a:ea typeface="Times New Roman" panose="02020603050405020304" pitchFamily="18" charset="0"/>
              </a:rPr>
              <a:t>Layout</a:t>
            </a:r>
            <a:br>
              <a:rPr lang="en-GB" sz="1000" b="1">
                <a:solidFill>
                  <a:srgbClr val="000000"/>
                </a:solidFill>
                <a:latin typeface="Arial" panose="020B0604020202020204" pitchFamily="34" charset="0"/>
                <a:ea typeface="Times New Roman" panose="02020603050405020304" pitchFamily="18" charset="0"/>
              </a:rPr>
            </a:br>
            <a:r>
              <a:rPr lang="en-GB" sz="1000">
                <a:solidFill>
                  <a:srgbClr val="000000"/>
                </a:solidFill>
                <a:latin typeface="Arial" panose="020B0604020202020204" pitchFamily="34" charset="0"/>
                <a:ea typeface="Times New Roman" panose="02020603050405020304" pitchFamily="18" charset="0"/>
              </a:rPr>
              <a:t>to view a dropdown menu of possible slide layouts</a:t>
            </a:r>
            <a:endParaRPr lang="en-GB" sz="1000">
              <a:solidFill>
                <a:schemeClr val="tx1"/>
              </a:solidFill>
              <a:latin typeface="Times New Roman" panose="02020603050405020304" pitchFamily="18" charset="0"/>
              <a:ea typeface="Times New Roman" panose="02020603050405020304" pitchFamily="18" charset="0"/>
            </a:endParaRPr>
          </a:p>
          <a:p>
            <a:pPr marL="228600" indent="-228600">
              <a:spcAft>
                <a:spcPts val="600"/>
              </a:spcAft>
              <a:buFont typeface="+mj-lt"/>
              <a:buAutoNum type="arabicPeriod"/>
            </a:pPr>
            <a:r>
              <a:rPr lang="en-GB" sz="1000">
                <a:solidFill>
                  <a:srgbClr val="000000"/>
                </a:solidFill>
                <a:latin typeface="Arial" panose="020B0604020202020204" pitchFamily="34" charset="0"/>
                <a:ea typeface="Times New Roman" panose="02020603050405020304" pitchFamily="18" charset="0"/>
              </a:rPr>
              <a:t>Click on the layout you prefer and it will be applied to the new slide</a:t>
            </a:r>
            <a:endParaRPr lang="en-GB" sz="100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183756695"/>
      </p:ext>
    </p:extLst>
  </p:cSld>
  <p:clrMapOvr>
    <a:masterClrMapping/>
  </p:clrMapOvr>
  <p:hf hdr="0" ftr="0" dt="0"/>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image" Target="../media/image2.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8163406-5D68-413D-AFDF-90D68FD02AB8}"/>
              </a:ext>
            </a:extLst>
          </p:cNvPr>
          <p:cNvSpPr>
            <a:spLocks noGrp="1"/>
          </p:cNvSpPr>
          <p:nvPr>
            <p:ph type="title"/>
          </p:nvPr>
        </p:nvSpPr>
        <p:spPr>
          <a:xfrm>
            <a:off x="539749" y="539750"/>
            <a:ext cx="9213851" cy="332399"/>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D0AFFE85-39C0-4335-A66F-8029022AA9A6}"/>
              </a:ext>
            </a:extLst>
          </p:cNvPr>
          <p:cNvSpPr>
            <a:spLocks noGrp="1"/>
          </p:cNvSpPr>
          <p:nvPr>
            <p:ph type="body" idx="1"/>
          </p:nvPr>
        </p:nvSpPr>
        <p:spPr>
          <a:xfrm>
            <a:off x="539749" y="1142150"/>
            <a:ext cx="9213851" cy="4691914"/>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Slide Number Placeholder 5">
            <a:extLst>
              <a:ext uri="{FF2B5EF4-FFF2-40B4-BE49-F238E27FC236}">
                <a16:creationId xmlns:a16="http://schemas.microsoft.com/office/drawing/2014/main" id="{C42D07B5-4BF6-4499-8E0F-9D762B6DEEF8}"/>
              </a:ext>
            </a:extLst>
          </p:cNvPr>
          <p:cNvSpPr>
            <a:spLocks noGrp="1"/>
          </p:cNvSpPr>
          <p:nvPr>
            <p:ph type="sldNum" sz="quarter" idx="4"/>
          </p:nvPr>
        </p:nvSpPr>
        <p:spPr>
          <a:xfrm>
            <a:off x="11650662" y="6434112"/>
            <a:ext cx="271337" cy="153888"/>
          </a:xfrm>
          <a:prstGeom prst="rect">
            <a:avLst/>
          </a:prstGeom>
        </p:spPr>
        <p:txBody>
          <a:bodyPr lIns="0" tIns="0" rIns="0" bIns="0" anchor="t" anchorCtr="0">
            <a:noAutofit/>
          </a:bodyPr>
          <a:lstStyle>
            <a:lvl1pPr algn="r">
              <a:defRPr sz="900">
                <a:solidFill>
                  <a:srgbClr val="3F1A01"/>
                </a:solidFill>
              </a:defRPr>
            </a:lvl1pPr>
          </a:lstStyle>
          <a:p>
            <a:fld id="{6DBC486D-4FAB-B746-8B02-8D7C842291C6}" type="slidenum">
              <a:rPr lang="en-US" smtClean="0"/>
              <a:pPr/>
              <a:t>‹#›</a:t>
            </a:fld>
            <a:endParaRPr lang="en-US"/>
          </a:p>
        </p:txBody>
      </p:sp>
      <p:pic>
        <p:nvPicPr>
          <p:cNvPr id="8" name="Logo">
            <a:extLst>
              <a:ext uri="{FF2B5EF4-FFF2-40B4-BE49-F238E27FC236}">
                <a16:creationId xmlns:a16="http://schemas.microsoft.com/office/drawing/2014/main" id="{34F9AA81-9D35-4E0D-9E78-3F5C44655638}"/>
              </a:ext>
            </a:extLst>
          </p:cNvPr>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10210663" y="524930"/>
            <a:ext cx="1440000" cy="281496"/>
          </a:xfrm>
          <a:prstGeom prst="rect">
            <a:avLst/>
          </a:prstGeom>
        </p:spPr>
      </p:pic>
      <p:sp>
        <p:nvSpPr>
          <p:cNvPr id="9" name="ExternalLogo" hidden="1">
            <a:extLst>
              <a:ext uri="{FF2B5EF4-FFF2-40B4-BE49-F238E27FC236}">
                <a16:creationId xmlns:a16="http://schemas.microsoft.com/office/drawing/2014/main" id="{48088308-7A9E-4E84-BCA0-2394FBDDB9C5}"/>
              </a:ext>
            </a:extLst>
          </p:cNvPr>
          <p:cNvSpPr/>
          <p:nvPr/>
        </p:nvSpPr>
        <p:spPr>
          <a:xfrm>
            <a:off x="10023475" y="6102001"/>
            <a:ext cx="1627188" cy="636980"/>
          </a:xfrm>
          <a:prstGeom prst="rect">
            <a:avLst/>
          </a:prstGeom>
          <a:solidFill>
            <a:srgbClr val="D1D1D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chorCtr="0">
            <a:noAutofit/>
          </a:bodyPr>
          <a:lstStyle/>
          <a:p>
            <a:pPr algn="ctr"/>
            <a:r>
              <a:rPr lang="en-GB" sz="900">
                <a:solidFill>
                  <a:srgbClr val="FF00FF"/>
                </a:solidFill>
              </a:rPr>
              <a:t>External logo</a:t>
            </a:r>
          </a:p>
        </p:txBody>
      </p:sp>
    </p:spTree>
    <p:extLst>
      <p:ext uri="{BB962C8B-B14F-4D97-AF65-F5344CB8AC3E}">
        <p14:creationId xmlns:p14="http://schemas.microsoft.com/office/powerpoint/2010/main" val="1168088640"/>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6" r:id="rId15"/>
    <p:sldLayoutId id="2147483687" r:id="rId16"/>
    <p:sldLayoutId id="2147483688" r:id="rId17"/>
    <p:sldLayoutId id="2147483689" r:id="rId18"/>
    <p:sldLayoutId id="2147483690" r:id="rId19"/>
    <p:sldLayoutId id="2147483691" r:id="rId20"/>
    <p:sldLayoutId id="2147483692" r:id="rId21"/>
    <p:sldLayoutId id="2147483693" r:id="rId22"/>
    <p:sldLayoutId id="2147483694" r:id="rId23"/>
    <p:sldLayoutId id="2147483695" r:id="rId24"/>
    <p:sldLayoutId id="2147483696" r:id="rId25"/>
    <p:sldLayoutId id="2147483697" r:id="rId26"/>
    <p:sldLayoutId id="2147483698" r:id="rId27"/>
    <p:sldLayoutId id="2147483699" r:id="rId28"/>
    <p:sldLayoutId id="2147483700" r:id="rId29"/>
    <p:sldLayoutId id="2147483701" r:id="rId30"/>
    <p:sldLayoutId id="2147483702" r:id="rId31"/>
    <p:sldLayoutId id="2147483703" r:id="rId32"/>
    <p:sldLayoutId id="2147483704" r:id="rId33"/>
    <p:sldLayoutId id="2147483705" r:id="rId34"/>
    <p:sldLayoutId id="2147483706" r:id="rId35"/>
  </p:sldLayoutIdLst>
  <p:hf hdr="0" ftr="0" dt="0"/>
  <p:txStyles>
    <p:titleStyle>
      <a:lvl1pPr algn="l" defTabSz="914400" rtl="0" eaLnBrk="1" latinLnBrk="0" hangingPunct="1">
        <a:lnSpc>
          <a:spcPct val="90000"/>
        </a:lnSpc>
        <a:spcBef>
          <a:spcPct val="0"/>
        </a:spcBef>
        <a:buNone/>
        <a:defRPr sz="2400" b="1" kern="1200">
          <a:solidFill>
            <a:srgbClr val="3F1A01"/>
          </a:solidFill>
          <a:latin typeface="+mj-lt"/>
          <a:ea typeface="+mj-ea"/>
          <a:cs typeface="+mj-cs"/>
        </a:defRPr>
      </a:lvl1pPr>
    </p:titleStyle>
    <p:bodyStyle>
      <a:lvl1pPr marL="180000" indent="-180000" algn="l" defTabSz="914400" rtl="0" eaLnBrk="1" latinLnBrk="0" hangingPunct="1">
        <a:lnSpc>
          <a:spcPct val="100000"/>
        </a:lnSpc>
        <a:spcBef>
          <a:spcPts val="1800"/>
        </a:spcBef>
        <a:buFont typeface="Arial" panose="020B0604020202020204" pitchFamily="34" charset="0"/>
        <a:buChar char="•"/>
        <a:defRPr sz="1600" kern="1200">
          <a:solidFill>
            <a:srgbClr val="3F1A01"/>
          </a:solidFill>
          <a:latin typeface="+mn-lt"/>
          <a:ea typeface="+mn-ea"/>
          <a:cs typeface="+mn-cs"/>
        </a:defRPr>
      </a:lvl1pPr>
      <a:lvl2pPr marL="360000" indent="-180000" algn="l" defTabSz="914400" rtl="0" eaLnBrk="1" latinLnBrk="0" hangingPunct="1">
        <a:lnSpc>
          <a:spcPct val="100000"/>
        </a:lnSpc>
        <a:spcBef>
          <a:spcPts val="600"/>
        </a:spcBef>
        <a:buFont typeface="Arial" panose="020B0604020202020204" pitchFamily="34" charset="0"/>
        <a:buChar char="•"/>
        <a:defRPr sz="1400" kern="1200">
          <a:solidFill>
            <a:srgbClr val="3F1A01"/>
          </a:solidFill>
          <a:latin typeface="+mn-lt"/>
          <a:ea typeface="+mn-ea"/>
          <a:cs typeface="+mn-cs"/>
        </a:defRPr>
      </a:lvl2pPr>
      <a:lvl3pPr marL="540000" indent="-180000" algn="l" defTabSz="914400" rtl="0" eaLnBrk="1" latinLnBrk="0" hangingPunct="1">
        <a:lnSpc>
          <a:spcPct val="100000"/>
        </a:lnSpc>
        <a:spcBef>
          <a:spcPts val="600"/>
        </a:spcBef>
        <a:buFont typeface="Arial" panose="020B0604020202020204" pitchFamily="34" charset="0"/>
        <a:buChar char="•"/>
        <a:defRPr sz="1200" kern="1200">
          <a:solidFill>
            <a:srgbClr val="3F1A01"/>
          </a:solidFill>
          <a:latin typeface="+mn-lt"/>
          <a:ea typeface="+mn-ea"/>
          <a:cs typeface="+mn-cs"/>
        </a:defRPr>
      </a:lvl3pPr>
      <a:lvl4pPr marL="720000" indent="-180000" algn="l" defTabSz="914400" rtl="0" eaLnBrk="1" latinLnBrk="0" hangingPunct="1">
        <a:lnSpc>
          <a:spcPct val="100000"/>
        </a:lnSpc>
        <a:spcBef>
          <a:spcPts val="600"/>
        </a:spcBef>
        <a:buFont typeface="Arial" panose="020B0604020202020204" pitchFamily="34" charset="0"/>
        <a:buChar char="•"/>
        <a:defRPr sz="1000" kern="1200">
          <a:solidFill>
            <a:srgbClr val="3F1A01"/>
          </a:solidFill>
          <a:latin typeface="+mn-lt"/>
          <a:ea typeface="+mn-ea"/>
          <a:cs typeface="+mn-cs"/>
        </a:defRPr>
      </a:lvl4pPr>
      <a:lvl5pPr marL="900000" indent="-180000" algn="l" defTabSz="914400" rtl="0" eaLnBrk="1" latinLnBrk="0" hangingPunct="1">
        <a:lnSpc>
          <a:spcPct val="100000"/>
        </a:lnSpc>
        <a:spcBef>
          <a:spcPts val="600"/>
        </a:spcBef>
        <a:buFont typeface="Arial" panose="020B0604020202020204" pitchFamily="34" charset="0"/>
        <a:buChar char="•"/>
        <a:defRPr sz="800" kern="1200">
          <a:solidFill>
            <a:srgbClr val="3F1A0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F26B43"/>
          </p15:clr>
        </p15:guide>
        <p15:guide id="2" pos="7680">
          <p15:clr>
            <a:srgbClr val="F26B43"/>
          </p15:clr>
        </p15:guide>
        <p15:guide id="3" pos="340">
          <p15:clr>
            <a:srgbClr val="F26B43"/>
          </p15:clr>
        </p15:guide>
        <p15:guide id="4" pos="767">
          <p15:clr>
            <a:srgbClr val="F26B43"/>
          </p15:clr>
        </p15:guide>
        <p15:guide id="5" pos="937">
          <p15:clr>
            <a:srgbClr val="F26B43"/>
          </p15:clr>
        </p15:guide>
        <p15:guide id="6" pos="1365">
          <p15:clr>
            <a:srgbClr val="F26B43"/>
          </p15:clr>
        </p15:guide>
        <p15:guide id="7" pos="1535">
          <p15:clr>
            <a:srgbClr val="F26B43"/>
          </p15:clr>
        </p15:guide>
        <p15:guide id="8" pos="1962">
          <p15:clr>
            <a:srgbClr val="F26B43"/>
          </p15:clr>
        </p15:guide>
        <p15:guide id="9" pos="2132">
          <p15:clr>
            <a:srgbClr val="F26B43"/>
          </p15:clr>
        </p15:guide>
        <p15:guide id="10" pos="2560">
          <p15:clr>
            <a:srgbClr val="F26B43"/>
          </p15:clr>
        </p15:guide>
        <p15:guide id="11" pos="2730">
          <p15:clr>
            <a:srgbClr val="F26B43"/>
          </p15:clr>
        </p15:guide>
        <p15:guide id="12" pos="3157">
          <p15:clr>
            <a:srgbClr val="F26B43"/>
          </p15:clr>
        </p15:guide>
        <p15:guide id="13" pos="3327">
          <p15:clr>
            <a:srgbClr val="F26B43"/>
          </p15:clr>
        </p15:guide>
        <p15:guide id="14" pos="3754">
          <p15:clr>
            <a:srgbClr val="F26B43"/>
          </p15:clr>
        </p15:guide>
        <p15:guide id="15" pos="3925">
          <p15:clr>
            <a:srgbClr val="F26B43"/>
          </p15:clr>
        </p15:guide>
        <p15:guide id="16" pos="4352">
          <p15:clr>
            <a:srgbClr val="F26B43"/>
          </p15:clr>
        </p15:guide>
        <p15:guide id="17" pos="4522">
          <p15:clr>
            <a:srgbClr val="F26B43"/>
          </p15:clr>
        </p15:guide>
        <p15:guide id="18" pos="4949">
          <p15:clr>
            <a:srgbClr val="F26B43"/>
          </p15:clr>
        </p15:guide>
        <p15:guide id="19" pos="5120">
          <p15:clr>
            <a:srgbClr val="F26B43"/>
          </p15:clr>
        </p15:guide>
        <p15:guide id="20" pos="5547">
          <p15:clr>
            <a:srgbClr val="F26B43"/>
          </p15:clr>
        </p15:guide>
        <p15:guide id="21" pos="5717">
          <p15:clr>
            <a:srgbClr val="F26B43"/>
          </p15:clr>
        </p15:guide>
        <p15:guide id="22" pos="6144">
          <p15:clr>
            <a:srgbClr val="F26B43"/>
          </p15:clr>
        </p15:guide>
        <p15:guide id="23" pos="6314">
          <p15:clr>
            <a:srgbClr val="F26B43"/>
          </p15:clr>
        </p15:guide>
        <p15:guide id="24" pos="6742">
          <p15:clr>
            <a:srgbClr val="F26B43"/>
          </p15:clr>
        </p15:guide>
        <p15:guide id="25" pos="6912">
          <p15:clr>
            <a:srgbClr val="F26B43"/>
          </p15:clr>
        </p15:guide>
        <p15:guide id="26" pos="7339">
          <p15:clr>
            <a:srgbClr val="F26B43"/>
          </p15:clr>
        </p15:guide>
        <p15:guide id="27" orient="horz">
          <p15:clr>
            <a:srgbClr val="F26B43"/>
          </p15:clr>
        </p15:guide>
        <p15:guide id="28" orient="horz" pos="4320">
          <p15:clr>
            <a:srgbClr val="F26B43"/>
          </p15:clr>
        </p15:guide>
        <p15:guide id="29" orient="horz" pos="340">
          <p15:clr>
            <a:srgbClr val="F26B43"/>
          </p15:clr>
        </p15:guide>
        <p15:guide id="32" orient="horz" pos="3675">
          <p15:clr>
            <a:srgbClr val="F26B43"/>
          </p15:clr>
        </p15:guide>
        <p15:guide id="33" orient="horz" pos="3793">
          <p15:clr>
            <a:srgbClr val="F26B43"/>
          </p15:clr>
        </p15:guide>
        <p15:guide id="34" orient="horz" pos="4235">
          <p15:clr>
            <a:srgbClr val="F26B43"/>
          </p15:clr>
        </p15:guide>
        <p15:guide id="36" orient="horz" pos="504">
          <p15:clr>
            <a:srgbClr val="F26B43"/>
          </p15:clr>
        </p15:guide>
        <p15:guide id="37" orient="horz" pos="720">
          <p15:clr>
            <a:srgbClr val="F26B43"/>
          </p15:clr>
        </p15:guide>
        <p15:guide id="38" orient="horz" pos="8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0.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0.xml"/><Relationship Id="rId4" Type="http://schemas.openxmlformats.org/officeDocument/2006/relationships/image" Target="../media/image19.svg"/></Relationships>
</file>

<file path=ppt/slides/_rels/slide6.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10.xml"/><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10.xml"/><Relationship Id="rId4" Type="http://schemas.openxmlformats.org/officeDocument/2006/relationships/image" Target="../media/image27.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0.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chart" Target="../charts/chart3.xml"/></Relationships>
</file>

<file path=ppt/slides/_rels/slide1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a:extLst>
              <a:ext uri="{FF2B5EF4-FFF2-40B4-BE49-F238E27FC236}">
                <a16:creationId xmlns:a16="http://schemas.microsoft.com/office/drawing/2014/main" id="{F4BC332A-2BE6-476D-910F-472A00A3C455}"/>
              </a:ext>
            </a:extLst>
          </p:cNvPr>
          <p:cNvPicPr>
            <a:picLocks noGrp="1" noChangeAspect="1"/>
          </p:cNvPicPr>
          <p:nvPr>
            <p:ph type="pic" sz="quarter" idx="16"/>
          </p:nvPr>
        </p:nvPicPr>
        <p:blipFill>
          <a:blip r:embed="rId3"/>
          <a:srcRect l="3139" r="3139"/>
          <a:stretch>
            <a:fillRect/>
          </a:stretch>
        </p:blipFill>
        <p:spPr/>
      </p:pic>
      <p:sp>
        <p:nvSpPr>
          <p:cNvPr id="3" name="Subtitle 2"/>
          <p:cNvSpPr>
            <a:spLocks noGrp="1"/>
          </p:cNvSpPr>
          <p:nvPr>
            <p:ph type="body" sz="quarter" idx="17"/>
          </p:nvPr>
        </p:nvSpPr>
        <p:spPr/>
        <p:txBody>
          <a:bodyPr/>
          <a:lstStyle/>
          <a:p>
            <a:r>
              <a:rPr lang="en-GB" dirty="0">
                <a:solidFill>
                  <a:schemeClr val="accent2">
                    <a:lumMod val="50000"/>
                  </a:schemeClr>
                </a:solidFill>
              </a:rPr>
              <a:t>Parkinson’s disease</a:t>
            </a:r>
          </a:p>
        </p:txBody>
      </p:sp>
      <p:sp>
        <p:nvSpPr>
          <p:cNvPr id="6" name="Text Placeholder 5">
            <a:extLst>
              <a:ext uri="{FF2B5EF4-FFF2-40B4-BE49-F238E27FC236}">
                <a16:creationId xmlns:a16="http://schemas.microsoft.com/office/drawing/2014/main" id="{6477774A-6F9B-4050-89DF-9EAA78653AD1}"/>
              </a:ext>
            </a:extLst>
          </p:cNvPr>
          <p:cNvSpPr>
            <a:spLocks noGrp="1"/>
          </p:cNvSpPr>
          <p:nvPr>
            <p:ph type="body" sz="quarter" idx="18"/>
          </p:nvPr>
        </p:nvSpPr>
        <p:spPr/>
        <p:txBody>
          <a:bodyPr/>
          <a:lstStyle/>
          <a:p>
            <a:r>
              <a:rPr lang="en-GB" dirty="0"/>
              <a:t>Epidemiology and burden</a:t>
            </a:r>
            <a:endParaRPr lang="da-DK" dirty="0"/>
          </a:p>
        </p:txBody>
      </p:sp>
    </p:spTree>
    <p:extLst>
      <p:ext uri="{BB962C8B-B14F-4D97-AF65-F5344CB8AC3E}">
        <p14:creationId xmlns:p14="http://schemas.microsoft.com/office/powerpoint/2010/main" val="29115480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1219200" y="546100"/>
            <a:ext cx="6642100" cy="2105818"/>
          </a:xfrm>
        </p:spPr>
        <p:txBody>
          <a:bodyPr/>
          <a:lstStyle/>
          <a:p>
            <a:r>
              <a:rPr lang="en-GB" dirty="0"/>
              <a:t>Prevalence of </a:t>
            </a:r>
            <a:br>
              <a:rPr lang="en-GB" dirty="0"/>
            </a:br>
            <a:r>
              <a:rPr lang="en-GB" dirty="0"/>
              <a:t>Parkinson’s disease</a:t>
            </a:r>
          </a:p>
        </p:txBody>
      </p:sp>
      <p:sp>
        <p:nvSpPr>
          <p:cNvPr id="4" name="Text Placeholder 3">
            <a:extLst>
              <a:ext uri="{FF2B5EF4-FFF2-40B4-BE49-F238E27FC236}">
                <a16:creationId xmlns:a16="http://schemas.microsoft.com/office/drawing/2014/main" id="{3081A1B6-7AF5-2499-CB9E-8EA6D05532A1}"/>
              </a:ext>
            </a:extLst>
          </p:cNvPr>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14730716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7"/>
          </p:nvPr>
        </p:nvSpPr>
        <p:spPr/>
        <p:txBody>
          <a:bodyPr/>
          <a:lstStyle/>
          <a:p>
            <a:r>
              <a:rPr lang="en-GB" dirty="0"/>
              <a:t>Parkinson’s disease – Epidemiology and burden</a:t>
            </a:r>
          </a:p>
        </p:txBody>
      </p:sp>
      <p:sp>
        <p:nvSpPr>
          <p:cNvPr id="5" name="Title 4"/>
          <p:cNvSpPr>
            <a:spLocks noGrp="1"/>
          </p:cNvSpPr>
          <p:nvPr>
            <p:ph type="title"/>
          </p:nvPr>
        </p:nvSpPr>
        <p:spPr/>
        <p:txBody>
          <a:bodyPr/>
          <a:lstStyle/>
          <a:p>
            <a:r>
              <a:rPr lang="en-GB" dirty="0"/>
              <a:t>Parkinson’s disease is a widespread public health issue</a:t>
            </a:r>
          </a:p>
        </p:txBody>
      </p:sp>
      <p:sp>
        <p:nvSpPr>
          <p:cNvPr id="6" name="Content Placeholder 5"/>
          <p:cNvSpPr>
            <a:spLocks noGrp="1"/>
          </p:cNvSpPr>
          <p:nvPr>
            <p:ph idx="20"/>
          </p:nvPr>
        </p:nvSpPr>
        <p:spPr>
          <a:xfrm>
            <a:off x="539750" y="1416785"/>
            <a:ext cx="5556250" cy="4415215"/>
          </a:xfrm>
        </p:spPr>
        <p:txBody>
          <a:bodyPr>
            <a:normAutofit/>
          </a:bodyPr>
          <a:lstStyle/>
          <a:p>
            <a:pPr>
              <a:spcBef>
                <a:spcPts val="1200"/>
              </a:spcBef>
            </a:pPr>
            <a:r>
              <a:rPr lang="en-GB" sz="1400" dirty="0"/>
              <a:t>With increasing life expectancy, more people live into older age and </a:t>
            </a:r>
            <a:r>
              <a:rPr lang="en-GB" sz="1400" b="1" dirty="0"/>
              <a:t>the number of people with PD has increased worldwide </a:t>
            </a:r>
            <a:r>
              <a:rPr lang="en-GB" sz="1400" dirty="0"/>
              <a:t>– moreover, </a:t>
            </a:r>
            <a:r>
              <a:rPr lang="en-US" sz="1400" dirty="0"/>
              <a:t>between 1990–2016, age-standardized prevalence rates have increased worldwide </a:t>
            </a:r>
            <a:r>
              <a:rPr lang="en-US" sz="1400" b="1" dirty="0"/>
              <a:t>by nearly 22%</a:t>
            </a:r>
            <a:r>
              <a:rPr lang="en-US" sz="1400" baseline="30000" dirty="0"/>
              <a:t>1,2</a:t>
            </a:r>
            <a:endParaRPr lang="en-GB" sz="1400" dirty="0"/>
          </a:p>
          <a:p>
            <a:pPr lvl="1"/>
            <a:r>
              <a:rPr lang="en-GB" dirty="0"/>
              <a:t>(Prevalence describes the number of people with a given condition at a given time – often expressed per 100,000 people)</a:t>
            </a:r>
            <a:r>
              <a:rPr lang="en-GB" baseline="30000" dirty="0"/>
              <a:t>3</a:t>
            </a:r>
            <a:endParaRPr lang="en-GB" strike="sngStrike" dirty="0"/>
          </a:p>
          <a:p>
            <a:pPr>
              <a:spcBef>
                <a:spcPts val="1200"/>
              </a:spcBef>
            </a:pPr>
            <a:r>
              <a:rPr lang="en-GB" sz="1400" dirty="0"/>
              <a:t>In 2019, &gt;8.5 million people worldwide were estimated to be diagnosed with PD;</a:t>
            </a:r>
            <a:r>
              <a:rPr lang="en-GB" sz="1400" baseline="30000" dirty="0"/>
              <a:t>4</a:t>
            </a:r>
            <a:r>
              <a:rPr lang="en-GB" sz="1400" dirty="0"/>
              <a:t> in 2024 this figure was estimated to be as high as over </a:t>
            </a:r>
            <a:r>
              <a:rPr lang="en-GB" sz="1400" b="1" dirty="0"/>
              <a:t>10 million people worldwide</a:t>
            </a:r>
            <a:r>
              <a:rPr lang="en-GB" sz="1400" baseline="30000" dirty="0"/>
              <a:t>5,6</a:t>
            </a:r>
            <a:endParaRPr lang="en-GB" sz="1400" dirty="0"/>
          </a:p>
          <a:p>
            <a:pPr>
              <a:spcBef>
                <a:spcPts val="1200"/>
              </a:spcBef>
            </a:pPr>
            <a:r>
              <a:rPr lang="en-GB" sz="1400" dirty="0"/>
              <a:t>PD is the fastest growing neurodegenerative condition in the world</a:t>
            </a:r>
            <a:r>
              <a:rPr lang="en-GB" sz="1400" baseline="30000" dirty="0"/>
              <a:t>1,6</a:t>
            </a:r>
            <a:endParaRPr lang="en-GB" sz="1400" dirty="0"/>
          </a:p>
          <a:p>
            <a:pPr>
              <a:spcBef>
                <a:spcPts val="1200"/>
              </a:spcBef>
            </a:pPr>
            <a:r>
              <a:rPr lang="en-GB" sz="1400" dirty="0"/>
              <a:t>PD affects </a:t>
            </a:r>
            <a:r>
              <a:rPr lang="en-GB" sz="1400" b="1" dirty="0"/>
              <a:t>30–200 per 100,000 </a:t>
            </a:r>
            <a:r>
              <a:rPr lang="en-GB" sz="1400" dirty="0"/>
              <a:t>of the population</a:t>
            </a:r>
            <a:r>
              <a:rPr lang="en-GB" sz="1400" baseline="30000" dirty="0"/>
              <a:t>1,7</a:t>
            </a:r>
          </a:p>
          <a:p>
            <a:pPr>
              <a:spcBef>
                <a:spcPts val="1200"/>
              </a:spcBef>
            </a:pPr>
            <a:r>
              <a:rPr lang="en-GB" sz="1400" dirty="0"/>
              <a:t>PD affects 1% of the population over the age of 60, but is relatively uncommon in individuals younger than 50 years</a:t>
            </a:r>
            <a:r>
              <a:rPr lang="en-GB" sz="1400" baseline="30000" dirty="0"/>
              <a:t>7,8</a:t>
            </a:r>
            <a:endParaRPr lang="en-GB" sz="1400" dirty="0"/>
          </a:p>
          <a:p>
            <a:pPr>
              <a:spcBef>
                <a:spcPts val="1200"/>
              </a:spcBef>
            </a:pPr>
            <a:r>
              <a:rPr lang="en-GB" sz="1400" dirty="0"/>
              <a:t>The prevalence of PD rises with age, and in the oldest age groups, PD reaches a prevalence of ~4%</a:t>
            </a:r>
            <a:r>
              <a:rPr lang="en-GB" sz="1400" baseline="30000" dirty="0"/>
              <a:t>7</a:t>
            </a:r>
            <a:endParaRPr lang="en-GB" sz="1400" strike="sngStrike" dirty="0"/>
          </a:p>
        </p:txBody>
      </p:sp>
      <p:sp>
        <p:nvSpPr>
          <p:cNvPr id="2" name="Text Placeholder 1">
            <a:extLst>
              <a:ext uri="{FF2B5EF4-FFF2-40B4-BE49-F238E27FC236}">
                <a16:creationId xmlns:a16="http://schemas.microsoft.com/office/drawing/2014/main" id="{5AA7D542-E0BE-4EF7-BBD8-F1715337C437}"/>
              </a:ext>
            </a:extLst>
          </p:cNvPr>
          <p:cNvSpPr>
            <a:spLocks noGrp="1"/>
          </p:cNvSpPr>
          <p:nvPr>
            <p:ph type="body" sz="quarter" idx="18"/>
          </p:nvPr>
        </p:nvSpPr>
        <p:spPr>
          <a:xfrm>
            <a:off x="539749" y="6102000"/>
            <a:ext cx="10786941" cy="619200"/>
          </a:xfrm>
        </p:spPr>
        <p:txBody>
          <a:bodyPr anchor="b"/>
          <a:lstStyle/>
          <a:p>
            <a:r>
              <a:rPr lang="en-GB" dirty="0"/>
              <a:t>COVID-19=novel coronavirus disease 2019; DALY=disability-adjusted life-year; PD=Parkinson’s disease</a:t>
            </a:r>
          </a:p>
          <a:p>
            <a:endParaRPr lang="en-GB" dirty="0"/>
          </a:p>
          <a:p>
            <a:r>
              <a:rPr lang="en-GB" dirty="0"/>
              <a:t>1. GBD 2016 Parkinson’s Disease Collaborators. Lancet Neurol 2018;17(11):939–953; 2. Ben-Shlomo et al. </a:t>
            </a:r>
            <a:r>
              <a:rPr lang="en-US" dirty="0"/>
              <a:t>Lancet 2024;403:283–292; </a:t>
            </a:r>
            <a:r>
              <a:rPr lang="en-GB" dirty="0"/>
              <a:t>3. </a:t>
            </a:r>
            <a:r>
              <a:rPr lang="en-US" dirty="0"/>
              <a:t>Oxford CMD. 10</a:t>
            </a:r>
            <a:r>
              <a:rPr lang="en-US" baseline="30000" dirty="0"/>
              <a:t>th</a:t>
            </a:r>
            <a:r>
              <a:rPr lang="en-US" dirty="0"/>
              <a:t> ed, 2020;</a:t>
            </a:r>
            <a:br>
              <a:rPr lang="en-US" dirty="0"/>
            </a:br>
            <a:r>
              <a:rPr lang="en-GB" dirty="0"/>
              <a:t>4. World Health Organization. https://</a:t>
            </a:r>
            <a:r>
              <a:rPr lang="en-GB" dirty="0" err="1"/>
              <a:t>www.who.int</a:t>
            </a:r>
            <a:r>
              <a:rPr lang="en-GB" dirty="0"/>
              <a:t>/news-room/fact-sheets/detail/parkinson-disease. Accessed Nov 2024;  5. Parkinson’s Foundation website. https://</a:t>
            </a:r>
            <a:r>
              <a:rPr lang="en-GB" dirty="0" err="1"/>
              <a:t>www.parkinson.org</a:t>
            </a:r>
            <a:r>
              <a:rPr lang="en-GB" dirty="0"/>
              <a:t>/understanding-</a:t>
            </a:r>
            <a:r>
              <a:rPr lang="en-GB" dirty="0" err="1"/>
              <a:t>parkinsons</a:t>
            </a:r>
            <a:r>
              <a:rPr lang="en-GB" dirty="0"/>
              <a:t>/statistics. Accessed Nov 2024; 6. </a:t>
            </a:r>
            <a:r>
              <a:rPr lang="en-US" dirty="0"/>
              <a:t>Parkinson’s Europe website. https://</a:t>
            </a:r>
            <a:r>
              <a:rPr lang="en-US" dirty="0" err="1"/>
              <a:t>parkinsonseurope.org</a:t>
            </a:r>
            <a:r>
              <a:rPr lang="en-US" dirty="0"/>
              <a:t>/facts-and-figures/statistics/. Accessed Nov 2024; </a:t>
            </a:r>
            <a:br>
              <a:rPr lang="en-US" dirty="0"/>
            </a:br>
            <a:r>
              <a:rPr lang="en-US" dirty="0"/>
              <a:t>7. Tysnes &amp; </a:t>
            </a:r>
            <a:r>
              <a:rPr lang="en-US" dirty="0" err="1"/>
              <a:t>Storstein</a:t>
            </a:r>
            <a:r>
              <a:rPr lang="en-US" dirty="0"/>
              <a:t>. J Neural Transm 2017;124(8):901–905; 8. de Lau &amp; Breteler. Lancet Neurol 2006;5(6):525–535; 9. </a:t>
            </a:r>
            <a:r>
              <a:rPr lang="en-GB" dirty="0"/>
              <a:t>GBD 2021 Nervous System Disorders Collaborators. Lancet Neurol 2024;23(4):344–381</a:t>
            </a:r>
          </a:p>
        </p:txBody>
      </p:sp>
      <p:sp>
        <p:nvSpPr>
          <p:cNvPr id="3" name="Slide Number Placeholder 2"/>
          <p:cNvSpPr>
            <a:spLocks noGrp="1"/>
          </p:cNvSpPr>
          <p:nvPr>
            <p:ph type="sldNum" sz="quarter" idx="4"/>
          </p:nvPr>
        </p:nvSpPr>
        <p:spPr/>
        <p:txBody>
          <a:bodyPr/>
          <a:lstStyle/>
          <a:p>
            <a:fld id="{6DBC486D-4FAB-B746-8B02-8D7C842291C6}" type="slidenum">
              <a:rPr lang="en-GB" smtClean="0"/>
              <a:pPr/>
              <a:t>3</a:t>
            </a:fld>
            <a:endParaRPr lang="en-GB"/>
          </a:p>
        </p:txBody>
      </p:sp>
      <p:sp>
        <p:nvSpPr>
          <p:cNvPr id="38" name="TextBox 37">
            <a:extLst>
              <a:ext uri="{FF2B5EF4-FFF2-40B4-BE49-F238E27FC236}">
                <a16:creationId xmlns:a16="http://schemas.microsoft.com/office/drawing/2014/main" id="{D1AA7F1F-5EDF-648C-9A1E-93B210E1D733}"/>
              </a:ext>
            </a:extLst>
          </p:cNvPr>
          <p:cNvSpPr txBox="1"/>
          <p:nvPr/>
        </p:nvSpPr>
        <p:spPr>
          <a:xfrm>
            <a:off x="7089776" y="1397205"/>
            <a:ext cx="4137024" cy="461665"/>
          </a:xfrm>
          <a:prstGeom prst="rect">
            <a:avLst/>
          </a:prstGeom>
          <a:noFill/>
        </p:spPr>
        <p:txBody>
          <a:bodyPr wrap="square" rtlCol="0">
            <a:spAutoFit/>
          </a:bodyPr>
          <a:lstStyle/>
          <a:p>
            <a:pPr algn="ctr"/>
            <a:r>
              <a:rPr lang="en-US" sz="1200" b="1">
                <a:solidFill>
                  <a:schemeClr val="accent2">
                    <a:lumMod val="50000"/>
                  </a:schemeClr>
                </a:solidFill>
              </a:rPr>
              <a:t>Age-standardized DALY rates for neurological conditions in 2021 (top 20 conditions shown)</a:t>
            </a:r>
            <a:r>
              <a:rPr lang="en-US" sz="1200" b="1" baseline="30000">
                <a:solidFill>
                  <a:schemeClr val="accent2">
                    <a:lumMod val="50000"/>
                  </a:schemeClr>
                </a:solidFill>
              </a:rPr>
              <a:t>9</a:t>
            </a:r>
            <a:endParaRPr lang="en-GB" sz="1200" b="1">
              <a:solidFill>
                <a:schemeClr val="accent2">
                  <a:lumMod val="50000"/>
                </a:schemeClr>
              </a:solidFill>
            </a:endParaRPr>
          </a:p>
        </p:txBody>
      </p:sp>
      <p:graphicFrame>
        <p:nvGraphicFramePr>
          <p:cNvPr id="14" name="Table 13">
            <a:extLst>
              <a:ext uri="{FF2B5EF4-FFF2-40B4-BE49-F238E27FC236}">
                <a16:creationId xmlns:a16="http://schemas.microsoft.com/office/drawing/2014/main" id="{B021C9C5-334A-F7D4-1D86-39BAD3D17B26}"/>
              </a:ext>
            </a:extLst>
          </p:cNvPr>
          <p:cNvGraphicFramePr>
            <a:graphicFrameLocks noGrp="1"/>
          </p:cNvGraphicFramePr>
          <p:nvPr>
            <p:extLst>
              <p:ext uri="{D42A27DB-BD31-4B8C-83A1-F6EECF244321}">
                <p14:modId xmlns:p14="http://schemas.microsoft.com/office/powerpoint/2010/main" val="1635939019"/>
              </p:ext>
            </p:extLst>
          </p:nvPr>
        </p:nvGraphicFramePr>
        <p:xfrm>
          <a:off x="7653338" y="1878335"/>
          <a:ext cx="3009900" cy="3848100"/>
        </p:xfrm>
        <a:graphic>
          <a:graphicData uri="http://schemas.openxmlformats.org/drawingml/2006/table">
            <a:tbl>
              <a:tblPr/>
              <a:tblGrid>
                <a:gridCol w="2400300">
                  <a:extLst>
                    <a:ext uri="{9D8B030D-6E8A-4147-A177-3AD203B41FA5}">
                      <a16:colId xmlns:a16="http://schemas.microsoft.com/office/drawing/2014/main" val="915460882"/>
                    </a:ext>
                  </a:extLst>
                </a:gridCol>
                <a:gridCol w="609600">
                  <a:extLst>
                    <a:ext uri="{9D8B030D-6E8A-4147-A177-3AD203B41FA5}">
                      <a16:colId xmlns:a16="http://schemas.microsoft.com/office/drawing/2014/main" val="1904671798"/>
                    </a:ext>
                  </a:extLst>
                </a:gridCol>
              </a:tblGrid>
              <a:tr h="83815">
                <a:tc>
                  <a:txBody>
                    <a:bodyPr/>
                    <a:lstStyle/>
                    <a:p>
                      <a:pPr algn="r" rtl="0" fontAlgn="ctr"/>
                      <a:r>
                        <a:rPr lang="en-GB" sz="1200" b="0" i="0" u="none" strike="noStrike">
                          <a:solidFill>
                            <a:schemeClr val="tx1"/>
                          </a:solidFill>
                          <a:effectLst/>
                          <a:latin typeface="+mn-lt"/>
                        </a:rPr>
                        <a:t>Stroke</a:t>
                      </a:r>
                    </a:p>
                  </a:txBody>
                  <a:tcPr marL="9525" marR="9525" marT="9525" marB="0" anchor="ctr">
                    <a:lnL>
                      <a:noFill/>
                    </a:lnL>
                    <a:lnR>
                      <a:noFill/>
                    </a:lnR>
                    <a:lnT>
                      <a:noFill/>
                    </a:lnT>
                    <a:lnB w="9525" cap="flat" cmpd="sng" algn="ctr">
                      <a:solidFill>
                        <a:schemeClr val="accent2">
                          <a:lumMod val="40000"/>
                          <a:lumOff val="60000"/>
                        </a:schemeClr>
                      </a:solidFill>
                      <a:prstDash val="solid"/>
                      <a:round/>
                      <a:headEnd type="none" w="med" len="med"/>
                      <a:tailEnd type="none" w="med" len="med"/>
                    </a:lnB>
                    <a:noFill/>
                  </a:tcPr>
                </a:tc>
                <a:tc>
                  <a:txBody>
                    <a:bodyPr/>
                    <a:lstStyle/>
                    <a:p>
                      <a:pPr algn="ctr" fontAlgn="b"/>
                      <a:r>
                        <a:rPr lang="en-GB" sz="1200" b="0" i="0" u="none" strike="noStrike">
                          <a:solidFill>
                            <a:schemeClr val="tx1"/>
                          </a:solidFill>
                          <a:effectLst/>
                          <a:latin typeface="+mn-lt"/>
                        </a:rPr>
                        <a:t>1</a:t>
                      </a:r>
                    </a:p>
                  </a:txBody>
                  <a:tcPr marL="9525" marR="9525" marT="9525" marB="0" anchor="b">
                    <a:lnL>
                      <a:noFill/>
                    </a:lnL>
                    <a:lnR>
                      <a:noFill/>
                    </a:lnR>
                    <a:lnT>
                      <a:noFill/>
                    </a:lnT>
                    <a:lnB w="9525" cap="flat" cmpd="sng" algn="ctr">
                      <a:solidFill>
                        <a:schemeClr val="accent2">
                          <a:lumMod val="40000"/>
                          <a:lumOff val="60000"/>
                        </a:schemeClr>
                      </a:solidFill>
                      <a:prstDash val="solid"/>
                      <a:round/>
                      <a:headEnd type="none" w="med" len="med"/>
                      <a:tailEnd type="none" w="med" len="med"/>
                    </a:lnB>
                    <a:noFill/>
                  </a:tcPr>
                </a:tc>
                <a:extLst>
                  <a:ext uri="{0D108BD9-81ED-4DB2-BD59-A6C34878D82A}">
                    <a16:rowId xmlns:a16="http://schemas.microsoft.com/office/drawing/2014/main" val="2945198534"/>
                  </a:ext>
                </a:extLst>
              </a:tr>
              <a:tr h="83815">
                <a:tc>
                  <a:txBody>
                    <a:bodyPr/>
                    <a:lstStyle/>
                    <a:p>
                      <a:pPr algn="r" rtl="0" fontAlgn="ctr"/>
                      <a:r>
                        <a:rPr lang="en-GB" sz="1200" b="0" i="0" u="none" strike="noStrike">
                          <a:solidFill>
                            <a:schemeClr val="tx1"/>
                          </a:solidFill>
                          <a:effectLst/>
                          <a:latin typeface="+mn-lt"/>
                        </a:rPr>
                        <a:t>Neonatal encephalopathy</a:t>
                      </a:r>
                    </a:p>
                  </a:txBody>
                  <a:tcPr marL="9525" marR="9525" marT="9525" marB="0" anchor="ctr">
                    <a:lnL>
                      <a:noFill/>
                    </a:lnL>
                    <a:lnR>
                      <a:noFill/>
                    </a:lnR>
                    <a:lnT w="9525" cap="flat" cmpd="sng" algn="ctr">
                      <a:solidFill>
                        <a:schemeClr val="accent2">
                          <a:lumMod val="40000"/>
                          <a:lumOff val="60000"/>
                        </a:schemeClr>
                      </a:solidFill>
                      <a:prstDash val="solid"/>
                      <a:round/>
                      <a:headEnd type="none" w="med" len="med"/>
                      <a:tailEnd type="none" w="med" len="med"/>
                    </a:lnT>
                    <a:lnB w="9525" cap="flat" cmpd="sng" algn="ctr">
                      <a:solidFill>
                        <a:schemeClr val="accent2">
                          <a:lumMod val="40000"/>
                          <a:lumOff val="60000"/>
                        </a:schemeClr>
                      </a:solidFill>
                      <a:prstDash val="solid"/>
                      <a:round/>
                      <a:headEnd type="none" w="med" len="med"/>
                      <a:tailEnd type="none" w="med" len="med"/>
                    </a:lnB>
                    <a:noFill/>
                  </a:tcPr>
                </a:tc>
                <a:tc>
                  <a:txBody>
                    <a:bodyPr/>
                    <a:lstStyle/>
                    <a:p>
                      <a:pPr algn="ctr" fontAlgn="b"/>
                      <a:r>
                        <a:rPr lang="en-GB" sz="1200" b="0" i="0" u="none" strike="noStrike">
                          <a:solidFill>
                            <a:schemeClr val="tx1"/>
                          </a:solidFill>
                          <a:effectLst/>
                          <a:latin typeface="+mn-lt"/>
                        </a:rPr>
                        <a:t>2</a:t>
                      </a:r>
                    </a:p>
                  </a:txBody>
                  <a:tcPr marL="9525" marR="9525" marT="9525" marB="0" anchor="b">
                    <a:lnL>
                      <a:noFill/>
                    </a:lnL>
                    <a:lnR>
                      <a:noFill/>
                    </a:lnR>
                    <a:lnT w="9525" cap="flat" cmpd="sng" algn="ctr">
                      <a:solidFill>
                        <a:schemeClr val="accent2">
                          <a:lumMod val="40000"/>
                          <a:lumOff val="60000"/>
                        </a:schemeClr>
                      </a:solidFill>
                      <a:prstDash val="solid"/>
                      <a:round/>
                      <a:headEnd type="none" w="med" len="med"/>
                      <a:tailEnd type="none" w="med" len="med"/>
                    </a:lnT>
                    <a:lnB w="9525" cap="flat" cmpd="sng" algn="ctr">
                      <a:solidFill>
                        <a:schemeClr val="accent2">
                          <a:lumMod val="40000"/>
                          <a:lumOff val="60000"/>
                        </a:schemeClr>
                      </a:solidFill>
                      <a:prstDash val="solid"/>
                      <a:round/>
                      <a:headEnd type="none" w="med" len="med"/>
                      <a:tailEnd type="none" w="med" len="med"/>
                    </a:lnB>
                    <a:noFill/>
                  </a:tcPr>
                </a:tc>
                <a:extLst>
                  <a:ext uri="{0D108BD9-81ED-4DB2-BD59-A6C34878D82A}">
                    <a16:rowId xmlns:a16="http://schemas.microsoft.com/office/drawing/2014/main" val="1537077471"/>
                  </a:ext>
                </a:extLst>
              </a:tr>
              <a:tr h="83815">
                <a:tc>
                  <a:txBody>
                    <a:bodyPr/>
                    <a:lstStyle/>
                    <a:p>
                      <a:pPr algn="r" rtl="0" fontAlgn="ctr"/>
                      <a:r>
                        <a:rPr lang="en-GB" sz="1200" b="0" i="0" u="none" strike="noStrike">
                          <a:solidFill>
                            <a:schemeClr val="tx1"/>
                          </a:solidFill>
                          <a:effectLst/>
                          <a:latin typeface="+mn-lt"/>
                        </a:rPr>
                        <a:t>Migraine</a:t>
                      </a:r>
                    </a:p>
                  </a:txBody>
                  <a:tcPr marL="9525" marR="9525" marT="9525" marB="0" anchor="ctr">
                    <a:lnL>
                      <a:noFill/>
                    </a:lnL>
                    <a:lnR>
                      <a:noFill/>
                    </a:lnR>
                    <a:lnT w="9525" cap="flat" cmpd="sng" algn="ctr">
                      <a:solidFill>
                        <a:schemeClr val="accent2">
                          <a:lumMod val="40000"/>
                          <a:lumOff val="60000"/>
                        </a:schemeClr>
                      </a:solidFill>
                      <a:prstDash val="solid"/>
                      <a:round/>
                      <a:headEnd type="none" w="med" len="med"/>
                      <a:tailEnd type="none" w="med" len="med"/>
                    </a:lnT>
                    <a:lnB w="9525" cap="flat" cmpd="sng" algn="ctr">
                      <a:solidFill>
                        <a:schemeClr val="accent2">
                          <a:lumMod val="40000"/>
                          <a:lumOff val="60000"/>
                        </a:schemeClr>
                      </a:solidFill>
                      <a:prstDash val="solid"/>
                      <a:round/>
                      <a:headEnd type="none" w="med" len="med"/>
                      <a:tailEnd type="none" w="med" len="med"/>
                    </a:lnB>
                    <a:noFill/>
                  </a:tcPr>
                </a:tc>
                <a:tc>
                  <a:txBody>
                    <a:bodyPr/>
                    <a:lstStyle/>
                    <a:p>
                      <a:pPr algn="ctr" fontAlgn="b"/>
                      <a:r>
                        <a:rPr lang="en-GB" sz="1200" b="0" i="0" u="none" strike="noStrike">
                          <a:solidFill>
                            <a:schemeClr val="tx1"/>
                          </a:solidFill>
                          <a:effectLst/>
                          <a:latin typeface="+mn-lt"/>
                        </a:rPr>
                        <a:t>3</a:t>
                      </a:r>
                    </a:p>
                  </a:txBody>
                  <a:tcPr marL="9525" marR="9525" marT="9525" marB="0" anchor="b">
                    <a:lnL>
                      <a:noFill/>
                    </a:lnL>
                    <a:lnR>
                      <a:noFill/>
                    </a:lnR>
                    <a:lnT w="9525" cap="flat" cmpd="sng" algn="ctr">
                      <a:solidFill>
                        <a:schemeClr val="accent2">
                          <a:lumMod val="40000"/>
                          <a:lumOff val="60000"/>
                        </a:schemeClr>
                      </a:solidFill>
                      <a:prstDash val="solid"/>
                      <a:round/>
                      <a:headEnd type="none" w="med" len="med"/>
                      <a:tailEnd type="none" w="med" len="med"/>
                    </a:lnT>
                    <a:lnB w="9525" cap="flat" cmpd="sng" algn="ctr">
                      <a:solidFill>
                        <a:schemeClr val="accent2">
                          <a:lumMod val="40000"/>
                          <a:lumOff val="60000"/>
                        </a:schemeClr>
                      </a:solidFill>
                      <a:prstDash val="solid"/>
                      <a:round/>
                      <a:headEnd type="none" w="med" len="med"/>
                      <a:tailEnd type="none" w="med" len="med"/>
                    </a:lnB>
                    <a:noFill/>
                  </a:tcPr>
                </a:tc>
                <a:extLst>
                  <a:ext uri="{0D108BD9-81ED-4DB2-BD59-A6C34878D82A}">
                    <a16:rowId xmlns:a16="http://schemas.microsoft.com/office/drawing/2014/main" val="1261117803"/>
                  </a:ext>
                </a:extLst>
              </a:tr>
              <a:tr h="83815">
                <a:tc>
                  <a:txBody>
                    <a:bodyPr/>
                    <a:lstStyle/>
                    <a:p>
                      <a:pPr algn="r" rtl="0" fontAlgn="ctr"/>
                      <a:r>
                        <a:rPr lang="en-GB" sz="1200" b="0" i="0" u="none" strike="noStrike">
                          <a:solidFill>
                            <a:schemeClr val="tx1"/>
                          </a:solidFill>
                          <a:effectLst/>
                          <a:latin typeface="+mn-lt"/>
                        </a:rPr>
                        <a:t>Dementia</a:t>
                      </a:r>
                    </a:p>
                  </a:txBody>
                  <a:tcPr marL="9525" marR="9525" marT="9525" marB="0" anchor="ctr">
                    <a:lnL>
                      <a:noFill/>
                    </a:lnL>
                    <a:lnR>
                      <a:noFill/>
                    </a:lnR>
                    <a:lnT w="9525" cap="flat" cmpd="sng" algn="ctr">
                      <a:solidFill>
                        <a:schemeClr val="accent2">
                          <a:lumMod val="40000"/>
                          <a:lumOff val="60000"/>
                        </a:schemeClr>
                      </a:solidFill>
                      <a:prstDash val="solid"/>
                      <a:round/>
                      <a:headEnd type="none" w="med" len="med"/>
                      <a:tailEnd type="none" w="med" len="med"/>
                    </a:lnT>
                    <a:lnB w="9525" cap="flat" cmpd="sng" algn="ctr">
                      <a:solidFill>
                        <a:schemeClr val="accent2">
                          <a:lumMod val="40000"/>
                          <a:lumOff val="60000"/>
                        </a:schemeClr>
                      </a:solidFill>
                      <a:prstDash val="solid"/>
                      <a:round/>
                      <a:headEnd type="none" w="med" len="med"/>
                      <a:tailEnd type="none" w="med" len="med"/>
                    </a:lnB>
                    <a:noFill/>
                  </a:tcPr>
                </a:tc>
                <a:tc>
                  <a:txBody>
                    <a:bodyPr/>
                    <a:lstStyle/>
                    <a:p>
                      <a:pPr algn="ctr" fontAlgn="b"/>
                      <a:r>
                        <a:rPr lang="en-GB" sz="1200" b="0" i="0" u="none" strike="noStrike">
                          <a:solidFill>
                            <a:schemeClr val="tx1"/>
                          </a:solidFill>
                          <a:effectLst/>
                          <a:latin typeface="+mn-lt"/>
                        </a:rPr>
                        <a:t>4</a:t>
                      </a:r>
                    </a:p>
                  </a:txBody>
                  <a:tcPr marL="9525" marR="9525" marT="9525" marB="0" anchor="b">
                    <a:lnL>
                      <a:noFill/>
                    </a:lnL>
                    <a:lnR>
                      <a:noFill/>
                    </a:lnR>
                    <a:lnT w="9525" cap="flat" cmpd="sng" algn="ctr">
                      <a:solidFill>
                        <a:schemeClr val="accent2">
                          <a:lumMod val="40000"/>
                          <a:lumOff val="60000"/>
                        </a:schemeClr>
                      </a:solidFill>
                      <a:prstDash val="solid"/>
                      <a:round/>
                      <a:headEnd type="none" w="med" len="med"/>
                      <a:tailEnd type="none" w="med" len="med"/>
                    </a:lnT>
                    <a:lnB w="9525" cap="flat" cmpd="sng" algn="ctr">
                      <a:solidFill>
                        <a:schemeClr val="accent2">
                          <a:lumMod val="40000"/>
                          <a:lumOff val="60000"/>
                        </a:schemeClr>
                      </a:solidFill>
                      <a:prstDash val="solid"/>
                      <a:round/>
                      <a:headEnd type="none" w="med" len="med"/>
                      <a:tailEnd type="none" w="med" len="med"/>
                    </a:lnB>
                    <a:noFill/>
                  </a:tcPr>
                </a:tc>
                <a:extLst>
                  <a:ext uri="{0D108BD9-81ED-4DB2-BD59-A6C34878D82A}">
                    <a16:rowId xmlns:a16="http://schemas.microsoft.com/office/drawing/2014/main" val="1871327327"/>
                  </a:ext>
                </a:extLst>
              </a:tr>
              <a:tr h="83815">
                <a:tc>
                  <a:txBody>
                    <a:bodyPr/>
                    <a:lstStyle/>
                    <a:p>
                      <a:pPr algn="r" rtl="0" fontAlgn="ctr"/>
                      <a:r>
                        <a:rPr lang="en-GB" sz="1200" b="0" i="0" u="none" strike="noStrike">
                          <a:solidFill>
                            <a:schemeClr val="tx1"/>
                          </a:solidFill>
                          <a:effectLst/>
                          <a:latin typeface="+mn-lt"/>
                        </a:rPr>
                        <a:t>Diabetic neuropathy</a:t>
                      </a:r>
                    </a:p>
                  </a:txBody>
                  <a:tcPr marL="9525" marR="9525" marT="9525" marB="0" anchor="ctr">
                    <a:lnL>
                      <a:noFill/>
                    </a:lnL>
                    <a:lnR>
                      <a:noFill/>
                    </a:lnR>
                    <a:lnT w="9525" cap="flat" cmpd="sng" algn="ctr">
                      <a:solidFill>
                        <a:schemeClr val="accent2">
                          <a:lumMod val="40000"/>
                          <a:lumOff val="60000"/>
                        </a:schemeClr>
                      </a:solidFill>
                      <a:prstDash val="solid"/>
                      <a:round/>
                      <a:headEnd type="none" w="med" len="med"/>
                      <a:tailEnd type="none" w="med" len="med"/>
                    </a:lnT>
                    <a:lnB w="9525" cap="flat" cmpd="sng" algn="ctr">
                      <a:solidFill>
                        <a:schemeClr val="accent2">
                          <a:lumMod val="40000"/>
                          <a:lumOff val="60000"/>
                        </a:schemeClr>
                      </a:solidFill>
                      <a:prstDash val="solid"/>
                      <a:round/>
                      <a:headEnd type="none" w="med" len="med"/>
                      <a:tailEnd type="none" w="med" len="med"/>
                    </a:lnB>
                    <a:noFill/>
                  </a:tcPr>
                </a:tc>
                <a:tc>
                  <a:txBody>
                    <a:bodyPr/>
                    <a:lstStyle/>
                    <a:p>
                      <a:pPr algn="ctr" fontAlgn="b"/>
                      <a:r>
                        <a:rPr lang="en-GB" sz="1200" b="0" i="0" u="none" strike="noStrike">
                          <a:solidFill>
                            <a:schemeClr val="tx1"/>
                          </a:solidFill>
                          <a:effectLst/>
                          <a:latin typeface="+mn-lt"/>
                        </a:rPr>
                        <a:t>5</a:t>
                      </a:r>
                    </a:p>
                  </a:txBody>
                  <a:tcPr marL="9525" marR="9525" marT="9525" marB="0" anchor="b">
                    <a:lnL>
                      <a:noFill/>
                    </a:lnL>
                    <a:lnR>
                      <a:noFill/>
                    </a:lnR>
                    <a:lnT w="9525" cap="flat" cmpd="sng" algn="ctr">
                      <a:solidFill>
                        <a:schemeClr val="accent2">
                          <a:lumMod val="40000"/>
                          <a:lumOff val="60000"/>
                        </a:schemeClr>
                      </a:solidFill>
                      <a:prstDash val="solid"/>
                      <a:round/>
                      <a:headEnd type="none" w="med" len="med"/>
                      <a:tailEnd type="none" w="med" len="med"/>
                    </a:lnT>
                    <a:lnB w="9525" cap="flat" cmpd="sng" algn="ctr">
                      <a:solidFill>
                        <a:schemeClr val="accent2">
                          <a:lumMod val="40000"/>
                          <a:lumOff val="60000"/>
                        </a:schemeClr>
                      </a:solidFill>
                      <a:prstDash val="solid"/>
                      <a:round/>
                      <a:headEnd type="none" w="med" len="med"/>
                      <a:tailEnd type="none" w="med" len="med"/>
                    </a:lnB>
                    <a:noFill/>
                  </a:tcPr>
                </a:tc>
                <a:extLst>
                  <a:ext uri="{0D108BD9-81ED-4DB2-BD59-A6C34878D82A}">
                    <a16:rowId xmlns:a16="http://schemas.microsoft.com/office/drawing/2014/main" val="66924271"/>
                  </a:ext>
                </a:extLst>
              </a:tr>
              <a:tr h="83815">
                <a:tc>
                  <a:txBody>
                    <a:bodyPr/>
                    <a:lstStyle/>
                    <a:p>
                      <a:pPr algn="r" rtl="0" fontAlgn="ctr"/>
                      <a:r>
                        <a:rPr lang="en-GB" sz="1200" b="0" i="0" u="none" strike="noStrike">
                          <a:solidFill>
                            <a:schemeClr val="tx1"/>
                          </a:solidFill>
                          <a:effectLst/>
                          <a:latin typeface="+mn-lt"/>
                        </a:rPr>
                        <a:t>Meningitis</a:t>
                      </a:r>
                    </a:p>
                  </a:txBody>
                  <a:tcPr marL="9525" marR="9525" marT="9525" marB="0" anchor="ctr">
                    <a:lnL>
                      <a:noFill/>
                    </a:lnL>
                    <a:lnR>
                      <a:noFill/>
                    </a:lnR>
                    <a:lnT w="9525" cap="flat" cmpd="sng" algn="ctr">
                      <a:solidFill>
                        <a:schemeClr val="accent2">
                          <a:lumMod val="40000"/>
                          <a:lumOff val="60000"/>
                        </a:schemeClr>
                      </a:solidFill>
                      <a:prstDash val="solid"/>
                      <a:round/>
                      <a:headEnd type="none" w="med" len="med"/>
                      <a:tailEnd type="none" w="med" len="med"/>
                    </a:lnT>
                    <a:lnB w="9525" cap="flat" cmpd="sng" algn="ctr">
                      <a:solidFill>
                        <a:schemeClr val="accent2">
                          <a:lumMod val="40000"/>
                          <a:lumOff val="60000"/>
                        </a:schemeClr>
                      </a:solidFill>
                      <a:prstDash val="solid"/>
                      <a:round/>
                      <a:headEnd type="none" w="med" len="med"/>
                      <a:tailEnd type="none" w="med" len="med"/>
                    </a:lnB>
                    <a:noFill/>
                  </a:tcPr>
                </a:tc>
                <a:tc>
                  <a:txBody>
                    <a:bodyPr/>
                    <a:lstStyle/>
                    <a:p>
                      <a:pPr algn="ctr" fontAlgn="b"/>
                      <a:r>
                        <a:rPr lang="en-GB" sz="1200" b="0" i="0" u="none" strike="noStrike">
                          <a:solidFill>
                            <a:schemeClr val="tx1"/>
                          </a:solidFill>
                          <a:effectLst/>
                          <a:latin typeface="+mn-lt"/>
                        </a:rPr>
                        <a:t>6</a:t>
                      </a:r>
                    </a:p>
                  </a:txBody>
                  <a:tcPr marL="9525" marR="9525" marT="9525" marB="0" anchor="b">
                    <a:lnL>
                      <a:noFill/>
                    </a:lnL>
                    <a:lnR>
                      <a:noFill/>
                    </a:lnR>
                    <a:lnT w="9525" cap="flat" cmpd="sng" algn="ctr">
                      <a:solidFill>
                        <a:schemeClr val="accent2">
                          <a:lumMod val="40000"/>
                          <a:lumOff val="60000"/>
                        </a:schemeClr>
                      </a:solidFill>
                      <a:prstDash val="solid"/>
                      <a:round/>
                      <a:headEnd type="none" w="med" len="med"/>
                      <a:tailEnd type="none" w="med" len="med"/>
                    </a:lnT>
                    <a:lnB w="9525" cap="flat" cmpd="sng" algn="ctr">
                      <a:solidFill>
                        <a:schemeClr val="accent2">
                          <a:lumMod val="40000"/>
                          <a:lumOff val="60000"/>
                        </a:schemeClr>
                      </a:solidFill>
                      <a:prstDash val="solid"/>
                      <a:round/>
                      <a:headEnd type="none" w="med" len="med"/>
                      <a:tailEnd type="none" w="med" len="med"/>
                    </a:lnB>
                    <a:noFill/>
                  </a:tcPr>
                </a:tc>
                <a:extLst>
                  <a:ext uri="{0D108BD9-81ED-4DB2-BD59-A6C34878D82A}">
                    <a16:rowId xmlns:a16="http://schemas.microsoft.com/office/drawing/2014/main" val="3397887671"/>
                  </a:ext>
                </a:extLst>
              </a:tr>
              <a:tr h="83815">
                <a:tc>
                  <a:txBody>
                    <a:bodyPr/>
                    <a:lstStyle/>
                    <a:p>
                      <a:pPr algn="r" rtl="0" fontAlgn="ctr"/>
                      <a:r>
                        <a:rPr lang="en-GB" sz="1200" b="0" i="0" u="none" strike="noStrike">
                          <a:solidFill>
                            <a:schemeClr val="tx1"/>
                          </a:solidFill>
                          <a:effectLst/>
                          <a:latin typeface="+mn-lt"/>
                        </a:rPr>
                        <a:t>Epilepsy</a:t>
                      </a:r>
                    </a:p>
                  </a:txBody>
                  <a:tcPr marL="9525" marR="9525" marT="9525" marB="0" anchor="ctr">
                    <a:lnL>
                      <a:noFill/>
                    </a:lnL>
                    <a:lnR>
                      <a:noFill/>
                    </a:lnR>
                    <a:lnT w="9525" cap="flat" cmpd="sng" algn="ctr">
                      <a:solidFill>
                        <a:schemeClr val="accent2">
                          <a:lumMod val="40000"/>
                          <a:lumOff val="60000"/>
                        </a:schemeClr>
                      </a:solidFill>
                      <a:prstDash val="solid"/>
                      <a:round/>
                      <a:headEnd type="none" w="med" len="med"/>
                      <a:tailEnd type="none" w="med" len="med"/>
                    </a:lnT>
                    <a:lnB w="9525" cap="flat" cmpd="sng" algn="ctr">
                      <a:solidFill>
                        <a:schemeClr val="accent2">
                          <a:lumMod val="40000"/>
                          <a:lumOff val="60000"/>
                        </a:schemeClr>
                      </a:solidFill>
                      <a:prstDash val="solid"/>
                      <a:round/>
                      <a:headEnd type="none" w="med" len="med"/>
                      <a:tailEnd type="none" w="med" len="med"/>
                    </a:lnB>
                    <a:noFill/>
                  </a:tcPr>
                </a:tc>
                <a:tc>
                  <a:txBody>
                    <a:bodyPr/>
                    <a:lstStyle/>
                    <a:p>
                      <a:pPr algn="ctr" fontAlgn="b"/>
                      <a:r>
                        <a:rPr lang="en-GB" sz="1200" b="0" i="0" u="none" strike="noStrike">
                          <a:solidFill>
                            <a:schemeClr val="tx1"/>
                          </a:solidFill>
                          <a:effectLst/>
                          <a:latin typeface="+mn-lt"/>
                        </a:rPr>
                        <a:t>7</a:t>
                      </a:r>
                    </a:p>
                  </a:txBody>
                  <a:tcPr marL="9525" marR="9525" marT="9525" marB="0" anchor="b">
                    <a:lnL>
                      <a:noFill/>
                    </a:lnL>
                    <a:lnR>
                      <a:noFill/>
                    </a:lnR>
                    <a:lnT w="9525" cap="flat" cmpd="sng" algn="ctr">
                      <a:solidFill>
                        <a:schemeClr val="accent2">
                          <a:lumMod val="40000"/>
                          <a:lumOff val="60000"/>
                        </a:schemeClr>
                      </a:solidFill>
                      <a:prstDash val="solid"/>
                      <a:round/>
                      <a:headEnd type="none" w="med" len="med"/>
                      <a:tailEnd type="none" w="med" len="med"/>
                    </a:lnT>
                    <a:lnB w="9525" cap="flat" cmpd="sng" algn="ctr">
                      <a:solidFill>
                        <a:schemeClr val="accent2">
                          <a:lumMod val="40000"/>
                          <a:lumOff val="60000"/>
                        </a:schemeClr>
                      </a:solidFill>
                      <a:prstDash val="solid"/>
                      <a:round/>
                      <a:headEnd type="none" w="med" len="med"/>
                      <a:tailEnd type="none" w="med" len="med"/>
                    </a:lnB>
                    <a:noFill/>
                  </a:tcPr>
                </a:tc>
                <a:extLst>
                  <a:ext uri="{0D108BD9-81ED-4DB2-BD59-A6C34878D82A}">
                    <a16:rowId xmlns:a16="http://schemas.microsoft.com/office/drawing/2014/main" val="4045990593"/>
                  </a:ext>
                </a:extLst>
              </a:tr>
              <a:tr h="83815">
                <a:tc>
                  <a:txBody>
                    <a:bodyPr/>
                    <a:lstStyle/>
                    <a:p>
                      <a:pPr algn="r" rtl="0" fontAlgn="ctr"/>
                      <a:r>
                        <a:rPr lang="en-GB" sz="1200" b="0" i="0" u="none" strike="noStrike">
                          <a:solidFill>
                            <a:schemeClr val="tx1"/>
                          </a:solidFill>
                          <a:effectLst/>
                          <a:latin typeface="+mn-lt"/>
                        </a:rPr>
                        <a:t>Preterm birth</a:t>
                      </a:r>
                    </a:p>
                  </a:txBody>
                  <a:tcPr marL="9525" marR="9525" marT="9525" marB="0" anchor="ctr">
                    <a:lnL>
                      <a:noFill/>
                    </a:lnL>
                    <a:lnR>
                      <a:noFill/>
                    </a:lnR>
                    <a:lnT w="9525" cap="flat" cmpd="sng" algn="ctr">
                      <a:solidFill>
                        <a:schemeClr val="accent2">
                          <a:lumMod val="40000"/>
                          <a:lumOff val="60000"/>
                        </a:schemeClr>
                      </a:solidFill>
                      <a:prstDash val="solid"/>
                      <a:round/>
                      <a:headEnd type="none" w="med" len="med"/>
                      <a:tailEnd type="none" w="med" len="med"/>
                    </a:lnT>
                    <a:lnB w="9525" cap="flat" cmpd="sng" algn="ctr">
                      <a:solidFill>
                        <a:schemeClr val="accent2">
                          <a:lumMod val="40000"/>
                          <a:lumOff val="60000"/>
                        </a:schemeClr>
                      </a:solidFill>
                      <a:prstDash val="solid"/>
                      <a:round/>
                      <a:headEnd type="none" w="med" len="med"/>
                      <a:tailEnd type="none" w="med" len="med"/>
                    </a:lnB>
                    <a:noFill/>
                  </a:tcPr>
                </a:tc>
                <a:tc>
                  <a:txBody>
                    <a:bodyPr/>
                    <a:lstStyle/>
                    <a:p>
                      <a:pPr algn="ctr" fontAlgn="b"/>
                      <a:r>
                        <a:rPr lang="en-GB" sz="1200" b="0" i="0" u="none" strike="noStrike">
                          <a:solidFill>
                            <a:schemeClr val="tx1"/>
                          </a:solidFill>
                          <a:effectLst/>
                          <a:latin typeface="+mn-lt"/>
                        </a:rPr>
                        <a:t>8</a:t>
                      </a:r>
                    </a:p>
                  </a:txBody>
                  <a:tcPr marL="9525" marR="9525" marT="9525" marB="0" anchor="b">
                    <a:lnL>
                      <a:noFill/>
                    </a:lnL>
                    <a:lnR>
                      <a:noFill/>
                    </a:lnR>
                    <a:lnT w="9525" cap="flat" cmpd="sng" algn="ctr">
                      <a:solidFill>
                        <a:schemeClr val="accent2">
                          <a:lumMod val="40000"/>
                          <a:lumOff val="60000"/>
                        </a:schemeClr>
                      </a:solidFill>
                      <a:prstDash val="solid"/>
                      <a:round/>
                      <a:headEnd type="none" w="med" len="med"/>
                      <a:tailEnd type="none" w="med" len="med"/>
                    </a:lnT>
                    <a:lnB w="9525" cap="flat" cmpd="sng" algn="ctr">
                      <a:solidFill>
                        <a:schemeClr val="accent2">
                          <a:lumMod val="40000"/>
                          <a:lumOff val="60000"/>
                        </a:schemeClr>
                      </a:solidFill>
                      <a:prstDash val="solid"/>
                      <a:round/>
                      <a:headEnd type="none" w="med" len="med"/>
                      <a:tailEnd type="none" w="med" len="med"/>
                    </a:lnB>
                    <a:noFill/>
                  </a:tcPr>
                </a:tc>
                <a:extLst>
                  <a:ext uri="{0D108BD9-81ED-4DB2-BD59-A6C34878D82A}">
                    <a16:rowId xmlns:a16="http://schemas.microsoft.com/office/drawing/2014/main" val="267571413"/>
                  </a:ext>
                </a:extLst>
              </a:tr>
              <a:tr h="83815">
                <a:tc>
                  <a:txBody>
                    <a:bodyPr/>
                    <a:lstStyle/>
                    <a:p>
                      <a:pPr algn="r" rtl="0" fontAlgn="ctr"/>
                      <a:r>
                        <a:rPr lang="en-GB" sz="1200" b="0" i="0" u="none" strike="noStrike">
                          <a:solidFill>
                            <a:schemeClr val="tx1"/>
                          </a:solidFill>
                          <a:effectLst/>
                          <a:latin typeface="+mn-lt"/>
                        </a:rPr>
                        <a:t>Autism spectrum disorder</a:t>
                      </a:r>
                    </a:p>
                  </a:txBody>
                  <a:tcPr marL="9525" marR="9525" marT="9525" marB="0" anchor="ctr">
                    <a:lnL>
                      <a:noFill/>
                    </a:lnL>
                    <a:lnR>
                      <a:noFill/>
                    </a:lnR>
                    <a:lnT w="9525" cap="flat" cmpd="sng" algn="ctr">
                      <a:solidFill>
                        <a:schemeClr val="accent2">
                          <a:lumMod val="40000"/>
                          <a:lumOff val="60000"/>
                        </a:schemeClr>
                      </a:solidFill>
                      <a:prstDash val="solid"/>
                      <a:round/>
                      <a:headEnd type="none" w="med" len="med"/>
                      <a:tailEnd type="none" w="med" len="med"/>
                    </a:lnT>
                    <a:lnB w="9525" cap="flat" cmpd="sng" algn="ctr">
                      <a:solidFill>
                        <a:schemeClr val="accent2">
                          <a:lumMod val="40000"/>
                          <a:lumOff val="60000"/>
                        </a:schemeClr>
                      </a:solidFill>
                      <a:prstDash val="solid"/>
                      <a:round/>
                      <a:headEnd type="none" w="med" len="med"/>
                      <a:tailEnd type="none" w="med" len="med"/>
                    </a:lnB>
                    <a:noFill/>
                  </a:tcPr>
                </a:tc>
                <a:tc>
                  <a:txBody>
                    <a:bodyPr/>
                    <a:lstStyle/>
                    <a:p>
                      <a:pPr algn="ctr" fontAlgn="b"/>
                      <a:r>
                        <a:rPr lang="en-GB" sz="1200" b="0" i="0" u="none" strike="noStrike">
                          <a:solidFill>
                            <a:schemeClr val="tx1"/>
                          </a:solidFill>
                          <a:effectLst/>
                          <a:latin typeface="+mn-lt"/>
                        </a:rPr>
                        <a:t>9</a:t>
                      </a:r>
                    </a:p>
                  </a:txBody>
                  <a:tcPr marL="9525" marR="9525" marT="9525" marB="0" anchor="b">
                    <a:lnL>
                      <a:noFill/>
                    </a:lnL>
                    <a:lnR>
                      <a:noFill/>
                    </a:lnR>
                    <a:lnT w="9525" cap="flat" cmpd="sng" algn="ctr">
                      <a:solidFill>
                        <a:schemeClr val="accent2">
                          <a:lumMod val="40000"/>
                          <a:lumOff val="60000"/>
                        </a:schemeClr>
                      </a:solidFill>
                      <a:prstDash val="solid"/>
                      <a:round/>
                      <a:headEnd type="none" w="med" len="med"/>
                      <a:tailEnd type="none" w="med" len="med"/>
                    </a:lnT>
                    <a:lnB w="9525" cap="flat" cmpd="sng" algn="ctr">
                      <a:solidFill>
                        <a:schemeClr val="accent2">
                          <a:lumMod val="40000"/>
                          <a:lumOff val="60000"/>
                        </a:schemeClr>
                      </a:solidFill>
                      <a:prstDash val="solid"/>
                      <a:round/>
                      <a:headEnd type="none" w="med" len="med"/>
                      <a:tailEnd type="none" w="med" len="med"/>
                    </a:lnB>
                    <a:noFill/>
                  </a:tcPr>
                </a:tc>
                <a:extLst>
                  <a:ext uri="{0D108BD9-81ED-4DB2-BD59-A6C34878D82A}">
                    <a16:rowId xmlns:a16="http://schemas.microsoft.com/office/drawing/2014/main" val="3345383440"/>
                  </a:ext>
                </a:extLst>
              </a:tr>
              <a:tr h="83815">
                <a:tc>
                  <a:txBody>
                    <a:bodyPr/>
                    <a:lstStyle/>
                    <a:p>
                      <a:pPr algn="r" rtl="0" fontAlgn="ctr"/>
                      <a:r>
                        <a:rPr lang="en-GB" sz="1200" b="0" i="0" u="none" strike="noStrike">
                          <a:solidFill>
                            <a:schemeClr val="tx1"/>
                          </a:solidFill>
                          <a:effectLst/>
                          <a:latin typeface="+mn-lt"/>
                        </a:rPr>
                        <a:t>Nervous system cancer</a:t>
                      </a:r>
                    </a:p>
                  </a:txBody>
                  <a:tcPr marL="9525" marR="9525" marT="9525" marB="0" anchor="ctr">
                    <a:lnL>
                      <a:noFill/>
                    </a:lnL>
                    <a:lnR>
                      <a:noFill/>
                    </a:lnR>
                    <a:lnT w="9525" cap="flat" cmpd="sng" algn="ctr">
                      <a:solidFill>
                        <a:schemeClr val="accent2">
                          <a:lumMod val="40000"/>
                          <a:lumOff val="60000"/>
                        </a:schemeClr>
                      </a:solidFill>
                      <a:prstDash val="solid"/>
                      <a:round/>
                      <a:headEnd type="none" w="med" len="med"/>
                      <a:tailEnd type="none" w="med" len="med"/>
                    </a:lnT>
                    <a:lnB w="9525" cap="flat" cmpd="sng" algn="ctr">
                      <a:solidFill>
                        <a:schemeClr val="accent2">
                          <a:lumMod val="40000"/>
                          <a:lumOff val="60000"/>
                        </a:schemeClr>
                      </a:solidFill>
                      <a:prstDash val="solid"/>
                      <a:round/>
                      <a:headEnd type="none" w="med" len="med"/>
                      <a:tailEnd type="none" w="med" len="med"/>
                    </a:lnB>
                    <a:noFill/>
                  </a:tcPr>
                </a:tc>
                <a:tc>
                  <a:txBody>
                    <a:bodyPr/>
                    <a:lstStyle/>
                    <a:p>
                      <a:pPr algn="ctr" fontAlgn="b"/>
                      <a:r>
                        <a:rPr lang="en-GB" sz="1200" b="0" i="0" u="none" strike="noStrike">
                          <a:solidFill>
                            <a:schemeClr val="tx1"/>
                          </a:solidFill>
                          <a:effectLst/>
                          <a:latin typeface="+mn-lt"/>
                        </a:rPr>
                        <a:t>10</a:t>
                      </a:r>
                    </a:p>
                  </a:txBody>
                  <a:tcPr marL="9525" marR="9525" marT="9525" marB="0" anchor="b">
                    <a:lnL>
                      <a:noFill/>
                    </a:lnL>
                    <a:lnR>
                      <a:noFill/>
                    </a:lnR>
                    <a:lnT w="9525" cap="flat" cmpd="sng" algn="ctr">
                      <a:solidFill>
                        <a:schemeClr val="accent2">
                          <a:lumMod val="40000"/>
                          <a:lumOff val="60000"/>
                        </a:schemeClr>
                      </a:solidFill>
                      <a:prstDash val="solid"/>
                      <a:round/>
                      <a:headEnd type="none" w="med" len="med"/>
                      <a:tailEnd type="none" w="med" len="med"/>
                    </a:lnT>
                    <a:lnB w="9525" cap="flat" cmpd="sng" algn="ctr">
                      <a:solidFill>
                        <a:schemeClr val="accent2">
                          <a:lumMod val="40000"/>
                          <a:lumOff val="60000"/>
                        </a:schemeClr>
                      </a:solidFill>
                      <a:prstDash val="solid"/>
                      <a:round/>
                      <a:headEnd type="none" w="med" len="med"/>
                      <a:tailEnd type="none" w="med" len="med"/>
                    </a:lnB>
                    <a:noFill/>
                  </a:tcPr>
                </a:tc>
                <a:extLst>
                  <a:ext uri="{0D108BD9-81ED-4DB2-BD59-A6C34878D82A}">
                    <a16:rowId xmlns:a16="http://schemas.microsoft.com/office/drawing/2014/main" val="1672007784"/>
                  </a:ext>
                </a:extLst>
              </a:tr>
              <a:tr h="83815">
                <a:tc>
                  <a:txBody>
                    <a:bodyPr/>
                    <a:lstStyle/>
                    <a:p>
                      <a:pPr algn="r" rtl="0" fontAlgn="ctr"/>
                      <a:r>
                        <a:rPr lang="en-GB" sz="1200" b="1" i="0" u="none" strike="noStrike">
                          <a:solidFill>
                            <a:schemeClr val="tx1"/>
                          </a:solidFill>
                          <a:effectLst/>
                          <a:latin typeface="+mn-lt"/>
                        </a:rPr>
                        <a:t>Parkinson’s disease</a:t>
                      </a:r>
                    </a:p>
                  </a:txBody>
                  <a:tcPr marL="9525" marR="9525" marT="9525" marB="0" anchor="ctr">
                    <a:lnL>
                      <a:noFill/>
                    </a:lnL>
                    <a:lnR>
                      <a:noFill/>
                    </a:lnR>
                    <a:lnT w="9525" cap="flat" cmpd="sng" algn="ctr">
                      <a:solidFill>
                        <a:schemeClr val="accent2">
                          <a:lumMod val="40000"/>
                          <a:lumOff val="60000"/>
                        </a:schemeClr>
                      </a:solidFill>
                      <a:prstDash val="solid"/>
                      <a:round/>
                      <a:headEnd type="none" w="med" len="med"/>
                      <a:tailEnd type="none" w="med" len="med"/>
                    </a:lnT>
                    <a:lnB w="9525" cap="flat" cmpd="sng" algn="ctr">
                      <a:solidFill>
                        <a:schemeClr val="accent2">
                          <a:lumMod val="40000"/>
                          <a:lumOff val="60000"/>
                        </a:schemeClr>
                      </a:solidFill>
                      <a:prstDash val="solid"/>
                      <a:round/>
                      <a:headEnd type="none" w="med" len="med"/>
                      <a:tailEnd type="none" w="med" len="med"/>
                    </a:lnB>
                    <a:solidFill>
                      <a:schemeClr val="accent2">
                        <a:lumMod val="40000"/>
                        <a:lumOff val="60000"/>
                      </a:schemeClr>
                    </a:solidFill>
                  </a:tcPr>
                </a:tc>
                <a:tc>
                  <a:txBody>
                    <a:bodyPr/>
                    <a:lstStyle/>
                    <a:p>
                      <a:pPr algn="ctr" fontAlgn="b"/>
                      <a:r>
                        <a:rPr lang="en-GB" sz="1200" b="1" i="0" u="none" strike="noStrike">
                          <a:solidFill>
                            <a:schemeClr val="tx1"/>
                          </a:solidFill>
                          <a:effectLst/>
                          <a:latin typeface="+mn-lt"/>
                        </a:rPr>
                        <a:t>11</a:t>
                      </a:r>
                    </a:p>
                  </a:txBody>
                  <a:tcPr marL="9525" marR="9525" marT="9525" marB="0" anchor="b">
                    <a:lnL>
                      <a:noFill/>
                    </a:lnL>
                    <a:lnR>
                      <a:noFill/>
                    </a:lnR>
                    <a:lnT w="9525" cap="flat" cmpd="sng" algn="ctr">
                      <a:solidFill>
                        <a:schemeClr val="accent2">
                          <a:lumMod val="40000"/>
                          <a:lumOff val="60000"/>
                        </a:schemeClr>
                      </a:solidFill>
                      <a:prstDash val="solid"/>
                      <a:round/>
                      <a:headEnd type="none" w="med" len="med"/>
                      <a:tailEnd type="none" w="med" len="med"/>
                    </a:lnT>
                    <a:lnB w="9525" cap="flat" cmpd="sng" algn="ctr">
                      <a:solidFill>
                        <a:schemeClr val="accent2">
                          <a:lumMod val="40000"/>
                          <a:lumOff val="60000"/>
                        </a:schemeClr>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183912022"/>
                  </a:ext>
                </a:extLst>
              </a:tr>
              <a:tr h="83815">
                <a:tc>
                  <a:txBody>
                    <a:bodyPr/>
                    <a:lstStyle/>
                    <a:p>
                      <a:pPr algn="r" rtl="0" fontAlgn="ctr"/>
                      <a:r>
                        <a:rPr lang="en-GB" sz="1200" b="0" i="0" u="none" strike="noStrike">
                          <a:solidFill>
                            <a:schemeClr val="tx1"/>
                          </a:solidFill>
                          <a:effectLst/>
                          <a:latin typeface="+mn-lt"/>
                        </a:rPr>
                        <a:t>Neural tube defects</a:t>
                      </a:r>
                    </a:p>
                  </a:txBody>
                  <a:tcPr marL="9525" marR="9525" marT="9525" marB="0" anchor="ctr">
                    <a:lnL>
                      <a:noFill/>
                    </a:lnL>
                    <a:lnR>
                      <a:noFill/>
                    </a:lnR>
                    <a:lnT w="9525" cap="flat" cmpd="sng" algn="ctr">
                      <a:solidFill>
                        <a:schemeClr val="accent2">
                          <a:lumMod val="40000"/>
                          <a:lumOff val="60000"/>
                        </a:schemeClr>
                      </a:solidFill>
                      <a:prstDash val="solid"/>
                      <a:round/>
                      <a:headEnd type="none" w="med" len="med"/>
                      <a:tailEnd type="none" w="med" len="med"/>
                    </a:lnT>
                    <a:lnB w="9525" cap="flat" cmpd="sng" algn="ctr">
                      <a:solidFill>
                        <a:schemeClr val="accent2">
                          <a:lumMod val="40000"/>
                          <a:lumOff val="60000"/>
                        </a:schemeClr>
                      </a:solidFill>
                      <a:prstDash val="solid"/>
                      <a:round/>
                      <a:headEnd type="none" w="med" len="med"/>
                      <a:tailEnd type="none" w="med" len="med"/>
                    </a:lnB>
                    <a:noFill/>
                  </a:tcPr>
                </a:tc>
                <a:tc>
                  <a:txBody>
                    <a:bodyPr/>
                    <a:lstStyle/>
                    <a:p>
                      <a:pPr algn="ctr" fontAlgn="b"/>
                      <a:r>
                        <a:rPr lang="en-GB" sz="1200" b="0" i="0" u="none" strike="noStrike">
                          <a:solidFill>
                            <a:schemeClr val="tx1"/>
                          </a:solidFill>
                          <a:effectLst/>
                          <a:latin typeface="+mn-lt"/>
                        </a:rPr>
                        <a:t>12</a:t>
                      </a:r>
                    </a:p>
                  </a:txBody>
                  <a:tcPr marL="9525" marR="9525" marT="9525" marB="0" anchor="b">
                    <a:lnL>
                      <a:noFill/>
                    </a:lnL>
                    <a:lnR>
                      <a:noFill/>
                    </a:lnR>
                    <a:lnT w="9525" cap="flat" cmpd="sng" algn="ctr">
                      <a:solidFill>
                        <a:schemeClr val="accent2">
                          <a:lumMod val="40000"/>
                          <a:lumOff val="60000"/>
                        </a:schemeClr>
                      </a:solidFill>
                      <a:prstDash val="solid"/>
                      <a:round/>
                      <a:headEnd type="none" w="med" len="med"/>
                      <a:tailEnd type="none" w="med" len="med"/>
                    </a:lnT>
                    <a:lnB w="9525" cap="flat" cmpd="sng" algn="ctr">
                      <a:solidFill>
                        <a:schemeClr val="accent2">
                          <a:lumMod val="40000"/>
                          <a:lumOff val="60000"/>
                        </a:schemeClr>
                      </a:solidFill>
                      <a:prstDash val="solid"/>
                      <a:round/>
                      <a:headEnd type="none" w="med" len="med"/>
                      <a:tailEnd type="none" w="med" len="med"/>
                    </a:lnB>
                    <a:noFill/>
                  </a:tcPr>
                </a:tc>
                <a:extLst>
                  <a:ext uri="{0D108BD9-81ED-4DB2-BD59-A6C34878D82A}">
                    <a16:rowId xmlns:a16="http://schemas.microsoft.com/office/drawing/2014/main" val="1632479866"/>
                  </a:ext>
                </a:extLst>
              </a:tr>
              <a:tr h="83815">
                <a:tc>
                  <a:txBody>
                    <a:bodyPr/>
                    <a:lstStyle/>
                    <a:p>
                      <a:pPr algn="r" rtl="0" fontAlgn="ctr"/>
                      <a:r>
                        <a:rPr lang="en-GB" sz="1200" b="0" i="0" u="none" strike="noStrike">
                          <a:solidFill>
                            <a:schemeClr val="tx1"/>
                          </a:solidFill>
                          <a:effectLst/>
                          <a:latin typeface="+mn-lt"/>
                        </a:rPr>
                        <a:t>Encephalitis</a:t>
                      </a:r>
                    </a:p>
                  </a:txBody>
                  <a:tcPr marL="9525" marR="9525" marT="9525" marB="0" anchor="ctr">
                    <a:lnL>
                      <a:noFill/>
                    </a:lnL>
                    <a:lnR>
                      <a:noFill/>
                    </a:lnR>
                    <a:lnT w="9525" cap="flat" cmpd="sng" algn="ctr">
                      <a:solidFill>
                        <a:schemeClr val="accent2">
                          <a:lumMod val="40000"/>
                          <a:lumOff val="60000"/>
                        </a:schemeClr>
                      </a:solidFill>
                      <a:prstDash val="solid"/>
                      <a:round/>
                      <a:headEnd type="none" w="med" len="med"/>
                      <a:tailEnd type="none" w="med" len="med"/>
                    </a:lnT>
                    <a:lnB w="9525" cap="flat" cmpd="sng" algn="ctr">
                      <a:solidFill>
                        <a:schemeClr val="accent2">
                          <a:lumMod val="40000"/>
                          <a:lumOff val="60000"/>
                        </a:schemeClr>
                      </a:solidFill>
                      <a:prstDash val="solid"/>
                      <a:round/>
                      <a:headEnd type="none" w="med" len="med"/>
                      <a:tailEnd type="none" w="med" len="med"/>
                    </a:lnB>
                    <a:noFill/>
                  </a:tcPr>
                </a:tc>
                <a:tc>
                  <a:txBody>
                    <a:bodyPr/>
                    <a:lstStyle/>
                    <a:p>
                      <a:pPr algn="ctr" fontAlgn="b"/>
                      <a:r>
                        <a:rPr lang="en-GB" sz="1200" b="0" i="0" u="none" strike="noStrike">
                          <a:solidFill>
                            <a:schemeClr val="tx1"/>
                          </a:solidFill>
                          <a:effectLst/>
                          <a:latin typeface="+mn-lt"/>
                        </a:rPr>
                        <a:t>13</a:t>
                      </a:r>
                    </a:p>
                  </a:txBody>
                  <a:tcPr marL="9525" marR="9525" marT="9525" marB="0" anchor="b">
                    <a:lnL>
                      <a:noFill/>
                    </a:lnL>
                    <a:lnR>
                      <a:noFill/>
                    </a:lnR>
                    <a:lnT w="9525" cap="flat" cmpd="sng" algn="ctr">
                      <a:solidFill>
                        <a:schemeClr val="accent2">
                          <a:lumMod val="40000"/>
                          <a:lumOff val="60000"/>
                        </a:schemeClr>
                      </a:solidFill>
                      <a:prstDash val="solid"/>
                      <a:round/>
                      <a:headEnd type="none" w="med" len="med"/>
                      <a:tailEnd type="none" w="med" len="med"/>
                    </a:lnT>
                    <a:lnB w="9525" cap="flat" cmpd="sng" algn="ctr">
                      <a:solidFill>
                        <a:schemeClr val="accent2">
                          <a:lumMod val="40000"/>
                          <a:lumOff val="60000"/>
                        </a:schemeClr>
                      </a:solidFill>
                      <a:prstDash val="solid"/>
                      <a:round/>
                      <a:headEnd type="none" w="med" len="med"/>
                      <a:tailEnd type="none" w="med" len="med"/>
                    </a:lnB>
                    <a:noFill/>
                  </a:tcPr>
                </a:tc>
                <a:extLst>
                  <a:ext uri="{0D108BD9-81ED-4DB2-BD59-A6C34878D82A}">
                    <a16:rowId xmlns:a16="http://schemas.microsoft.com/office/drawing/2014/main" val="3086744449"/>
                  </a:ext>
                </a:extLst>
              </a:tr>
              <a:tr h="83815">
                <a:tc>
                  <a:txBody>
                    <a:bodyPr/>
                    <a:lstStyle/>
                    <a:p>
                      <a:pPr algn="r" rtl="0" fontAlgn="ctr"/>
                      <a:r>
                        <a:rPr lang="en-GB" sz="1200" b="0" i="0" u="none" strike="noStrike">
                          <a:solidFill>
                            <a:schemeClr val="tx1"/>
                          </a:solidFill>
                          <a:effectLst/>
                          <a:latin typeface="+mn-lt"/>
                        </a:rPr>
                        <a:t>Traumatic brain injury</a:t>
                      </a:r>
                    </a:p>
                  </a:txBody>
                  <a:tcPr marL="9525" marR="9525" marT="9525" marB="0" anchor="ctr">
                    <a:lnL>
                      <a:noFill/>
                    </a:lnL>
                    <a:lnR>
                      <a:noFill/>
                    </a:lnR>
                    <a:lnT w="9525" cap="flat" cmpd="sng" algn="ctr">
                      <a:solidFill>
                        <a:schemeClr val="accent2">
                          <a:lumMod val="40000"/>
                          <a:lumOff val="60000"/>
                        </a:schemeClr>
                      </a:solidFill>
                      <a:prstDash val="solid"/>
                      <a:round/>
                      <a:headEnd type="none" w="med" len="med"/>
                      <a:tailEnd type="none" w="med" len="med"/>
                    </a:lnT>
                    <a:lnB w="9525" cap="flat" cmpd="sng" algn="ctr">
                      <a:solidFill>
                        <a:schemeClr val="accent2">
                          <a:lumMod val="40000"/>
                          <a:lumOff val="60000"/>
                        </a:schemeClr>
                      </a:solidFill>
                      <a:prstDash val="solid"/>
                      <a:round/>
                      <a:headEnd type="none" w="med" len="med"/>
                      <a:tailEnd type="none" w="med" len="med"/>
                    </a:lnB>
                    <a:noFill/>
                  </a:tcPr>
                </a:tc>
                <a:tc>
                  <a:txBody>
                    <a:bodyPr/>
                    <a:lstStyle/>
                    <a:p>
                      <a:pPr algn="ctr" fontAlgn="b"/>
                      <a:r>
                        <a:rPr lang="en-GB" sz="1200" b="0" i="0" u="none" strike="noStrike">
                          <a:solidFill>
                            <a:schemeClr val="tx1"/>
                          </a:solidFill>
                          <a:effectLst/>
                          <a:latin typeface="+mn-lt"/>
                        </a:rPr>
                        <a:t>14</a:t>
                      </a:r>
                    </a:p>
                  </a:txBody>
                  <a:tcPr marL="9525" marR="9525" marT="9525" marB="0" anchor="b">
                    <a:lnL>
                      <a:noFill/>
                    </a:lnL>
                    <a:lnR>
                      <a:noFill/>
                    </a:lnR>
                    <a:lnT w="9525" cap="flat" cmpd="sng" algn="ctr">
                      <a:solidFill>
                        <a:schemeClr val="accent2">
                          <a:lumMod val="40000"/>
                          <a:lumOff val="60000"/>
                        </a:schemeClr>
                      </a:solidFill>
                      <a:prstDash val="solid"/>
                      <a:round/>
                      <a:headEnd type="none" w="med" len="med"/>
                      <a:tailEnd type="none" w="med" len="med"/>
                    </a:lnT>
                    <a:lnB w="9525" cap="flat" cmpd="sng" algn="ctr">
                      <a:solidFill>
                        <a:schemeClr val="accent2">
                          <a:lumMod val="40000"/>
                          <a:lumOff val="60000"/>
                        </a:schemeClr>
                      </a:solidFill>
                      <a:prstDash val="solid"/>
                      <a:round/>
                      <a:headEnd type="none" w="med" len="med"/>
                      <a:tailEnd type="none" w="med" len="med"/>
                    </a:lnB>
                    <a:noFill/>
                  </a:tcPr>
                </a:tc>
                <a:extLst>
                  <a:ext uri="{0D108BD9-81ED-4DB2-BD59-A6C34878D82A}">
                    <a16:rowId xmlns:a16="http://schemas.microsoft.com/office/drawing/2014/main" val="4007796663"/>
                  </a:ext>
                </a:extLst>
              </a:tr>
              <a:tr h="83815">
                <a:tc>
                  <a:txBody>
                    <a:bodyPr/>
                    <a:lstStyle/>
                    <a:p>
                      <a:pPr algn="r" rtl="0" fontAlgn="ctr"/>
                      <a:r>
                        <a:rPr lang="en-GB" sz="1200" b="0" i="0" u="none" strike="noStrike">
                          <a:solidFill>
                            <a:schemeClr val="tx1"/>
                          </a:solidFill>
                          <a:effectLst/>
                          <a:latin typeface="+mn-lt"/>
                        </a:rPr>
                        <a:t>Tension-type headache</a:t>
                      </a:r>
                    </a:p>
                  </a:txBody>
                  <a:tcPr marL="9525" marR="9525" marT="9525" marB="0" anchor="ctr">
                    <a:lnL>
                      <a:noFill/>
                    </a:lnL>
                    <a:lnR>
                      <a:noFill/>
                    </a:lnR>
                    <a:lnT w="9525" cap="flat" cmpd="sng" algn="ctr">
                      <a:solidFill>
                        <a:schemeClr val="accent2">
                          <a:lumMod val="40000"/>
                          <a:lumOff val="60000"/>
                        </a:schemeClr>
                      </a:solidFill>
                      <a:prstDash val="solid"/>
                      <a:round/>
                      <a:headEnd type="none" w="med" len="med"/>
                      <a:tailEnd type="none" w="med" len="med"/>
                    </a:lnT>
                    <a:lnB w="9525" cap="flat" cmpd="sng" algn="ctr">
                      <a:solidFill>
                        <a:schemeClr val="accent2">
                          <a:lumMod val="40000"/>
                          <a:lumOff val="60000"/>
                        </a:schemeClr>
                      </a:solidFill>
                      <a:prstDash val="solid"/>
                      <a:round/>
                      <a:headEnd type="none" w="med" len="med"/>
                      <a:tailEnd type="none" w="med" len="med"/>
                    </a:lnB>
                    <a:noFill/>
                  </a:tcPr>
                </a:tc>
                <a:tc>
                  <a:txBody>
                    <a:bodyPr/>
                    <a:lstStyle/>
                    <a:p>
                      <a:pPr algn="ctr" fontAlgn="b"/>
                      <a:r>
                        <a:rPr lang="en-GB" sz="1200" b="0" i="0" u="none" strike="noStrike">
                          <a:solidFill>
                            <a:schemeClr val="tx1"/>
                          </a:solidFill>
                          <a:effectLst/>
                          <a:latin typeface="+mn-lt"/>
                        </a:rPr>
                        <a:t>15</a:t>
                      </a:r>
                    </a:p>
                  </a:txBody>
                  <a:tcPr marL="9525" marR="9525" marT="9525" marB="0" anchor="b">
                    <a:lnL>
                      <a:noFill/>
                    </a:lnL>
                    <a:lnR>
                      <a:noFill/>
                    </a:lnR>
                    <a:lnT w="9525" cap="flat" cmpd="sng" algn="ctr">
                      <a:solidFill>
                        <a:schemeClr val="accent2">
                          <a:lumMod val="40000"/>
                          <a:lumOff val="60000"/>
                        </a:schemeClr>
                      </a:solidFill>
                      <a:prstDash val="solid"/>
                      <a:round/>
                      <a:headEnd type="none" w="med" len="med"/>
                      <a:tailEnd type="none" w="med" len="med"/>
                    </a:lnT>
                    <a:lnB w="9525" cap="flat" cmpd="sng" algn="ctr">
                      <a:solidFill>
                        <a:schemeClr val="accent2">
                          <a:lumMod val="40000"/>
                          <a:lumOff val="60000"/>
                        </a:schemeClr>
                      </a:solidFill>
                      <a:prstDash val="solid"/>
                      <a:round/>
                      <a:headEnd type="none" w="med" len="med"/>
                      <a:tailEnd type="none" w="med" len="med"/>
                    </a:lnB>
                    <a:noFill/>
                  </a:tcPr>
                </a:tc>
                <a:extLst>
                  <a:ext uri="{0D108BD9-81ED-4DB2-BD59-A6C34878D82A}">
                    <a16:rowId xmlns:a16="http://schemas.microsoft.com/office/drawing/2014/main" val="678069150"/>
                  </a:ext>
                </a:extLst>
              </a:tr>
              <a:tr h="83815">
                <a:tc>
                  <a:txBody>
                    <a:bodyPr/>
                    <a:lstStyle/>
                    <a:p>
                      <a:pPr algn="r" rtl="0" fontAlgn="ctr"/>
                      <a:r>
                        <a:rPr lang="en-GB" sz="1200" b="0" i="0" u="none" strike="noStrike">
                          <a:solidFill>
                            <a:schemeClr val="tx1"/>
                          </a:solidFill>
                          <a:effectLst/>
                          <a:latin typeface="+mn-lt"/>
                        </a:rPr>
                        <a:t>Other neurological disorders</a:t>
                      </a:r>
                    </a:p>
                  </a:txBody>
                  <a:tcPr marL="9525" marR="9525" marT="9525" marB="0" anchor="ctr">
                    <a:lnL>
                      <a:noFill/>
                    </a:lnL>
                    <a:lnR>
                      <a:noFill/>
                    </a:lnR>
                    <a:lnT w="9525" cap="flat" cmpd="sng" algn="ctr">
                      <a:solidFill>
                        <a:schemeClr val="accent2">
                          <a:lumMod val="40000"/>
                          <a:lumOff val="60000"/>
                        </a:schemeClr>
                      </a:solidFill>
                      <a:prstDash val="solid"/>
                      <a:round/>
                      <a:headEnd type="none" w="med" len="med"/>
                      <a:tailEnd type="none" w="med" len="med"/>
                    </a:lnT>
                    <a:lnB w="9525" cap="flat" cmpd="sng" algn="ctr">
                      <a:solidFill>
                        <a:schemeClr val="accent2">
                          <a:lumMod val="40000"/>
                          <a:lumOff val="60000"/>
                        </a:schemeClr>
                      </a:solidFill>
                      <a:prstDash val="solid"/>
                      <a:round/>
                      <a:headEnd type="none" w="med" len="med"/>
                      <a:tailEnd type="none" w="med" len="med"/>
                    </a:lnB>
                    <a:noFill/>
                  </a:tcPr>
                </a:tc>
                <a:tc>
                  <a:txBody>
                    <a:bodyPr/>
                    <a:lstStyle/>
                    <a:p>
                      <a:pPr algn="ctr" fontAlgn="b"/>
                      <a:r>
                        <a:rPr lang="en-GB" sz="1200" b="0" i="0" u="none" strike="noStrike">
                          <a:solidFill>
                            <a:schemeClr val="tx1"/>
                          </a:solidFill>
                          <a:effectLst/>
                          <a:latin typeface="+mn-lt"/>
                        </a:rPr>
                        <a:t>16</a:t>
                      </a:r>
                    </a:p>
                  </a:txBody>
                  <a:tcPr marL="9525" marR="9525" marT="9525" marB="0" anchor="b">
                    <a:lnL>
                      <a:noFill/>
                    </a:lnL>
                    <a:lnR>
                      <a:noFill/>
                    </a:lnR>
                    <a:lnT w="9525" cap="flat" cmpd="sng" algn="ctr">
                      <a:solidFill>
                        <a:schemeClr val="accent2">
                          <a:lumMod val="40000"/>
                          <a:lumOff val="60000"/>
                        </a:schemeClr>
                      </a:solidFill>
                      <a:prstDash val="solid"/>
                      <a:round/>
                      <a:headEnd type="none" w="med" len="med"/>
                      <a:tailEnd type="none" w="med" len="med"/>
                    </a:lnT>
                    <a:lnB w="9525" cap="flat" cmpd="sng" algn="ctr">
                      <a:solidFill>
                        <a:schemeClr val="accent2">
                          <a:lumMod val="40000"/>
                          <a:lumOff val="60000"/>
                        </a:schemeClr>
                      </a:solidFill>
                      <a:prstDash val="solid"/>
                      <a:round/>
                      <a:headEnd type="none" w="med" len="med"/>
                      <a:tailEnd type="none" w="med" len="med"/>
                    </a:lnB>
                    <a:noFill/>
                  </a:tcPr>
                </a:tc>
                <a:extLst>
                  <a:ext uri="{0D108BD9-81ED-4DB2-BD59-A6C34878D82A}">
                    <a16:rowId xmlns:a16="http://schemas.microsoft.com/office/drawing/2014/main" val="3681672472"/>
                  </a:ext>
                </a:extLst>
              </a:tr>
              <a:tr h="83815">
                <a:tc>
                  <a:txBody>
                    <a:bodyPr/>
                    <a:lstStyle/>
                    <a:p>
                      <a:pPr algn="r" rtl="0" fontAlgn="ctr"/>
                      <a:r>
                        <a:rPr lang="en-GB" sz="1200" b="0" i="0" u="none" strike="noStrike">
                          <a:solidFill>
                            <a:schemeClr val="tx1"/>
                          </a:solidFill>
                          <a:effectLst/>
                          <a:latin typeface="+mn-lt"/>
                        </a:rPr>
                        <a:t>Spinal cord injury</a:t>
                      </a:r>
                    </a:p>
                  </a:txBody>
                  <a:tcPr marL="9525" marR="9525" marT="9525" marB="0" anchor="ctr">
                    <a:lnL>
                      <a:noFill/>
                    </a:lnL>
                    <a:lnR>
                      <a:noFill/>
                    </a:lnR>
                    <a:lnT w="9525" cap="flat" cmpd="sng" algn="ctr">
                      <a:solidFill>
                        <a:schemeClr val="accent2">
                          <a:lumMod val="40000"/>
                          <a:lumOff val="60000"/>
                        </a:schemeClr>
                      </a:solidFill>
                      <a:prstDash val="solid"/>
                      <a:round/>
                      <a:headEnd type="none" w="med" len="med"/>
                      <a:tailEnd type="none" w="med" len="med"/>
                    </a:lnT>
                    <a:lnB w="9525" cap="flat" cmpd="sng" algn="ctr">
                      <a:solidFill>
                        <a:schemeClr val="accent2">
                          <a:lumMod val="40000"/>
                          <a:lumOff val="60000"/>
                        </a:schemeClr>
                      </a:solidFill>
                      <a:prstDash val="solid"/>
                      <a:round/>
                      <a:headEnd type="none" w="med" len="med"/>
                      <a:tailEnd type="none" w="med" len="med"/>
                    </a:lnB>
                    <a:noFill/>
                  </a:tcPr>
                </a:tc>
                <a:tc>
                  <a:txBody>
                    <a:bodyPr/>
                    <a:lstStyle/>
                    <a:p>
                      <a:pPr algn="ctr" fontAlgn="b"/>
                      <a:r>
                        <a:rPr lang="en-GB" sz="1200" b="0" i="0" u="none" strike="noStrike">
                          <a:solidFill>
                            <a:schemeClr val="tx1"/>
                          </a:solidFill>
                          <a:effectLst/>
                          <a:latin typeface="+mn-lt"/>
                        </a:rPr>
                        <a:t>17</a:t>
                      </a:r>
                    </a:p>
                  </a:txBody>
                  <a:tcPr marL="9525" marR="9525" marT="9525" marB="0" anchor="b">
                    <a:lnL>
                      <a:noFill/>
                    </a:lnL>
                    <a:lnR>
                      <a:noFill/>
                    </a:lnR>
                    <a:lnT w="9525" cap="flat" cmpd="sng" algn="ctr">
                      <a:solidFill>
                        <a:schemeClr val="accent2">
                          <a:lumMod val="40000"/>
                          <a:lumOff val="60000"/>
                        </a:schemeClr>
                      </a:solidFill>
                      <a:prstDash val="solid"/>
                      <a:round/>
                      <a:headEnd type="none" w="med" len="med"/>
                      <a:tailEnd type="none" w="med" len="med"/>
                    </a:lnT>
                    <a:lnB w="9525" cap="flat" cmpd="sng" algn="ctr">
                      <a:solidFill>
                        <a:schemeClr val="accent2">
                          <a:lumMod val="40000"/>
                          <a:lumOff val="60000"/>
                        </a:schemeClr>
                      </a:solidFill>
                      <a:prstDash val="solid"/>
                      <a:round/>
                      <a:headEnd type="none" w="med" len="med"/>
                      <a:tailEnd type="none" w="med" len="med"/>
                    </a:lnB>
                    <a:noFill/>
                  </a:tcPr>
                </a:tc>
                <a:extLst>
                  <a:ext uri="{0D108BD9-81ED-4DB2-BD59-A6C34878D82A}">
                    <a16:rowId xmlns:a16="http://schemas.microsoft.com/office/drawing/2014/main" val="781252011"/>
                  </a:ext>
                </a:extLst>
              </a:tr>
              <a:tr h="83815">
                <a:tc>
                  <a:txBody>
                    <a:bodyPr/>
                    <a:lstStyle/>
                    <a:p>
                      <a:pPr algn="r" rtl="0" fontAlgn="ctr"/>
                      <a:r>
                        <a:rPr lang="en-GB" sz="1200" b="0" i="0" u="none" strike="noStrike">
                          <a:solidFill>
                            <a:schemeClr val="tx1"/>
                          </a:solidFill>
                          <a:effectLst/>
                          <a:latin typeface="+mn-lt"/>
                        </a:rPr>
                        <a:t>Idiopathic intellectual disability</a:t>
                      </a:r>
                    </a:p>
                  </a:txBody>
                  <a:tcPr marL="9525" marR="9525" marT="9525" marB="0" anchor="ctr">
                    <a:lnL>
                      <a:noFill/>
                    </a:lnL>
                    <a:lnR>
                      <a:noFill/>
                    </a:lnR>
                    <a:lnT w="9525" cap="flat" cmpd="sng" algn="ctr">
                      <a:solidFill>
                        <a:schemeClr val="accent2">
                          <a:lumMod val="40000"/>
                          <a:lumOff val="60000"/>
                        </a:schemeClr>
                      </a:solidFill>
                      <a:prstDash val="solid"/>
                      <a:round/>
                      <a:headEnd type="none" w="med" len="med"/>
                      <a:tailEnd type="none" w="med" len="med"/>
                    </a:lnT>
                    <a:lnB w="9525" cap="flat" cmpd="sng" algn="ctr">
                      <a:solidFill>
                        <a:schemeClr val="accent2">
                          <a:lumMod val="40000"/>
                          <a:lumOff val="60000"/>
                        </a:schemeClr>
                      </a:solidFill>
                      <a:prstDash val="solid"/>
                      <a:round/>
                      <a:headEnd type="none" w="med" len="med"/>
                      <a:tailEnd type="none" w="med" len="med"/>
                    </a:lnB>
                    <a:noFill/>
                  </a:tcPr>
                </a:tc>
                <a:tc>
                  <a:txBody>
                    <a:bodyPr/>
                    <a:lstStyle/>
                    <a:p>
                      <a:pPr algn="ctr" fontAlgn="b"/>
                      <a:r>
                        <a:rPr lang="en-GB" sz="1200" b="0" i="0" u="none" strike="noStrike">
                          <a:solidFill>
                            <a:schemeClr val="tx1"/>
                          </a:solidFill>
                          <a:effectLst/>
                          <a:latin typeface="+mn-lt"/>
                        </a:rPr>
                        <a:t>18</a:t>
                      </a:r>
                    </a:p>
                  </a:txBody>
                  <a:tcPr marL="9525" marR="9525" marT="9525" marB="0" anchor="b">
                    <a:lnL>
                      <a:noFill/>
                    </a:lnL>
                    <a:lnR>
                      <a:noFill/>
                    </a:lnR>
                    <a:lnT w="9525" cap="flat" cmpd="sng" algn="ctr">
                      <a:solidFill>
                        <a:schemeClr val="accent2">
                          <a:lumMod val="40000"/>
                          <a:lumOff val="60000"/>
                        </a:schemeClr>
                      </a:solidFill>
                      <a:prstDash val="solid"/>
                      <a:round/>
                      <a:headEnd type="none" w="med" len="med"/>
                      <a:tailEnd type="none" w="med" len="med"/>
                    </a:lnT>
                    <a:lnB w="9525" cap="flat" cmpd="sng" algn="ctr">
                      <a:solidFill>
                        <a:schemeClr val="accent2">
                          <a:lumMod val="40000"/>
                          <a:lumOff val="60000"/>
                        </a:schemeClr>
                      </a:solidFill>
                      <a:prstDash val="solid"/>
                      <a:round/>
                      <a:headEnd type="none" w="med" len="med"/>
                      <a:tailEnd type="none" w="med" len="med"/>
                    </a:lnB>
                    <a:noFill/>
                  </a:tcPr>
                </a:tc>
                <a:extLst>
                  <a:ext uri="{0D108BD9-81ED-4DB2-BD59-A6C34878D82A}">
                    <a16:rowId xmlns:a16="http://schemas.microsoft.com/office/drawing/2014/main" val="2625238482"/>
                  </a:ext>
                </a:extLst>
              </a:tr>
              <a:tr h="83815">
                <a:tc>
                  <a:txBody>
                    <a:bodyPr/>
                    <a:lstStyle/>
                    <a:p>
                      <a:pPr algn="r" rtl="0" fontAlgn="ctr"/>
                      <a:r>
                        <a:rPr lang="en-GB" sz="1200" b="0" i="0" u="none" strike="noStrike">
                          <a:solidFill>
                            <a:schemeClr val="tx1"/>
                          </a:solidFill>
                          <a:effectLst/>
                          <a:latin typeface="+mn-lt"/>
                        </a:rPr>
                        <a:t>Neonatal sepsis</a:t>
                      </a:r>
                    </a:p>
                  </a:txBody>
                  <a:tcPr marL="9525" marR="9525" marT="9525" marB="0" anchor="ctr">
                    <a:lnL>
                      <a:noFill/>
                    </a:lnL>
                    <a:lnR>
                      <a:noFill/>
                    </a:lnR>
                    <a:lnT w="9525" cap="flat" cmpd="sng" algn="ctr">
                      <a:solidFill>
                        <a:schemeClr val="accent2">
                          <a:lumMod val="40000"/>
                          <a:lumOff val="60000"/>
                        </a:schemeClr>
                      </a:solidFill>
                      <a:prstDash val="solid"/>
                      <a:round/>
                      <a:headEnd type="none" w="med" len="med"/>
                      <a:tailEnd type="none" w="med" len="med"/>
                    </a:lnT>
                    <a:lnB w="9525" cap="flat" cmpd="sng" algn="ctr">
                      <a:solidFill>
                        <a:schemeClr val="accent2">
                          <a:lumMod val="40000"/>
                          <a:lumOff val="60000"/>
                        </a:schemeClr>
                      </a:solidFill>
                      <a:prstDash val="solid"/>
                      <a:round/>
                      <a:headEnd type="none" w="med" len="med"/>
                      <a:tailEnd type="none" w="med" len="med"/>
                    </a:lnB>
                    <a:noFill/>
                  </a:tcPr>
                </a:tc>
                <a:tc>
                  <a:txBody>
                    <a:bodyPr/>
                    <a:lstStyle/>
                    <a:p>
                      <a:pPr algn="ctr" fontAlgn="b"/>
                      <a:r>
                        <a:rPr lang="en-GB" sz="1200" b="0" i="0" u="none" strike="noStrike">
                          <a:solidFill>
                            <a:schemeClr val="tx1"/>
                          </a:solidFill>
                          <a:effectLst/>
                          <a:latin typeface="+mn-lt"/>
                        </a:rPr>
                        <a:t>19</a:t>
                      </a:r>
                    </a:p>
                  </a:txBody>
                  <a:tcPr marL="9525" marR="9525" marT="9525" marB="0" anchor="b">
                    <a:lnL>
                      <a:noFill/>
                    </a:lnL>
                    <a:lnR>
                      <a:noFill/>
                    </a:lnR>
                    <a:lnT w="9525" cap="flat" cmpd="sng" algn="ctr">
                      <a:solidFill>
                        <a:schemeClr val="accent2">
                          <a:lumMod val="40000"/>
                          <a:lumOff val="60000"/>
                        </a:schemeClr>
                      </a:solidFill>
                      <a:prstDash val="solid"/>
                      <a:round/>
                      <a:headEnd type="none" w="med" len="med"/>
                      <a:tailEnd type="none" w="med" len="med"/>
                    </a:lnT>
                    <a:lnB w="9525" cap="flat" cmpd="sng" algn="ctr">
                      <a:solidFill>
                        <a:schemeClr val="accent2">
                          <a:lumMod val="40000"/>
                          <a:lumOff val="60000"/>
                        </a:schemeClr>
                      </a:solidFill>
                      <a:prstDash val="solid"/>
                      <a:round/>
                      <a:headEnd type="none" w="med" len="med"/>
                      <a:tailEnd type="none" w="med" len="med"/>
                    </a:lnB>
                    <a:noFill/>
                  </a:tcPr>
                </a:tc>
                <a:extLst>
                  <a:ext uri="{0D108BD9-81ED-4DB2-BD59-A6C34878D82A}">
                    <a16:rowId xmlns:a16="http://schemas.microsoft.com/office/drawing/2014/main" val="3767451048"/>
                  </a:ext>
                </a:extLst>
              </a:tr>
              <a:tr h="83815">
                <a:tc>
                  <a:txBody>
                    <a:bodyPr/>
                    <a:lstStyle/>
                    <a:p>
                      <a:pPr algn="r" rtl="0" fontAlgn="ctr"/>
                      <a:r>
                        <a:rPr lang="en-GB" sz="1200" b="0" i="0" u="none" strike="noStrike">
                          <a:solidFill>
                            <a:schemeClr val="tx1"/>
                          </a:solidFill>
                          <a:effectLst/>
                          <a:latin typeface="+mn-lt"/>
                        </a:rPr>
                        <a:t>COVID-19</a:t>
                      </a:r>
                    </a:p>
                  </a:txBody>
                  <a:tcPr marL="9525" marR="9525" marT="9525" marB="0" anchor="ctr">
                    <a:lnL>
                      <a:noFill/>
                    </a:lnL>
                    <a:lnR>
                      <a:noFill/>
                    </a:lnR>
                    <a:lnT w="9525" cap="flat" cmpd="sng" algn="ctr">
                      <a:solidFill>
                        <a:schemeClr val="accent2">
                          <a:lumMod val="40000"/>
                          <a:lumOff val="60000"/>
                        </a:schemeClr>
                      </a:solidFill>
                      <a:prstDash val="solid"/>
                      <a:round/>
                      <a:headEnd type="none" w="med" len="med"/>
                      <a:tailEnd type="none" w="med" len="med"/>
                    </a:lnT>
                    <a:lnB w="19050" cap="flat" cmpd="sng" algn="ctr">
                      <a:solidFill>
                        <a:schemeClr val="accent2">
                          <a:lumMod val="75000"/>
                        </a:schemeClr>
                      </a:solidFill>
                      <a:prstDash val="solid"/>
                      <a:round/>
                      <a:headEnd type="none" w="med" len="med"/>
                      <a:tailEnd type="none" w="med" len="med"/>
                    </a:lnB>
                    <a:noFill/>
                  </a:tcPr>
                </a:tc>
                <a:tc>
                  <a:txBody>
                    <a:bodyPr/>
                    <a:lstStyle/>
                    <a:p>
                      <a:pPr algn="ctr" fontAlgn="b"/>
                      <a:r>
                        <a:rPr lang="en-GB" sz="1200" b="0" i="0" u="none" strike="noStrike">
                          <a:solidFill>
                            <a:schemeClr val="tx1"/>
                          </a:solidFill>
                          <a:effectLst/>
                          <a:latin typeface="+mn-lt"/>
                        </a:rPr>
                        <a:t>20</a:t>
                      </a:r>
                    </a:p>
                  </a:txBody>
                  <a:tcPr marL="9525" marR="9525" marT="9525" marB="0" anchor="b">
                    <a:lnL>
                      <a:noFill/>
                    </a:lnL>
                    <a:lnR>
                      <a:noFill/>
                    </a:lnR>
                    <a:lnT w="9525" cap="flat" cmpd="sng" algn="ctr">
                      <a:solidFill>
                        <a:schemeClr val="accent2">
                          <a:lumMod val="40000"/>
                          <a:lumOff val="60000"/>
                        </a:schemeClr>
                      </a:solidFill>
                      <a:prstDash val="solid"/>
                      <a:round/>
                      <a:headEnd type="none" w="med" len="med"/>
                      <a:tailEnd type="none" w="med" len="med"/>
                    </a:lnT>
                    <a:lnB w="19050" cap="flat" cmpd="sng" algn="ctr">
                      <a:solidFill>
                        <a:schemeClr val="accent2">
                          <a:lumMod val="75000"/>
                        </a:schemeClr>
                      </a:solidFill>
                      <a:prstDash val="solid"/>
                      <a:round/>
                      <a:headEnd type="none" w="med" len="med"/>
                      <a:tailEnd type="none" w="med" len="med"/>
                    </a:lnB>
                    <a:noFill/>
                  </a:tcPr>
                </a:tc>
                <a:extLst>
                  <a:ext uri="{0D108BD9-81ED-4DB2-BD59-A6C34878D82A}">
                    <a16:rowId xmlns:a16="http://schemas.microsoft.com/office/drawing/2014/main" val="1183141516"/>
                  </a:ext>
                </a:extLst>
              </a:tr>
            </a:tbl>
          </a:graphicData>
        </a:graphic>
      </p:graphicFrame>
    </p:spTree>
    <p:extLst>
      <p:ext uri="{BB962C8B-B14F-4D97-AF65-F5344CB8AC3E}">
        <p14:creationId xmlns:p14="http://schemas.microsoft.com/office/powerpoint/2010/main" val="25226948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Content Placeholder 26">
            <a:extLst>
              <a:ext uri="{FF2B5EF4-FFF2-40B4-BE49-F238E27FC236}">
                <a16:creationId xmlns:a16="http://schemas.microsoft.com/office/drawing/2014/main" id="{84866317-E7FF-F3AB-396D-EF83B9962436}"/>
              </a:ext>
            </a:extLst>
          </p:cNvPr>
          <p:cNvSpPr>
            <a:spLocks noGrp="1"/>
          </p:cNvSpPr>
          <p:nvPr>
            <p:ph sz="half" idx="1"/>
          </p:nvPr>
        </p:nvSpPr>
        <p:spPr>
          <a:xfrm>
            <a:off x="9080500" y="1416785"/>
            <a:ext cx="3111501" cy="4415215"/>
          </a:xfrm>
        </p:spPr>
        <p:txBody>
          <a:bodyPr/>
          <a:lstStyle/>
          <a:p>
            <a:endParaRPr lang="en-GB"/>
          </a:p>
          <a:p>
            <a:endParaRPr lang="en-GB"/>
          </a:p>
        </p:txBody>
      </p:sp>
      <p:sp>
        <p:nvSpPr>
          <p:cNvPr id="6" name="Text Placeholder 5"/>
          <p:cNvSpPr>
            <a:spLocks noGrp="1"/>
          </p:cNvSpPr>
          <p:nvPr>
            <p:ph type="body" sz="quarter" idx="17"/>
          </p:nvPr>
        </p:nvSpPr>
        <p:spPr>
          <a:xfrm>
            <a:off x="539749" y="539750"/>
            <a:ext cx="9213851" cy="266676"/>
          </a:xfrm>
        </p:spPr>
        <p:txBody>
          <a:bodyPr/>
          <a:lstStyle/>
          <a:p>
            <a:r>
              <a:rPr lang="en-GB"/>
              <a:t>Parkinson’s disease – Epidemiology and burden</a:t>
            </a:r>
          </a:p>
        </p:txBody>
      </p:sp>
      <p:sp>
        <p:nvSpPr>
          <p:cNvPr id="2" name="Title 1"/>
          <p:cNvSpPr>
            <a:spLocks noGrp="1"/>
          </p:cNvSpPr>
          <p:nvPr>
            <p:ph type="title"/>
          </p:nvPr>
        </p:nvSpPr>
        <p:spPr>
          <a:xfrm>
            <a:off x="539749" y="814386"/>
            <a:ext cx="9213851" cy="332399"/>
          </a:xfrm>
        </p:spPr>
        <p:txBody>
          <a:bodyPr anchor="t"/>
          <a:lstStyle/>
          <a:p>
            <a:r>
              <a:rPr lang="en-US"/>
              <a:t>Prevalence of Parkinson’s disease</a:t>
            </a:r>
            <a:br>
              <a:rPr lang="en-US"/>
            </a:br>
            <a:r>
              <a:rPr lang="en-US" sz="1800"/>
              <a:t>– North and South America</a:t>
            </a:r>
            <a:endParaRPr lang="en-GB" sz="1800"/>
          </a:p>
        </p:txBody>
      </p:sp>
      <p:sp>
        <p:nvSpPr>
          <p:cNvPr id="31" name="Content Placeholder 30">
            <a:extLst>
              <a:ext uri="{FF2B5EF4-FFF2-40B4-BE49-F238E27FC236}">
                <a16:creationId xmlns:a16="http://schemas.microsoft.com/office/drawing/2014/main" id="{3ABDBB1F-14FA-94DE-19E4-5C9F592119C4}"/>
              </a:ext>
            </a:extLst>
          </p:cNvPr>
          <p:cNvSpPr>
            <a:spLocks noGrp="1"/>
          </p:cNvSpPr>
          <p:nvPr>
            <p:ph idx="19"/>
          </p:nvPr>
        </p:nvSpPr>
        <p:spPr/>
        <p:txBody>
          <a:bodyPr tIns="108000"/>
          <a:lstStyle/>
          <a:p>
            <a:r>
              <a:rPr lang="en-GB" dirty="0"/>
              <a:t>In 2014 the Parkinson’s Foundation undertook the PPPP to </a:t>
            </a:r>
            <a:r>
              <a:rPr lang="en-US" dirty="0"/>
              <a:t>coordinate epidemiological investigations of PD prevalence conducted across 4 sites in the USA, and 1 site in Canada</a:t>
            </a:r>
            <a:r>
              <a:rPr lang="en-US" baseline="30000" dirty="0"/>
              <a:t>1</a:t>
            </a:r>
            <a:endParaRPr lang="en-GB" dirty="0"/>
          </a:p>
          <a:p>
            <a:pPr lvl="1"/>
            <a:r>
              <a:rPr lang="en-GB" dirty="0"/>
              <a:t>Among the population aged &gt;45 years old, the prevalence of PD was estimated to be </a:t>
            </a:r>
            <a:r>
              <a:rPr lang="en-GB" b="1" dirty="0"/>
              <a:t>572 per 100,000 people</a:t>
            </a:r>
          </a:p>
          <a:p>
            <a:pPr lvl="1"/>
            <a:r>
              <a:rPr lang="en-GB" dirty="0"/>
              <a:t>In 2010 therefore, </a:t>
            </a:r>
            <a:r>
              <a:rPr lang="en-US" dirty="0"/>
              <a:t>there were an estimated </a:t>
            </a:r>
            <a:r>
              <a:rPr lang="en-US" b="1" dirty="0"/>
              <a:t>680,000 people in the US </a:t>
            </a:r>
            <a:r>
              <a:rPr lang="en-US" dirty="0"/>
              <a:t>aged ≥45 years with PD – this figure was estimated to increase to approximately 930,000 in 2020, and 1,238,000 in 2030</a:t>
            </a:r>
          </a:p>
          <a:p>
            <a:r>
              <a:rPr lang="en-GB" dirty="0"/>
              <a:t>Building upon this research, and incorporating more data, an updated PPPP publication estimates that the prevalence of PD in the USA ranges from </a:t>
            </a:r>
            <a:r>
              <a:rPr lang="en-GB" b="1" dirty="0"/>
              <a:t>108–212 per 100,000 people</a:t>
            </a:r>
            <a:r>
              <a:rPr lang="en-GB" dirty="0"/>
              <a:t> aged ≥65 years, and </a:t>
            </a:r>
            <a:r>
              <a:rPr lang="en-GB" b="1" dirty="0"/>
              <a:t>47–77 per 100,000 people </a:t>
            </a:r>
            <a:r>
              <a:rPr lang="en-GB" dirty="0"/>
              <a:t>aged ≥45 years</a:t>
            </a:r>
            <a:r>
              <a:rPr lang="en-GB" baseline="30000" dirty="0"/>
              <a:t>2</a:t>
            </a:r>
            <a:endParaRPr lang="en-GB" dirty="0"/>
          </a:p>
          <a:p>
            <a:r>
              <a:rPr lang="en-US" dirty="0"/>
              <a:t>The epidemiology of PD in some specific regions such as Latin America, however, is limited;</a:t>
            </a:r>
            <a:r>
              <a:rPr lang="en-GB" dirty="0"/>
              <a:t> a meta-analysis found 17 studies of the prevalence of PD in Latin America and estimated a prevalence of </a:t>
            </a:r>
            <a:r>
              <a:rPr lang="en-GB" b="1" dirty="0"/>
              <a:t>472 people per 100,000 </a:t>
            </a:r>
            <a:r>
              <a:rPr lang="en-GB" dirty="0"/>
              <a:t>of the population</a:t>
            </a:r>
            <a:r>
              <a:rPr lang="en-GB" baseline="30000" dirty="0"/>
              <a:t>3</a:t>
            </a:r>
            <a:endParaRPr lang="en-GB" dirty="0"/>
          </a:p>
        </p:txBody>
      </p:sp>
      <p:sp>
        <p:nvSpPr>
          <p:cNvPr id="9" name="Text Placeholder 8">
            <a:extLst>
              <a:ext uri="{FF2B5EF4-FFF2-40B4-BE49-F238E27FC236}">
                <a16:creationId xmlns:a16="http://schemas.microsoft.com/office/drawing/2014/main" id="{01B5742D-F7D8-48FD-862B-12D52124B7D4}"/>
              </a:ext>
            </a:extLst>
          </p:cNvPr>
          <p:cNvSpPr>
            <a:spLocks noGrp="1"/>
          </p:cNvSpPr>
          <p:nvPr>
            <p:ph type="body" sz="quarter" idx="18"/>
          </p:nvPr>
        </p:nvSpPr>
        <p:spPr>
          <a:xfrm>
            <a:off x="539749" y="6102000"/>
            <a:ext cx="9213851" cy="619200"/>
          </a:xfrm>
        </p:spPr>
        <p:txBody>
          <a:bodyPr/>
          <a:lstStyle/>
          <a:p>
            <a:r>
              <a:rPr lang="en-GB"/>
              <a:t>PD=Parkinson’s disease; PPPP=Parkinson’s Foundation Parkinson’s prevalence project</a:t>
            </a:r>
          </a:p>
          <a:p>
            <a:endParaRPr lang="en-GB"/>
          </a:p>
          <a:p>
            <a:r>
              <a:rPr lang="en-GB"/>
              <a:t>1. </a:t>
            </a:r>
            <a:r>
              <a:rPr lang="en-GB" err="1"/>
              <a:t>Marras</a:t>
            </a:r>
            <a:r>
              <a:rPr lang="en-GB"/>
              <a:t> et al. NPJ </a:t>
            </a:r>
            <a:r>
              <a:rPr lang="en-GB" err="1"/>
              <a:t>Parkinsons</a:t>
            </a:r>
            <a:r>
              <a:rPr lang="en-GB"/>
              <a:t> Dis 2018;4:21; 2. Willis et al. NPJ </a:t>
            </a:r>
            <a:r>
              <a:rPr lang="en-GB" err="1"/>
              <a:t>Parkinsons</a:t>
            </a:r>
            <a:r>
              <a:rPr lang="en-GB"/>
              <a:t> Dis 2022;8(1):170; 3. Kim et al. Mov </a:t>
            </a:r>
            <a:r>
              <a:rPr lang="en-GB" err="1"/>
              <a:t>Disord</a:t>
            </a:r>
            <a:r>
              <a:rPr lang="en-GB"/>
              <a:t> 2024;39(1):105–118</a:t>
            </a:r>
          </a:p>
        </p:txBody>
      </p:sp>
      <p:sp>
        <p:nvSpPr>
          <p:cNvPr id="4" name="Slide Number Placeholder 3"/>
          <p:cNvSpPr>
            <a:spLocks noGrp="1"/>
          </p:cNvSpPr>
          <p:nvPr>
            <p:ph type="sldNum" sz="quarter" idx="4"/>
          </p:nvPr>
        </p:nvSpPr>
        <p:spPr>
          <a:xfrm>
            <a:off x="11326690" y="6434112"/>
            <a:ext cx="595310" cy="153888"/>
          </a:xfrm>
        </p:spPr>
        <p:txBody>
          <a:bodyPr/>
          <a:lstStyle/>
          <a:p>
            <a:fld id="{6DBC486D-4FAB-B746-8B02-8D7C842291C6}" type="slidenum">
              <a:rPr lang="en-GB" smtClean="0"/>
              <a:pPr/>
              <a:t>4</a:t>
            </a:fld>
            <a:endParaRPr lang="en-GB"/>
          </a:p>
        </p:txBody>
      </p:sp>
      <p:grpSp>
        <p:nvGrpSpPr>
          <p:cNvPr id="36" name="Group 35">
            <a:extLst>
              <a:ext uri="{FF2B5EF4-FFF2-40B4-BE49-F238E27FC236}">
                <a16:creationId xmlns:a16="http://schemas.microsoft.com/office/drawing/2014/main" id="{E1A7C159-F2EE-4063-6F99-F1DD3CD7EA7E}"/>
              </a:ext>
            </a:extLst>
          </p:cNvPr>
          <p:cNvGrpSpPr/>
          <p:nvPr/>
        </p:nvGrpSpPr>
        <p:grpSpPr>
          <a:xfrm>
            <a:off x="9216366" y="1530555"/>
            <a:ext cx="3240767" cy="4301445"/>
            <a:chOff x="12820237" y="1596156"/>
            <a:chExt cx="1164030" cy="1545005"/>
          </a:xfrm>
          <a:solidFill>
            <a:schemeClr val="bg1"/>
          </a:solidFill>
        </p:grpSpPr>
        <p:pic>
          <p:nvPicPr>
            <p:cNvPr id="41" name="Graphic 40" descr="North America with solid fill">
              <a:extLst>
                <a:ext uri="{FF2B5EF4-FFF2-40B4-BE49-F238E27FC236}">
                  <a16:creationId xmlns:a16="http://schemas.microsoft.com/office/drawing/2014/main" id="{B919B0A1-F990-6014-7F98-62F6070FAF3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820237" y="1596156"/>
              <a:ext cx="914400" cy="914400"/>
            </a:xfrm>
            <a:prstGeom prst="rect">
              <a:avLst/>
            </a:prstGeom>
          </p:spPr>
        </p:pic>
        <p:pic>
          <p:nvPicPr>
            <p:cNvPr id="45" name="Graphic 44" descr="South America with solid fill">
              <a:extLst>
                <a:ext uri="{FF2B5EF4-FFF2-40B4-BE49-F238E27FC236}">
                  <a16:creationId xmlns:a16="http://schemas.microsoft.com/office/drawing/2014/main" id="{57E3EFD8-C53F-4F4D-4C6F-CE5CD93B92C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069867" y="2226761"/>
              <a:ext cx="914400" cy="914400"/>
            </a:xfrm>
            <a:prstGeom prst="rect">
              <a:avLst/>
            </a:prstGeom>
          </p:spPr>
        </p:pic>
      </p:grpSp>
    </p:spTree>
    <p:extLst>
      <p:ext uri="{BB962C8B-B14F-4D97-AF65-F5344CB8AC3E}">
        <p14:creationId xmlns:p14="http://schemas.microsoft.com/office/powerpoint/2010/main" val="1983897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p:txBody>
          <a:bodyPr/>
          <a:lstStyle/>
          <a:p>
            <a:pPr marL="0" indent="0">
              <a:buNone/>
            </a:pPr>
            <a:r>
              <a:rPr lang="en-GB" sz="1800" baseline="30000"/>
              <a:t> </a:t>
            </a:r>
          </a:p>
        </p:txBody>
      </p:sp>
      <p:sp>
        <p:nvSpPr>
          <p:cNvPr id="6" name="Text Placeholder 5"/>
          <p:cNvSpPr>
            <a:spLocks noGrp="1"/>
          </p:cNvSpPr>
          <p:nvPr>
            <p:ph type="body" sz="quarter" idx="17"/>
          </p:nvPr>
        </p:nvSpPr>
        <p:spPr/>
        <p:txBody>
          <a:bodyPr/>
          <a:lstStyle/>
          <a:p>
            <a:r>
              <a:rPr lang="en-GB"/>
              <a:t>Parkinson’s disease – Epidemiology and burden</a:t>
            </a:r>
          </a:p>
        </p:txBody>
      </p:sp>
      <p:sp>
        <p:nvSpPr>
          <p:cNvPr id="2" name="Title 1"/>
          <p:cNvSpPr>
            <a:spLocks noGrp="1"/>
          </p:cNvSpPr>
          <p:nvPr>
            <p:ph type="title"/>
          </p:nvPr>
        </p:nvSpPr>
        <p:spPr/>
        <p:txBody>
          <a:bodyPr anchor="t"/>
          <a:lstStyle/>
          <a:p>
            <a:r>
              <a:rPr lang="en-US"/>
              <a:t>Prevalence of Parkinson’s disease</a:t>
            </a:r>
            <a:br>
              <a:rPr lang="en-US"/>
            </a:br>
            <a:r>
              <a:rPr lang="en-US" sz="1800"/>
              <a:t>– Europe</a:t>
            </a:r>
            <a:endParaRPr lang="en-GB" sz="1800"/>
          </a:p>
        </p:txBody>
      </p:sp>
      <p:sp>
        <p:nvSpPr>
          <p:cNvPr id="5" name="Content Placeholder 4"/>
          <p:cNvSpPr>
            <a:spLocks noGrp="1"/>
          </p:cNvSpPr>
          <p:nvPr>
            <p:ph idx="19"/>
          </p:nvPr>
        </p:nvSpPr>
        <p:spPr/>
        <p:txBody>
          <a:bodyPr tIns="108000"/>
          <a:lstStyle/>
          <a:p>
            <a:r>
              <a:rPr lang="en-GB" dirty="0"/>
              <a:t>Analysis of the GBD data between 1990–2016 showed that </a:t>
            </a:r>
            <a:r>
              <a:rPr lang="en-US" dirty="0"/>
              <a:t>prevalence, DALY rates, and death rates for PD increased for all global burden of disease regions </a:t>
            </a:r>
            <a:r>
              <a:rPr lang="en-US" b="1" dirty="0"/>
              <a:t>except for eastern Europe</a:t>
            </a:r>
            <a:r>
              <a:rPr lang="en-US" dirty="0"/>
              <a:t>, southern Latin America, and Oceania</a:t>
            </a:r>
            <a:r>
              <a:rPr lang="en-US" baseline="30000" dirty="0"/>
              <a:t>1</a:t>
            </a:r>
            <a:endParaRPr lang="en-GB" dirty="0"/>
          </a:p>
          <a:p>
            <a:r>
              <a:rPr lang="en-US" dirty="0"/>
              <a:t>A systematic review and meta-analysis, including 83 studies and 37.6 million people, estimated that the prevalence of PD in Europe is </a:t>
            </a:r>
            <a:r>
              <a:rPr lang="en-US" b="1" dirty="0"/>
              <a:t>180 per 100,000 people</a:t>
            </a:r>
            <a:r>
              <a:rPr lang="en-US" dirty="0"/>
              <a:t> – higher than the global estimate of 151 per 100,000 people</a:t>
            </a:r>
            <a:r>
              <a:rPr lang="en-US" baseline="30000" dirty="0"/>
              <a:t>2</a:t>
            </a:r>
            <a:endParaRPr lang="en-GB" dirty="0"/>
          </a:p>
          <a:p>
            <a:r>
              <a:rPr lang="en-GB" dirty="0"/>
              <a:t>An analysis of GBD data estimated the burden of neurological diseases in Europe in 2017, including the burden of PD:</a:t>
            </a:r>
            <a:r>
              <a:rPr lang="en-GB" baseline="30000" dirty="0"/>
              <a:t>3</a:t>
            </a:r>
            <a:endParaRPr lang="en-GB" dirty="0"/>
          </a:p>
          <a:p>
            <a:pPr lvl="1"/>
            <a:r>
              <a:rPr lang="en-GB" sz="1600" dirty="0"/>
              <a:t>There were a total </a:t>
            </a:r>
            <a:r>
              <a:rPr lang="en-GB" sz="1600" b="1" dirty="0"/>
              <a:t>84,599 deaths </a:t>
            </a:r>
          </a:p>
          <a:p>
            <a:pPr lvl="1"/>
            <a:r>
              <a:rPr lang="en-GB" sz="1600" dirty="0"/>
              <a:t>There were </a:t>
            </a:r>
            <a:r>
              <a:rPr lang="en-GB" sz="1600" b="1" dirty="0"/>
              <a:t>1.2 million DALYs </a:t>
            </a:r>
          </a:p>
          <a:p>
            <a:r>
              <a:rPr lang="en-GB" dirty="0"/>
              <a:t>As the population of Europe ages, the burden of PD will increase, </a:t>
            </a:r>
            <a:r>
              <a:rPr lang="en-GB" b="1" dirty="0"/>
              <a:t>requiring strategic planning </a:t>
            </a:r>
            <a:r>
              <a:rPr lang="en-GB" dirty="0"/>
              <a:t>across countries to address the different challenges in different areas and countries in Europe</a:t>
            </a:r>
            <a:r>
              <a:rPr lang="en-GB" baseline="30000" dirty="0"/>
              <a:t>3</a:t>
            </a:r>
          </a:p>
        </p:txBody>
      </p:sp>
      <p:sp>
        <p:nvSpPr>
          <p:cNvPr id="8" name="Text Placeholder 7">
            <a:extLst>
              <a:ext uri="{FF2B5EF4-FFF2-40B4-BE49-F238E27FC236}">
                <a16:creationId xmlns:a16="http://schemas.microsoft.com/office/drawing/2014/main" id="{C464E0B2-F681-4240-85FB-7D906C124A32}"/>
              </a:ext>
            </a:extLst>
          </p:cNvPr>
          <p:cNvSpPr>
            <a:spLocks noGrp="1"/>
          </p:cNvSpPr>
          <p:nvPr>
            <p:ph type="body" sz="quarter" idx="18"/>
          </p:nvPr>
        </p:nvSpPr>
        <p:spPr/>
        <p:txBody>
          <a:bodyPr/>
          <a:lstStyle/>
          <a:p>
            <a:pPr marL="0" indent="0">
              <a:buNone/>
            </a:pPr>
            <a:r>
              <a:rPr lang="en-GB"/>
              <a:t>DALY=disability-adjusted life year; GBD=Global Burden of Disease survey; PD=Parkinson’s disease</a:t>
            </a:r>
          </a:p>
          <a:p>
            <a:pPr marL="0" indent="0">
              <a:buNone/>
            </a:pPr>
            <a:endParaRPr lang="en-GB"/>
          </a:p>
          <a:p>
            <a:r>
              <a:rPr lang="en-GB"/>
              <a:t>1. </a:t>
            </a:r>
            <a:r>
              <a:rPr lang="en-GB" sz="900"/>
              <a:t>GBD 2016 Parkinson’s Disease Collaborators. Lancet </a:t>
            </a:r>
            <a:r>
              <a:rPr lang="en-GB" sz="900" err="1"/>
              <a:t>Neurol</a:t>
            </a:r>
            <a:r>
              <a:rPr lang="en-GB" sz="900"/>
              <a:t> 2018;17(11):939–953; </a:t>
            </a:r>
            <a:br>
              <a:rPr lang="en-GB" sz="900"/>
            </a:br>
            <a:r>
              <a:rPr lang="en-GB" sz="900"/>
              <a:t>2. Zhu et al. Lancet Healthy </a:t>
            </a:r>
            <a:r>
              <a:rPr lang="en-GB" sz="900" err="1"/>
              <a:t>Longev</a:t>
            </a:r>
            <a:r>
              <a:rPr lang="en-GB" sz="900"/>
              <a:t> 2024;5(7):e464–e479; 3. </a:t>
            </a:r>
            <a:r>
              <a:rPr lang="en-GB" sz="900" err="1"/>
              <a:t>Deuschl</a:t>
            </a:r>
            <a:r>
              <a:rPr lang="en-GB" sz="900"/>
              <a:t> et al. Lancet Public Health 2020;5(10):e551–e567</a:t>
            </a:r>
          </a:p>
        </p:txBody>
      </p:sp>
      <p:sp>
        <p:nvSpPr>
          <p:cNvPr id="4" name="Slide Number Placeholder 3"/>
          <p:cNvSpPr>
            <a:spLocks noGrp="1"/>
          </p:cNvSpPr>
          <p:nvPr>
            <p:ph type="sldNum" sz="quarter" idx="4"/>
          </p:nvPr>
        </p:nvSpPr>
        <p:spPr/>
        <p:txBody>
          <a:bodyPr/>
          <a:lstStyle/>
          <a:p>
            <a:fld id="{6DBC486D-4FAB-B746-8B02-8D7C842291C6}" type="slidenum">
              <a:rPr lang="en-GB" smtClean="0"/>
              <a:pPr/>
              <a:t>5</a:t>
            </a:fld>
            <a:endParaRPr lang="en-GB"/>
          </a:p>
        </p:txBody>
      </p:sp>
      <p:pic>
        <p:nvPicPr>
          <p:cNvPr id="39" name="Graphic 38" descr="Europe with solid fill">
            <a:extLst>
              <a:ext uri="{FF2B5EF4-FFF2-40B4-BE49-F238E27FC236}">
                <a16:creationId xmlns:a16="http://schemas.microsoft.com/office/drawing/2014/main" id="{7C674CD9-4DE4-263C-B469-E784DA17465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74784" y="2163443"/>
            <a:ext cx="3122932" cy="3122932"/>
          </a:xfrm>
          <a:prstGeom prst="rect">
            <a:avLst/>
          </a:prstGeom>
        </p:spPr>
      </p:pic>
    </p:spTree>
    <p:extLst>
      <p:ext uri="{BB962C8B-B14F-4D97-AF65-F5344CB8AC3E}">
        <p14:creationId xmlns:p14="http://schemas.microsoft.com/office/powerpoint/2010/main" val="17281983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DBB5A059-921F-C9C2-0362-C86C3793791A}"/>
              </a:ext>
            </a:extLst>
          </p:cNvPr>
          <p:cNvSpPr>
            <a:spLocks noGrp="1"/>
          </p:cNvSpPr>
          <p:nvPr>
            <p:ph sz="half" idx="1"/>
          </p:nvPr>
        </p:nvSpPr>
        <p:spPr>
          <a:xfrm>
            <a:off x="9080500" y="1416785"/>
            <a:ext cx="3111501" cy="4415215"/>
          </a:xfrm>
        </p:spPr>
        <p:txBody>
          <a:bodyPr/>
          <a:lstStyle/>
          <a:p>
            <a:pPr marL="0" indent="0">
              <a:buNone/>
            </a:pPr>
            <a:r>
              <a:rPr lang="en-GB"/>
              <a:t>Data for prevalence of PD in Africa are scarce</a:t>
            </a:r>
          </a:p>
        </p:txBody>
      </p:sp>
      <p:sp>
        <p:nvSpPr>
          <p:cNvPr id="2" name="Text Placeholder 1">
            <a:extLst>
              <a:ext uri="{FF2B5EF4-FFF2-40B4-BE49-F238E27FC236}">
                <a16:creationId xmlns:a16="http://schemas.microsoft.com/office/drawing/2014/main" id="{7A9F0158-DE28-C259-760E-F4C00DA8BF0A}"/>
              </a:ext>
            </a:extLst>
          </p:cNvPr>
          <p:cNvSpPr>
            <a:spLocks noGrp="1"/>
          </p:cNvSpPr>
          <p:nvPr>
            <p:ph type="body" sz="quarter" idx="17"/>
          </p:nvPr>
        </p:nvSpPr>
        <p:spPr/>
        <p:txBody>
          <a:bodyPr/>
          <a:lstStyle/>
          <a:p>
            <a:r>
              <a:rPr lang="en-GB"/>
              <a:t>Parkinson’s disease – Epidemiology and burden</a:t>
            </a:r>
          </a:p>
        </p:txBody>
      </p:sp>
      <p:sp>
        <p:nvSpPr>
          <p:cNvPr id="3" name="Title 2">
            <a:extLst>
              <a:ext uri="{FF2B5EF4-FFF2-40B4-BE49-F238E27FC236}">
                <a16:creationId xmlns:a16="http://schemas.microsoft.com/office/drawing/2014/main" id="{A883F1F0-51F8-A358-6941-9043A90551DF}"/>
              </a:ext>
            </a:extLst>
          </p:cNvPr>
          <p:cNvSpPr>
            <a:spLocks noGrp="1"/>
          </p:cNvSpPr>
          <p:nvPr>
            <p:ph type="title"/>
          </p:nvPr>
        </p:nvSpPr>
        <p:spPr/>
        <p:txBody>
          <a:bodyPr anchor="t"/>
          <a:lstStyle/>
          <a:p>
            <a:r>
              <a:rPr kumimoji="0" lang="en-GB" sz="2400" b="1" i="0" u="none" strike="noStrike" kern="1200" cap="none" spc="0" normalizeH="0" baseline="0" noProof="0">
                <a:ln>
                  <a:noFill/>
                </a:ln>
                <a:solidFill>
                  <a:srgbClr val="3F1A01"/>
                </a:solidFill>
                <a:effectLst/>
                <a:uLnTx/>
                <a:uFillTx/>
                <a:latin typeface="Arial"/>
                <a:ea typeface="+mj-ea"/>
                <a:cs typeface="+mj-cs"/>
              </a:rPr>
              <a:t>Prevalence of Parkinson’s disease</a:t>
            </a:r>
            <a:br>
              <a:rPr kumimoji="0" lang="en-GB" sz="2400" b="1" i="0" u="none" strike="noStrike" kern="1200" cap="none" spc="0" normalizeH="0" baseline="0" noProof="0">
                <a:ln>
                  <a:noFill/>
                </a:ln>
                <a:solidFill>
                  <a:srgbClr val="3F1A01"/>
                </a:solidFill>
                <a:effectLst/>
                <a:uLnTx/>
                <a:uFillTx/>
                <a:latin typeface="Arial"/>
                <a:ea typeface="+mj-ea"/>
                <a:cs typeface="+mj-cs"/>
              </a:rPr>
            </a:br>
            <a:r>
              <a:rPr kumimoji="0" lang="en-GB" sz="1800" b="1" i="0" u="none" strike="noStrike" kern="1200" cap="none" spc="0" normalizeH="0" baseline="0" noProof="0">
                <a:ln>
                  <a:noFill/>
                </a:ln>
                <a:solidFill>
                  <a:srgbClr val="3F1A01"/>
                </a:solidFill>
                <a:effectLst/>
                <a:uLnTx/>
                <a:uFillTx/>
                <a:latin typeface="Arial"/>
                <a:ea typeface="+mj-ea"/>
                <a:cs typeface="+mj-cs"/>
              </a:rPr>
              <a:t>– </a:t>
            </a:r>
            <a:r>
              <a:rPr kumimoji="0" lang="en-US" sz="1800" b="1" i="0" u="none" strike="noStrike" kern="1200" cap="none" spc="0" normalizeH="0" baseline="0" noProof="0">
                <a:ln>
                  <a:noFill/>
                </a:ln>
                <a:solidFill>
                  <a:srgbClr val="3F1A01"/>
                </a:solidFill>
                <a:effectLst/>
                <a:uLnTx/>
                <a:uFillTx/>
                <a:latin typeface="Arial"/>
                <a:ea typeface="+mj-ea"/>
                <a:cs typeface="+mj-cs"/>
              </a:rPr>
              <a:t>Africa</a:t>
            </a:r>
            <a:endParaRPr lang="en-GB"/>
          </a:p>
        </p:txBody>
      </p:sp>
      <p:sp>
        <p:nvSpPr>
          <p:cNvPr id="11" name="Text Placeholder 10">
            <a:extLst>
              <a:ext uri="{FF2B5EF4-FFF2-40B4-BE49-F238E27FC236}">
                <a16:creationId xmlns:a16="http://schemas.microsoft.com/office/drawing/2014/main" id="{BAE8200F-053C-AE7D-4FD1-8CD370D4B4B6}"/>
              </a:ext>
            </a:extLst>
          </p:cNvPr>
          <p:cNvSpPr>
            <a:spLocks noGrp="1"/>
          </p:cNvSpPr>
          <p:nvPr>
            <p:ph type="body" sz="quarter" idx="18"/>
          </p:nvPr>
        </p:nvSpPr>
        <p:spPr/>
        <p:txBody>
          <a:bodyPr/>
          <a:lstStyle/>
          <a:p>
            <a:r>
              <a:rPr lang="en-GB"/>
              <a:t>PD=Parkinson’s disease</a:t>
            </a:r>
            <a:br>
              <a:rPr lang="en-GB"/>
            </a:br>
            <a:endParaRPr lang="en-GB"/>
          </a:p>
          <a:p>
            <a:r>
              <a:rPr lang="en-GB" err="1"/>
              <a:t>Safiri</a:t>
            </a:r>
            <a:r>
              <a:rPr lang="en-GB"/>
              <a:t> et al. BMC Public Health 2023;23(1):107</a:t>
            </a:r>
          </a:p>
        </p:txBody>
      </p:sp>
      <p:sp>
        <p:nvSpPr>
          <p:cNvPr id="7" name="Slide Number Placeholder 6">
            <a:extLst>
              <a:ext uri="{FF2B5EF4-FFF2-40B4-BE49-F238E27FC236}">
                <a16:creationId xmlns:a16="http://schemas.microsoft.com/office/drawing/2014/main" id="{1DE4C89E-A178-CB6A-997C-45783D0C62EC}"/>
              </a:ext>
            </a:extLst>
          </p:cNvPr>
          <p:cNvSpPr>
            <a:spLocks noGrp="1"/>
          </p:cNvSpPr>
          <p:nvPr>
            <p:ph type="sldNum" sz="quarter" idx="4"/>
          </p:nvPr>
        </p:nvSpPr>
        <p:spPr/>
        <p:txBody>
          <a:bodyPr/>
          <a:lstStyle/>
          <a:p>
            <a:fld id="{6DBC486D-4FAB-B746-8B02-8D7C842291C6}" type="slidenum">
              <a:rPr lang="en-US" smtClean="0"/>
              <a:pPr/>
              <a:t>6</a:t>
            </a:fld>
            <a:endParaRPr lang="en-US"/>
          </a:p>
        </p:txBody>
      </p:sp>
      <p:pic>
        <p:nvPicPr>
          <p:cNvPr id="15" name="Graphic 14" descr="Africa with solid fill">
            <a:extLst>
              <a:ext uri="{FF2B5EF4-FFF2-40B4-BE49-F238E27FC236}">
                <a16:creationId xmlns:a16="http://schemas.microsoft.com/office/drawing/2014/main" id="{B7D34EAE-4134-19EF-5347-364A2B5CF6E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84330" y="2719625"/>
            <a:ext cx="3111342" cy="3111342"/>
          </a:xfrm>
          <a:prstGeom prst="rect">
            <a:avLst/>
          </a:prstGeom>
        </p:spPr>
      </p:pic>
      <p:sp>
        <p:nvSpPr>
          <p:cNvPr id="13" name="TextBox 12">
            <a:extLst>
              <a:ext uri="{FF2B5EF4-FFF2-40B4-BE49-F238E27FC236}">
                <a16:creationId xmlns:a16="http://schemas.microsoft.com/office/drawing/2014/main" id="{26E145E5-F0AD-8119-B680-15FC04117B62}"/>
              </a:ext>
            </a:extLst>
          </p:cNvPr>
          <p:cNvSpPr txBox="1"/>
          <p:nvPr/>
        </p:nvSpPr>
        <p:spPr>
          <a:xfrm>
            <a:off x="547092" y="4990744"/>
            <a:ext cx="8262442" cy="841256"/>
          </a:xfrm>
          <a:prstGeom prst="rect">
            <a:avLst/>
          </a:prstGeom>
          <a:solidFill>
            <a:srgbClr val="D9D1CC"/>
          </a:solidFill>
        </p:spPr>
        <p:txBody>
          <a:bodyPr wrap="square">
            <a:spAutoFit/>
          </a:bodyPr>
          <a:lstStyle/>
          <a:p>
            <a:pPr>
              <a:spcBef>
                <a:spcPts val="240"/>
              </a:spcBef>
              <a:spcAft>
                <a:spcPts val="240"/>
              </a:spcAft>
            </a:pPr>
            <a:r>
              <a:rPr lang="en-US" sz="1400"/>
              <a:t>Prevalence of PD in the Middle East and North Africa:</a:t>
            </a:r>
          </a:p>
          <a:p>
            <a:pPr marL="285750" indent="-285750">
              <a:spcBef>
                <a:spcPts val="240"/>
              </a:spcBef>
              <a:spcAft>
                <a:spcPts val="240"/>
              </a:spcAft>
              <a:buFont typeface="Arial" panose="020B0604020202020204" pitchFamily="34" charset="0"/>
              <a:buChar char="•"/>
            </a:pPr>
            <a:r>
              <a:rPr lang="en-US" sz="1400"/>
              <a:t>Age-standardized prevalence: </a:t>
            </a:r>
            <a:r>
              <a:rPr lang="en-US" sz="1400" b="1"/>
              <a:t>82.6 per 100,000 people</a:t>
            </a:r>
            <a:r>
              <a:rPr lang="en-US" sz="1400"/>
              <a:t> – a 15.4% increase between 1990–2019</a:t>
            </a:r>
          </a:p>
          <a:p>
            <a:pPr marL="285750" indent="-285750">
              <a:spcBef>
                <a:spcPts val="240"/>
              </a:spcBef>
              <a:spcAft>
                <a:spcPts val="240"/>
              </a:spcAft>
              <a:buFont typeface="Arial" panose="020B0604020202020204" pitchFamily="34" charset="0"/>
              <a:buChar char="•"/>
            </a:pPr>
            <a:r>
              <a:rPr lang="en-US" sz="1400"/>
              <a:t>Age-standardized death rate: </a:t>
            </a:r>
            <a:r>
              <a:rPr lang="en-US" sz="1400" b="1"/>
              <a:t>5.3</a:t>
            </a:r>
            <a:r>
              <a:rPr lang="en-US" sz="1400"/>
              <a:t> – a 2.3% increase between 1990–2019</a:t>
            </a:r>
            <a:endParaRPr lang="en-GB" sz="1400"/>
          </a:p>
        </p:txBody>
      </p:sp>
      <p:grpSp>
        <p:nvGrpSpPr>
          <p:cNvPr id="98" name="Group 97">
            <a:extLst>
              <a:ext uri="{FF2B5EF4-FFF2-40B4-BE49-F238E27FC236}">
                <a16:creationId xmlns:a16="http://schemas.microsoft.com/office/drawing/2014/main" id="{E750CF14-6DE6-3376-B8E2-3807E84CACB5}"/>
              </a:ext>
            </a:extLst>
          </p:cNvPr>
          <p:cNvGrpSpPr/>
          <p:nvPr/>
        </p:nvGrpSpPr>
        <p:grpSpPr>
          <a:xfrm>
            <a:off x="1644864" y="2443956"/>
            <a:ext cx="6359963" cy="1883896"/>
            <a:chOff x="1644864" y="2393156"/>
            <a:chExt cx="6359963" cy="1883896"/>
          </a:xfrm>
          <a:solidFill>
            <a:schemeClr val="accent3">
              <a:lumMod val="75000"/>
            </a:schemeClr>
          </a:solidFill>
        </p:grpSpPr>
        <p:sp>
          <p:nvSpPr>
            <p:cNvPr id="49" name="Rectangle 48">
              <a:extLst>
                <a:ext uri="{FF2B5EF4-FFF2-40B4-BE49-F238E27FC236}">
                  <a16:creationId xmlns:a16="http://schemas.microsoft.com/office/drawing/2014/main" id="{A0182ACE-E764-D3CB-B898-04E133B6B41A}"/>
                </a:ext>
              </a:extLst>
            </p:cNvPr>
            <p:cNvSpPr/>
            <p:nvPr/>
          </p:nvSpPr>
          <p:spPr>
            <a:xfrm>
              <a:off x="1644864" y="4248001"/>
              <a:ext cx="164325" cy="21600"/>
            </a:xfrm>
            <a:prstGeom prst="rect">
              <a:avLst/>
            </a:prstGeom>
            <a:grp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 name="Rectangle 52">
              <a:extLst>
                <a:ext uri="{FF2B5EF4-FFF2-40B4-BE49-F238E27FC236}">
                  <a16:creationId xmlns:a16="http://schemas.microsoft.com/office/drawing/2014/main" id="{969738BD-05D5-DF06-EDF7-737EE4A971B0}"/>
                </a:ext>
              </a:extLst>
            </p:cNvPr>
            <p:cNvSpPr/>
            <p:nvPr/>
          </p:nvSpPr>
          <p:spPr>
            <a:xfrm>
              <a:off x="2087410" y="4200525"/>
              <a:ext cx="164325" cy="76526"/>
            </a:xfrm>
            <a:prstGeom prst="rect">
              <a:avLst/>
            </a:prstGeom>
            <a:grp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Rectangle 55">
              <a:extLst>
                <a:ext uri="{FF2B5EF4-FFF2-40B4-BE49-F238E27FC236}">
                  <a16:creationId xmlns:a16="http://schemas.microsoft.com/office/drawing/2014/main" id="{E67CB98E-B43C-1CE6-2D6D-22EC29E9D642}"/>
                </a:ext>
              </a:extLst>
            </p:cNvPr>
            <p:cNvSpPr/>
            <p:nvPr/>
          </p:nvSpPr>
          <p:spPr>
            <a:xfrm>
              <a:off x="2529956" y="4105275"/>
              <a:ext cx="164325" cy="171776"/>
            </a:xfrm>
            <a:prstGeom prst="rect">
              <a:avLst/>
            </a:prstGeom>
            <a:grp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 name="Rectangle 58">
              <a:extLst>
                <a:ext uri="{FF2B5EF4-FFF2-40B4-BE49-F238E27FC236}">
                  <a16:creationId xmlns:a16="http://schemas.microsoft.com/office/drawing/2014/main" id="{C62BCD31-4C07-4830-A006-B878A9DA227E}"/>
                </a:ext>
              </a:extLst>
            </p:cNvPr>
            <p:cNvSpPr/>
            <p:nvPr/>
          </p:nvSpPr>
          <p:spPr>
            <a:xfrm>
              <a:off x="2972502" y="3986214"/>
              <a:ext cx="164325" cy="290838"/>
            </a:xfrm>
            <a:prstGeom prst="rect">
              <a:avLst/>
            </a:prstGeom>
            <a:grp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Rectangle 61">
              <a:extLst>
                <a:ext uri="{FF2B5EF4-FFF2-40B4-BE49-F238E27FC236}">
                  <a16:creationId xmlns:a16="http://schemas.microsoft.com/office/drawing/2014/main" id="{E02E9E92-8099-A0DC-B173-B67A7C57A700}"/>
                </a:ext>
              </a:extLst>
            </p:cNvPr>
            <p:cNvSpPr/>
            <p:nvPr/>
          </p:nvSpPr>
          <p:spPr>
            <a:xfrm>
              <a:off x="3415048" y="3802856"/>
              <a:ext cx="164325" cy="474195"/>
            </a:xfrm>
            <a:prstGeom prst="rect">
              <a:avLst/>
            </a:prstGeom>
            <a:grp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5" name="Rectangle 64">
              <a:extLst>
                <a:ext uri="{FF2B5EF4-FFF2-40B4-BE49-F238E27FC236}">
                  <a16:creationId xmlns:a16="http://schemas.microsoft.com/office/drawing/2014/main" id="{DF10A13F-B176-CB55-AF77-6926E34D0290}"/>
                </a:ext>
              </a:extLst>
            </p:cNvPr>
            <p:cNvSpPr/>
            <p:nvPr/>
          </p:nvSpPr>
          <p:spPr>
            <a:xfrm>
              <a:off x="3857594" y="3593306"/>
              <a:ext cx="164325" cy="683745"/>
            </a:xfrm>
            <a:prstGeom prst="rect">
              <a:avLst/>
            </a:prstGeom>
            <a:grp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Rectangle 67">
              <a:extLst>
                <a:ext uri="{FF2B5EF4-FFF2-40B4-BE49-F238E27FC236}">
                  <a16:creationId xmlns:a16="http://schemas.microsoft.com/office/drawing/2014/main" id="{F4BD8E43-21A8-A686-5279-94B6B1DD0665}"/>
                </a:ext>
              </a:extLst>
            </p:cNvPr>
            <p:cNvSpPr/>
            <p:nvPr/>
          </p:nvSpPr>
          <p:spPr>
            <a:xfrm>
              <a:off x="4300140" y="3343275"/>
              <a:ext cx="164325" cy="933776"/>
            </a:xfrm>
            <a:prstGeom prst="rect">
              <a:avLst/>
            </a:prstGeom>
            <a:grp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 name="Rectangle 70">
              <a:extLst>
                <a:ext uri="{FF2B5EF4-FFF2-40B4-BE49-F238E27FC236}">
                  <a16:creationId xmlns:a16="http://schemas.microsoft.com/office/drawing/2014/main" id="{25DBE96B-F7AF-1A82-A15F-7C75ACEF5226}"/>
                </a:ext>
              </a:extLst>
            </p:cNvPr>
            <p:cNvSpPr/>
            <p:nvPr/>
          </p:nvSpPr>
          <p:spPr>
            <a:xfrm>
              <a:off x="4742686" y="3045619"/>
              <a:ext cx="164325" cy="1231432"/>
            </a:xfrm>
            <a:prstGeom prst="rect">
              <a:avLst/>
            </a:prstGeom>
            <a:grp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4" name="Rectangle 73">
              <a:extLst>
                <a:ext uri="{FF2B5EF4-FFF2-40B4-BE49-F238E27FC236}">
                  <a16:creationId xmlns:a16="http://schemas.microsoft.com/office/drawing/2014/main" id="{FFBBD98F-1C99-0359-CAD8-5C59B12F5277}"/>
                </a:ext>
              </a:extLst>
            </p:cNvPr>
            <p:cNvSpPr/>
            <p:nvPr/>
          </p:nvSpPr>
          <p:spPr>
            <a:xfrm>
              <a:off x="5185232" y="2752725"/>
              <a:ext cx="164325" cy="1524326"/>
            </a:xfrm>
            <a:prstGeom prst="rect">
              <a:avLst/>
            </a:prstGeom>
            <a:grp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7" name="Rectangle 76">
              <a:extLst>
                <a:ext uri="{FF2B5EF4-FFF2-40B4-BE49-F238E27FC236}">
                  <a16:creationId xmlns:a16="http://schemas.microsoft.com/office/drawing/2014/main" id="{2CB015B9-B2C6-B66B-0232-A6B369EDE174}"/>
                </a:ext>
              </a:extLst>
            </p:cNvPr>
            <p:cNvSpPr/>
            <p:nvPr/>
          </p:nvSpPr>
          <p:spPr>
            <a:xfrm>
              <a:off x="5627778" y="2519363"/>
              <a:ext cx="164325" cy="1757688"/>
            </a:xfrm>
            <a:prstGeom prst="rect">
              <a:avLst/>
            </a:prstGeom>
            <a:grp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0" name="Rectangle 79">
              <a:extLst>
                <a:ext uri="{FF2B5EF4-FFF2-40B4-BE49-F238E27FC236}">
                  <a16:creationId xmlns:a16="http://schemas.microsoft.com/office/drawing/2014/main" id="{F691FFF6-DE70-719B-8656-26523ED0F40B}"/>
                </a:ext>
              </a:extLst>
            </p:cNvPr>
            <p:cNvSpPr/>
            <p:nvPr/>
          </p:nvSpPr>
          <p:spPr>
            <a:xfrm>
              <a:off x="6070324" y="2393156"/>
              <a:ext cx="164325" cy="1883895"/>
            </a:xfrm>
            <a:prstGeom prst="rect">
              <a:avLst/>
            </a:prstGeom>
            <a:grp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 name="Rectangle 82">
              <a:extLst>
                <a:ext uri="{FF2B5EF4-FFF2-40B4-BE49-F238E27FC236}">
                  <a16:creationId xmlns:a16="http://schemas.microsoft.com/office/drawing/2014/main" id="{A086C9A4-ED8B-E463-2EC0-C98C7F6BF445}"/>
                </a:ext>
              </a:extLst>
            </p:cNvPr>
            <p:cNvSpPr/>
            <p:nvPr/>
          </p:nvSpPr>
          <p:spPr>
            <a:xfrm>
              <a:off x="6512870" y="2526506"/>
              <a:ext cx="164325" cy="1750545"/>
            </a:xfrm>
            <a:prstGeom prst="rect">
              <a:avLst/>
            </a:prstGeom>
            <a:grp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 name="Rectangle 85">
              <a:extLst>
                <a:ext uri="{FF2B5EF4-FFF2-40B4-BE49-F238E27FC236}">
                  <a16:creationId xmlns:a16="http://schemas.microsoft.com/office/drawing/2014/main" id="{7911B2E8-A73C-7B0C-0154-5FB722A884FD}"/>
                </a:ext>
              </a:extLst>
            </p:cNvPr>
            <p:cNvSpPr/>
            <p:nvPr/>
          </p:nvSpPr>
          <p:spPr>
            <a:xfrm>
              <a:off x="6955416" y="3283744"/>
              <a:ext cx="164325" cy="993307"/>
            </a:xfrm>
            <a:prstGeom prst="rect">
              <a:avLst/>
            </a:prstGeom>
            <a:grp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9" name="Rectangle 88">
              <a:extLst>
                <a:ext uri="{FF2B5EF4-FFF2-40B4-BE49-F238E27FC236}">
                  <a16:creationId xmlns:a16="http://schemas.microsoft.com/office/drawing/2014/main" id="{933BC41C-80B2-5EED-C68E-588DBF7AD5F5}"/>
                </a:ext>
              </a:extLst>
            </p:cNvPr>
            <p:cNvSpPr/>
            <p:nvPr/>
          </p:nvSpPr>
          <p:spPr>
            <a:xfrm>
              <a:off x="7397962" y="3955256"/>
              <a:ext cx="164325" cy="321795"/>
            </a:xfrm>
            <a:prstGeom prst="rect">
              <a:avLst/>
            </a:prstGeom>
            <a:grp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2" name="Rectangle 91">
              <a:extLst>
                <a:ext uri="{FF2B5EF4-FFF2-40B4-BE49-F238E27FC236}">
                  <a16:creationId xmlns:a16="http://schemas.microsoft.com/office/drawing/2014/main" id="{14B98804-475A-5B75-8DF4-4769CEB6CE7F}"/>
                </a:ext>
              </a:extLst>
            </p:cNvPr>
            <p:cNvSpPr/>
            <p:nvPr/>
          </p:nvSpPr>
          <p:spPr>
            <a:xfrm>
              <a:off x="7840502" y="4198144"/>
              <a:ext cx="164325" cy="78907"/>
            </a:xfrm>
            <a:prstGeom prst="rect">
              <a:avLst/>
            </a:prstGeom>
            <a:grp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97" name="Group 96">
            <a:extLst>
              <a:ext uri="{FF2B5EF4-FFF2-40B4-BE49-F238E27FC236}">
                <a16:creationId xmlns:a16="http://schemas.microsoft.com/office/drawing/2014/main" id="{8427C7A2-65BA-A84A-87D5-086C6762B71C}"/>
              </a:ext>
            </a:extLst>
          </p:cNvPr>
          <p:cNvGrpSpPr/>
          <p:nvPr/>
        </p:nvGrpSpPr>
        <p:grpSpPr>
          <a:xfrm>
            <a:off x="2251735" y="2955926"/>
            <a:ext cx="5917417" cy="1371926"/>
            <a:chOff x="2251735" y="2905126"/>
            <a:chExt cx="5917417" cy="1371926"/>
          </a:xfrm>
          <a:solidFill>
            <a:schemeClr val="accent5">
              <a:lumMod val="75000"/>
            </a:schemeClr>
          </a:solidFill>
        </p:grpSpPr>
        <p:sp>
          <p:nvSpPr>
            <p:cNvPr id="54" name="Rectangle 53">
              <a:extLst>
                <a:ext uri="{FF2B5EF4-FFF2-40B4-BE49-F238E27FC236}">
                  <a16:creationId xmlns:a16="http://schemas.microsoft.com/office/drawing/2014/main" id="{746A9B99-C966-F8CC-629D-38E79B960F19}"/>
                </a:ext>
              </a:extLst>
            </p:cNvPr>
            <p:cNvSpPr/>
            <p:nvPr/>
          </p:nvSpPr>
          <p:spPr>
            <a:xfrm>
              <a:off x="2251735" y="4231332"/>
              <a:ext cx="164325" cy="45719"/>
            </a:xfrm>
            <a:prstGeom prst="rect">
              <a:avLst/>
            </a:prstGeom>
            <a:grp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Rectangle 56">
              <a:extLst>
                <a:ext uri="{FF2B5EF4-FFF2-40B4-BE49-F238E27FC236}">
                  <a16:creationId xmlns:a16="http://schemas.microsoft.com/office/drawing/2014/main" id="{DFB342AD-4D95-E80E-619D-FEC975F62617}"/>
                </a:ext>
              </a:extLst>
            </p:cNvPr>
            <p:cNvSpPr/>
            <p:nvPr/>
          </p:nvSpPr>
          <p:spPr>
            <a:xfrm>
              <a:off x="2694281" y="4155281"/>
              <a:ext cx="164325" cy="121770"/>
            </a:xfrm>
            <a:prstGeom prst="rect">
              <a:avLst/>
            </a:prstGeom>
            <a:grp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Rectangle 59">
              <a:extLst>
                <a:ext uri="{FF2B5EF4-FFF2-40B4-BE49-F238E27FC236}">
                  <a16:creationId xmlns:a16="http://schemas.microsoft.com/office/drawing/2014/main" id="{E1C94DC3-41C3-669E-6C4A-D77C545FFE34}"/>
                </a:ext>
              </a:extLst>
            </p:cNvPr>
            <p:cNvSpPr/>
            <p:nvPr/>
          </p:nvSpPr>
          <p:spPr>
            <a:xfrm>
              <a:off x="3136827" y="4064794"/>
              <a:ext cx="164325" cy="212257"/>
            </a:xfrm>
            <a:prstGeom prst="rect">
              <a:avLst/>
            </a:prstGeom>
            <a:grp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 name="Rectangle 62">
              <a:extLst>
                <a:ext uri="{FF2B5EF4-FFF2-40B4-BE49-F238E27FC236}">
                  <a16:creationId xmlns:a16="http://schemas.microsoft.com/office/drawing/2014/main" id="{52FFE650-3FD8-1A6D-E386-7E26F82282F7}"/>
                </a:ext>
              </a:extLst>
            </p:cNvPr>
            <p:cNvSpPr/>
            <p:nvPr/>
          </p:nvSpPr>
          <p:spPr>
            <a:xfrm>
              <a:off x="3579373" y="3890963"/>
              <a:ext cx="164325" cy="386088"/>
            </a:xfrm>
            <a:prstGeom prst="rect">
              <a:avLst/>
            </a:prstGeom>
            <a:grp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Rectangle 65">
              <a:extLst>
                <a:ext uri="{FF2B5EF4-FFF2-40B4-BE49-F238E27FC236}">
                  <a16:creationId xmlns:a16="http://schemas.microsoft.com/office/drawing/2014/main" id="{9B9D9421-0187-247E-9E8B-6D8D47523E0D}"/>
                </a:ext>
              </a:extLst>
            </p:cNvPr>
            <p:cNvSpPr/>
            <p:nvPr/>
          </p:nvSpPr>
          <p:spPr>
            <a:xfrm>
              <a:off x="4021919" y="3709988"/>
              <a:ext cx="164325" cy="567063"/>
            </a:xfrm>
            <a:prstGeom prst="rect">
              <a:avLst/>
            </a:prstGeom>
            <a:grp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Rectangle 68">
              <a:extLst>
                <a:ext uri="{FF2B5EF4-FFF2-40B4-BE49-F238E27FC236}">
                  <a16:creationId xmlns:a16="http://schemas.microsoft.com/office/drawing/2014/main" id="{4B818E36-A4ED-435F-8E15-02662FA43BB7}"/>
                </a:ext>
              </a:extLst>
            </p:cNvPr>
            <p:cNvSpPr/>
            <p:nvPr/>
          </p:nvSpPr>
          <p:spPr>
            <a:xfrm>
              <a:off x="4464465" y="3526631"/>
              <a:ext cx="164325" cy="750420"/>
            </a:xfrm>
            <a:prstGeom prst="rect">
              <a:avLst/>
            </a:prstGeom>
            <a:grp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2" name="Rectangle 71">
              <a:extLst>
                <a:ext uri="{FF2B5EF4-FFF2-40B4-BE49-F238E27FC236}">
                  <a16:creationId xmlns:a16="http://schemas.microsoft.com/office/drawing/2014/main" id="{E964D9F7-0943-6170-6044-29BAA1420E08}"/>
                </a:ext>
              </a:extLst>
            </p:cNvPr>
            <p:cNvSpPr/>
            <p:nvPr/>
          </p:nvSpPr>
          <p:spPr>
            <a:xfrm>
              <a:off x="4907011" y="3340894"/>
              <a:ext cx="164325" cy="936157"/>
            </a:xfrm>
            <a:prstGeom prst="rect">
              <a:avLst/>
            </a:prstGeom>
            <a:grp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5" name="Rectangle 74">
              <a:extLst>
                <a:ext uri="{FF2B5EF4-FFF2-40B4-BE49-F238E27FC236}">
                  <a16:creationId xmlns:a16="http://schemas.microsoft.com/office/drawing/2014/main" id="{710EB824-67EE-0052-6690-EA40F705446E}"/>
                </a:ext>
              </a:extLst>
            </p:cNvPr>
            <p:cNvSpPr/>
            <p:nvPr/>
          </p:nvSpPr>
          <p:spPr>
            <a:xfrm>
              <a:off x="5349557" y="3128963"/>
              <a:ext cx="164325" cy="1148088"/>
            </a:xfrm>
            <a:prstGeom prst="rect">
              <a:avLst/>
            </a:prstGeom>
            <a:grp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8" name="Rectangle 77">
              <a:extLst>
                <a:ext uri="{FF2B5EF4-FFF2-40B4-BE49-F238E27FC236}">
                  <a16:creationId xmlns:a16="http://schemas.microsoft.com/office/drawing/2014/main" id="{C6B14E23-A63E-7896-3C76-9B2A30695E5C}"/>
                </a:ext>
              </a:extLst>
            </p:cNvPr>
            <p:cNvSpPr/>
            <p:nvPr/>
          </p:nvSpPr>
          <p:spPr>
            <a:xfrm>
              <a:off x="5792103" y="3021806"/>
              <a:ext cx="164325" cy="1255245"/>
            </a:xfrm>
            <a:prstGeom prst="rect">
              <a:avLst/>
            </a:prstGeom>
            <a:grp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Rectangle 80">
              <a:extLst>
                <a:ext uri="{FF2B5EF4-FFF2-40B4-BE49-F238E27FC236}">
                  <a16:creationId xmlns:a16="http://schemas.microsoft.com/office/drawing/2014/main" id="{D500019F-9E02-BBA3-61BB-8F387BD1A197}"/>
                </a:ext>
              </a:extLst>
            </p:cNvPr>
            <p:cNvSpPr/>
            <p:nvPr/>
          </p:nvSpPr>
          <p:spPr>
            <a:xfrm>
              <a:off x="6234649" y="2905126"/>
              <a:ext cx="164325" cy="1371926"/>
            </a:xfrm>
            <a:prstGeom prst="rect">
              <a:avLst/>
            </a:prstGeom>
            <a:grp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 name="Rectangle 83">
              <a:extLst>
                <a:ext uri="{FF2B5EF4-FFF2-40B4-BE49-F238E27FC236}">
                  <a16:creationId xmlns:a16="http://schemas.microsoft.com/office/drawing/2014/main" id="{4A7CDC90-7F01-F96E-79B7-EC6C1EA42A08}"/>
                </a:ext>
              </a:extLst>
            </p:cNvPr>
            <p:cNvSpPr/>
            <p:nvPr/>
          </p:nvSpPr>
          <p:spPr>
            <a:xfrm>
              <a:off x="6677195" y="3040856"/>
              <a:ext cx="164325" cy="1236195"/>
            </a:xfrm>
            <a:prstGeom prst="rect">
              <a:avLst/>
            </a:prstGeom>
            <a:grp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7" name="Rectangle 86">
              <a:extLst>
                <a:ext uri="{FF2B5EF4-FFF2-40B4-BE49-F238E27FC236}">
                  <a16:creationId xmlns:a16="http://schemas.microsoft.com/office/drawing/2014/main" id="{253DCF1B-0131-F473-5754-DF8DA9765180}"/>
                </a:ext>
              </a:extLst>
            </p:cNvPr>
            <p:cNvSpPr/>
            <p:nvPr/>
          </p:nvSpPr>
          <p:spPr>
            <a:xfrm>
              <a:off x="7119741" y="3583782"/>
              <a:ext cx="164325" cy="693270"/>
            </a:xfrm>
            <a:prstGeom prst="rect">
              <a:avLst/>
            </a:prstGeom>
            <a:grp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0" name="Rectangle 89">
              <a:extLst>
                <a:ext uri="{FF2B5EF4-FFF2-40B4-BE49-F238E27FC236}">
                  <a16:creationId xmlns:a16="http://schemas.microsoft.com/office/drawing/2014/main" id="{CE01ACCC-4EEF-D51A-D4D1-97CE0D14F490}"/>
                </a:ext>
              </a:extLst>
            </p:cNvPr>
            <p:cNvSpPr/>
            <p:nvPr/>
          </p:nvSpPr>
          <p:spPr>
            <a:xfrm>
              <a:off x="7562287" y="4055269"/>
              <a:ext cx="164325" cy="221782"/>
            </a:xfrm>
            <a:prstGeom prst="rect">
              <a:avLst/>
            </a:prstGeom>
            <a:grp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3" name="Rectangle 92">
              <a:extLst>
                <a:ext uri="{FF2B5EF4-FFF2-40B4-BE49-F238E27FC236}">
                  <a16:creationId xmlns:a16="http://schemas.microsoft.com/office/drawing/2014/main" id="{4BE38DF3-0897-FD1B-184E-A7CD9ABA75CD}"/>
                </a:ext>
              </a:extLst>
            </p:cNvPr>
            <p:cNvSpPr/>
            <p:nvPr/>
          </p:nvSpPr>
          <p:spPr>
            <a:xfrm>
              <a:off x="8004827" y="4221956"/>
              <a:ext cx="164325" cy="55095"/>
            </a:xfrm>
            <a:prstGeom prst="rect">
              <a:avLst/>
            </a:prstGeom>
            <a:grp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8" name="Group 47">
            <a:extLst>
              <a:ext uri="{FF2B5EF4-FFF2-40B4-BE49-F238E27FC236}">
                <a16:creationId xmlns:a16="http://schemas.microsoft.com/office/drawing/2014/main" id="{B1A05F2D-36DA-19B6-5817-3078DE3DE257}"/>
              </a:ext>
            </a:extLst>
          </p:cNvPr>
          <p:cNvGrpSpPr/>
          <p:nvPr/>
        </p:nvGrpSpPr>
        <p:grpSpPr>
          <a:xfrm>
            <a:off x="1095375" y="1930400"/>
            <a:ext cx="7134225" cy="2460625"/>
            <a:chOff x="1095375" y="1879600"/>
            <a:chExt cx="7134225" cy="2460625"/>
          </a:xfrm>
        </p:grpSpPr>
        <p:cxnSp>
          <p:nvCxnSpPr>
            <p:cNvPr id="6" name="Straight Connector 5">
              <a:extLst>
                <a:ext uri="{FF2B5EF4-FFF2-40B4-BE49-F238E27FC236}">
                  <a16:creationId xmlns:a16="http://schemas.microsoft.com/office/drawing/2014/main" id="{7E62FFF0-EA6E-8261-E314-88995EB04930}"/>
                </a:ext>
              </a:extLst>
            </p:cNvPr>
            <p:cNvCxnSpPr>
              <a:cxnSpLocks/>
            </p:cNvCxnSpPr>
            <p:nvPr/>
          </p:nvCxnSpPr>
          <p:spPr>
            <a:xfrm>
              <a:off x="1158240" y="1879600"/>
              <a:ext cx="0" cy="2460625"/>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91D338A-CE12-B34F-280B-A6A03DE1207A}"/>
                </a:ext>
              </a:extLst>
            </p:cNvPr>
            <p:cNvCxnSpPr>
              <a:cxnSpLocks/>
            </p:cNvCxnSpPr>
            <p:nvPr/>
          </p:nvCxnSpPr>
          <p:spPr>
            <a:xfrm flipH="1">
              <a:off x="1095375" y="4275296"/>
              <a:ext cx="7134225"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65B0964-1ADE-EB2D-846D-2D9468E0D177}"/>
                </a:ext>
              </a:extLst>
            </p:cNvPr>
            <p:cNvCxnSpPr>
              <a:cxnSpLocks/>
            </p:cNvCxnSpPr>
            <p:nvPr/>
          </p:nvCxnSpPr>
          <p:spPr>
            <a:xfrm flipH="1">
              <a:off x="1098550" y="1884521"/>
              <a:ext cx="54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0005E62-D486-8751-6FA4-3EC732BD3FE1}"/>
                </a:ext>
              </a:extLst>
            </p:cNvPr>
            <p:cNvCxnSpPr>
              <a:cxnSpLocks/>
            </p:cNvCxnSpPr>
            <p:nvPr/>
          </p:nvCxnSpPr>
          <p:spPr>
            <a:xfrm flipH="1">
              <a:off x="1098550" y="2226060"/>
              <a:ext cx="54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D4CA8E9-85D1-583A-9D5B-4E5E29298042}"/>
                </a:ext>
              </a:extLst>
            </p:cNvPr>
            <p:cNvCxnSpPr>
              <a:cxnSpLocks/>
            </p:cNvCxnSpPr>
            <p:nvPr/>
          </p:nvCxnSpPr>
          <p:spPr>
            <a:xfrm flipH="1">
              <a:off x="1098550" y="2567599"/>
              <a:ext cx="54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4850F74-0576-0EAA-7C08-314C374A2A08}"/>
                </a:ext>
              </a:extLst>
            </p:cNvPr>
            <p:cNvCxnSpPr>
              <a:cxnSpLocks/>
            </p:cNvCxnSpPr>
            <p:nvPr/>
          </p:nvCxnSpPr>
          <p:spPr>
            <a:xfrm flipH="1">
              <a:off x="1098550" y="2909138"/>
              <a:ext cx="54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946271A8-4F42-728E-2AAD-1A7B4EE35B5C}"/>
                </a:ext>
              </a:extLst>
            </p:cNvPr>
            <p:cNvCxnSpPr>
              <a:cxnSpLocks/>
            </p:cNvCxnSpPr>
            <p:nvPr/>
          </p:nvCxnSpPr>
          <p:spPr>
            <a:xfrm flipH="1">
              <a:off x="1098550" y="3250677"/>
              <a:ext cx="54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A45B7D04-AFB2-74D9-4239-647007F03E3C}"/>
                </a:ext>
              </a:extLst>
            </p:cNvPr>
            <p:cNvCxnSpPr>
              <a:cxnSpLocks/>
            </p:cNvCxnSpPr>
            <p:nvPr/>
          </p:nvCxnSpPr>
          <p:spPr>
            <a:xfrm flipH="1">
              <a:off x="1098550" y="3592216"/>
              <a:ext cx="54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219CF0F-EA50-AACF-7154-E53880CC5446}"/>
                </a:ext>
              </a:extLst>
            </p:cNvPr>
            <p:cNvCxnSpPr>
              <a:cxnSpLocks/>
            </p:cNvCxnSpPr>
            <p:nvPr/>
          </p:nvCxnSpPr>
          <p:spPr>
            <a:xfrm flipH="1">
              <a:off x="1098550" y="3933755"/>
              <a:ext cx="54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379BFC0-4F39-12E2-1D4E-BEEEA125DCAF}"/>
                </a:ext>
              </a:extLst>
            </p:cNvPr>
            <p:cNvCxnSpPr>
              <a:cxnSpLocks/>
            </p:cNvCxnSpPr>
            <p:nvPr/>
          </p:nvCxnSpPr>
          <p:spPr>
            <a:xfrm rot="5400000" flipH="1">
              <a:off x="1550778" y="4308646"/>
              <a:ext cx="54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D336F80-5AA2-4275-8895-B1870733A4DE}"/>
                </a:ext>
              </a:extLst>
            </p:cNvPr>
            <p:cNvCxnSpPr>
              <a:cxnSpLocks/>
            </p:cNvCxnSpPr>
            <p:nvPr/>
          </p:nvCxnSpPr>
          <p:spPr>
            <a:xfrm rot="5400000" flipH="1">
              <a:off x="2014766" y="4308646"/>
              <a:ext cx="54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D6E7576-4827-6C3B-742E-F0C461829249}"/>
                </a:ext>
              </a:extLst>
            </p:cNvPr>
            <p:cNvCxnSpPr>
              <a:cxnSpLocks/>
            </p:cNvCxnSpPr>
            <p:nvPr/>
          </p:nvCxnSpPr>
          <p:spPr>
            <a:xfrm rot="5400000" flipH="1">
              <a:off x="2456529" y="4308646"/>
              <a:ext cx="54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E3E1AC3D-D1B0-847E-5F13-66D470413530}"/>
                </a:ext>
              </a:extLst>
            </p:cNvPr>
            <p:cNvCxnSpPr>
              <a:cxnSpLocks/>
            </p:cNvCxnSpPr>
            <p:nvPr/>
          </p:nvCxnSpPr>
          <p:spPr>
            <a:xfrm rot="5400000" flipH="1">
              <a:off x="2898292" y="4308646"/>
              <a:ext cx="54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93E8FE11-43E6-3DED-E475-529F27ABFAE5}"/>
                </a:ext>
              </a:extLst>
            </p:cNvPr>
            <p:cNvCxnSpPr>
              <a:cxnSpLocks/>
            </p:cNvCxnSpPr>
            <p:nvPr/>
          </p:nvCxnSpPr>
          <p:spPr>
            <a:xfrm rot="5400000" flipH="1">
              <a:off x="3340055" y="4308646"/>
              <a:ext cx="54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37ACE34-C721-A6B4-75A8-9428976053D9}"/>
                </a:ext>
              </a:extLst>
            </p:cNvPr>
            <p:cNvCxnSpPr>
              <a:cxnSpLocks/>
            </p:cNvCxnSpPr>
            <p:nvPr/>
          </p:nvCxnSpPr>
          <p:spPr>
            <a:xfrm rot="5400000" flipH="1">
              <a:off x="3781818" y="4308646"/>
              <a:ext cx="54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6E4A166-36E7-F0E7-0369-94FE634428B6}"/>
                </a:ext>
              </a:extLst>
            </p:cNvPr>
            <p:cNvCxnSpPr>
              <a:cxnSpLocks/>
            </p:cNvCxnSpPr>
            <p:nvPr/>
          </p:nvCxnSpPr>
          <p:spPr>
            <a:xfrm rot="5400000" flipH="1">
              <a:off x="4223581" y="4308646"/>
              <a:ext cx="54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42BB762B-801C-CC70-07CB-2B16EB78CE30}"/>
                </a:ext>
              </a:extLst>
            </p:cNvPr>
            <p:cNvCxnSpPr>
              <a:cxnSpLocks/>
            </p:cNvCxnSpPr>
            <p:nvPr/>
          </p:nvCxnSpPr>
          <p:spPr>
            <a:xfrm rot="5400000" flipH="1">
              <a:off x="4665344" y="4308646"/>
              <a:ext cx="54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6E16EBAC-5FBA-7F4D-85A3-083E9AAD9163}"/>
                </a:ext>
              </a:extLst>
            </p:cNvPr>
            <p:cNvCxnSpPr>
              <a:cxnSpLocks/>
            </p:cNvCxnSpPr>
            <p:nvPr/>
          </p:nvCxnSpPr>
          <p:spPr>
            <a:xfrm rot="5400000" flipH="1">
              <a:off x="5107107" y="4308646"/>
              <a:ext cx="54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6BBEA97A-D029-42EC-A793-B1266406C265}"/>
                </a:ext>
              </a:extLst>
            </p:cNvPr>
            <p:cNvCxnSpPr>
              <a:cxnSpLocks/>
            </p:cNvCxnSpPr>
            <p:nvPr/>
          </p:nvCxnSpPr>
          <p:spPr>
            <a:xfrm rot="5400000" flipH="1">
              <a:off x="5548870" y="4308646"/>
              <a:ext cx="54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D12201F9-C7FA-67A8-C74B-3D2D9CCA3CEA}"/>
                </a:ext>
              </a:extLst>
            </p:cNvPr>
            <p:cNvCxnSpPr>
              <a:cxnSpLocks/>
            </p:cNvCxnSpPr>
            <p:nvPr/>
          </p:nvCxnSpPr>
          <p:spPr>
            <a:xfrm rot="5400000" flipH="1">
              <a:off x="5990633" y="4308646"/>
              <a:ext cx="54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59F1BE1A-884A-0853-9778-DC1C734B790B}"/>
                </a:ext>
              </a:extLst>
            </p:cNvPr>
            <p:cNvCxnSpPr>
              <a:cxnSpLocks/>
            </p:cNvCxnSpPr>
            <p:nvPr/>
          </p:nvCxnSpPr>
          <p:spPr>
            <a:xfrm rot="5400000" flipH="1">
              <a:off x="6432396" y="4308646"/>
              <a:ext cx="54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FDF05C8-29AC-C72E-CC37-8D949C1E27AA}"/>
                </a:ext>
              </a:extLst>
            </p:cNvPr>
            <p:cNvCxnSpPr>
              <a:cxnSpLocks/>
            </p:cNvCxnSpPr>
            <p:nvPr/>
          </p:nvCxnSpPr>
          <p:spPr>
            <a:xfrm rot="5400000" flipH="1">
              <a:off x="6874159" y="4308646"/>
              <a:ext cx="54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97E8EB4-55F0-7872-C5DD-B22F0A00A815}"/>
                </a:ext>
              </a:extLst>
            </p:cNvPr>
            <p:cNvCxnSpPr>
              <a:cxnSpLocks/>
            </p:cNvCxnSpPr>
            <p:nvPr/>
          </p:nvCxnSpPr>
          <p:spPr>
            <a:xfrm rot="5400000" flipH="1">
              <a:off x="7315922" y="4308646"/>
              <a:ext cx="54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7400991A-663E-D200-735B-B78391D296E0}"/>
                </a:ext>
              </a:extLst>
            </p:cNvPr>
            <p:cNvCxnSpPr>
              <a:cxnSpLocks/>
            </p:cNvCxnSpPr>
            <p:nvPr/>
          </p:nvCxnSpPr>
          <p:spPr>
            <a:xfrm rot="5400000" flipH="1">
              <a:off x="7757685" y="4308646"/>
              <a:ext cx="54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DD175A0A-8F4A-E06F-6303-BD4DB54A293C}"/>
                </a:ext>
              </a:extLst>
            </p:cNvPr>
            <p:cNvCxnSpPr>
              <a:cxnSpLocks/>
            </p:cNvCxnSpPr>
            <p:nvPr/>
          </p:nvCxnSpPr>
          <p:spPr>
            <a:xfrm rot="5400000" flipH="1">
              <a:off x="8199450" y="4308646"/>
              <a:ext cx="54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99" name="TextBox 98">
            <a:extLst>
              <a:ext uri="{FF2B5EF4-FFF2-40B4-BE49-F238E27FC236}">
                <a16:creationId xmlns:a16="http://schemas.microsoft.com/office/drawing/2014/main" id="{A3DBB66C-8343-3F0A-E70B-897A117A346C}"/>
              </a:ext>
            </a:extLst>
          </p:cNvPr>
          <p:cNvSpPr txBox="1"/>
          <p:nvPr/>
        </p:nvSpPr>
        <p:spPr>
          <a:xfrm>
            <a:off x="539851" y="1802509"/>
            <a:ext cx="615874" cy="261610"/>
          </a:xfrm>
          <a:prstGeom prst="rect">
            <a:avLst/>
          </a:prstGeom>
          <a:noFill/>
        </p:spPr>
        <p:txBody>
          <a:bodyPr wrap="none" rtlCol="0">
            <a:spAutoFit/>
          </a:bodyPr>
          <a:lstStyle/>
          <a:p>
            <a:pPr algn="r"/>
            <a:r>
              <a:rPr lang="en-GB" sz="1100"/>
              <a:t>35,000</a:t>
            </a:r>
          </a:p>
        </p:txBody>
      </p:sp>
      <p:sp>
        <p:nvSpPr>
          <p:cNvPr id="100" name="TextBox 99">
            <a:extLst>
              <a:ext uri="{FF2B5EF4-FFF2-40B4-BE49-F238E27FC236}">
                <a16:creationId xmlns:a16="http://schemas.microsoft.com/office/drawing/2014/main" id="{988180CA-A9C4-1399-E8A9-0CFC632DB042}"/>
              </a:ext>
            </a:extLst>
          </p:cNvPr>
          <p:cNvSpPr txBox="1"/>
          <p:nvPr/>
        </p:nvSpPr>
        <p:spPr>
          <a:xfrm>
            <a:off x="539851" y="2142507"/>
            <a:ext cx="615874" cy="261610"/>
          </a:xfrm>
          <a:prstGeom prst="rect">
            <a:avLst/>
          </a:prstGeom>
          <a:noFill/>
        </p:spPr>
        <p:txBody>
          <a:bodyPr wrap="none" rtlCol="0">
            <a:spAutoFit/>
          </a:bodyPr>
          <a:lstStyle/>
          <a:p>
            <a:pPr algn="r"/>
            <a:r>
              <a:rPr lang="en-GB" sz="1100"/>
              <a:t>30,000</a:t>
            </a:r>
          </a:p>
        </p:txBody>
      </p:sp>
      <p:sp>
        <p:nvSpPr>
          <p:cNvPr id="101" name="TextBox 100">
            <a:extLst>
              <a:ext uri="{FF2B5EF4-FFF2-40B4-BE49-F238E27FC236}">
                <a16:creationId xmlns:a16="http://schemas.microsoft.com/office/drawing/2014/main" id="{B52587A5-F6F8-C1CA-FCCA-02CC5B7B779B}"/>
              </a:ext>
            </a:extLst>
          </p:cNvPr>
          <p:cNvSpPr txBox="1"/>
          <p:nvPr/>
        </p:nvSpPr>
        <p:spPr>
          <a:xfrm>
            <a:off x="539851" y="2482354"/>
            <a:ext cx="615874" cy="261610"/>
          </a:xfrm>
          <a:prstGeom prst="rect">
            <a:avLst/>
          </a:prstGeom>
          <a:noFill/>
        </p:spPr>
        <p:txBody>
          <a:bodyPr wrap="none" rtlCol="0">
            <a:spAutoFit/>
          </a:bodyPr>
          <a:lstStyle/>
          <a:p>
            <a:pPr algn="r"/>
            <a:r>
              <a:rPr lang="en-GB" sz="1100"/>
              <a:t>25,000</a:t>
            </a:r>
          </a:p>
        </p:txBody>
      </p:sp>
      <p:sp>
        <p:nvSpPr>
          <p:cNvPr id="102" name="TextBox 101">
            <a:extLst>
              <a:ext uri="{FF2B5EF4-FFF2-40B4-BE49-F238E27FC236}">
                <a16:creationId xmlns:a16="http://schemas.microsoft.com/office/drawing/2014/main" id="{46A14D64-9FFE-7BF2-C202-FB023FB12183}"/>
              </a:ext>
            </a:extLst>
          </p:cNvPr>
          <p:cNvSpPr txBox="1"/>
          <p:nvPr/>
        </p:nvSpPr>
        <p:spPr>
          <a:xfrm>
            <a:off x="539851" y="2822502"/>
            <a:ext cx="615874" cy="261610"/>
          </a:xfrm>
          <a:prstGeom prst="rect">
            <a:avLst/>
          </a:prstGeom>
          <a:noFill/>
        </p:spPr>
        <p:txBody>
          <a:bodyPr wrap="none" rtlCol="0">
            <a:spAutoFit/>
          </a:bodyPr>
          <a:lstStyle/>
          <a:p>
            <a:pPr algn="r"/>
            <a:r>
              <a:rPr lang="en-GB" sz="1100"/>
              <a:t>20,000</a:t>
            </a:r>
          </a:p>
        </p:txBody>
      </p:sp>
      <p:sp>
        <p:nvSpPr>
          <p:cNvPr id="103" name="TextBox 102">
            <a:extLst>
              <a:ext uri="{FF2B5EF4-FFF2-40B4-BE49-F238E27FC236}">
                <a16:creationId xmlns:a16="http://schemas.microsoft.com/office/drawing/2014/main" id="{87899EFB-4327-F8ED-35ED-1595BE553D28}"/>
              </a:ext>
            </a:extLst>
          </p:cNvPr>
          <p:cNvSpPr txBox="1"/>
          <p:nvPr/>
        </p:nvSpPr>
        <p:spPr>
          <a:xfrm>
            <a:off x="539851" y="3168665"/>
            <a:ext cx="615874" cy="261610"/>
          </a:xfrm>
          <a:prstGeom prst="rect">
            <a:avLst/>
          </a:prstGeom>
          <a:noFill/>
        </p:spPr>
        <p:txBody>
          <a:bodyPr wrap="none" rtlCol="0">
            <a:spAutoFit/>
          </a:bodyPr>
          <a:lstStyle/>
          <a:p>
            <a:pPr algn="r"/>
            <a:r>
              <a:rPr lang="en-GB" sz="1100"/>
              <a:t>15,000</a:t>
            </a:r>
          </a:p>
        </p:txBody>
      </p:sp>
      <p:sp>
        <p:nvSpPr>
          <p:cNvPr id="104" name="TextBox 103">
            <a:extLst>
              <a:ext uri="{FF2B5EF4-FFF2-40B4-BE49-F238E27FC236}">
                <a16:creationId xmlns:a16="http://schemas.microsoft.com/office/drawing/2014/main" id="{DBC9071B-89EB-BD83-5869-059825F03A9B}"/>
              </a:ext>
            </a:extLst>
          </p:cNvPr>
          <p:cNvSpPr txBox="1"/>
          <p:nvPr/>
        </p:nvSpPr>
        <p:spPr>
          <a:xfrm>
            <a:off x="539851" y="3511980"/>
            <a:ext cx="615874" cy="261610"/>
          </a:xfrm>
          <a:prstGeom prst="rect">
            <a:avLst/>
          </a:prstGeom>
          <a:noFill/>
        </p:spPr>
        <p:txBody>
          <a:bodyPr wrap="none" rtlCol="0">
            <a:spAutoFit/>
          </a:bodyPr>
          <a:lstStyle/>
          <a:p>
            <a:pPr algn="r"/>
            <a:r>
              <a:rPr lang="en-GB" sz="1100"/>
              <a:t>10,000</a:t>
            </a:r>
          </a:p>
        </p:txBody>
      </p:sp>
      <p:sp>
        <p:nvSpPr>
          <p:cNvPr id="105" name="TextBox 104">
            <a:extLst>
              <a:ext uri="{FF2B5EF4-FFF2-40B4-BE49-F238E27FC236}">
                <a16:creationId xmlns:a16="http://schemas.microsoft.com/office/drawing/2014/main" id="{69FB13D1-66D5-B4F1-AA2C-0B9B68D869B3}"/>
              </a:ext>
            </a:extLst>
          </p:cNvPr>
          <p:cNvSpPr txBox="1"/>
          <p:nvPr/>
        </p:nvSpPr>
        <p:spPr>
          <a:xfrm>
            <a:off x="618398" y="3851744"/>
            <a:ext cx="537327" cy="261610"/>
          </a:xfrm>
          <a:prstGeom prst="rect">
            <a:avLst/>
          </a:prstGeom>
          <a:noFill/>
        </p:spPr>
        <p:txBody>
          <a:bodyPr wrap="none" rtlCol="0">
            <a:spAutoFit/>
          </a:bodyPr>
          <a:lstStyle/>
          <a:p>
            <a:pPr algn="r"/>
            <a:r>
              <a:rPr lang="en-GB" sz="1100"/>
              <a:t>5,000</a:t>
            </a:r>
          </a:p>
        </p:txBody>
      </p:sp>
      <p:sp>
        <p:nvSpPr>
          <p:cNvPr id="106" name="TextBox 105">
            <a:extLst>
              <a:ext uri="{FF2B5EF4-FFF2-40B4-BE49-F238E27FC236}">
                <a16:creationId xmlns:a16="http://schemas.microsoft.com/office/drawing/2014/main" id="{9BA8EB9E-5453-CB97-3966-B2EF690FB87E}"/>
              </a:ext>
            </a:extLst>
          </p:cNvPr>
          <p:cNvSpPr txBox="1"/>
          <p:nvPr/>
        </p:nvSpPr>
        <p:spPr>
          <a:xfrm>
            <a:off x="892511" y="4189596"/>
            <a:ext cx="263214" cy="261610"/>
          </a:xfrm>
          <a:prstGeom prst="rect">
            <a:avLst/>
          </a:prstGeom>
          <a:noFill/>
        </p:spPr>
        <p:txBody>
          <a:bodyPr wrap="none" rtlCol="0">
            <a:spAutoFit/>
          </a:bodyPr>
          <a:lstStyle/>
          <a:p>
            <a:pPr algn="r"/>
            <a:r>
              <a:rPr lang="en-GB" sz="1100"/>
              <a:t>0</a:t>
            </a:r>
          </a:p>
        </p:txBody>
      </p:sp>
      <p:sp>
        <p:nvSpPr>
          <p:cNvPr id="107" name="TextBox 106">
            <a:extLst>
              <a:ext uri="{FF2B5EF4-FFF2-40B4-BE49-F238E27FC236}">
                <a16:creationId xmlns:a16="http://schemas.microsoft.com/office/drawing/2014/main" id="{2EC3C3F8-712D-1913-DB2A-3A424C1B5678}"/>
              </a:ext>
            </a:extLst>
          </p:cNvPr>
          <p:cNvSpPr txBox="1"/>
          <p:nvPr/>
        </p:nvSpPr>
        <p:spPr>
          <a:xfrm rot="16200000">
            <a:off x="-861382" y="2958931"/>
            <a:ext cx="2517036" cy="261610"/>
          </a:xfrm>
          <a:prstGeom prst="rect">
            <a:avLst/>
          </a:prstGeom>
          <a:noFill/>
        </p:spPr>
        <p:txBody>
          <a:bodyPr wrap="none" rtlCol="0">
            <a:spAutoFit/>
          </a:bodyPr>
          <a:lstStyle/>
          <a:p>
            <a:pPr algn="ctr"/>
            <a:r>
              <a:rPr lang="en-GB" sz="1100" b="1"/>
              <a:t>Prevalence (total number of cases)</a:t>
            </a:r>
          </a:p>
        </p:txBody>
      </p:sp>
      <p:sp>
        <p:nvSpPr>
          <p:cNvPr id="108" name="TextBox 107">
            <a:extLst>
              <a:ext uri="{FF2B5EF4-FFF2-40B4-BE49-F238E27FC236}">
                <a16:creationId xmlns:a16="http://schemas.microsoft.com/office/drawing/2014/main" id="{494F9E5F-FC7D-8D4D-3A3E-1251801E4F51}"/>
              </a:ext>
            </a:extLst>
          </p:cNvPr>
          <p:cNvSpPr txBox="1"/>
          <p:nvPr/>
        </p:nvSpPr>
        <p:spPr>
          <a:xfrm>
            <a:off x="1115412" y="4330176"/>
            <a:ext cx="537327" cy="246221"/>
          </a:xfrm>
          <a:prstGeom prst="rect">
            <a:avLst/>
          </a:prstGeom>
          <a:noFill/>
        </p:spPr>
        <p:txBody>
          <a:bodyPr wrap="none" rtlCol="0">
            <a:spAutoFit/>
          </a:bodyPr>
          <a:lstStyle/>
          <a:p>
            <a:pPr algn="ctr"/>
            <a:r>
              <a:rPr lang="en-GB" sz="1000"/>
              <a:t>20–24</a:t>
            </a:r>
          </a:p>
        </p:txBody>
      </p:sp>
      <p:sp>
        <p:nvSpPr>
          <p:cNvPr id="109" name="TextBox 108">
            <a:extLst>
              <a:ext uri="{FF2B5EF4-FFF2-40B4-BE49-F238E27FC236}">
                <a16:creationId xmlns:a16="http://schemas.microsoft.com/office/drawing/2014/main" id="{EC75861D-18C8-15D8-CAA8-054E75789ECE}"/>
              </a:ext>
            </a:extLst>
          </p:cNvPr>
          <p:cNvSpPr txBox="1"/>
          <p:nvPr/>
        </p:nvSpPr>
        <p:spPr>
          <a:xfrm>
            <a:off x="1557174" y="4330176"/>
            <a:ext cx="537327" cy="246221"/>
          </a:xfrm>
          <a:prstGeom prst="rect">
            <a:avLst/>
          </a:prstGeom>
          <a:noFill/>
        </p:spPr>
        <p:txBody>
          <a:bodyPr wrap="none" rtlCol="0">
            <a:spAutoFit/>
          </a:bodyPr>
          <a:lstStyle/>
          <a:p>
            <a:pPr algn="ctr"/>
            <a:r>
              <a:rPr lang="en-GB" sz="1000"/>
              <a:t>25–29</a:t>
            </a:r>
          </a:p>
        </p:txBody>
      </p:sp>
      <p:sp>
        <p:nvSpPr>
          <p:cNvPr id="110" name="TextBox 109">
            <a:extLst>
              <a:ext uri="{FF2B5EF4-FFF2-40B4-BE49-F238E27FC236}">
                <a16:creationId xmlns:a16="http://schemas.microsoft.com/office/drawing/2014/main" id="{41E7010E-4C74-DC31-B934-6D01D5A8757F}"/>
              </a:ext>
            </a:extLst>
          </p:cNvPr>
          <p:cNvSpPr txBox="1"/>
          <p:nvPr/>
        </p:nvSpPr>
        <p:spPr>
          <a:xfrm>
            <a:off x="1994346" y="4330176"/>
            <a:ext cx="537328" cy="246221"/>
          </a:xfrm>
          <a:prstGeom prst="rect">
            <a:avLst/>
          </a:prstGeom>
          <a:noFill/>
        </p:spPr>
        <p:txBody>
          <a:bodyPr wrap="none" rtlCol="0">
            <a:spAutoFit/>
          </a:bodyPr>
          <a:lstStyle/>
          <a:p>
            <a:pPr algn="ctr"/>
            <a:r>
              <a:rPr lang="en-GB" sz="1000"/>
              <a:t>30–34</a:t>
            </a:r>
          </a:p>
        </p:txBody>
      </p:sp>
      <p:sp>
        <p:nvSpPr>
          <p:cNvPr id="111" name="TextBox 110">
            <a:extLst>
              <a:ext uri="{FF2B5EF4-FFF2-40B4-BE49-F238E27FC236}">
                <a16:creationId xmlns:a16="http://schemas.microsoft.com/office/drawing/2014/main" id="{5928465F-850E-960F-E26A-DFB582D3385A}"/>
              </a:ext>
            </a:extLst>
          </p:cNvPr>
          <p:cNvSpPr txBox="1"/>
          <p:nvPr/>
        </p:nvSpPr>
        <p:spPr>
          <a:xfrm>
            <a:off x="2428816" y="4330176"/>
            <a:ext cx="537328" cy="246221"/>
          </a:xfrm>
          <a:prstGeom prst="rect">
            <a:avLst/>
          </a:prstGeom>
          <a:noFill/>
        </p:spPr>
        <p:txBody>
          <a:bodyPr wrap="none" rtlCol="0">
            <a:spAutoFit/>
          </a:bodyPr>
          <a:lstStyle/>
          <a:p>
            <a:pPr algn="ctr"/>
            <a:r>
              <a:rPr lang="en-GB" sz="1000"/>
              <a:t>35–39</a:t>
            </a:r>
          </a:p>
        </p:txBody>
      </p:sp>
      <p:sp>
        <p:nvSpPr>
          <p:cNvPr id="112" name="TextBox 111">
            <a:extLst>
              <a:ext uri="{FF2B5EF4-FFF2-40B4-BE49-F238E27FC236}">
                <a16:creationId xmlns:a16="http://schemas.microsoft.com/office/drawing/2014/main" id="{52AEF6B5-6CBC-D0AA-A1D0-2933DA250755}"/>
              </a:ext>
            </a:extLst>
          </p:cNvPr>
          <p:cNvSpPr txBox="1"/>
          <p:nvPr/>
        </p:nvSpPr>
        <p:spPr>
          <a:xfrm>
            <a:off x="2868163" y="4330176"/>
            <a:ext cx="537328" cy="246221"/>
          </a:xfrm>
          <a:prstGeom prst="rect">
            <a:avLst/>
          </a:prstGeom>
          <a:noFill/>
        </p:spPr>
        <p:txBody>
          <a:bodyPr wrap="none" rtlCol="0">
            <a:spAutoFit/>
          </a:bodyPr>
          <a:lstStyle/>
          <a:p>
            <a:pPr algn="ctr"/>
            <a:r>
              <a:rPr lang="en-GB" sz="1000"/>
              <a:t>40–44</a:t>
            </a:r>
          </a:p>
        </p:txBody>
      </p:sp>
      <p:sp>
        <p:nvSpPr>
          <p:cNvPr id="113" name="TextBox 112">
            <a:extLst>
              <a:ext uri="{FF2B5EF4-FFF2-40B4-BE49-F238E27FC236}">
                <a16:creationId xmlns:a16="http://schemas.microsoft.com/office/drawing/2014/main" id="{4F4B831E-5856-6A31-3B33-6175D9BB600C}"/>
              </a:ext>
            </a:extLst>
          </p:cNvPr>
          <p:cNvSpPr txBox="1"/>
          <p:nvPr/>
        </p:nvSpPr>
        <p:spPr>
          <a:xfrm>
            <a:off x="3310709" y="4330176"/>
            <a:ext cx="537328" cy="246221"/>
          </a:xfrm>
          <a:prstGeom prst="rect">
            <a:avLst/>
          </a:prstGeom>
          <a:noFill/>
        </p:spPr>
        <p:txBody>
          <a:bodyPr wrap="none" rtlCol="0">
            <a:spAutoFit/>
          </a:bodyPr>
          <a:lstStyle/>
          <a:p>
            <a:pPr algn="ctr"/>
            <a:r>
              <a:rPr lang="en-GB" sz="1000"/>
              <a:t>45–49</a:t>
            </a:r>
          </a:p>
        </p:txBody>
      </p:sp>
      <p:sp>
        <p:nvSpPr>
          <p:cNvPr id="114" name="TextBox 113">
            <a:extLst>
              <a:ext uri="{FF2B5EF4-FFF2-40B4-BE49-F238E27FC236}">
                <a16:creationId xmlns:a16="http://schemas.microsoft.com/office/drawing/2014/main" id="{DA5D2372-9A12-1C80-0EA8-34384FE9718A}"/>
              </a:ext>
            </a:extLst>
          </p:cNvPr>
          <p:cNvSpPr txBox="1"/>
          <p:nvPr/>
        </p:nvSpPr>
        <p:spPr>
          <a:xfrm>
            <a:off x="3750056" y="4330176"/>
            <a:ext cx="537328" cy="246221"/>
          </a:xfrm>
          <a:prstGeom prst="rect">
            <a:avLst/>
          </a:prstGeom>
          <a:noFill/>
        </p:spPr>
        <p:txBody>
          <a:bodyPr wrap="none" rtlCol="0">
            <a:spAutoFit/>
          </a:bodyPr>
          <a:lstStyle/>
          <a:p>
            <a:pPr algn="ctr"/>
            <a:r>
              <a:rPr lang="en-GB" sz="1000"/>
              <a:t>50–54</a:t>
            </a:r>
          </a:p>
        </p:txBody>
      </p:sp>
      <p:sp>
        <p:nvSpPr>
          <p:cNvPr id="115" name="TextBox 114">
            <a:extLst>
              <a:ext uri="{FF2B5EF4-FFF2-40B4-BE49-F238E27FC236}">
                <a16:creationId xmlns:a16="http://schemas.microsoft.com/office/drawing/2014/main" id="{A50AC737-D621-1B00-A65F-E808C8C94637}"/>
              </a:ext>
            </a:extLst>
          </p:cNvPr>
          <p:cNvSpPr txBox="1"/>
          <p:nvPr/>
        </p:nvSpPr>
        <p:spPr>
          <a:xfrm>
            <a:off x="4192602" y="4330176"/>
            <a:ext cx="537328" cy="246221"/>
          </a:xfrm>
          <a:prstGeom prst="rect">
            <a:avLst/>
          </a:prstGeom>
          <a:noFill/>
        </p:spPr>
        <p:txBody>
          <a:bodyPr wrap="none" rtlCol="0">
            <a:spAutoFit/>
          </a:bodyPr>
          <a:lstStyle/>
          <a:p>
            <a:pPr algn="ctr"/>
            <a:r>
              <a:rPr lang="en-GB" sz="1000"/>
              <a:t>55–59</a:t>
            </a:r>
          </a:p>
        </p:txBody>
      </p:sp>
      <p:sp>
        <p:nvSpPr>
          <p:cNvPr id="116" name="TextBox 115">
            <a:extLst>
              <a:ext uri="{FF2B5EF4-FFF2-40B4-BE49-F238E27FC236}">
                <a16:creationId xmlns:a16="http://schemas.microsoft.com/office/drawing/2014/main" id="{2439BE1E-6933-B098-3575-0C376BEE5FDF}"/>
              </a:ext>
            </a:extLst>
          </p:cNvPr>
          <p:cNvSpPr txBox="1"/>
          <p:nvPr/>
        </p:nvSpPr>
        <p:spPr>
          <a:xfrm>
            <a:off x="4638347" y="4330176"/>
            <a:ext cx="537328" cy="246221"/>
          </a:xfrm>
          <a:prstGeom prst="rect">
            <a:avLst/>
          </a:prstGeom>
          <a:noFill/>
        </p:spPr>
        <p:txBody>
          <a:bodyPr wrap="none" rtlCol="0">
            <a:spAutoFit/>
          </a:bodyPr>
          <a:lstStyle/>
          <a:p>
            <a:pPr algn="ctr"/>
            <a:r>
              <a:rPr lang="en-GB" sz="1000"/>
              <a:t>60–64</a:t>
            </a:r>
          </a:p>
        </p:txBody>
      </p:sp>
      <p:sp>
        <p:nvSpPr>
          <p:cNvPr id="117" name="TextBox 116">
            <a:extLst>
              <a:ext uri="{FF2B5EF4-FFF2-40B4-BE49-F238E27FC236}">
                <a16:creationId xmlns:a16="http://schemas.microsoft.com/office/drawing/2014/main" id="{6AFD3744-ADFF-5215-64E3-457ABCACEB8A}"/>
              </a:ext>
            </a:extLst>
          </p:cNvPr>
          <p:cNvSpPr txBox="1"/>
          <p:nvPr/>
        </p:nvSpPr>
        <p:spPr>
          <a:xfrm>
            <a:off x="5082629" y="4330176"/>
            <a:ext cx="537328" cy="246221"/>
          </a:xfrm>
          <a:prstGeom prst="rect">
            <a:avLst/>
          </a:prstGeom>
          <a:noFill/>
        </p:spPr>
        <p:txBody>
          <a:bodyPr wrap="none" rtlCol="0">
            <a:spAutoFit/>
          </a:bodyPr>
          <a:lstStyle/>
          <a:p>
            <a:pPr algn="ctr"/>
            <a:r>
              <a:rPr lang="en-GB" sz="1000"/>
              <a:t>65–69</a:t>
            </a:r>
          </a:p>
        </p:txBody>
      </p:sp>
      <p:sp>
        <p:nvSpPr>
          <p:cNvPr id="118" name="TextBox 117">
            <a:extLst>
              <a:ext uri="{FF2B5EF4-FFF2-40B4-BE49-F238E27FC236}">
                <a16:creationId xmlns:a16="http://schemas.microsoft.com/office/drawing/2014/main" id="{B2E46453-387C-C88B-73E5-90FC938445BD}"/>
              </a:ext>
            </a:extLst>
          </p:cNvPr>
          <p:cNvSpPr txBox="1"/>
          <p:nvPr/>
        </p:nvSpPr>
        <p:spPr>
          <a:xfrm>
            <a:off x="5521977" y="4330176"/>
            <a:ext cx="537327" cy="246221"/>
          </a:xfrm>
          <a:prstGeom prst="rect">
            <a:avLst/>
          </a:prstGeom>
          <a:noFill/>
        </p:spPr>
        <p:txBody>
          <a:bodyPr wrap="none" rtlCol="0">
            <a:spAutoFit/>
          </a:bodyPr>
          <a:lstStyle/>
          <a:p>
            <a:pPr algn="ctr"/>
            <a:r>
              <a:rPr lang="en-GB" sz="1000"/>
              <a:t>70–74</a:t>
            </a:r>
          </a:p>
        </p:txBody>
      </p:sp>
      <p:sp>
        <p:nvSpPr>
          <p:cNvPr id="119" name="TextBox 118">
            <a:extLst>
              <a:ext uri="{FF2B5EF4-FFF2-40B4-BE49-F238E27FC236}">
                <a16:creationId xmlns:a16="http://schemas.microsoft.com/office/drawing/2014/main" id="{1F53E135-AB89-305E-43CD-AEEE56CA97F9}"/>
              </a:ext>
            </a:extLst>
          </p:cNvPr>
          <p:cNvSpPr txBox="1"/>
          <p:nvPr/>
        </p:nvSpPr>
        <p:spPr>
          <a:xfrm>
            <a:off x="5966492" y="4330176"/>
            <a:ext cx="537327" cy="246221"/>
          </a:xfrm>
          <a:prstGeom prst="rect">
            <a:avLst/>
          </a:prstGeom>
          <a:noFill/>
        </p:spPr>
        <p:txBody>
          <a:bodyPr wrap="none" rtlCol="0">
            <a:spAutoFit/>
          </a:bodyPr>
          <a:lstStyle/>
          <a:p>
            <a:pPr algn="ctr"/>
            <a:r>
              <a:rPr lang="en-GB" sz="1000"/>
              <a:t>75–79</a:t>
            </a:r>
          </a:p>
        </p:txBody>
      </p:sp>
      <p:sp>
        <p:nvSpPr>
          <p:cNvPr id="120" name="TextBox 119">
            <a:extLst>
              <a:ext uri="{FF2B5EF4-FFF2-40B4-BE49-F238E27FC236}">
                <a16:creationId xmlns:a16="http://schemas.microsoft.com/office/drawing/2014/main" id="{9E5FB930-AAC0-E989-FA02-51A337C68695}"/>
              </a:ext>
            </a:extLst>
          </p:cNvPr>
          <p:cNvSpPr txBox="1"/>
          <p:nvPr/>
        </p:nvSpPr>
        <p:spPr>
          <a:xfrm>
            <a:off x="6409470" y="4330176"/>
            <a:ext cx="537328" cy="246221"/>
          </a:xfrm>
          <a:prstGeom prst="rect">
            <a:avLst/>
          </a:prstGeom>
          <a:noFill/>
        </p:spPr>
        <p:txBody>
          <a:bodyPr wrap="none" rtlCol="0">
            <a:spAutoFit/>
          </a:bodyPr>
          <a:lstStyle/>
          <a:p>
            <a:pPr algn="ctr"/>
            <a:r>
              <a:rPr lang="en-GB" sz="1000"/>
              <a:t>80–84</a:t>
            </a:r>
          </a:p>
        </p:txBody>
      </p:sp>
      <p:sp>
        <p:nvSpPr>
          <p:cNvPr id="121" name="TextBox 120">
            <a:extLst>
              <a:ext uri="{FF2B5EF4-FFF2-40B4-BE49-F238E27FC236}">
                <a16:creationId xmlns:a16="http://schemas.microsoft.com/office/drawing/2014/main" id="{411AAE63-696C-AB44-9475-2C4CA65A8C23}"/>
              </a:ext>
            </a:extLst>
          </p:cNvPr>
          <p:cNvSpPr txBox="1"/>
          <p:nvPr/>
        </p:nvSpPr>
        <p:spPr>
          <a:xfrm>
            <a:off x="6850121" y="4330176"/>
            <a:ext cx="537328" cy="246221"/>
          </a:xfrm>
          <a:prstGeom prst="rect">
            <a:avLst/>
          </a:prstGeom>
          <a:noFill/>
        </p:spPr>
        <p:txBody>
          <a:bodyPr wrap="none" rtlCol="0">
            <a:spAutoFit/>
          </a:bodyPr>
          <a:lstStyle/>
          <a:p>
            <a:pPr algn="ctr"/>
            <a:r>
              <a:rPr lang="en-GB" sz="1000"/>
              <a:t>85–89</a:t>
            </a:r>
          </a:p>
        </p:txBody>
      </p:sp>
      <p:sp>
        <p:nvSpPr>
          <p:cNvPr id="122" name="TextBox 121">
            <a:extLst>
              <a:ext uri="{FF2B5EF4-FFF2-40B4-BE49-F238E27FC236}">
                <a16:creationId xmlns:a16="http://schemas.microsoft.com/office/drawing/2014/main" id="{8E4728A1-DC73-00A4-02B0-F3F417A2D774}"/>
              </a:ext>
            </a:extLst>
          </p:cNvPr>
          <p:cNvSpPr txBox="1"/>
          <p:nvPr/>
        </p:nvSpPr>
        <p:spPr>
          <a:xfrm>
            <a:off x="7293100" y="4330176"/>
            <a:ext cx="537328" cy="246221"/>
          </a:xfrm>
          <a:prstGeom prst="rect">
            <a:avLst/>
          </a:prstGeom>
          <a:noFill/>
        </p:spPr>
        <p:txBody>
          <a:bodyPr wrap="none" rtlCol="0">
            <a:spAutoFit/>
          </a:bodyPr>
          <a:lstStyle/>
          <a:p>
            <a:pPr algn="ctr"/>
            <a:r>
              <a:rPr lang="en-GB" sz="1000"/>
              <a:t>90–94</a:t>
            </a:r>
          </a:p>
        </p:txBody>
      </p:sp>
      <p:sp>
        <p:nvSpPr>
          <p:cNvPr id="123" name="TextBox 122">
            <a:extLst>
              <a:ext uri="{FF2B5EF4-FFF2-40B4-BE49-F238E27FC236}">
                <a16:creationId xmlns:a16="http://schemas.microsoft.com/office/drawing/2014/main" id="{FF8A1F1E-2EB5-0A72-5721-10BF03327030}"/>
              </a:ext>
            </a:extLst>
          </p:cNvPr>
          <p:cNvSpPr txBox="1"/>
          <p:nvPr/>
        </p:nvSpPr>
        <p:spPr>
          <a:xfrm>
            <a:off x="7804292" y="4330176"/>
            <a:ext cx="401072" cy="246221"/>
          </a:xfrm>
          <a:prstGeom prst="rect">
            <a:avLst/>
          </a:prstGeom>
          <a:noFill/>
        </p:spPr>
        <p:txBody>
          <a:bodyPr wrap="none" rtlCol="0">
            <a:spAutoFit/>
          </a:bodyPr>
          <a:lstStyle/>
          <a:p>
            <a:pPr algn="ctr"/>
            <a:r>
              <a:rPr lang="en-GB" sz="1000"/>
              <a:t>95+</a:t>
            </a:r>
          </a:p>
        </p:txBody>
      </p:sp>
      <p:sp>
        <p:nvSpPr>
          <p:cNvPr id="124" name="TextBox 123">
            <a:extLst>
              <a:ext uri="{FF2B5EF4-FFF2-40B4-BE49-F238E27FC236}">
                <a16:creationId xmlns:a16="http://schemas.microsoft.com/office/drawing/2014/main" id="{EEB6B95E-127A-B740-D1CE-4D23C59A50D5}"/>
              </a:ext>
            </a:extLst>
          </p:cNvPr>
          <p:cNvSpPr txBox="1"/>
          <p:nvPr/>
        </p:nvSpPr>
        <p:spPr>
          <a:xfrm>
            <a:off x="1152550" y="4589983"/>
            <a:ext cx="7077050" cy="261610"/>
          </a:xfrm>
          <a:prstGeom prst="rect">
            <a:avLst/>
          </a:prstGeom>
          <a:noFill/>
        </p:spPr>
        <p:txBody>
          <a:bodyPr wrap="square" rtlCol="0">
            <a:spAutoFit/>
          </a:bodyPr>
          <a:lstStyle/>
          <a:p>
            <a:pPr algn="ctr"/>
            <a:r>
              <a:rPr lang="en-GB" sz="1100" b="1"/>
              <a:t>Age (years)</a:t>
            </a:r>
          </a:p>
        </p:txBody>
      </p:sp>
      <p:sp>
        <p:nvSpPr>
          <p:cNvPr id="125" name="Rectangle 124">
            <a:extLst>
              <a:ext uri="{FF2B5EF4-FFF2-40B4-BE49-F238E27FC236}">
                <a16:creationId xmlns:a16="http://schemas.microsoft.com/office/drawing/2014/main" id="{84BBF62F-5F94-A070-A52B-37C477907989}"/>
              </a:ext>
            </a:extLst>
          </p:cNvPr>
          <p:cNvSpPr/>
          <p:nvPr/>
        </p:nvSpPr>
        <p:spPr>
          <a:xfrm>
            <a:off x="1383408" y="2020531"/>
            <a:ext cx="164325" cy="1656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6" name="Rectangle 125">
            <a:extLst>
              <a:ext uri="{FF2B5EF4-FFF2-40B4-BE49-F238E27FC236}">
                <a16:creationId xmlns:a16="http://schemas.microsoft.com/office/drawing/2014/main" id="{2FFFF3E1-AC50-6187-A1FC-4F9F863DE807}"/>
              </a:ext>
            </a:extLst>
          </p:cNvPr>
          <p:cNvSpPr/>
          <p:nvPr/>
        </p:nvSpPr>
        <p:spPr>
          <a:xfrm>
            <a:off x="1383408" y="2312931"/>
            <a:ext cx="164325" cy="1656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7" name="TextBox 126">
            <a:extLst>
              <a:ext uri="{FF2B5EF4-FFF2-40B4-BE49-F238E27FC236}">
                <a16:creationId xmlns:a16="http://schemas.microsoft.com/office/drawing/2014/main" id="{715A93FB-6D3D-320B-DE8D-275CA48B1923}"/>
              </a:ext>
            </a:extLst>
          </p:cNvPr>
          <p:cNvSpPr txBox="1"/>
          <p:nvPr/>
        </p:nvSpPr>
        <p:spPr>
          <a:xfrm>
            <a:off x="1546655" y="1972526"/>
            <a:ext cx="659673" cy="261610"/>
          </a:xfrm>
          <a:prstGeom prst="rect">
            <a:avLst/>
          </a:prstGeom>
          <a:noFill/>
        </p:spPr>
        <p:txBody>
          <a:bodyPr wrap="square" rtlCol="0">
            <a:spAutoFit/>
          </a:bodyPr>
          <a:lstStyle/>
          <a:p>
            <a:r>
              <a:rPr lang="en-GB" sz="1100"/>
              <a:t>Male</a:t>
            </a:r>
          </a:p>
        </p:txBody>
      </p:sp>
      <p:sp>
        <p:nvSpPr>
          <p:cNvPr id="128" name="TextBox 127">
            <a:extLst>
              <a:ext uri="{FF2B5EF4-FFF2-40B4-BE49-F238E27FC236}">
                <a16:creationId xmlns:a16="http://schemas.microsoft.com/office/drawing/2014/main" id="{3E66BACD-3C72-99F9-2253-988F1554EC2F}"/>
              </a:ext>
            </a:extLst>
          </p:cNvPr>
          <p:cNvSpPr txBox="1"/>
          <p:nvPr/>
        </p:nvSpPr>
        <p:spPr>
          <a:xfrm>
            <a:off x="1546655" y="2264926"/>
            <a:ext cx="659673" cy="261610"/>
          </a:xfrm>
          <a:prstGeom prst="rect">
            <a:avLst/>
          </a:prstGeom>
          <a:noFill/>
        </p:spPr>
        <p:txBody>
          <a:bodyPr wrap="square" rtlCol="0">
            <a:spAutoFit/>
          </a:bodyPr>
          <a:lstStyle/>
          <a:p>
            <a:r>
              <a:rPr lang="en-GB" sz="1100"/>
              <a:t>Female</a:t>
            </a:r>
          </a:p>
        </p:txBody>
      </p:sp>
      <p:pic>
        <p:nvPicPr>
          <p:cNvPr id="130" name="Graphic 129" descr="Female with solid fill">
            <a:extLst>
              <a:ext uri="{FF2B5EF4-FFF2-40B4-BE49-F238E27FC236}">
                <a16:creationId xmlns:a16="http://schemas.microsoft.com/office/drawing/2014/main" id="{EF51FC68-802E-CDE8-C837-1F42BCE36CE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84570" y="2314731"/>
            <a:ext cx="162000" cy="162000"/>
          </a:xfrm>
          <a:prstGeom prst="rect">
            <a:avLst/>
          </a:prstGeom>
        </p:spPr>
      </p:pic>
      <p:pic>
        <p:nvPicPr>
          <p:cNvPr id="132" name="Graphic 131" descr="Male with solid fill">
            <a:extLst>
              <a:ext uri="{FF2B5EF4-FFF2-40B4-BE49-F238E27FC236}">
                <a16:creationId xmlns:a16="http://schemas.microsoft.com/office/drawing/2014/main" id="{4526DFED-3E0B-56B8-206A-6E32A4B115F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384570" y="2022331"/>
            <a:ext cx="162000" cy="162000"/>
          </a:xfrm>
          <a:prstGeom prst="rect">
            <a:avLst/>
          </a:prstGeom>
        </p:spPr>
      </p:pic>
      <p:sp>
        <p:nvSpPr>
          <p:cNvPr id="133" name="TextBox 132">
            <a:extLst>
              <a:ext uri="{FF2B5EF4-FFF2-40B4-BE49-F238E27FC236}">
                <a16:creationId xmlns:a16="http://schemas.microsoft.com/office/drawing/2014/main" id="{E1A18EEA-5F29-B0C8-81DD-FEE08FA1F49D}"/>
              </a:ext>
            </a:extLst>
          </p:cNvPr>
          <p:cNvSpPr txBox="1"/>
          <p:nvPr/>
        </p:nvSpPr>
        <p:spPr>
          <a:xfrm>
            <a:off x="1155724" y="1637912"/>
            <a:ext cx="7070725" cy="276999"/>
          </a:xfrm>
          <a:prstGeom prst="rect">
            <a:avLst/>
          </a:prstGeom>
          <a:noFill/>
        </p:spPr>
        <p:txBody>
          <a:bodyPr wrap="square" rtlCol="0">
            <a:spAutoFit/>
          </a:bodyPr>
          <a:lstStyle/>
          <a:p>
            <a:pPr algn="ctr"/>
            <a:r>
              <a:rPr lang="en-GB" sz="1200" b="1">
                <a:solidFill>
                  <a:schemeClr val="accent2">
                    <a:lumMod val="50000"/>
                  </a:schemeClr>
                </a:solidFill>
              </a:rPr>
              <a:t>Prevalence of PD in the Middle East and North Africa</a:t>
            </a:r>
          </a:p>
        </p:txBody>
      </p:sp>
      <p:sp>
        <p:nvSpPr>
          <p:cNvPr id="5" name="TextBox 7">
            <a:extLst>
              <a:ext uri="{FF2B5EF4-FFF2-40B4-BE49-F238E27FC236}">
                <a16:creationId xmlns:a16="http://schemas.microsoft.com/office/drawing/2014/main" id="{8B386418-588F-7D83-4F72-5E2F81C92AAD}"/>
              </a:ext>
            </a:extLst>
          </p:cNvPr>
          <p:cNvSpPr txBox="1"/>
          <p:nvPr/>
        </p:nvSpPr>
        <p:spPr>
          <a:xfrm>
            <a:off x="6059303" y="6251860"/>
            <a:ext cx="5498917" cy="507831"/>
          </a:xfrm>
          <a:prstGeom prst="rect">
            <a:avLst/>
          </a:prstGeom>
          <a:noFill/>
        </p:spPr>
        <p:txBody>
          <a:bodyPr wrap="square">
            <a:spAutoFit/>
          </a:bodyPr>
          <a:lstStyle/>
          <a:p>
            <a:pPr fontAlgn="base"/>
            <a:r>
              <a:rPr lang="en-US" sz="900" kern="1200" dirty="0">
                <a:solidFill>
                  <a:srgbClr val="3F1A01"/>
                </a:solidFill>
                <a:effectLst/>
                <a:latin typeface="Arial" panose="020B0604020202020204" pitchFamily="34" charset="0"/>
                <a:ea typeface="Times New Roman" panose="02020603050405020304" pitchFamily="18" charset="0"/>
                <a:cs typeface="Times New Roman" panose="02020603050405020304" pitchFamily="18" charset="0"/>
              </a:rPr>
              <a:t>This work is adapted from ‘</a:t>
            </a:r>
            <a:r>
              <a:rPr lang="en-GB" sz="900" kern="1200" dirty="0">
                <a:solidFill>
                  <a:srgbClr val="3F1A01"/>
                </a:solidFill>
                <a:effectLst/>
                <a:latin typeface="Arial" panose="020B0604020202020204" pitchFamily="34" charset="0"/>
                <a:ea typeface="Times New Roman" panose="02020603050405020304" pitchFamily="18" charset="0"/>
                <a:cs typeface="Times New Roman" panose="02020603050405020304" pitchFamily="18" charset="0"/>
              </a:rPr>
              <a:t>The burden of Parkinson’s disease in the Middle East and North Africa region, 1990–2019: results from the global burden of disease study 2019</a:t>
            </a:r>
            <a:r>
              <a:rPr lang="en-US" sz="900" kern="1200" dirty="0">
                <a:solidFill>
                  <a:srgbClr val="3F1A01"/>
                </a:solidFill>
                <a:effectLst/>
                <a:latin typeface="Arial" panose="020B0604020202020204" pitchFamily="34" charset="0"/>
                <a:ea typeface="Times New Roman" panose="02020603050405020304" pitchFamily="18" charset="0"/>
                <a:cs typeface="Times New Roman" panose="02020603050405020304" pitchFamily="18" charset="0"/>
              </a:rPr>
              <a:t>' by </a:t>
            </a:r>
            <a:r>
              <a:rPr lang="en-US" sz="900" kern="1200" dirty="0" err="1">
                <a:solidFill>
                  <a:srgbClr val="3F1A01"/>
                </a:solidFill>
                <a:effectLst/>
                <a:latin typeface="Arial" panose="020B0604020202020204" pitchFamily="34" charset="0"/>
                <a:ea typeface="Times New Roman" panose="02020603050405020304" pitchFamily="18" charset="0"/>
                <a:cs typeface="Times New Roman" panose="02020603050405020304" pitchFamily="18" charset="0"/>
              </a:rPr>
              <a:t>Safiri</a:t>
            </a:r>
            <a:r>
              <a:rPr lang="en-US" sz="900" kern="1200" dirty="0">
                <a:solidFill>
                  <a:srgbClr val="3F1A01"/>
                </a:solidFill>
                <a:effectLst/>
                <a:latin typeface="Arial" panose="020B0604020202020204" pitchFamily="34" charset="0"/>
                <a:ea typeface="Times New Roman" panose="02020603050405020304" pitchFamily="18" charset="0"/>
                <a:cs typeface="Times New Roman" panose="02020603050405020304" pitchFamily="18" charset="0"/>
              </a:rPr>
              <a:t> et al., used under CC-BY. This work is licensed under Creative Commons license CC-BY-SA by The Lundbeck Foundation.</a:t>
            </a:r>
            <a:endParaRPr lang="en-GB" sz="1200" dirty="0">
              <a:solidFill>
                <a:srgbClr val="000000"/>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0157043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78986BD2-7E97-F2FE-09CC-8F9DE43634D6}"/>
              </a:ext>
            </a:extLst>
          </p:cNvPr>
          <p:cNvSpPr>
            <a:spLocks noGrp="1"/>
          </p:cNvSpPr>
          <p:nvPr>
            <p:ph sz="half" idx="1"/>
          </p:nvPr>
        </p:nvSpPr>
        <p:spPr/>
        <p:txBody>
          <a:bodyPr/>
          <a:lstStyle/>
          <a:p>
            <a:pPr marL="0" indent="0">
              <a:buNone/>
            </a:pPr>
            <a:r>
              <a:rPr lang="en-GB"/>
              <a:t> </a:t>
            </a:r>
          </a:p>
        </p:txBody>
      </p:sp>
      <p:sp>
        <p:nvSpPr>
          <p:cNvPr id="5" name="Text Placeholder 4"/>
          <p:cNvSpPr>
            <a:spLocks noGrp="1"/>
          </p:cNvSpPr>
          <p:nvPr>
            <p:ph type="body" sz="quarter" idx="17"/>
          </p:nvPr>
        </p:nvSpPr>
        <p:spPr/>
        <p:txBody>
          <a:bodyPr/>
          <a:lstStyle/>
          <a:p>
            <a:r>
              <a:rPr lang="en-GB"/>
              <a:t>Parkinson’s disease – Epidemiology and burden</a:t>
            </a:r>
          </a:p>
        </p:txBody>
      </p:sp>
      <p:sp>
        <p:nvSpPr>
          <p:cNvPr id="2" name="Title 1"/>
          <p:cNvSpPr>
            <a:spLocks noGrp="1"/>
          </p:cNvSpPr>
          <p:nvPr>
            <p:ph type="title"/>
          </p:nvPr>
        </p:nvSpPr>
        <p:spPr/>
        <p:txBody>
          <a:bodyPr anchor="t"/>
          <a:lstStyle/>
          <a:p>
            <a:r>
              <a:rPr lang="en-GB"/>
              <a:t>Prevalence of Parkinson’s disease</a:t>
            </a:r>
            <a:br>
              <a:rPr lang="en-GB"/>
            </a:br>
            <a:r>
              <a:rPr lang="en-GB" sz="1800"/>
              <a:t>– </a:t>
            </a:r>
            <a:r>
              <a:rPr lang="en-US" sz="1800"/>
              <a:t>Western Pacific Region and Southeast Asia</a:t>
            </a:r>
            <a:endParaRPr lang="en-GB"/>
          </a:p>
        </p:txBody>
      </p:sp>
      <p:sp>
        <p:nvSpPr>
          <p:cNvPr id="10" name="Content Placeholder 9">
            <a:extLst>
              <a:ext uri="{FF2B5EF4-FFF2-40B4-BE49-F238E27FC236}">
                <a16:creationId xmlns:a16="http://schemas.microsoft.com/office/drawing/2014/main" id="{433C4524-3056-528A-D2A6-BC52B1F842B1}"/>
              </a:ext>
            </a:extLst>
          </p:cNvPr>
          <p:cNvSpPr>
            <a:spLocks noGrp="1"/>
          </p:cNvSpPr>
          <p:nvPr>
            <p:ph idx="19"/>
          </p:nvPr>
        </p:nvSpPr>
        <p:spPr/>
        <p:txBody>
          <a:bodyPr tIns="108000"/>
          <a:lstStyle/>
          <a:p>
            <a:r>
              <a:rPr lang="en-GB" dirty="0"/>
              <a:t>A wide range of all-age prevalences have been reported for PD across the </a:t>
            </a:r>
            <a:r>
              <a:rPr lang="en-US" dirty="0"/>
              <a:t>Western Pacific Region and Southeast Asia:</a:t>
            </a:r>
            <a:r>
              <a:rPr lang="en-US" baseline="30000" dirty="0"/>
              <a:t>1</a:t>
            </a:r>
            <a:endParaRPr lang="en-US" dirty="0"/>
          </a:p>
          <a:p>
            <a:pPr lvl="1"/>
            <a:r>
              <a:rPr lang="en-US" dirty="0"/>
              <a:t>South Korea: </a:t>
            </a:r>
            <a:r>
              <a:rPr lang="en-US" b="1" dirty="0"/>
              <a:t>77.2 per 100,000 people</a:t>
            </a:r>
          </a:p>
          <a:p>
            <a:pPr lvl="1"/>
            <a:r>
              <a:rPr lang="en-US" dirty="0"/>
              <a:t>Japan: </a:t>
            </a:r>
            <a:r>
              <a:rPr lang="en-US" b="1" dirty="0"/>
              <a:t>79.2 per 100,000 people </a:t>
            </a:r>
          </a:p>
          <a:p>
            <a:pPr lvl="1"/>
            <a:r>
              <a:rPr lang="en-US" dirty="0"/>
              <a:t>Singapore: </a:t>
            </a:r>
            <a:r>
              <a:rPr lang="en-US" b="1" dirty="0"/>
              <a:t>80.9 per 100,000 people </a:t>
            </a:r>
          </a:p>
          <a:p>
            <a:pPr lvl="1"/>
            <a:r>
              <a:rPr lang="en-US" dirty="0"/>
              <a:t>Thailand: </a:t>
            </a:r>
            <a:r>
              <a:rPr lang="en-US" b="1" dirty="0"/>
              <a:t>102.3 per 100,000 people</a:t>
            </a:r>
          </a:p>
          <a:p>
            <a:pPr lvl="1"/>
            <a:r>
              <a:rPr lang="en-US" dirty="0"/>
              <a:t>Taiwan: </a:t>
            </a:r>
            <a:r>
              <a:rPr lang="en-US" b="1" dirty="0"/>
              <a:t>130.8 per 100,000 people</a:t>
            </a:r>
          </a:p>
          <a:p>
            <a:pPr lvl="1"/>
            <a:r>
              <a:rPr lang="en-US" dirty="0"/>
              <a:t>China: </a:t>
            </a:r>
            <a:r>
              <a:rPr lang="en-US" b="1" dirty="0"/>
              <a:t>131.1 per 100,000 people</a:t>
            </a:r>
            <a:endParaRPr lang="en-GB" sz="1600" b="1" dirty="0">
              <a:latin typeface="Arial" panose="020B0604020202020204" pitchFamily="34" charset="0"/>
              <a:cs typeface="Arial" panose="020B0604020202020204" pitchFamily="34" charset="0"/>
            </a:endParaRPr>
          </a:p>
          <a:p>
            <a:r>
              <a:rPr lang="en-GB" sz="1600" dirty="0">
                <a:latin typeface="Arial" panose="020B0604020202020204" pitchFamily="34" charset="0"/>
                <a:cs typeface="Arial" panose="020B0604020202020204" pitchFamily="34" charset="0"/>
              </a:rPr>
              <a:t>In India, relatively low prevalence values for PD have been reported of </a:t>
            </a:r>
            <a:r>
              <a:rPr lang="en-GB" sz="1600" b="1" dirty="0">
                <a:latin typeface="Arial" panose="020B0604020202020204" pitchFamily="34" charset="0"/>
                <a:cs typeface="Arial" panose="020B0604020202020204" pitchFamily="34" charset="0"/>
              </a:rPr>
              <a:t>55 per 100,000 people</a:t>
            </a:r>
            <a:r>
              <a:rPr lang="en-GB" sz="1600" baseline="30000" dirty="0">
                <a:latin typeface="Arial" panose="020B0604020202020204" pitchFamily="34" charset="0"/>
                <a:cs typeface="Arial" panose="020B0604020202020204" pitchFamily="34" charset="0"/>
              </a:rPr>
              <a:t>5</a:t>
            </a:r>
            <a:endParaRPr lang="en-GB" sz="1600" dirty="0">
              <a:latin typeface="Arial" panose="020B0604020202020204" pitchFamily="34" charset="0"/>
              <a:cs typeface="Arial" panose="020B0604020202020204" pitchFamily="34" charset="0"/>
            </a:endParaRPr>
          </a:p>
          <a:p>
            <a:pPr lvl="1"/>
            <a:r>
              <a:rPr lang="en-US" dirty="0">
                <a:latin typeface="Arial" panose="020B0604020202020204" pitchFamily="34" charset="0"/>
                <a:cs typeface="Arial" panose="020B0604020202020204" pitchFamily="34" charset="0"/>
              </a:rPr>
              <a:t>In 2019, the GBD estimated that 771,000 people in India had PD, and an estimated 45,300 deaths were due to </a:t>
            </a:r>
            <a:r>
              <a:rPr lang="en-GB" dirty="0">
                <a:latin typeface="Arial" panose="020B0604020202020204" pitchFamily="34" charset="0"/>
                <a:cs typeface="Arial" panose="020B0604020202020204" pitchFamily="34" charset="0"/>
              </a:rPr>
              <a:t>PD</a:t>
            </a:r>
            <a:r>
              <a:rPr lang="en-GB" baseline="30000" dirty="0">
                <a:latin typeface="Arial" panose="020B0604020202020204" pitchFamily="34" charset="0"/>
                <a:cs typeface="Arial" panose="020B0604020202020204" pitchFamily="34" charset="0"/>
              </a:rPr>
              <a:t>5</a:t>
            </a:r>
            <a:endParaRPr lang="en-GB" dirty="0">
              <a:latin typeface="Arial" panose="020B0604020202020204" pitchFamily="34" charset="0"/>
              <a:cs typeface="Arial" panose="020B0604020202020204" pitchFamily="34" charset="0"/>
            </a:endParaRPr>
          </a:p>
          <a:p>
            <a:pPr lvl="1"/>
            <a:r>
              <a:rPr lang="en-GB" dirty="0">
                <a:latin typeface="Arial" panose="020B0604020202020204" pitchFamily="34" charset="0"/>
                <a:cs typeface="Arial" panose="020B0604020202020204" pitchFamily="34" charset="0"/>
              </a:rPr>
              <a:t>Intriguingly, several studies have suggested that the average age of onset of PD is earlier in India than elsewhere in the world, although the reasons behind this are not entirely clear</a:t>
            </a:r>
            <a:r>
              <a:rPr lang="en-GB" baseline="30000" dirty="0">
                <a:latin typeface="Arial" panose="020B0604020202020204" pitchFamily="34" charset="0"/>
                <a:cs typeface="Arial" panose="020B0604020202020204" pitchFamily="34" charset="0"/>
              </a:rPr>
              <a:t>6</a:t>
            </a:r>
          </a:p>
          <a:p>
            <a:endParaRPr lang="en-GB" dirty="0"/>
          </a:p>
        </p:txBody>
      </p:sp>
      <p:sp>
        <p:nvSpPr>
          <p:cNvPr id="3" name="Text Placeholder 2">
            <a:extLst>
              <a:ext uri="{FF2B5EF4-FFF2-40B4-BE49-F238E27FC236}">
                <a16:creationId xmlns:a16="http://schemas.microsoft.com/office/drawing/2014/main" id="{01478D8A-8C0E-492A-962F-C7F9F1BCAE58}"/>
              </a:ext>
            </a:extLst>
          </p:cNvPr>
          <p:cNvSpPr>
            <a:spLocks noGrp="1"/>
          </p:cNvSpPr>
          <p:nvPr>
            <p:ph type="body" sz="quarter" idx="18"/>
          </p:nvPr>
        </p:nvSpPr>
        <p:spPr>
          <a:xfrm>
            <a:off x="539749" y="6102000"/>
            <a:ext cx="11185526" cy="619200"/>
          </a:xfrm>
        </p:spPr>
        <p:txBody>
          <a:bodyPr/>
          <a:lstStyle/>
          <a:p>
            <a:pPr marL="0" indent="0">
              <a:buNone/>
            </a:pPr>
            <a:r>
              <a:rPr lang="en-GB"/>
              <a:t>GBD=Global Burden of Disease survey; PD=Parkinson’s disease</a:t>
            </a:r>
          </a:p>
          <a:p>
            <a:pPr marL="0" indent="0">
              <a:buNone/>
            </a:pPr>
            <a:endParaRPr lang="en-GB"/>
          </a:p>
          <a:p>
            <a:pPr marL="0" indent="0">
              <a:buNone/>
            </a:pPr>
            <a:r>
              <a:rPr lang="en-GB"/>
              <a:t>1. Lim et al. Lancet </a:t>
            </a:r>
            <a:r>
              <a:rPr lang="en-GB" err="1"/>
              <a:t>Neurol</a:t>
            </a:r>
            <a:r>
              <a:rPr lang="en-GB"/>
              <a:t> 2019;18(9):865–879; </a:t>
            </a:r>
            <a:br>
              <a:rPr lang="en-GB"/>
            </a:br>
            <a:r>
              <a:rPr lang="en-GB"/>
              <a:t>2. Kimura et al. Neuroepidemiology. 2002;21(6):292–296; 3. Abbas et al. Mov </a:t>
            </a:r>
            <a:r>
              <a:rPr lang="en-GB" err="1"/>
              <a:t>Disord</a:t>
            </a:r>
            <a:r>
              <a:rPr lang="en-GB"/>
              <a:t> Clin </a:t>
            </a:r>
            <a:r>
              <a:rPr lang="en-GB" err="1"/>
              <a:t>Pract</a:t>
            </a:r>
            <a:r>
              <a:rPr lang="en-GB"/>
              <a:t> 2017;5(1):14–28; 4. </a:t>
            </a:r>
            <a:r>
              <a:rPr lang="en-US"/>
              <a:t>Eun Lee J, et al. J Korean Neurol Assoc 2017;35(4):191–198; </a:t>
            </a:r>
            <a:br>
              <a:rPr lang="en-US"/>
            </a:br>
            <a:r>
              <a:rPr lang="en-GB"/>
              <a:t>5. India State-Level Disease Burden Initiative Neurological Disorders Collaborators. Lancet Glob Health 2021;9(8):e1129–e1144; 6. Prasad et al. Parkinsonism </a:t>
            </a:r>
            <a:r>
              <a:rPr lang="en-GB" err="1"/>
              <a:t>Relat</a:t>
            </a:r>
            <a:r>
              <a:rPr lang="en-GB"/>
              <a:t> </a:t>
            </a:r>
            <a:r>
              <a:rPr lang="en-GB" err="1"/>
              <a:t>Disord</a:t>
            </a:r>
            <a:r>
              <a:rPr lang="en-GB"/>
              <a:t> 2022;105:111–113</a:t>
            </a:r>
          </a:p>
        </p:txBody>
      </p:sp>
      <p:sp>
        <p:nvSpPr>
          <p:cNvPr id="4" name="Slide Number Placeholder 3"/>
          <p:cNvSpPr>
            <a:spLocks noGrp="1"/>
          </p:cNvSpPr>
          <p:nvPr>
            <p:ph type="sldNum" sz="quarter" idx="4"/>
          </p:nvPr>
        </p:nvSpPr>
        <p:spPr/>
        <p:txBody>
          <a:bodyPr/>
          <a:lstStyle/>
          <a:p>
            <a:fld id="{6DBC486D-4FAB-B746-8B02-8D7C842291C6}" type="slidenum">
              <a:rPr lang="en-GB" smtClean="0"/>
              <a:pPr/>
              <a:t>7</a:t>
            </a:fld>
            <a:endParaRPr lang="en-GB"/>
          </a:p>
        </p:txBody>
      </p:sp>
      <p:pic>
        <p:nvPicPr>
          <p:cNvPr id="43" name="Graphic 42" descr="Asia with solid fill">
            <a:extLst>
              <a:ext uri="{FF2B5EF4-FFF2-40B4-BE49-F238E27FC236}">
                <a16:creationId xmlns:a16="http://schemas.microsoft.com/office/drawing/2014/main" id="{E86E90C2-C4A5-31C6-F61F-F603F2CCEE9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67397" y="2130608"/>
            <a:ext cx="3158178" cy="3158178"/>
          </a:xfrm>
          <a:prstGeom prst="rect">
            <a:avLst/>
          </a:prstGeom>
        </p:spPr>
      </p:pic>
      <p:sp>
        <p:nvSpPr>
          <p:cNvPr id="9" name="TextBox 8">
            <a:extLst>
              <a:ext uri="{FF2B5EF4-FFF2-40B4-BE49-F238E27FC236}">
                <a16:creationId xmlns:a16="http://schemas.microsoft.com/office/drawing/2014/main" id="{54D77940-E254-3265-E6FE-F33B0025D4BA}"/>
              </a:ext>
            </a:extLst>
          </p:cNvPr>
          <p:cNvSpPr txBox="1"/>
          <p:nvPr/>
        </p:nvSpPr>
        <p:spPr>
          <a:xfrm>
            <a:off x="4373880" y="2046498"/>
            <a:ext cx="4274820" cy="1169551"/>
          </a:xfrm>
          <a:prstGeom prst="rect">
            <a:avLst/>
          </a:prstGeom>
          <a:solidFill>
            <a:schemeClr val="accent5">
              <a:lumMod val="20000"/>
              <a:lumOff val="80000"/>
            </a:schemeClr>
          </a:solidFill>
        </p:spPr>
        <p:txBody>
          <a:bodyPr wrap="square">
            <a:spAutoFit/>
          </a:bodyPr>
          <a:lstStyle/>
          <a:p>
            <a:pPr marL="0" lvl="1"/>
            <a:r>
              <a:rPr lang="en-US" sz="1400" dirty="0"/>
              <a:t>– Whilst a male predominance in prevalence is common throughout the world, some studies in Japan and South Korea have reported </a:t>
            </a:r>
            <a:r>
              <a:rPr lang="en-GB" sz="1400" dirty="0"/>
              <a:t>a reversal of the usual male-to-female preponderance</a:t>
            </a:r>
            <a:r>
              <a:rPr lang="en-US" sz="1400" dirty="0"/>
              <a:t>, although this is not fully understood</a:t>
            </a:r>
            <a:r>
              <a:rPr lang="en-US" sz="1400" baseline="30000" dirty="0"/>
              <a:t>2-4</a:t>
            </a:r>
            <a:endParaRPr lang="en-US" sz="1400" dirty="0"/>
          </a:p>
        </p:txBody>
      </p:sp>
    </p:spTree>
    <p:extLst>
      <p:ext uri="{BB962C8B-B14F-4D97-AF65-F5344CB8AC3E}">
        <p14:creationId xmlns:p14="http://schemas.microsoft.com/office/powerpoint/2010/main" val="20492296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76AED59-42C0-0F38-7999-286123F5CE1C}"/>
              </a:ext>
            </a:extLst>
          </p:cNvPr>
          <p:cNvSpPr>
            <a:spLocks noGrp="1"/>
          </p:cNvSpPr>
          <p:nvPr>
            <p:ph type="body" sz="quarter" idx="17"/>
          </p:nvPr>
        </p:nvSpPr>
        <p:spPr/>
        <p:txBody>
          <a:bodyPr/>
          <a:lstStyle/>
          <a:p>
            <a:r>
              <a:rPr lang="en-GB"/>
              <a:t>Parkinson’s disease – Epidemiology and burden</a:t>
            </a:r>
          </a:p>
        </p:txBody>
      </p:sp>
      <p:sp>
        <p:nvSpPr>
          <p:cNvPr id="3" name="Title 2">
            <a:extLst>
              <a:ext uri="{FF2B5EF4-FFF2-40B4-BE49-F238E27FC236}">
                <a16:creationId xmlns:a16="http://schemas.microsoft.com/office/drawing/2014/main" id="{43B0AADF-BDB6-E026-14BF-BF6380416AB1}"/>
              </a:ext>
            </a:extLst>
          </p:cNvPr>
          <p:cNvSpPr>
            <a:spLocks noGrp="1"/>
          </p:cNvSpPr>
          <p:nvPr>
            <p:ph type="title"/>
          </p:nvPr>
        </p:nvSpPr>
        <p:spPr/>
        <p:txBody>
          <a:bodyPr/>
          <a:lstStyle/>
          <a:p>
            <a:r>
              <a:rPr lang="en-GB"/>
              <a:t>Ethnic variations in Parkinson’s disease</a:t>
            </a:r>
          </a:p>
        </p:txBody>
      </p:sp>
      <p:sp>
        <p:nvSpPr>
          <p:cNvPr id="4" name="Content Placeholder 3">
            <a:extLst>
              <a:ext uri="{FF2B5EF4-FFF2-40B4-BE49-F238E27FC236}">
                <a16:creationId xmlns:a16="http://schemas.microsoft.com/office/drawing/2014/main" id="{B81EB5BB-9BB2-AB46-649E-4391083CC755}"/>
              </a:ext>
            </a:extLst>
          </p:cNvPr>
          <p:cNvSpPr>
            <a:spLocks noGrp="1"/>
          </p:cNvSpPr>
          <p:nvPr>
            <p:ph idx="19"/>
          </p:nvPr>
        </p:nvSpPr>
        <p:spPr/>
        <p:txBody>
          <a:bodyPr/>
          <a:lstStyle/>
          <a:p>
            <a:r>
              <a:rPr lang="en-GB" dirty="0"/>
              <a:t>Inequalities in healthcare are increasingly being recognised; much of the foundation of medicine is based on studies populated largely by white patients, and this includes research into PD</a:t>
            </a:r>
            <a:r>
              <a:rPr lang="en-GB" baseline="30000" dirty="0"/>
              <a:t>1,2</a:t>
            </a:r>
            <a:endParaRPr lang="en-GB" dirty="0"/>
          </a:p>
          <a:p>
            <a:r>
              <a:rPr lang="en-GB" dirty="0"/>
              <a:t>Relatively little is known about the different manifestations of PD in different ethnic communities, as well as how the approaches and difficulties in diagnosis and treatment differ across the world</a:t>
            </a:r>
            <a:r>
              <a:rPr lang="en-GB" baseline="30000" dirty="0"/>
              <a:t>1</a:t>
            </a:r>
            <a:endParaRPr lang="en-GB" dirty="0"/>
          </a:p>
          <a:p>
            <a:r>
              <a:rPr lang="en-GB" dirty="0"/>
              <a:t>Because age is a key risk factor for PD, countries with older populations might be expected to have higher rates of PD, however, even after attempting to correct for this there are geographical variations, with some areas reporting higher rates than others</a:t>
            </a:r>
            <a:r>
              <a:rPr lang="en-GB" baseline="30000" dirty="0"/>
              <a:t>1</a:t>
            </a:r>
          </a:p>
          <a:p>
            <a:r>
              <a:rPr lang="en-US" dirty="0"/>
              <a:t>In order to promote diversity, equity, and inclusion in PD research and care, the Michael J. Fox Foundation for Parkinson’s Research has identified four areas of action:</a:t>
            </a:r>
            <a:r>
              <a:rPr lang="en-US" baseline="30000" dirty="0"/>
              <a:t>3</a:t>
            </a:r>
            <a:endParaRPr lang="en-US" dirty="0"/>
          </a:p>
          <a:p>
            <a:pPr lvl="1"/>
            <a:r>
              <a:rPr lang="en-US" dirty="0"/>
              <a:t>Identifying barriers and solutions to research participation</a:t>
            </a:r>
          </a:p>
          <a:p>
            <a:pPr lvl="1"/>
            <a:r>
              <a:rPr lang="en-US" dirty="0"/>
              <a:t>Funding inclusive research with greater participant diversity</a:t>
            </a:r>
          </a:p>
          <a:p>
            <a:pPr lvl="1"/>
            <a:r>
              <a:rPr lang="en-US" dirty="0"/>
              <a:t>Building a clinician/researcher workforce committed to health equity</a:t>
            </a:r>
          </a:p>
          <a:p>
            <a:pPr lvl="1"/>
            <a:r>
              <a:rPr lang="en-US" dirty="0"/>
              <a:t>Supporting a more holistic understanding of PD</a:t>
            </a:r>
            <a:endParaRPr lang="en-GB" dirty="0"/>
          </a:p>
        </p:txBody>
      </p:sp>
      <p:sp>
        <p:nvSpPr>
          <p:cNvPr id="5" name="Text Placeholder 4">
            <a:extLst>
              <a:ext uri="{FF2B5EF4-FFF2-40B4-BE49-F238E27FC236}">
                <a16:creationId xmlns:a16="http://schemas.microsoft.com/office/drawing/2014/main" id="{75B73E2B-639F-1423-01B4-7483F0FE34C6}"/>
              </a:ext>
            </a:extLst>
          </p:cNvPr>
          <p:cNvSpPr>
            <a:spLocks noGrp="1"/>
          </p:cNvSpPr>
          <p:nvPr>
            <p:ph type="body" sz="quarter" idx="18"/>
          </p:nvPr>
        </p:nvSpPr>
        <p:spPr/>
        <p:txBody>
          <a:bodyPr/>
          <a:lstStyle/>
          <a:p>
            <a:r>
              <a:rPr lang="en-GB" dirty="0"/>
              <a:t>PD=Parkinson’s disease</a:t>
            </a:r>
          </a:p>
          <a:p>
            <a:endParaRPr lang="en-GB" dirty="0"/>
          </a:p>
          <a:p>
            <a:r>
              <a:rPr lang="en-GB" dirty="0"/>
              <a:t>1. Ben-Joseph et al. J </a:t>
            </a:r>
            <a:r>
              <a:rPr lang="en-GB" dirty="0" err="1"/>
              <a:t>Parkinsons</a:t>
            </a:r>
            <a:r>
              <a:rPr lang="en-GB" dirty="0"/>
              <a:t> Dis 2020;10(1):31–45; 2. Schumacher-Schuh et al. Mov </a:t>
            </a:r>
            <a:r>
              <a:rPr lang="en-GB" dirty="0" err="1"/>
              <a:t>Disord</a:t>
            </a:r>
            <a:r>
              <a:rPr lang="en-GB" dirty="0"/>
              <a:t> 2022;37(8):1593–1604; </a:t>
            </a:r>
            <a:r>
              <a:rPr lang="en-US" dirty="0"/>
              <a:t>3. Siddiqi &amp; </a:t>
            </a:r>
            <a:r>
              <a:rPr lang="en-US" dirty="0" err="1"/>
              <a:t>Koemeter</a:t>
            </a:r>
            <a:r>
              <a:rPr lang="en-US" dirty="0"/>
              <a:t>-Cox. J </a:t>
            </a:r>
            <a:r>
              <a:rPr lang="en-US" dirty="0" err="1"/>
              <a:t>Parkinsons</a:t>
            </a:r>
            <a:r>
              <a:rPr lang="en-US" dirty="0"/>
              <a:t> Dis 2021;11(3):905–908</a:t>
            </a:r>
            <a:endParaRPr lang="en-GB" dirty="0"/>
          </a:p>
        </p:txBody>
      </p:sp>
      <p:sp>
        <p:nvSpPr>
          <p:cNvPr id="6" name="Slide Number Placeholder 5">
            <a:extLst>
              <a:ext uri="{FF2B5EF4-FFF2-40B4-BE49-F238E27FC236}">
                <a16:creationId xmlns:a16="http://schemas.microsoft.com/office/drawing/2014/main" id="{DF24CE76-9888-D8D7-18F2-DA465F83AECE}"/>
              </a:ext>
            </a:extLst>
          </p:cNvPr>
          <p:cNvSpPr>
            <a:spLocks noGrp="1"/>
          </p:cNvSpPr>
          <p:nvPr>
            <p:ph type="sldNum" sz="quarter" idx="4"/>
          </p:nvPr>
        </p:nvSpPr>
        <p:spPr/>
        <p:txBody>
          <a:bodyPr/>
          <a:lstStyle/>
          <a:p>
            <a:fld id="{6DBC486D-4FAB-B746-8B02-8D7C842291C6}" type="slidenum">
              <a:rPr lang="en-US" smtClean="0"/>
              <a:pPr/>
              <a:t>8</a:t>
            </a:fld>
            <a:endParaRPr lang="en-US"/>
          </a:p>
        </p:txBody>
      </p:sp>
    </p:spTree>
    <p:extLst>
      <p:ext uri="{BB962C8B-B14F-4D97-AF65-F5344CB8AC3E}">
        <p14:creationId xmlns:p14="http://schemas.microsoft.com/office/powerpoint/2010/main" val="18316954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16"/>
          <p:cNvSpPr>
            <a:spLocks noGrp="1"/>
          </p:cNvSpPr>
          <p:nvPr>
            <p:ph type="body" sz="quarter" idx="17"/>
          </p:nvPr>
        </p:nvSpPr>
        <p:spPr/>
        <p:txBody>
          <a:bodyPr/>
          <a:lstStyle/>
          <a:p>
            <a:r>
              <a:rPr lang="en-GB"/>
              <a:t>Parkinson’s disease – Epidemiology and burden</a:t>
            </a:r>
          </a:p>
        </p:txBody>
      </p:sp>
      <p:sp>
        <p:nvSpPr>
          <p:cNvPr id="2" name="Title 1"/>
          <p:cNvSpPr>
            <a:spLocks noGrp="1"/>
          </p:cNvSpPr>
          <p:nvPr>
            <p:ph type="title"/>
          </p:nvPr>
        </p:nvSpPr>
        <p:spPr/>
        <p:txBody>
          <a:bodyPr/>
          <a:lstStyle/>
          <a:p>
            <a:r>
              <a:rPr lang="en-GB"/>
              <a:t>Prevalence of Parkinson’s disease by age</a:t>
            </a:r>
          </a:p>
        </p:txBody>
      </p:sp>
      <p:sp>
        <p:nvSpPr>
          <p:cNvPr id="7" name="Content Placeholder 6"/>
          <p:cNvSpPr>
            <a:spLocks noGrp="1"/>
          </p:cNvSpPr>
          <p:nvPr>
            <p:ph idx="20"/>
          </p:nvPr>
        </p:nvSpPr>
        <p:spPr/>
        <p:txBody>
          <a:bodyPr/>
          <a:lstStyle/>
          <a:p>
            <a:r>
              <a:rPr lang="en-GB" dirty="0"/>
              <a:t>In a meta-analysis of worldwide data, the prevalence of PD increased with age:</a:t>
            </a:r>
          </a:p>
          <a:p>
            <a:pPr lvl="1"/>
            <a:r>
              <a:rPr lang="en-GB" dirty="0"/>
              <a:t>From </a:t>
            </a:r>
            <a:r>
              <a:rPr lang="en-GB" b="1" dirty="0"/>
              <a:t>41 per 100,000</a:t>
            </a:r>
            <a:r>
              <a:rPr lang="en-GB" dirty="0"/>
              <a:t> people in individuals 40–49 years </a:t>
            </a:r>
          </a:p>
          <a:p>
            <a:pPr marL="989013" lvl="1" indent="0">
              <a:buNone/>
              <a:tabLst>
                <a:tab pos="989013" algn="l"/>
              </a:tabLst>
            </a:pPr>
            <a:r>
              <a:rPr lang="en-GB" dirty="0"/>
              <a:t>… to </a:t>
            </a:r>
            <a:r>
              <a:rPr lang="en-GB" b="1" dirty="0"/>
              <a:t>1,903 per 100,000 </a:t>
            </a:r>
            <a:r>
              <a:rPr lang="en-GB" dirty="0"/>
              <a:t>people in individuals 80+ </a:t>
            </a:r>
          </a:p>
          <a:p>
            <a:pPr lvl="1"/>
            <a:r>
              <a:rPr lang="en-GB" dirty="0"/>
              <a:t>(i.e., </a:t>
            </a:r>
            <a:r>
              <a:rPr lang="en-US" dirty="0"/>
              <a:t>approximately &gt;40 times more prevalent in populations aged 80+ years than in those aged 40–49 years</a:t>
            </a:r>
            <a:r>
              <a:rPr lang="en-GB" dirty="0"/>
              <a:t>)</a:t>
            </a:r>
            <a:r>
              <a:rPr lang="en-GB" baseline="30000" dirty="0"/>
              <a:t>1</a:t>
            </a:r>
          </a:p>
          <a:p>
            <a:r>
              <a:rPr lang="en-US" dirty="0"/>
              <a:t>Another analysis found that the mean age at onset of PD varied across the world:</a:t>
            </a:r>
            <a:r>
              <a:rPr lang="en-US" baseline="30000" dirty="0"/>
              <a:t>2</a:t>
            </a:r>
            <a:endParaRPr lang="en-US" dirty="0"/>
          </a:p>
          <a:p>
            <a:pPr lvl="1"/>
            <a:r>
              <a:rPr lang="en-US" dirty="0"/>
              <a:t>Colombia: 46.3 years</a:t>
            </a:r>
          </a:p>
          <a:p>
            <a:pPr lvl="1"/>
            <a:r>
              <a:rPr lang="en-US" dirty="0"/>
              <a:t>India: 51.0 years</a:t>
            </a:r>
          </a:p>
          <a:p>
            <a:pPr lvl="1"/>
            <a:r>
              <a:rPr lang="en-US" dirty="0"/>
              <a:t>Brazil: 55.2 years</a:t>
            </a:r>
          </a:p>
          <a:p>
            <a:pPr lvl="1"/>
            <a:r>
              <a:rPr lang="en-US" dirty="0"/>
              <a:t>Japan: 57.8 years</a:t>
            </a:r>
          </a:p>
          <a:p>
            <a:pPr lvl="1"/>
            <a:r>
              <a:rPr lang="en-US" dirty="0"/>
              <a:t>China: 59.6 years</a:t>
            </a:r>
          </a:p>
          <a:p>
            <a:pPr lvl="1"/>
            <a:r>
              <a:rPr lang="en-US" dirty="0"/>
              <a:t>South Africa: 59.8 years</a:t>
            </a:r>
            <a:endParaRPr lang="en-GB" dirty="0"/>
          </a:p>
          <a:p>
            <a:pPr lvl="1"/>
            <a:r>
              <a:rPr lang="en-US" dirty="0"/>
              <a:t>USA: 61.4 years</a:t>
            </a:r>
          </a:p>
          <a:p>
            <a:pPr lvl="1"/>
            <a:r>
              <a:rPr lang="en-US" dirty="0"/>
              <a:t>Russia: 65.0 years</a:t>
            </a:r>
          </a:p>
        </p:txBody>
      </p:sp>
      <p:sp>
        <p:nvSpPr>
          <p:cNvPr id="3" name="Text Placeholder 2">
            <a:extLst>
              <a:ext uri="{FF2B5EF4-FFF2-40B4-BE49-F238E27FC236}">
                <a16:creationId xmlns:a16="http://schemas.microsoft.com/office/drawing/2014/main" id="{8E411029-2CF5-481F-9B7C-64CB26F16910}"/>
              </a:ext>
            </a:extLst>
          </p:cNvPr>
          <p:cNvSpPr>
            <a:spLocks noGrp="1"/>
          </p:cNvSpPr>
          <p:nvPr>
            <p:ph type="body" sz="quarter" idx="18"/>
          </p:nvPr>
        </p:nvSpPr>
        <p:spPr/>
        <p:txBody>
          <a:bodyPr/>
          <a:lstStyle/>
          <a:p>
            <a:pPr marL="0" indent="0">
              <a:buNone/>
            </a:pPr>
            <a:endParaRPr lang="en-GB" dirty="0"/>
          </a:p>
          <a:p>
            <a:r>
              <a:rPr lang="en-GB" dirty="0"/>
              <a:t>PD=Parkinson’s disease</a:t>
            </a:r>
          </a:p>
          <a:p>
            <a:pPr marL="0" indent="0">
              <a:buNone/>
            </a:pPr>
            <a:endParaRPr lang="en-GB" dirty="0"/>
          </a:p>
          <a:p>
            <a:pPr marL="0" indent="0">
              <a:buNone/>
            </a:pPr>
            <a:r>
              <a:rPr lang="en-GB" dirty="0"/>
              <a:t>1. </a:t>
            </a:r>
            <a:r>
              <a:rPr lang="en-GB" dirty="0" err="1"/>
              <a:t>Pringsheim</a:t>
            </a:r>
            <a:r>
              <a:rPr lang="en-GB" dirty="0"/>
              <a:t> et al. Mov </a:t>
            </a:r>
            <a:r>
              <a:rPr lang="en-GB" dirty="0" err="1"/>
              <a:t>Disord</a:t>
            </a:r>
            <a:r>
              <a:rPr lang="en-GB" dirty="0"/>
              <a:t>  2014;29(13):1583–1590; 2. Prasad et al. Parkinsonism </a:t>
            </a:r>
            <a:r>
              <a:rPr lang="en-GB" dirty="0" err="1"/>
              <a:t>Relat</a:t>
            </a:r>
            <a:r>
              <a:rPr lang="en-GB" dirty="0"/>
              <a:t> </a:t>
            </a:r>
            <a:r>
              <a:rPr lang="en-GB" dirty="0" err="1"/>
              <a:t>Disord</a:t>
            </a:r>
            <a:r>
              <a:rPr lang="en-GB" dirty="0"/>
              <a:t> 2022;105:111–113</a:t>
            </a:r>
          </a:p>
        </p:txBody>
      </p:sp>
      <p:sp>
        <p:nvSpPr>
          <p:cNvPr id="4" name="Slide Number Placeholder 3"/>
          <p:cNvSpPr>
            <a:spLocks noGrp="1"/>
          </p:cNvSpPr>
          <p:nvPr>
            <p:ph type="sldNum" sz="quarter" idx="4"/>
          </p:nvPr>
        </p:nvSpPr>
        <p:spPr/>
        <p:txBody>
          <a:bodyPr/>
          <a:lstStyle/>
          <a:p>
            <a:fld id="{6DBC486D-4FAB-B746-8B02-8D7C842291C6}" type="slidenum">
              <a:rPr lang="en-GB" smtClean="0"/>
              <a:pPr/>
              <a:t>9</a:t>
            </a:fld>
            <a:endParaRPr lang="en-GB"/>
          </a:p>
        </p:txBody>
      </p:sp>
      <p:sp>
        <p:nvSpPr>
          <p:cNvPr id="19" name="Rectangle 18"/>
          <p:cNvSpPr/>
          <p:nvPr/>
        </p:nvSpPr>
        <p:spPr>
          <a:xfrm>
            <a:off x="6129338" y="1375720"/>
            <a:ext cx="5224462" cy="584775"/>
          </a:xfrm>
          <a:prstGeom prst="rect">
            <a:avLst/>
          </a:prstGeom>
        </p:spPr>
        <p:txBody>
          <a:bodyPr wrap="square">
            <a:spAutoFit/>
          </a:bodyPr>
          <a:lstStyle/>
          <a:p>
            <a:pPr algn="ctr"/>
            <a:r>
              <a:rPr lang="en-GB" sz="1600" b="1">
                <a:solidFill>
                  <a:schemeClr val="accent5">
                    <a:lumMod val="75000"/>
                  </a:schemeClr>
                </a:solidFill>
                <a:latin typeface="Arial" panose="020B0604020202020204" pitchFamily="34" charset="0"/>
                <a:cs typeface="Arial" panose="020B0604020202020204" pitchFamily="34" charset="0"/>
              </a:rPr>
              <a:t>Prevalence of PD by age and geographic location (per 100,000 people)</a:t>
            </a:r>
            <a:r>
              <a:rPr lang="en-GB" sz="1600" b="1" baseline="30000">
                <a:solidFill>
                  <a:schemeClr val="accent5">
                    <a:lumMod val="75000"/>
                  </a:schemeClr>
                </a:solidFill>
                <a:latin typeface="Arial" panose="020B0604020202020204" pitchFamily="34" charset="0"/>
                <a:cs typeface="Arial" panose="020B0604020202020204" pitchFamily="34" charset="0"/>
              </a:rPr>
              <a:t>1</a:t>
            </a:r>
            <a:endParaRPr lang="en-GB" sz="1600" b="1">
              <a:solidFill>
                <a:schemeClr val="accent5">
                  <a:lumMod val="75000"/>
                </a:schemeClr>
              </a:solidFill>
              <a:latin typeface="Arial" panose="020B0604020202020204" pitchFamily="34" charset="0"/>
              <a:cs typeface="Arial" panose="020B0604020202020204" pitchFamily="34" charset="0"/>
            </a:endParaRPr>
          </a:p>
        </p:txBody>
      </p:sp>
      <p:graphicFrame>
        <p:nvGraphicFramePr>
          <p:cNvPr id="26" name="Content Placeholder 10"/>
          <p:cNvGraphicFramePr>
            <a:graphicFrameLocks/>
          </p:cNvGraphicFramePr>
          <p:nvPr>
            <p:extLst>
              <p:ext uri="{D42A27DB-BD31-4B8C-83A1-F6EECF244321}">
                <p14:modId xmlns:p14="http://schemas.microsoft.com/office/powerpoint/2010/main" val="3324189137"/>
              </p:ext>
            </p:extLst>
          </p:nvPr>
        </p:nvGraphicFramePr>
        <p:xfrm>
          <a:off x="6129338" y="2071688"/>
          <a:ext cx="5224461" cy="2557464"/>
        </p:xfrm>
        <a:graphic>
          <a:graphicData uri="http://schemas.openxmlformats.org/drawingml/2006/table">
            <a:tbl>
              <a:tblPr firstRow="1" bandRow="1">
                <a:tableStyleId>{00A15C55-8517-42AA-B614-E9B94910E393}</a:tableStyleId>
              </a:tblPr>
              <a:tblGrid>
                <a:gridCol w="1621385">
                  <a:extLst>
                    <a:ext uri="{9D8B030D-6E8A-4147-A177-3AD203B41FA5}">
                      <a16:colId xmlns:a16="http://schemas.microsoft.com/office/drawing/2014/main" val="3340142111"/>
                    </a:ext>
                  </a:extLst>
                </a:gridCol>
                <a:gridCol w="900769">
                  <a:extLst>
                    <a:ext uri="{9D8B030D-6E8A-4147-A177-3AD203B41FA5}">
                      <a16:colId xmlns:a16="http://schemas.microsoft.com/office/drawing/2014/main" val="267650200"/>
                    </a:ext>
                  </a:extLst>
                </a:gridCol>
                <a:gridCol w="900769">
                  <a:extLst>
                    <a:ext uri="{9D8B030D-6E8A-4147-A177-3AD203B41FA5}">
                      <a16:colId xmlns:a16="http://schemas.microsoft.com/office/drawing/2014/main" val="468378397"/>
                    </a:ext>
                  </a:extLst>
                </a:gridCol>
                <a:gridCol w="900769">
                  <a:extLst>
                    <a:ext uri="{9D8B030D-6E8A-4147-A177-3AD203B41FA5}">
                      <a16:colId xmlns:a16="http://schemas.microsoft.com/office/drawing/2014/main" val="1752699717"/>
                    </a:ext>
                  </a:extLst>
                </a:gridCol>
                <a:gridCol w="900769">
                  <a:extLst>
                    <a:ext uri="{9D8B030D-6E8A-4147-A177-3AD203B41FA5}">
                      <a16:colId xmlns:a16="http://schemas.microsoft.com/office/drawing/2014/main" val="736208651"/>
                    </a:ext>
                  </a:extLst>
                </a:gridCol>
              </a:tblGrid>
              <a:tr h="396227">
                <a:tc rowSpan="2">
                  <a:txBody>
                    <a:bodyPr/>
                    <a:lstStyle/>
                    <a:p>
                      <a:r>
                        <a:rPr lang="en-GB" sz="1600">
                          <a:solidFill>
                            <a:schemeClr val="bg1"/>
                          </a:solidFill>
                        </a:rPr>
                        <a:t>Location</a:t>
                      </a:r>
                      <a:endParaRPr lang="en-GB" sz="1600">
                        <a:solidFill>
                          <a:schemeClr val="bg1"/>
                        </a:solidFill>
                        <a:latin typeface="Arial" panose="020B0604020202020204" pitchFamily="34" charset="0"/>
                        <a:cs typeface="Arial" panose="020B0604020202020204" pitchFamily="34" charset="0"/>
                      </a:endParaRPr>
                    </a:p>
                  </a:txBody>
                  <a:tcPr marL="109708" marR="109708"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5">
                        <a:lumMod val="75000"/>
                      </a:schemeClr>
                    </a:solidFill>
                  </a:tcPr>
                </a:tc>
                <a:tc gridSpan="4">
                  <a:txBody>
                    <a:bodyPr/>
                    <a:lstStyle/>
                    <a:p>
                      <a:pPr algn="ctr"/>
                      <a:r>
                        <a:rPr lang="en-GB" sz="1600">
                          <a:solidFill>
                            <a:schemeClr val="bg1"/>
                          </a:solidFill>
                        </a:rPr>
                        <a:t>Age range (years)</a:t>
                      </a:r>
                      <a:endParaRPr lang="en-GB" sz="1600">
                        <a:solidFill>
                          <a:schemeClr val="bg1"/>
                        </a:solidFill>
                        <a:latin typeface="Arial" panose="020B0604020202020204" pitchFamily="34" charset="0"/>
                        <a:cs typeface="Arial" panose="020B0604020202020204" pitchFamily="34" charset="0"/>
                      </a:endParaRPr>
                    </a:p>
                  </a:txBody>
                  <a:tcPr marL="109708" marR="109708" anchor="ctr">
                    <a:lnL w="12700" cmpd="sng">
                      <a:noFill/>
                    </a:lnL>
                    <a:lnR w="12700" cmpd="sng">
                      <a:noFill/>
                    </a:lnR>
                    <a:lnT w="12700" cmpd="sng">
                      <a:noFill/>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tc hMerge="1">
                  <a:txBody>
                    <a:bodyPr/>
                    <a:lstStyle/>
                    <a:p>
                      <a:pPr algn="ctr"/>
                      <a:endParaRPr lang="en-GB" sz="1600" dirty="0">
                        <a:solidFill>
                          <a:schemeClr val="tx1"/>
                        </a:solidFill>
                        <a:latin typeface="Arial" panose="020B0604020202020204" pitchFamily="34" charset="0"/>
                        <a:cs typeface="Arial" panose="020B0604020202020204" pitchFamily="34" charset="0"/>
                      </a:endParaRPr>
                    </a:p>
                  </a:txBody>
                  <a:tcPr marL="109708" marR="109708" anchor="ctr">
                    <a:lnL w="12700" cmpd="sng">
                      <a:noFill/>
                    </a:lnL>
                    <a:lnR w="12700" cmpd="sng">
                      <a:noFill/>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GB" sz="1600" dirty="0">
                        <a:solidFill>
                          <a:schemeClr val="tx1"/>
                        </a:solidFill>
                        <a:latin typeface="Arial" panose="020B0604020202020204" pitchFamily="34" charset="0"/>
                        <a:cs typeface="Arial" panose="020B0604020202020204" pitchFamily="34" charset="0"/>
                      </a:endParaRPr>
                    </a:p>
                  </a:txBody>
                  <a:tcPr marL="109708" marR="109708" anchor="ctr">
                    <a:lnL w="12700" cmpd="sng">
                      <a:noFill/>
                    </a:lnL>
                    <a:lnR w="12700" cmpd="sng">
                      <a:noFill/>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GB" sz="1600" dirty="0">
                        <a:solidFill>
                          <a:schemeClr val="tx1"/>
                        </a:solidFill>
                        <a:latin typeface="Arial" panose="020B0604020202020204" pitchFamily="34" charset="0"/>
                        <a:cs typeface="Arial" panose="020B0604020202020204" pitchFamily="34" charset="0"/>
                      </a:endParaRPr>
                    </a:p>
                  </a:txBody>
                  <a:tcPr marL="109708" marR="109708" anchor="ctr">
                    <a:lnL w="12700" cmpd="sng">
                      <a:noFill/>
                    </a:lnL>
                    <a:lnR w="12700" cmpd="sng">
                      <a:noFill/>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95855716"/>
                  </a:ext>
                </a:extLst>
              </a:tr>
              <a:tr h="396227">
                <a:tc vMerge="1">
                  <a:txBody>
                    <a:bodyPr/>
                    <a:lstStyle/>
                    <a:p>
                      <a:endParaRPr lang="en-GB" sz="1600" dirty="0">
                        <a:solidFill>
                          <a:schemeClr val="tx1"/>
                        </a:solidFill>
                        <a:latin typeface="Arial" panose="020B0604020202020204" pitchFamily="34" charset="0"/>
                        <a:cs typeface="Arial" panose="020B0604020202020204" pitchFamily="34" charset="0"/>
                      </a:endParaRPr>
                    </a:p>
                  </a:txBody>
                  <a:tcPr marL="109708" marR="109708" anchor="ctr">
                    <a:lnL w="12700" cmpd="sng">
                      <a:noFill/>
                    </a:lnL>
                    <a:lnR w="12700" cmpd="sng">
                      <a:noFill/>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600">
                          <a:solidFill>
                            <a:schemeClr val="bg1"/>
                          </a:solidFill>
                        </a:rPr>
                        <a:t>50–59</a:t>
                      </a:r>
                      <a:endParaRPr lang="en-GB" sz="1600">
                        <a:solidFill>
                          <a:schemeClr val="bg1"/>
                        </a:solidFill>
                        <a:latin typeface="Arial" panose="020B0604020202020204" pitchFamily="34" charset="0"/>
                        <a:cs typeface="Arial" panose="020B0604020202020204" pitchFamily="34" charset="0"/>
                      </a:endParaRPr>
                    </a:p>
                  </a:txBody>
                  <a:tcPr marL="109708" marR="109708" anchor="ctr">
                    <a:lnL w="38100" cmpd="sng">
                      <a:noFill/>
                    </a:lnL>
                    <a:lnR w="12700" cmpd="sng">
                      <a:noFill/>
                    </a:lnR>
                    <a:lnT w="1905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5">
                        <a:lumMod val="75000"/>
                      </a:schemeClr>
                    </a:solidFill>
                  </a:tcPr>
                </a:tc>
                <a:tc>
                  <a:txBody>
                    <a:bodyPr/>
                    <a:lstStyle/>
                    <a:p>
                      <a:pPr algn="ctr"/>
                      <a:r>
                        <a:rPr lang="en-GB" sz="1600">
                          <a:solidFill>
                            <a:schemeClr val="bg1"/>
                          </a:solidFill>
                        </a:rPr>
                        <a:t>60–69</a:t>
                      </a:r>
                      <a:endParaRPr lang="en-GB" sz="1600">
                        <a:solidFill>
                          <a:schemeClr val="bg1"/>
                        </a:solidFill>
                        <a:latin typeface="Arial" panose="020B0604020202020204" pitchFamily="34" charset="0"/>
                        <a:cs typeface="Arial" panose="020B0604020202020204" pitchFamily="34" charset="0"/>
                      </a:endParaRPr>
                    </a:p>
                  </a:txBody>
                  <a:tcPr marL="109708" marR="109708" anchor="ctr">
                    <a:lnL w="12700" cmpd="sng">
                      <a:noFill/>
                    </a:lnL>
                    <a:lnR w="12700" cmpd="sng">
                      <a:noFill/>
                    </a:lnR>
                    <a:lnT w="1905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5">
                        <a:lumMod val="75000"/>
                      </a:schemeClr>
                    </a:solidFill>
                  </a:tcPr>
                </a:tc>
                <a:tc>
                  <a:txBody>
                    <a:bodyPr/>
                    <a:lstStyle/>
                    <a:p>
                      <a:pPr algn="ctr"/>
                      <a:r>
                        <a:rPr lang="en-GB" sz="1600">
                          <a:solidFill>
                            <a:schemeClr val="bg1"/>
                          </a:solidFill>
                        </a:rPr>
                        <a:t>70–79</a:t>
                      </a:r>
                      <a:endParaRPr lang="en-GB" sz="1600">
                        <a:solidFill>
                          <a:schemeClr val="bg1"/>
                        </a:solidFill>
                        <a:latin typeface="Arial" panose="020B0604020202020204" pitchFamily="34" charset="0"/>
                        <a:cs typeface="Arial" panose="020B0604020202020204" pitchFamily="34" charset="0"/>
                      </a:endParaRPr>
                    </a:p>
                  </a:txBody>
                  <a:tcPr marL="109708" marR="109708" anchor="ctr">
                    <a:lnL w="12700" cmpd="sng">
                      <a:noFill/>
                    </a:lnL>
                    <a:lnR w="12700" cmpd="sng">
                      <a:noFill/>
                    </a:lnR>
                    <a:lnT w="1905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5">
                        <a:lumMod val="75000"/>
                      </a:schemeClr>
                    </a:solidFill>
                  </a:tcPr>
                </a:tc>
                <a:tc>
                  <a:txBody>
                    <a:bodyPr/>
                    <a:lstStyle/>
                    <a:p>
                      <a:pPr algn="ctr"/>
                      <a:r>
                        <a:rPr lang="en-GB" sz="1600">
                          <a:solidFill>
                            <a:schemeClr val="bg1"/>
                          </a:solidFill>
                        </a:rPr>
                        <a:t>80+</a:t>
                      </a:r>
                      <a:endParaRPr lang="en-GB" sz="1600">
                        <a:solidFill>
                          <a:schemeClr val="bg1"/>
                        </a:solidFill>
                        <a:latin typeface="Arial" panose="020B0604020202020204" pitchFamily="34" charset="0"/>
                        <a:cs typeface="Arial" panose="020B0604020202020204" pitchFamily="34" charset="0"/>
                      </a:endParaRPr>
                    </a:p>
                  </a:txBody>
                  <a:tcPr marL="109708" marR="109708" anchor="ctr">
                    <a:lnL w="12700" cmpd="sng">
                      <a:noFill/>
                    </a:lnL>
                    <a:lnR w="12700" cmpd="sng">
                      <a:noFill/>
                    </a:lnR>
                    <a:lnT w="1905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5">
                        <a:lumMod val="75000"/>
                      </a:schemeClr>
                    </a:solidFill>
                  </a:tcPr>
                </a:tc>
                <a:extLst>
                  <a:ext uri="{0D108BD9-81ED-4DB2-BD59-A6C34878D82A}">
                    <a16:rowId xmlns:a16="http://schemas.microsoft.com/office/drawing/2014/main" val="1458322063"/>
                  </a:ext>
                </a:extLst>
              </a:tr>
              <a:tr h="396227">
                <a:tc>
                  <a:txBody>
                    <a:bodyPr/>
                    <a:lstStyle/>
                    <a:p>
                      <a:r>
                        <a:rPr lang="en-GB" sz="1600">
                          <a:solidFill>
                            <a:schemeClr val="tx1"/>
                          </a:solidFill>
                        </a:rPr>
                        <a:t>South America</a:t>
                      </a:r>
                      <a:endParaRPr lang="en-GB" sz="1600">
                        <a:solidFill>
                          <a:schemeClr val="tx1"/>
                        </a:solidFill>
                        <a:latin typeface="Arial" panose="020B0604020202020204" pitchFamily="34" charset="0"/>
                        <a:cs typeface="Arial" panose="020B0604020202020204" pitchFamily="34" charset="0"/>
                      </a:endParaRPr>
                    </a:p>
                  </a:txBody>
                  <a:tcPr marL="109708" marR="109708"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en-GB" sz="1600">
                          <a:solidFill>
                            <a:schemeClr val="tx1"/>
                          </a:solidFill>
                        </a:rPr>
                        <a:t>228</a:t>
                      </a:r>
                      <a:endParaRPr lang="en-GB" sz="1600">
                        <a:solidFill>
                          <a:schemeClr val="tx1"/>
                        </a:solidFill>
                        <a:latin typeface="Arial" panose="020B0604020202020204" pitchFamily="34" charset="0"/>
                        <a:cs typeface="Arial" panose="020B0604020202020204" pitchFamily="34" charset="0"/>
                      </a:endParaRPr>
                    </a:p>
                  </a:txBody>
                  <a:tcPr marL="109708" marR="109708"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en-GB" sz="1600">
                          <a:solidFill>
                            <a:schemeClr val="tx1"/>
                          </a:solidFill>
                        </a:rPr>
                        <a:t>637</a:t>
                      </a:r>
                      <a:endParaRPr lang="en-GB" sz="1600">
                        <a:solidFill>
                          <a:schemeClr val="tx1"/>
                        </a:solidFill>
                        <a:latin typeface="Arial" panose="020B0604020202020204" pitchFamily="34" charset="0"/>
                        <a:cs typeface="Arial" panose="020B0604020202020204" pitchFamily="34" charset="0"/>
                      </a:endParaRPr>
                    </a:p>
                  </a:txBody>
                  <a:tcPr marL="109708" marR="109708"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en-GB" sz="1600">
                          <a:solidFill>
                            <a:schemeClr val="tx1"/>
                          </a:solidFill>
                        </a:rPr>
                        <a:t>2,180</a:t>
                      </a:r>
                      <a:endParaRPr lang="en-GB" sz="1600">
                        <a:solidFill>
                          <a:schemeClr val="tx1"/>
                        </a:solidFill>
                        <a:latin typeface="Arial" panose="020B0604020202020204" pitchFamily="34" charset="0"/>
                        <a:cs typeface="Arial" panose="020B0604020202020204" pitchFamily="34" charset="0"/>
                      </a:endParaRPr>
                    </a:p>
                  </a:txBody>
                  <a:tcPr marL="109708" marR="109708"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en-GB" sz="1600">
                          <a:solidFill>
                            <a:schemeClr val="tx1"/>
                          </a:solidFill>
                        </a:rPr>
                        <a:t>6,095</a:t>
                      </a:r>
                      <a:endParaRPr lang="en-GB" sz="1600">
                        <a:solidFill>
                          <a:schemeClr val="tx1"/>
                        </a:solidFill>
                        <a:latin typeface="Arial" panose="020B0604020202020204" pitchFamily="34" charset="0"/>
                        <a:cs typeface="Arial" panose="020B0604020202020204" pitchFamily="34" charset="0"/>
                      </a:endParaRPr>
                    </a:p>
                  </a:txBody>
                  <a:tcPr marL="109708" marR="109708"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43466105"/>
                  </a:ext>
                </a:extLst>
              </a:tr>
              <a:tr h="972556">
                <a:tc>
                  <a:txBody>
                    <a:bodyPr/>
                    <a:lstStyle/>
                    <a:p>
                      <a:r>
                        <a:rPr lang="en-GB" sz="1600">
                          <a:solidFill>
                            <a:schemeClr val="tx1"/>
                          </a:solidFill>
                        </a:rPr>
                        <a:t>Europe/</a:t>
                      </a:r>
                      <a:br>
                        <a:rPr lang="en-GB" sz="1600">
                          <a:solidFill>
                            <a:schemeClr val="tx1"/>
                          </a:solidFill>
                        </a:rPr>
                      </a:br>
                      <a:r>
                        <a:rPr lang="en-GB" sz="1600">
                          <a:solidFill>
                            <a:schemeClr val="tx1"/>
                          </a:solidFill>
                        </a:rPr>
                        <a:t>North America/</a:t>
                      </a:r>
                      <a:br>
                        <a:rPr lang="en-GB" sz="1600">
                          <a:solidFill>
                            <a:schemeClr val="tx1"/>
                          </a:solidFill>
                        </a:rPr>
                      </a:br>
                      <a:r>
                        <a:rPr lang="en-GB" sz="1600">
                          <a:solidFill>
                            <a:schemeClr val="tx1"/>
                          </a:solidFill>
                        </a:rPr>
                        <a:t>Australia</a:t>
                      </a:r>
                      <a:endParaRPr lang="en-GB" sz="1600">
                        <a:solidFill>
                          <a:schemeClr val="tx1"/>
                        </a:solidFill>
                        <a:latin typeface="Arial" panose="020B0604020202020204" pitchFamily="34" charset="0"/>
                        <a:cs typeface="Arial" panose="020B0604020202020204" pitchFamily="34" charset="0"/>
                      </a:endParaRPr>
                    </a:p>
                  </a:txBody>
                  <a:tcPr marL="109708" marR="109708"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GB" sz="1600">
                          <a:solidFill>
                            <a:schemeClr val="tx1"/>
                          </a:solidFill>
                        </a:rPr>
                        <a:t>113</a:t>
                      </a:r>
                      <a:endParaRPr lang="en-GB" sz="1600">
                        <a:solidFill>
                          <a:schemeClr val="tx1"/>
                        </a:solidFill>
                        <a:latin typeface="Arial" panose="020B0604020202020204" pitchFamily="34" charset="0"/>
                        <a:cs typeface="Arial" panose="020B0604020202020204" pitchFamily="34" charset="0"/>
                      </a:endParaRPr>
                    </a:p>
                  </a:txBody>
                  <a:tcPr marL="109708" marR="109708"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GB" sz="1600">
                          <a:solidFill>
                            <a:schemeClr val="tx1"/>
                          </a:solidFill>
                        </a:rPr>
                        <a:t>540</a:t>
                      </a:r>
                      <a:endParaRPr lang="en-GB" sz="1600">
                        <a:solidFill>
                          <a:schemeClr val="tx1"/>
                        </a:solidFill>
                        <a:latin typeface="Arial" panose="020B0604020202020204" pitchFamily="34" charset="0"/>
                        <a:cs typeface="Arial" panose="020B0604020202020204" pitchFamily="34" charset="0"/>
                      </a:endParaRPr>
                    </a:p>
                  </a:txBody>
                  <a:tcPr marL="109708" marR="109708"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GB" sz="1600">
                          <a:solidFill>
                            <a:schemeClr val="tx1"/>
                          </a:solidFill>
                        </a:rPr>
                        <a:t>1,602</a:t>
                      </a:r>
                      <a:endParaRPr lang="en-GB" sz="1600">
                        <a:solidFill>
                          <a:schemeClr val="tx1"/>
                        </a:solidFill>
                        <a:latin typeface="Arial" panose="020B0604020202020204" pitchFamily="34" charset="0"/>
                        <a:cs typeface="Arial" panose="020B0604020202020204" pitchFamily="34" charset="0"/>
                      </a:endParaRPr>
                    </a:p>
                  </a:txBody>
                  <a:tcPr marL="109708" marR="109708"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GB" sz="1600">
                          <a:solidFill>
                            <a:schemeClr val="tx1"/>
                          </a:solidFill>
                        </a:rPr>
                        <a:t>2,953</a:t>
                      </a:r>
                      <a:endParaRPr lang="en-GB" sz="1600">
                        <a:solidFill>
                          <a:schemeClr val="tx1"/>
                        </a:solidFill>
                        <a:latin typeface="Arial" panose="020B0604020202020204" pitchFamily="34" charset="0"/>
                        <a:cs typeface="Arial" panose="020B0604020202020204" pitchFamily="34" charset="0"/>
                      </a:endParaRPr>
                    </a:p>
                  </a:txBody>
                  <a:tcPr marL="109708" marR="109708"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543082492"/>
                  </a:ext>
                </a:extLst>
              </a:tr>
              <a:tr h="396227">
                <a:tc>
                  <a:txBody>
                    <a:bodyPr/>
                    <a:lstStyle/>
                    <a:p>
                      <a:r>
                        <a:rPr lang="en-GB" sz="1600">
                          <a:solidFill>
                            <a:schemeClr val="tx1"/>
                          </a:solidFill>
                        </a:rPr>
                        <a:t>Asia</a:t>
                      </a:r>
                      <a:endParaRPr lang="en-GB" sz="1600">
                        <a:solidFill>
                          <a:schemeClr val="tx1"/>
                        </a:solidFill>
                        <a:latin typeface="Arial" panose="020B0604020202020204" pitchFamily="34" charset="0"/>
                        <a:cs typeface="Arial" panose="020B0604020202020204" pitchFamily="34" charset="0"/>
                      </a:endParaRPr>
                    </a:p>
                  </a:txBody>
                  <a:tcPr marL="109708" marR="109708" anchor="ctr">
                    <a:lnL w="12700" cmpd="sng">
                      <a:noFill/>
                    </a:lnL>
                    <a:lnR w="12700" cmpd="sng">
                      <a:noFill/>
                    </a:lnR>
                    <a:lnT w="12700" cmpd="sng">
                      <a:noFill/>
                    </a:lnT>
                    <a:lnB w="19050" cap="flat" cmpd="sng" algn="ctr">
                      <a:solidFill>
                        <a:schemeClr val="accent5">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1600">
                          <a:solidFill>
                            <a:schemeClr val="tx1"/>
                          </a:solidFill>
                        </a:rPr>
                        <a:t>88</a:t>
                      </a:r>
                      <a:endParaRPr lang="en-GB" sz="1600">
                        <a:solidFill>
                          <a:schemeClr val="tx1"/>
                        </a:solidFill>
                        <a:latin typeface="Arial" panose="020B0604020202020204" pitchFamily="34" charset="0"/>
                        <a:cs typeface="Arial" panose="020B0604020202020204" pitchFamily="34" charset="0"/>
                      </a:endParaRPr>
                    </a:p>
                  </a:txBody>
                  <a:tcPr marL="109708" marR="109708" anchor="ctr">
                    <a:lnL w="12700" cmpd="sng">
                      <a:noFill/>
                    </a:lnL>
                    <a:lnR w="12700" cmpd="sng">
                      <a:noFill/>
                    </a:lnR>
                    <a:lnT w="12700" cmpd="sng">
                      <a:noFill/>
                    </a:lnT>
                    <a:lnB w="19050" cap="flat" cmpd="sng" algn="ctr">
                      <a:solidFill>
                        <a:schemeClr val="accent5">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1600">
                          <a:solidFill>
                            <a:schemeClr val="tx1"/>
                          </a:solidFill>
                        </a:rPr>
                        <a:t>376</a:t>
                      </a:r>
                      <a:endParaRPr lang="en-GB" sz="1600">
                        <a:solidFill>
                          <a:schemeClr val="tx1"/>
                        </a:solidFill>
                        <a:latin typeface="Arial" panose="020B0604020202020204" pitchFamily="34" charset="0"/>
                        <a:cs typeface="Arial" panose="020B0604020202020204" pitchFamily="34" charset="0"/>
                      </a:endParaRPr>
                    </a:p>
                  </a:txBody>
                  <a:tcPr marL="109708" marR="109708" anchor="ctr">
                    <a:lnL w="12700" cmpd="sng">
                      <a:noFill/>
                    </a:lnL>
                    <a:lnR w="12700" cmpd="sng">
                      <a:noFill/>
                    </a:lnR>
                    <a:lnT w="12700" cmpd="sng">
                      <a:noFill/>
                    </a:lnT>
                    <a:lnB w="19050" cap="flat" cmpd="sng" algn="ctr">
                      <a:solidFill>
                        <a:schemeClr val="accent5">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1600">
                          <a:solidFill>
                            <a:schemeClr val="tx1"/>
                          </a:solidFill>
                        </a:rPr>
                        <a:t>646</a:t>
                      </a:r>
                      <a:endParaRPr lang="en-GB" sz="1600">
                        <a:solidFill>
                          <a:schemeClr val="tx1"/>
                        </a:solidFill>
                        <a:latin typeface="Arial" panose="020B0604020202020204" pitchFamily="34" charset="0"/>
                        <a:cs typeface="Arial" panose="020B0604020202020204" pitchFamily="34" charset="0"/>
                      </a:endParaRPr>
                    </a:p>
                  </a:txBody>
                  <a:tcPr marL="109708" marR="109708" anchor="ctr">
                    <a:lnL w="12700" cmpd="sng">
                      <a:noFill/>
                    </a:lnL>
                    <a:lnR w="12700" cmpd="sng">
                      <a:noFill/>
                    </a:lnR>
                    <a:lnT w="12700" cmpd="sng">
                      <a:noFill/>
                    </a:lnT>
                    <a:lnB w="19050" cap="flat" cmpd="sng" algn="ctr">
                      <a:solidFill>
                        <a:schemeClr val="accent5">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1600">
                          <a:solidFill>
                            <a:schemeClr val="tx1"/>
                          </a:solidFill>
                        </a:rPr>
                        <a:t>1,418</a:t>
                      </a:r>
                      <a:endParaRPr lang="en-GB" sz="1600">
                        <a:solidFill>
                          <a:schemeClr val="tx1"/>
                        </a:solidFill>
                        <a:latin typeface="Arial" panose="020B0604020202020204" pitchFamily="34" charset="0"/>
                        <a:cs typeface="Arial" panose="020B0604020202020204" pitchFamily="34" charset="0"/>
                      </a:endParaRPr>
                    </a:p>
                  </a:txBody>
                  <a:tcPr marL="109708" marR="109708" anchor="ctr">
                    <a:lnL w="12700" cmpd="sng">
                      <a:noFill/>
                    </a:lnL>
                    <a:lnR w="12700" cmpd="sng">
                      <a:noFill/>
                    </a:lnR>
                    <a:lnT w="12700" cmpd="sng">
                      <a:noFill/>
                    </a:lnT>
                    <a:lnB w="19050" cap="flat" cmpd="sng" algn="ctr">
                      <a:solidFill>
                        <a:schemeClr val="accent5">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21694631"/>
                  </a:ext>
                </a:extLst>
              </a:tr>
            </a:tbl>
          </a:graphicData>
        </a:graphic>
      </p:graphicFrame>
      <p:sp>
        <p:nvSpPr>
          <p:cNvPr id="8" name="TextBox 7">
            <a:extLst>
              <a:ext uri="{FF2B5EF4-FFF2-40B4-BE49-F238E27FC236}">
                <a16:creationId xmlns:a16="http://schemas.microsoft.com/office/drawing/2014/main" id="{BA7934EF-EE76-FB0E-2684-71899CDBF471}"/>
              </a:ext>
            </a:extLst>
          </p:cNvPr>
          <p:cNvSpPr txBox="1"/>
          <p:nvPr/>
        </p:nvSpPr>
        <p:spPr>
          <a:xfrm>
            <a:off x="6129338" y="4862880"/>
            <a:ext cx="5224462" cy="584775"/>
          </a:xfrm>
          <a:prstGeom prst="rect">
            <a:avLst/>
          </a:prstGeom>
          <a:noFill/>
        </p:spPr>
        <p:txBody>
          <a:bodyPr wrap="square">
            <a:spAutoFit/>
          </a:bodyPr>
          <a:lstStyle/>
          <a:p>
            <a:pPr algn="ctr"/>
            <a:r>
              <a:rPr lang="en-GB" sz="1600"/>
              <a:t>Comparing regions of the world, Asia had a lower prevalence than other areas at all ages studied</a:t>
            </a:r>
            <a:r>
              <a:rPr lang="en-GB" sz="1600" baseline="30000"/>
              <a:t>1</a:t>
            </a:r>
          </a:p>
        </p:txBody>
      </p:sp>
      <p:pic>
        <p:nvPicPr>
          <p:cNvPr id="18" name="Picture 17">
            <a:extLst>
              <a:ext uri="{FF2B5EF4-FFF2-40B4-BE49-F238E27FC236}">
                <a16:creationId xmlns:a16="http://schemas.microsoft.com/office/drawing/2014/main" id="{35F462EF-569A-6500-B549-EA133EB62EEC}"/>
              </a:ext>
            </a:extLst>
          </p:cNvPr>
          <p:cNvPicPr>
            <a:picLocks noChangeAspect="1"/>
          </p:cNvPicPr>
          <p:nvPr/>
        </p:nvPicPr>
        <p:blipFill>
          <a:blip r:embed="rId3"/>
          <a:stretch>
            <a:fillRect/>
          </a:stretch>
        </p:blipFill>
        <p:spPr>
          <a:xfrm>
            <a:off x="2398683" y="3966462"/>
            <a:ext cx="3645724" cy="1865538"/>
          </a:xfrm>
          <a:prstGeom prst="rect">
            <a:avLst/>
          </a:prstGeom>
        </p:spPr>
      </p:pic>
    </p:spTree>
    <p:extLst>
      <p:ext uri="{BB962C8B-B14F-4D97-AF65-F5344CB8AC3E}">
        <p14:creationId xmlns:p14="http://schemas.microsoft.com/office/powerpoint/2010/main" val="26138707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7"/>
          </p:nvPr>
        </p:nvSpPr>
        <p:spPr/>
        <p:txBody>
          <a:bodyPr/>
          <a:lstStyle/>
          <a:p>
            <a:r>
              <a:rPr lang="en-GB"/>
              <a:t>Parkinson’s disease – Epidemiology and burden</a:t>
            </a:r>
          </a:p>
        </p:txBody>
      </p:sp>
      <p:sp>
        <p:nvSpPr>
          <p:cNvPr id="2" name="Title 1"/>
          <p:cNvSpPr>
            <a:spLocks noGrp="1"/>
          </p:cNvSpPr>
          <p:nvPr>
            <p:ph type="title"/>
          </p:nvPr>
        </p:nvSpPr>
        <p:spPr/>
        <p:txBody>
          <a:bodyPr/>
          <a:lstStyle/>
          <a:p>
            <a:r>
              <a:rPr lang="en-GB"/>
              <a:t>Prevalence of Parkinson’s disease by sex</a:t>
            </a:r>
          </a:p>
        </p:txBody>
      </p:sp>
      <p:sp>
        <p:nvSpPr>
          <p:cNvPr id="3" name="Content Placeholder 2"/>
          <p:cNvSpPr>
            <a:spLocks noGrp="1"/>
          </p:cNvSpPr>
          <p:nvPr>
            <p:ph idx="20"/>
          </p:nvPr>
        </p:nvSpPr>
        <p:spPr/>
        <p:txBody>
          <a:bodyPr/>
          <a:lstStyle/>
          <a:p>
            <a:r>
              <a:rPr lang="en-GB" dirty="0">
                <a:cs typeface="Arial" panose="020B0604020202020204" pitchFamily="34" charset="0"/>
              </a:rPr>
              <a:t>The prevalence of PD has generally been thought of as greater amongst men than women</a:t>
            </a:r>
            <a:r>
              <a:rPr lang="en-GB" baseline="30000" dirty="0">
                <a:cs typeface="Arial" panose="020B0604020202020204" pitchFamily="34" charset="0"/>
              </a:rPr>
              <a:t>1,2</a:t>
            </a:r>
          </a:p>
          <a:p>
            <a:r>
              <a:rPr lang="en-US" dirty="0"/>
              <a:t>Indeed, globally, the </a:t>
            </a:r>
            <a:r>
              <a:rPr lang="en-US" dirty="0" err="1"/>
              <a:t>male:female</a:t>
            </a:r>
            <a:r>
              <a:rPr lang="en-US" dirty="0"/>
              <a:t> ratio of PD prevalence has remained consistent over time at around </a:t>
            </a:r>
            <a:r>
              <a:rPr lang="en-US" b="1" dirty="0"/>
              <a:t>1.4:1.0</a:t>
            </a:r>
            <a:r>
              <a:rPr lang="en-US" baseline="30000" dirty="0"/>
              <a:t>2</a:t>
            </a:r>
            <a:endParaRPr lang="en-GB" baseline="30000" dirty="0"/>
          </a:p>
          <a:p>
            <a:r>
              <a:rPr lang="en-GB" dirty="0"/>
              <a:t>In a meta-analysis of worldwide data, in the 50–59 age group, males had a significantly increased prevalence of PD of 134 per 100,000 people relative to females, with a prevalence of PD of 41 per 100,000 people</a:t>
            </a:r>
            <a:r>
              <a:rPr lang="en-GB" baseline="30000" dirty="0"/>
              <a:t>1</a:t>
            </a:r>
          </a:p>
          <a:p>
            <a:r>
              <a:rPr lang="en-GB" dirty="0"/>
              <a:t>However, in Japan and South Korea some studies have </a:t>
            </a:r>
            <a:r>
              <a:rPr lang="en-US" dirty="0"/>
              <a:t>reported a higher female prevalence of PD than among men, although this is not fully understood</a:t>
            </a:r>
            <a:r>
              <a:rPr lang="en-US" baseline="30000" dirty="0"/>
              <a:t>3-5</a:t>
            </a:r>
          </a:p>
          <a:p>
            <a:endParaRPr lang="en-GB" dirty="0"/>
          </a:p>
        </p:txBody>
      </p:sp>
      <p:sp>
        <p:nvSpPr>
          <p:cNvPr id="5" name="Text Placeholder 4">
            <a:extLst>
              <a:ext uri="{FF2B5EF4-FFF2-40B4-BE49-F238E27FC236}">
                <a16:creationId xmlns:a16="http://schemas.microsoft.com/office/drawing/2014/main" id="{A5844767-4C03-4CF5-B5B8-746E9ED3262C}"/>
              </a:ext>
            </a:extLst>
          </p:cNvPr>
          <p:cNvSpPr>
            <a:spLocks noGrp="1"/>
          </p:cNvSpPr>
          <p:nvPr>
            <p:ph type="body" sz="quarter" idx="18"/>
          </p:nvPr>
        </p:nvSpPr>
        <p:spPr>
          <a:xfrm>
            <a:off x="539749" y="6102000"/>
            <a:ext cx="9947276" cy="619200"/>
          </a:xfrm>
        </p:spPr>
        <p:txBody>
          <a:bodyPr/>
          <a:lstStyle/>
          <a:p>
            <a:endParaRPr lang="en-GB"/>
          </a:p>
          <a:p>
            <a:r>
              <a:rPr lang="en-GB"/>
              <a:t>PD=Parkinson’s disease</a:t>
            </a:r>
          </a:p>
          <a:p>
            <a:endParaRPr lang="en-GB"/>
          </a:p>
          <a:p>
            <a:r>
              <a:rPr lang="en-GB"/>
              <a:t>1. Pringsheim et al. Mov </a:t>
            </a:r>
            <a:r>
              <a:rPr lang="en-GB" err="1"/>
              <a:t>Disord</a:t>
            </a:r>
            <a:r>
              <a:rPr lang="en-GB"/>
              <a:t> 2014;29(13):1583–1590; 2. GBD 2016 Parkinson’s Disease Collaborators. Lancet </a:t>
            </a:r>
            <a:r>
              <a:rPr lang="en-GB" err="1"/>
              <a:t>Neurol</a:t>
            </a:r>
            <a:r>
              <a:rPr lang="en-GB"/>
              <a:t> 2018;17(11):939–953;</a:t>
            </a:r>
            <a:br>
              <a:rPr lang="en-GB"/>
            </a:br>
            <a:r>
              <a:rPr lang="en-GB"/>
              <a:t>3. Kimura et al. Neuroepidemiology. 2002;21(6):292–296; 4. Abbas et al. Mov </a:t>
            </a:r>
            <a:r>
              <a:rPr lang="en-GB" err="1"/>
              <a:t>Disord</a:t>
            </a:r>
            <a:r>
              <a:rPr lang="en-GB"/>
              <a:t> Clin </a:t>
            </a:r>
            <a:r>
              <a:rPr lang="en-GB" err="1"/>
              <a:t>Pract</a:t>
            </a:r>
            <a:r>
              <a:rPr lang="en-GB"/>
              <a:t> 2017;5(1):14–28; 5. </a:t>
            </a:r>
            <a:r>
              <a:rPr lang="en-US"/>
              <a:t>Eun Lee J, et al. J Korean Neurol Assoc 2017;35(4):191–198</a:t>
            </a:r>
            <a:endParaRPr lang="en-GB"/>
          </a:p>
        </p:txBody>
      </p:sp>
      <p:sp>
        <p:nvSpPr>
          <p:cNvPr id="4" name="Slide Number Placeholder 3"/>
          <p:cNvSpPr>
            <a:spLocks noGrp="1"/>
          </p:cNvSpPr>
          <p:nvPr>
            <p:ph type="sldNum" sz="quarter" idx="4"/>
          </p:nvPr>
        </p:nvSpPr>
        <p:spPr/>
        <p:txBody>
          <a:bodyPr/>
          <a:lstStyle/>
          <a:p>
            <a:fld id="{6DBC486D-4FAB-B746-8B02-8D7C842291C6}" type="slidenum">
              <a:rPr lang="en-GB" smtClean="0"/>
              <a:pPr/>
              <a:t>10</a:t>
            </a:fld>
            <a:endParaRPr lang="en-GB"/>
          </a:p>
        </p:txBody>
      </p:sp>
      <p:sp>
        <p:nvSpPr>
          <p:cNvPr id="8" name="Rectangle 7"/>
          <p:cNvSpPr/>
          <p:nvPr/>
        </p:nvSpPr>
        <p:spPr>
          <a:xfrm>
            <a:off x="6129338" y="1375720"/>
            <a:ext cx="5224462" cy="584775"/>
          </a:xfrm>
          <a:prstGeom prst="rect">
            <a:avLst/>
          </a:prstGeom>
        </p:spPr>
        <p:txBody>
          <a:bodyPr wrap="square">
            <a:spAutoFit/>
          </a:bodyPr>
          <a:lstStyle/>
          <a:p>
            <a:pPr algn="ctr"/>
            <a:r>
              <a:rPr lang="en-GB" sz="1600" b="1">
                <a:solidFill>
                  <a:schemeClr val="accent5">
                    <a:lumMod val="75000"/>
                  </a:schemeClr>
                </a:solidFill>
                <a:latin typeface="Arial" panose="020B0604020202020204" pitchFamily="34" charset="0"/>
                <a:cs typeface="Arial" panose="020B0604020202020204" pitchFamily="34" charset="0"/>
              </a:rPr>
              <a:t>Prevalence of PD by sex and geographic location </a:t>
            </a:r>
            <a:br>
              <a:rPr lang="en-GB" sz="1600" b="1">
                <a:solidFill>
                  <a:schemeClr val="accent5">
                    <a:lumMod val="75000"/>
                  </a:schemeClr>
                </a:solidFill>
                <a:latin typeface="Arial" panose="020B0604020202020204" pitchFamily="34" charset="0"/>
                <a:cs typeface="Arial" panose="020B0604020202020204" pitchFamily="34" charset="0"/>
              </a:rPr>
            </a:br>
            <a:r>
              <a:rPr lang="en-GB" sz="1600" b="1">
                <a:solidFill>
                  <a:schemeClr val="accent5">
                    <a:lumMod val="75000"/>
                  </a:schemeClr>
                </a:solidFill>
                <a:latin typeface="Arial" panose="020B0604020202020204" pitchFamily="34" charset="0"/>
                <a:cs typeface="Arial" panose="020B0604020202020204" pitchFamily="34" charset="0"/>
              </a:rPr>
              <a:t>(per 100,000 people)</a:t>
            </a:r>
            <a:r>
              <a:rPr lang="en-GB" sz="1600" b="1" baseline="30000">
                <a:solidFill>
                  <a:schemeClr val="accent5">
                    <a:lumMod val="75000"/>
                  </a:schemeClr>
                </a:solidFill>
                <a:latin typeface="Arial" panose="020B0604020202020204" pitchFamily="34" charset="0"/>
                <a:cs typeface="Arial" panose="020B0604020202020204" pitchFamily="34" charset="0"/>
              </a:rPr>
              <a:t>1</a:t>
            </a:r>
            <a:endParaRPr lang="en-GB" sz="1600" b="1">
              <a:solidFill>
                <a:schemeClr val="accent5">
                  <a:lumMod val="75000"/>
                </a:schemeClr>
              </a:solidFill>
              <a:latin typeface="Arial" panose="020B0604020202020204" pitchFamily="34" charset="0"/>
              <a:cs typeface="Arial" panose="020B0604020202020204" pitchFamily="34" charset="0"/>
            </a:endParaRPr>
          </a:p>
        </p:txBody>
      </p:sp>
      <p:graphicFrame>
        <p:nvGraphicFramePr>
          <p:cNvPr id="9" name="Content Placeholder 10"/>
          <p:cNvGraphicFramePr>
            <a:graphicFrameLocks/>
          </p:cNvGraphicFramePr>
          <p:nvPr>
            <p:extLst>
              <p:ext uri="{D42A27DB-BD31-4B8C-83A1-F6EECF244321}">
                <p14:modId xmlns:p14="http://schemas.microsoft.com/office/powerpoint/2010/main" val="1681467576"/>
              </p:ext>
            </p:extLst>
          </p:nvPr>
        </p:nvGraphicFramePr>
        <p:xfrm>
          <a:off x="6129338" y="2066340"/>
          <a:ext cx="5224462" cy="3313260"/>
        </p:xfrm>
        <a:graphic>
          <a:graphicData uri="http://schemas.openxmlformats.org/drawingml/2006/table">
            <a:tbl>
              <a:tblPr firstRow="1" bandRow="1">
                <a:tableStyleId>{00A15C55-8517-42AA-B614-E9B94910E393}</a:tableStyleId>
              </a:tblPr>
              <a:tblGrid>
                <a:gridCol w="2474746">
                  <a:extLst>
                    <a:ext uri="{9D8B030D-6E8A-4147-A177-3AD203B41FA5}">
                      <a16:colId xmlns:a16="http://schemas.microsoft.com/office/drawing/2014/main" val="3340142111"/>
                    </a:ext>
                  </a:extLst>
                </a:gridCol>
                <a:gridCol w="1374858">
                  <a:extLst>
                    <a:ext uri="{9D8B030D-6E8A-4147-A177-3AD203B41FA5}">
                      <a16:colId xmlns:a16="http://schemas.microsoft.com/office/drawing/2014/main" val="1752699717"/>
                    </a:ext>
                  </a:extLst>
                </a:gridCol>
                <a:gridCol w="1374858">
                  <a:extLst>
                    <a:ext uri="{9D8B030D-6E8A-4147-A177-3AD203B41FA5}">
                      <a16:colId xmlns:a16="http://schemas.microsoft.com/office/drawing/2014/main" val="736208651"/>
                    </a:ext>
                  </a:extLst>
                </a:gridCol>
              </a:tblGrid>
              <a:tr h="829260">
                <a:tc>
                  <a:txBody>
                    <a:bodyPr/>
                    <a:lstStyle/>
                    <a:p>
                      <a:r>
                        <a:rPr lang="en-GB" sz="1600">
                          <a:solidFill>
                            <a:schemeClr val="bg1"/>
                          </a:solidFill>
                        </a:rPr>
                        <a:t>Location</a:t>
                      </a:r>
                      <a:endParaRPr lang="en-GB" sz="1600">
                        <a:solidFill>
                          <a:schemeClr val="bg1"/>
                        </a:solidFill>
                        <a:latin typeface="Arial" panose="020B0604020202020204" pitchFamily="34" charset="0"/>
                        <a:cs typeface="Arial" panose="020B0604020202020204" pitchFamily="34" charset="0"/>
                      </a:endParaRPr>
                    </a:p>
                  </a:txBody>
                  <a:tcPr marL="109708" marR="109708"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5">
                        <a:lumMod val="75000"/>
                      </a:schemeClr>
                    </a:solidFill>
                  </a:tcPr>
                </a:tc>
                <a:tc>
                  <a:txBody>
                    <a:bodyPr/>
                    <a:lstStyle/>
                    <a:p>
                      <a:pPr algn="ctr"/>
                      <a:r>
                        <a:rPr lang="en-GB" sz="1600">
                          <a:solidFill>
                            <a:schemeClr val="bg1"/>
                          </a:solidFill>
                        </a:rPr>
                        <a:t>Female</a:t>
                      </a:r>
                      <a:endParaRPr lang="en-GB" sz="1600">
                        <a:solidFill>
                          <a:schemeClr val="bg1"/>
                        </a:solidFill>
                        <a:latin typeface="Arial" panose="020B0604020202020204" pitchFamily="34" charset="0"/>
                        <a:cs typeface="Arial" panose="020B0604020202020204" pitchFamily="34" charset="0"/>
                      </a:endParaRPr>
                    </a:p>
                  </a:txBody>
                  <a:tcPr marL="109708" marR="109708"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5">
                        <a:lumMod val="75000"/>
                      </a:schemeClr>
                    </a:solidFill>
                  </a:tcPr>
                </a:tc>
                <a:tc>
                  <a:txBody>
                    <a:bodyPr/>
                    <a:lstStyle/>
                    <a:p>
                      <a:pPr algn="ctr"/>
                      <a:r>
                        <a:rPr lang="en-GB" sz="1600">
                          <a:solidFill>
                            <a:schemeClr val="bg1"/>
                          </a:solidFill>
                        </a:rPr>
                        <a:t>Male</a:t>
                      </a:r>
                      <a:endParaRPr lang="en-GB" sz="1600">
                        <a:solidFill>
                          <a:schemeClr val="bg1"/>
                        </a:solidFill>
                        <a:latin typeface="Arial" panose="020B0604020202020204" pitchFamily="34" charset="0"/>
                        <a:cs typeface="Arial" panose="020B0604020202020204" pitchFamily="34" charset="0"/>
                      </a:endParaRPr>
                    </a:p>
                  </a:txBody>
                  <a:tcPr marL="109708" marR="109708"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5">
                        <a:lumMod val="75000"/>
                      </a:schemeClr>
                    </a:solidFill>
                  </a:tcPr>
                </a:tc>
                <a:extLst>
                  <a:ext uri="{0D108BD9-81ED-4DB2-BD59-A6C34878D82A}">
                    <a16:rowId xmlns:a16="http://schemas.microsoft.com/office/drawing/2014/main" val="595855716"/>
                  </a:ext>
                </a:extLst>
              </a:tr>
              <a:tr h="828000">
                <a:tc>
                  <a:txBody>
                    <a:bodyPr/>
                    <a:lstStyle/>
                    <a:p>
                      <a:r>
                        <a:rPr lang="en-GB" sz="1600">
                          <a:solidFill>
                            <a:schemeClr val="tx1"/>
                          </a:solidFill>
                        </a:rPr>
                        <a:t>South America</a:t>
                      </a:r>
                      <a:endParaRPr lang="en-GB" sz="1600">
                        <a:solidFill>
                          <a:schemeClr val="tx1"/>
                        </a:solidFill>
                        <a:latin typeface="Arial" panose="020B0604020202020204" pitchFamily="34" charset="0"/>
                        <a:cs typeface="Arial" panose="020B0604020202020204" pitchFamily="34" charset="0"/>
                      </a:endParaRPr>
                    </a:p>
                  </a:txBody>
                  <a:tcPr marL="109708" marR="109708"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en-GB" sz="1600" b="0" u="none" strike="noStrike" kern="1200" baseline="0">
                          <a:solidFill>
                            <a:schemeClr val="tx1"/>
                          </a:solidFill>
                        </a:rPr>
                        <a:t>808</a:t>
                      </a:r>
                      <a:endParaRPr lang="en-GB" sz="1600" b="0" i="0" u="none" strike="noStrike" kern="1200" baseline="0">
                        <a:solidFill>
                          <a:schemeClr val="tx1"/>
                        </a:solidFill>
                        <a:latin typeface="Arial" panose="020B0604020202020204" pitchFamily="34" charset="0"/>
                        <a:ea typeface="ＭＳ Ｐゴシック" pitchFamily="34" charset="-128"/>
                        <a:cs typeface="Arial" panose="020B0604020202020204" pitchFamily="34" charset="0"/>
                      </a:endParaRPr>
                    </a:p>
                  </a:txBody>
                  <a:tcPr anchor="ctr" horzOverflow="overflow">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en-GB" sz="1600" b="0" u="none" strike="noStrike" kern="1200" baseline="0">
                          <a:solidFill>
                            <a:schemeClr val="tx1"/>
                          </a:solidFill>
                        </a:rPr>
                        <a:t>1,267</a:t>
                      </a:r>
                      <a:endParaRPr lang="en-GB" sz="1600" b="0" i="0" u="none" strike="noStrike" kern="1200" baseline="0">
                        <a:solidFill>
                          <a:schemeClr val="tx1"/>
                        </a:solidFill>
                        <a:latin typeface="Arial" panose="020B0604020202020204" pitchFamily="34" charset="0"/>
                        <a:ea typeface="ＭＳ Ｐゴシック" pitchFamily="34" charset="-128"/>
                        <a:cs typeface="Arial" panose="020B0604020202020204" pitchFamily="34" charset="0"/>
                      </a:endParaRPr>
                    </a:p>
                  </a:txBody>
                  <a:tcPr anchor="ctr" horzOverflow="overflow">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43466105"/>
                  </a:ext>
                </a:extLst>
              </a:tr>
              <a:tr h="828000">
                <a:tc>
                  <a:txBody>
                    <a:bodyPr/>
                    <a:lstStyle/>
                    <a:p>
                      <a:r>
                        <a:rPr lang="en-GB" sz="1600">
                          <a:solidFill>
                            <a:schemeClr val="tx1"/>
                          </a:solidFill>
                        </a:rPr>
                        <a:t>Europe/</a:t>
                      </a:r>
                      <a:br>
                        <a:rPr lang="en-GB" sz="1600">
                          <a:solidFill>
                            <a:schemeClr val="tx1"/>
                          </a:solidFill>
                        </a:rPr>
                      </a:br>
                      <a:r>
                        <a:rPr lang="en-GB" sz="1600">
                          <a:solidFill>
                            <a:schemeClr val="tx1"/>
                          </a:solidFill>
                        </a:rPr>
                        <a:t>North America/</a:t>
                      </a:r>
                      <a:br>
                        <a:rPr lang="en-GB" sz="1600">
                          <a:solidFill>
                            <a:schemeClr val="tx1"/>
                          </a:solidFill>
                        </a:rPr>
                      </a:br>
                      <a:r>
                        <a:rPr lang="en-GB" sz="1600">
                          <a:solidFill>
                            <a:schemeClr val="tx1"/>
                          </a:solidFill>
                        </a:rPr>
                        <a:t>Australia</a:t>
                      </a:r>
                      <a:endParaRPr lang="en-GB" sz="1600">
                        <a:solidFill>
                          <a:schemeClr val="tx1"/>
                        </a:solidFill>
                        <a:latin typeface="Arial" panose="020B0604020202020204" pitchFamily="34" charset="0"/>
                        <a:cs typeface="Arial" panose="020B0604020202020204" pitchFamily="34" charset="0"/>
                      </a:endParaRPr>
                    </a:p>
                  </a:txBody>
                  <a:tcPr marL="109708" marR="109708"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GB" sz="1600" b="0" u="none" strike="noStrike" kern="1200" baseline="0">
                          <a:solidFill>
                            <a:schemeClr val="tx1"/>
                          </a:solidFill>
                        </a:rPr>
                        <a:t>1,267</a:t>
                      </a:r>
                      <a:endParaRPr lang="en-GB" sz="1600" b="0" i="0" u="none" strike="noStrike" kern="1200" baseline="0">
                        <a:solidFill>
                          <a:schemeClr val="tx1"/>
                        </a:solidFill>
                        <a:latin typeface="Arial" panose="020B0604020202020204" pitchFamily="34" charset="0"/>
                        <a:ea typeface="ＭＳ Ｐゴシック" pitchFamily="34" charset="-128"/>
                        <a:cs typeface="Arial" panose="020B0604020202020204" pitchFamily="34" charset="0"/>
                      </a:endParaRPr>
                    </a:p>
                  </a:txBody>
                  <a:tcPr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tc>
                  <a:txBody>
                    <a:bodyPr/>
                    <a:lstStyle>
                      <a:lvl1pPr algn="l" eaLnBrk="0" hangingPunct="0">
                        <a:spcBef>
                          <a:spcPct val="40000"/>
                        </a:spcBef>
                        <a:buClr>
                          <a:srgbClr val="CA411D"/>
                        </a:buClr>
                        <a:buSzPct val="125000"/>
                        <a:buFont typeface="Wingdings" pitchFamily="2" charset="2"/>
                        <a:defRPr sz="2000">
                          <a:solidFill>
                            <a:schemeClr val="tx1"/>
                          </a:solidFill>
                          <a:latin typeface="Arial" pitchFamily="34" charset="0"/>
                          <a:ea typeface="ＭＳ Ｐゴシック" pitchFamily="34" charset="-128"/>
                        </a:defRPr>
                      </a:lvl1pPr>
                      <a:lvl2pPr marL="742950" indent="-285750" algn="l" eaLnBrk="0" hangingPunct="0">
                        <a:spcBef>
                          <a:spcPct val="15000"/>
                        </a:spcBef>
                        <a:defRPr sz="2000">
                          <a:solidFill>
                            <a:schemeClr val="tx1"/>
                          </a:solidFill>
                          <a:latin typeface="Arial" pitchFamily="34" charset="0"/>
                          <a:ea typeface="ＭＳ Ｐゴシック" pitchFamily="34" charset="-128"/>
                        </a:defRPr>
                      </a:lvl2pPr>
                      <a:lvl3pPr marL="1143000" indent="-228600" algn="l" eaLnBrk="0" hangingPunct="0">
                        <a:spcBef>
                          <a:spcPct val="20000"/>
                        </a:spcBef>
                        <a:defRPr>
                          <a:solidFill>
                            <a:schemeClr val="tx1"/>
                          </a:solidFill>
                          <a:latin typeface="Arial" pitchFamily="34" charset="0"/>
                          <a:ea typeface="ＭＳ Ｐゴシック" pitchFamily="34" charset="-128"/>
                        </a:defRPr>
                      </a:lvl3pPr>
                      <a:lvl4pPr marL="1600200" indent="-228600" algn="l" eaLnBrk="0" hangingPunct="0">
                        <a:spcBef>
                          <a:spcPct val="20000"/>
                        </a:spcBef>
                        <a:defRPr sz="1600">
                          <a:solidFill>
                            <a:schemeClr val="tx1"/>
                          </a:solidFill>
                          <a:latin typeface="Arial" pitchFamily="34" charset="0"/>
                          <a:ea typeface="ＭＳ Ｐゴシック" pitchFamily="34" charset="-128"/>
                        </a:defRPr>
                      </a:lvl4pPr>
                      <a:lvl5pPr marL="2057400" indent="-228600" algn="l" eaLnBrk="0" hangingPunct="0">
                        <a:spcBef>
                          <a:spcPct val="20000"/>
                        </a:spcBef>
                        <a:defRPr sz="1300">
                          <a:solidFill>
                            <a:schemeClr val="tx1"/>
                          </a:solidFill>
                          <a:latin typeface="Arial" pitchFamily="34" charset="0"/>
                          <a:ea typeface="ＭＳ Ｐゴシック" pitchFamily="34" charset="-128"/>
                        </a:defRPr>
                      </a:lvl5pPr>
                      <a:lvl6pPr marL="2514600" indent="-228600" eaLnBrk="0" fontAlgn="base" hangingPunct="0">
                        <a:spcBef>
                          <a:spcPct val="20000"/>
                        </a:spcBef>
                        <a:spcAft>
                          <a:spcPct val="0"/>
                        </a:spcAft>
                        <a:defRPr sz="1300">
                          <a:solidFill>
                            <a:schemeClr val="tx1"/>
                          </a:solidFill>
                          <a:latin typeface="Arial" pitchFamily="34" charset="0"/>
                          <a:ea typeface="ＭＳ Ｐゴシック" pitchFamily="34" charset="-128"/>
                        </a:defRPr>
                      </a:lvl6pPr>
                      <a:lvl7pPr marL="2971800" indent="-228600" eaLnBrk="0" fontAlgn="base" hangingPunct="0">
                        <a:spcBef>
                          <a:spcPct val="20000"/>
                        </a:spcBef>
                        <a:spcAft>
                          <a:spcPct val="0"/>
                        </a:spcAft>
                        <a:defRPr sz="1300">
                          <a:solidFill>
                            <a:schemeClr val="tx1"/>
                          </a:solidFill>
                          <a:latin typeface="Arial" pitchFamily="34" charset="0"/>
                          <a:ea typeface="ＭＳ Ｐゴシック" pitchFamily="34" charset="-128"/>
                        </a:defRPr>
                      </a:lvl7pPr>
                      <a:lvl8pPr marL="3429000" indent="-228600" eaLnBrk="0" fontAlgn="base" hangingPunct="0">
                        <a:spcBef>
                          <a:spcPct val="20000"/>
                        </a:spcBef>
                        <a:spcAft>
                          <a:spcPct val="0"/>
                        </a:spcAft>
                        <a:defRPr sz="1300">
                          <a:solidFill>
                            <a:schemeClr val="tx1"/>
                          </a:solidFill>
                          <a:latin typeface="Arial" pitchFamily="34" charset="0"/>
                          <a:ea typeface="ＭＳ Ｐゴシック" pitchFamily="34" charset="-128"/>
                        </a:defRPr>
                      </a:lvl8pPr>
                      <a:lvl9pPr marL="3886200" indent="-228600" eaLnBrk="0" fontAlgn="base" hangingPunct="0">
                        <a:spcBef>
                          <a:spcPct val="20000"/>
                        </a:spcBef>
                        <a:spcAft>
                          <a:spcPct val="0"/>
                        </a:spcAft>
                        <a:defRPr sz="1300">
                          <a:solidFill>
                            <a:schemeClr val="tx1"/>
                          </a:solidFill>
                          <a:latin typeface="Arial" pitchFamily="34" charset="0"/>
                          <a:ea typeface="ＭＳ Ｐゴシック" pitchFamily="34" charset="-128"/>
                        </a:defRPr>
                      </a:lvl9pPr>
                    </a:lstStyle>
                    <a:p>
                      <a:pPr algn="ctr"/>
                      <a:r>
                        <a:rPr lang="en-GB" sz="1600" b="0" u="none" strike="noStrike" kern="1200" baseline="0">
                          <a:solidFill>
                            <a:schemeClr val="tx1"/>
                          </a:solidFill>
                        </a:rPr>
                        <a:t>1,535</a:t>
                      </a:r>
                      <a:endParaRPr lang="en-GB" sz="1600" b="0" i="0" u="none" strike="noStrike" kern="1200" baseline="0">
                        <a:solidFill>
                          <a:schemeClr val="tx1"/>
                        </a:solidFill>
                        <a:latin typeface="Arial" panose="020B0604020202020204" pitchFamily="34" charset="0"/>
                        <a:ea typeface="ＭＳ Ｐゴシック" pitchFamily="34" charset="-128"/>
                        <a:cs typeface="Arial" panose="020B0604020202020204" pitchFamily="34" charset="0"/>
                      </a:endParaRPr>
                    </a:p>
                  </a:txBody>
                  <a:tcPr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321897086"/>
                  </a:ext>
                </a:extLst>
              </a:tr>
              <a:tr h="828000">
                <a:tc>
                  <a:txBody>
                    <a:bodyPr/>
                    <a:lstStyle/>
                    <a:p>
                      <a:r>
                        <a:rPr lang="en-GB" sz="1600">
                          <a:solidFill>
                            <a:schemeClr val="tx1"/>
                          </a:solidFill>
                        </a:rPr>
                        <a:t>Asia</a:t>
                      </a:r>
                      <a:endParaRPr lang="en-GB" sz="1600">
                        <a:solidFill>
                          <a:schemeClr val="tx1"/>
                        </a:solidFill>
                        <a:latin typeface="Arial" panose="020B0604020202020204" pitchFamily="34" charset="0"/>
                        <a:cs typeface="Arial" panose="020B0604020202020204" pitchFamily="34" charset="0"/>
                      </a:endParaRPr>
                    </a:p>
                  </a:txBody>
                  <a:tcPr marL="109708" marR="109708" anchor="ctr">
                    <a:lnL w="12700" cmpd="sng">
                      <a:noFill/>
                    </a:lnL>
                    <a:lnR w="12700" cmpd="sng">
                      <a:noFill/>
                    </a:lnR>
                    <a:lnT w="12700" cmpd="sng">
                      <a:noFill/>
                    </a:lnT>
                    <a:lnB w="19050" cap="flat" cmpd="sng" algn="ctr">
                      <a:solidFill>
                        <a:schemeClr val="accent5">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GB" altLang="en-US" sz="1600" b="0" u="none" strike="noStrike" cap="none" normalizeH="0" baseline="0">
                          <a:ln>
                            <a:noFill/>
                          </a:ln>
                          <a:solidFill>
                            <a:schemeClr val="tx1"/>
                          </a:solidFill>
                          <a:effectLst/>
                        </a:rPr>
                        <a:t>306</a:t>
                      </a:r>
                      <a:endParaRPr kumimoji="0" lang="en-GB" altLang="en-US" sz="1600" b="0" i="0" u="none" strike="noStrike" cap="none" normalizeH="0" baseline="0">
                        <a:ln>
                          <a:noFill/>
                        </a:ln>
                        <a:solidFill>
                          <a:schemeClr val="tx1"/>
                        </a:solidFill>
                        <a:effectLst/>
                        <a:latin typeface="Arial" panose="020B0604020202020204" pitchFamily="34" charset="0"/>
                        <a:ea typeface="ＭＳ Ｐゴシック" pitchFamily="34" charset="-128"/>
                        <a:cs typeface="Arial" panose="020B0604020202020204" pitchFamily="34" charset="0"/>
                      </a:endParaRPr>
                    </a:p>
                  </a:txBody>
                  <a:tcPr anchor="ctr" horzOverflow="overflow">
                    <a:lnL w="12700" cmpd="sng">
                      <a:noFill/>
                    </a:lnL>
                    <a:lnR w="12700" cmpd="sng">
                      <a:noFill/>
                    </a:lnR>
                    <a:lnT w="12700" cmpd="sng">
                      <a:noFill/>
                    </a:lnT>
                    <a:lnB w="19050" cap="flat" cmpd="sng" algn="ctr">
                      <a:solidFill>
                        <a:schemeClr val="accent5">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lgn="l" eaLnBrk="0" hangingPunct="0">
                        <a:spcBef>
                          <a:spcPct val="40000"/>
                        </a:spcBef>
                        <a:buClr>
                          <a:srgbClr val="CA411D"/>
                        </a:buClr>
                        <a:buSzPct val="125000"/>
                        <a:buFont typeface="Wingdings" pitchFamily="2" charset="2"/>
                        <a:defRPr sz="2000">
                          <a:solidFill>
                            <a:schemeClr val="tx1"/>
                          </a:solidFill>
                          <a:latin typeface="Arial" pitchFamily="34" charset="0"/>
                          <a:ea typeface="ＭＳ Ｐゴシック" pitchFamily="34" charset="-128"/>
                        </a:defRPr>
                      </a:lvl1pPr>
                      <a:lvl2pPr marL="742950" indent="-285750" algn="l" eaLnBrk="0" hangingPunct="0">
                        <a:spcBef>
                          <a:spcPct val="15000"/>
                        </a:spcBef>
                        <a:defRPr sz="2000">
                          <a:solidFill>
                            <a:schemeClr val="tx1"/>
                          </a:solidFill>
                          <a:latin typeface="Arial" pitchFamily="34" charset="0"/>
                          <a:ea typeface="ＭＳ Ｐゴシック" pitchFamily="34" charset="-128"/>
                        </a:defRPr>
                      </a:lvl2pPr>
                      <a:lvl3pPr marL="1143000" indent="-228600" algn="l" eaLnBrk="0" hangingPunct="0">
                        <a:spcBef>
                          <a:spcPct val="20000"/>
                        </a:spcBef>
                        <a:defRPr>
                          <a:solidFill>
                            <a:schemeClr val="tx1"/>
                          </a:solidFill>
                          <a:latin typeface="Arial" pitchFamily="34" charset="0"/>
                          <a:ea typeface="ＭＳ Ｐゴシック" pitchFamily="34" charset="-128"/>
                        </a:defRPr>
                      </a:lvl3pPr>
                      <a:lvl4pPr marL="1600200" indent="-228600" algn="l" eaLnBrk="0" hangingPunct="0">
                        <a:spcBef>
                          <a:spcPct val="20000"/>
                        </a:spcBef>
                        <a:defRPr sz="1600">
                          <a:solidFill>
                            <a:schemeClr val="tx1"/>
                          </a:solidFill>
                          <a:latin typeface="Arial" pitchFamily="34" charset="0"/>
                          <a:ea typeface="ＭＳ Ｐゴシック" pitchFamily="34" charset="-128"/>
                        </a:defRPr>
                      </a:lvl4pPr>
                      <a:lvl5pPr marL="2057400" indent="-228600" algn="l" eaLnBrk="0" hangingPunct="0">
                        <a:spcBef>
                          <a:spcPct val="20000"/>
                        </a:spcBef>
                        <a:defRPr sz="1300">
                          <a:solidFill>
                            <a:schemeClr val="tx1"/>
                          </a:solidFill>
                          <a:latin typeface="Arial" pitchFamily="34" charset="0"/>
                          <a:ea typeface="ＭＳ Ｐゴシック" pitchFamily="34" charset="-128"/>
                        </a:defRPr>
                      </a:lvl5pPr>
                      <a:lvl6pPr marL="2514600" indent="-228600" eaLnBrk="0" fontAlgn="base" hangingPunct="0">
                        <a:spcBef>
                          <a:spcPct val="20000"/>
                        </a:spcBef>
                        <a:spcAft>
                          <a:spcPct val="0"/>
                        </a:spcAft>
                        <a:defRPr sz="1300">
                          <a:solidFill>
                            <a:schemeClr val="tx1"/>
                          </a:solidFill>
                          <a:latin typeface="Arial" pitchFamily="34" charset="0"/>
                          <a:ea typeface="ＭＳ Ｐゴシック" pitchFamily="34" charset="-128"/>
                        </a:defRPr>
                      </a:lvl6pPr>
                      <a:lvl7pPr marL="2971800" indent="-228600" eaLnBrk="0" fontAlgn="base" hangingPunct="0">
                        <a:spcBef>
                          <a:spcPct val="20000"/>
                        </a:spcBef>
                        <a:spcAft>
                          <a:spcPct val="0"/>
                        </a:spcAft>
                        <a:defRPr sz="1300">
                          <a:solidFill>
                            <a:schemeClr val="tx1"/>
                          </a:solidFill>
                          <a:latin typeface="Arial" pitchFamily="34" charset="0"/>
                          <a:ea typeface="ＭＳ Ｐゴシック" pitchFamily="34" charset="-128"/>
                        </a:defRPr>
                      </a:lvl7pPr>
                      <a:lvl8pPr marL="3429000" indent="-228600" eaLnBrk="0" fontAlgn="base" hangingPunct="0">
                        <a:spcBef>
                          <a:spcPct val="20000"/>
                        </a:spcBef>
                        <a:spcAft>
                          <a:spcPct val="0"/>
                        </a:spcAft>
                        <a:defRPr sz="1300">
                          <a:solidFill>
                            <a:schemeClr val="tx1"/>
                          </a:solidFill>
                          <a:latin typeface="Arial" pitchFamily="34" charset="0"/>
                          <a:ea typeface="ＭＳ Ｐゴシック" pitchFamily="34" charset="-128"/>
                        </a:defRPr>
                      </a:lvl8pPr>
                      <a:lvl9pPr marL="3886200" indent="-228600" eaLnBrk="0" fontAlgn="base" hangingPunct="0">
                        <a:spcBef>
                          <a:spcPct val="20000"/>
                        </a:spcBef>
                        <a:spcAft>
                          <a:spcPct val="0"/>
                        </a:spcAft>
                        <a:defRPr sz="1300">
                          <a:solidFill>
                            <a:schemeClr val="tx1"/>
                          </a:solidFill>
                          <a:latin typeface="Arial" pitchFamily="34" charset="0"/>
                          <a:ea typeface="ＭＳ Ｐゴシック"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da-DK" altLang="en-US" sz="1600" b="0" u="none" strike="noStrike" cap="none" normalizeH="0" baseline="0">
                          <a:ln>
                            <a:noFill/>
                          </a:ln>
                          <a:solidFill>
                            <a:schemeClr val="tx1"/>
                          </a:solidFill>
                          <a:effectLst/>
                        </a:rPr>
                        <a:t>371</a:t>
                      </a:r>
                      <a:endParaRPr kumimoji="0" lang="da-DK" altLang="en-US" sz="1600" b="0" i="0" u="none" strike="noStrike" cap="none" normalizeH="0" baseline="0">
                        <a:ln>
                          <a:noFill/>
                        </a:ln>
                        <a:solidFill>
                          <a:schemeClr val="tx1"/>
                        </a:solidFill>
                        <a:effectLst/>
                        <a:latin typeface="Arial" panose="020B0604020202020204" pitchFamily="34" charset="0"/>
                        <a:ea typeface="SimSun" pitchFamily="2" charset="-122"/>
                        <a:cs typeface="Arial" panose="020B0604020202020204" pitchFamily="34" charset="0"/>
                      </a:endParaRPr>
                    </a:p>
                  </a:txBody>
                  <a:tcPr anchor="ctr" horzOverflow="overflow">
                    <a:lnL w="12700" cmpd="sng">
                      <a:noFill/>
                    </a:lnL>
                    <a:lnR w="12700" cmpd="sng">
                      <a:noFill/>
                    </a:lnR>
                    <a:lnT w="12700" cmpd="sng">
                      <a:noFill/>
                    </a:lnT>
                    <a:lnB w="19050" cap="flat" cmpd="sng" algn="ctr">
                      <a:solidFill>
                        <a:schemeClr val="accent5">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21694631"/>
                  </a:ext>
                </a:extLst>
              </a:tr>
            </a:tbl>
          </a:graphicData>
        </a:graphic>
      </p:graphicFrame>
    </p:spTree>
    <p:extLst>
      <p:ext uri="{BB962C8B-B14F-4D97-AF65-F5344CB8AC3E}">
        <p14:creationId xmlns:p14="http://schemas.microsoft.com/office/powerpoint/2010/main" val="11937620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p:cNvSpPr>
            <a:spLocks noGrp="1"/>
          </p:cNvSpPr>
          <p:nvPr>
            <p:ph type="body" sz="quarter" idx="17"/>
          </p:nvPr>
        </p:nvSpPr>
        <p:spPr/>
        <p:txBody>
          <a:bodyPr/>
          <a:lstStyle/>
          <a:p>
            <a:r>
              <a:rPr lang="en-GB"/>
              <a:t>Parkinson’s disease – Epidemiology and burden</a:t>
            </a:r>
          </a:p>
        </p:txBody>
      </p:sp>
      <p:sp>
        <p:nvSpPr>
          <p:cNvPr id="2" name="Title 1"/>
          <p:cNvSpPr>
            <a:spLocks noGrp="1"/>
          </p:cNvSpPr>
          <p:nvPr>
            <p:ph type="title"/>
          </p:nvPr>
        </p:nvSpPr>
        <p:spPr/>
        <p:txBody>
          <a:bodyPr/>
          <a:lstStyle/>
          <a:p>
            <a:r>
              <a:rPr lang="en-GB"/>
              <a:t>Predictions of the increase in Parkinson’s disease prevalence</a:t>
            </a:r>
          </a:p>
        </p:txBody>
      </p:sp>
      <p:sp>
        <p:nvSpPr>
          <p:cNvPr id="8" name="Content Placeholder 7"/>
          <p:cNvSpPr>
            <a:spLocks noGrp="1"/>
          </p:cNvSpPr>
          <p:nvPr>
            <p:ph idx="20"/>
          </p:nvPr>
        </p:nvSpPr>
        <p:spPr/>
        <p:txBody>
          <a:bodyPr>
            <a:noAutofit/>
          </a:bodyPr>
          <a:lstStyle/>
          <a:p>
            <a:r>
              <a:rPr lang="en-GB" dirty="0"/>
              <a:t>Based on an analysis of epidemiological data in Western Europe’s 5 most and the world’s 10 most populous </a:t>
            </a:r>
            <a:r>
              <a:rPr lang="en-GB" dirty="0" err="1"/>
              <a:t>nations</a:t>
            </a:r>
            <a:r>
              <a:rPr lang="en-GB" baseline="30000" dirty="0" err="1"/>
              <a:t>a</a:t>
            </a:r>
            <a:r>
              <a:rPr lang="en-GB" dirty="0"/>
              <a:t>, it was estimated in 2007 that the prevalence of PD in individuals over 50 years of age would rise from </a:t>
            </a:r>
            <a:br>
              <a:rPr lang="en-GB" dirty="0"/>
            </a:br>
            <a:r>
              <a:rPr lang="en-GB" dirty="0"/>
              <a:t>4.1 million people in 2005, to 8.7 million people by 2030</a:t>
            </a:r>
            <a:r>
              <a:rPr lang="en-GB" baseline="30000" dirty="0"/>
              <a:t>1</a:t>
            </a:r>
          </a:p>
          <a:p>
            <a:r>
              <a:rPr lang="en-GB" dirty="0"/>
              <a:t>However, estimates as of 2024 are that </a:t>
            </a:r>
            <a:r>
              <a:rPr lang="en-GB" b="1" dirty="0"/>
              <a:t>10 million people around the world are living with PD</a:t>
            </a:r>
            <a:r>
              <a:rPr lang="en-GB" baseline="30000" dirty="0"/>
              <a:t>2,3</a:t>
            </a:r>
            <a:endParaRPr lang="en-GB" dirty="0"/>
          </a:p>
          <a:p>
            <a:r>
              <a:rPr lang="en-GB" dirty="0"/>
              <a:t>The burden of PD is expected to grow substantially, and to become increasingly concentrated outside the Western world</a:t>
            </a:r>
            <a:r>
              <a:rPr lang="en-GB" baseline="30000" dirty="0"/>
              <a:t>1,4</a:t>
            </a:r>
            <a:endParaRPr lang="en-GB" dirty="0"/>
          </a:p>
          <a:p>
            <a:r>
              <a:rPr lang="en-GB" dirty="0"/>
              <a:t>The projected increase in PD around the world has led some to call this a PD pandemic, one requiring greater attention and activism to combat than PD currently receives worldwide</a:t>
            </a:r>
            <a:r>
              <a:rPr lang="en-GB" baseline="30000" dirty="0"/>
              <a:t>4</a:t>
            </a:r>
            <a:endParaRPr lang="en-GB" dirty="0"/>
          </a:p>
        </p:txBody>
      </p:sp>
      <p:sp>
        <p:nvSpPr>
          <p:cNvPr id="6" name="Text Placeholder 5">
            <a:extLst>
              <a:ext uri="{FF2B5EF4-FFF2-40B4-BE49-F238E27FC236}">
                <a16:creationId xmlns:a16="http://schemas.microsoft.com/office/drawing/2014/main" id="{618CE962-09B0-4DC4-9325-40689691620B}"/>
              </a:ext>
            </a:extLst>
          </p:cNvPr>
          <p:cNvSpPr>
            <a:spLocks noGrp="1"/>
          </p:cNvSpPr>
          <p:nvPr>
            <p:ph type="body" sz="quarter" idx="18"/>
          </p:nvPr>
        </p:nvSpPr>
        <p:spPr/>
        <p:txBody>
          <a:bodyPr/>
          <a:lstStyle/>
          <a:p>
            <a:pPr marL="0" indent="0">
              <a:buNone/>
            </a:pPr>
            <a:r>
              <a:rPr lang="en-GB" baseline="30000" err="1"/>
              <a:t>a</a:t>
            </a:r>
            <a:r>
              <a:rPr lang="en-GB" err="1"/>
              <a:t>Europe</a:t>
            </a:r>
            <a:r>
              <a:rPr lang="en-GB"/>
              <a:t>: Germany, France, UK, Italy and Spain; and the world: China, India, USA, Indonesia, Brazil, Pakistan, Bangladesh, Russia, Nigeria, Japan </a:t>
            </a:r>
          </a:p>
          <a:p>
            <a:pPr marL="0" indent="0">
              <a:buNone/>
            </a:pPr>
            <a:r>
              <a:rPr lang="en-GB"/>
              <a:t>PD=Parkinson’s disease</a:t>
            </a:r>
            <a:br>
              <a:rPr lang="en-GB"/>
            </a:br>
            <a:endParaRPr lang="en-GB"/>
          </a:p>
          <a:p>
            <a:pPr marL="0" indent="0">
              <a:buNone/>
            </a:pPr>
            <a:r>
              <a:rPr lang="en-GB"/>
              <a:t>1. Dorsey et al. Neurology 2007;68(5):384–386; 2. Parkinson’s Foundation website. https://www.parkinson.org/understanding-parkinsons/statistics. Accessed Nov 2024; </a:t>
            </a:r>
            <a:br>
              <a:rPr lang="en-GB"/>
            </a:br>
            <a:r>
              <a:rPr lang="en-GB"/>
              <a:t>3. </a:t>
            </a:r>
            <a:r>
              <a:rPr lang="en-US"/>
              <a:t>Parkinson’s Europe website. https://parkinsonseurope.org/facts-and-figures/statistics/. Accessed Nov 2024; 4. Dorsey et al. J </a:t>
            </a:r>
            <a:r>
              <a:rPr lang="en-US" err="1"/>
              <a:t>Parkinsons</a:t>
            </a:r>
            <a:r>
              <a:rPr lang="en-US"/>
              <a:t> Dis 2018;8(s1):S3–S8</a:t>
            </a:r>
            <a:endParaRPr lang="en-GB"/>
          </a:p>
        </p:txBody>
      </p:sp>
      <p:sp>
        <p:nvSpPr>
          <p:cNvPr id="4" name="Slide Number Placeholder 3"/>
          <p:cNvSpPr>
            <a:spLocks noGrp="1"/>
          </p:cNvSpPr>
          <p:nvPr>
            <p:ph type="sldNum" sz="quarter" idx="4"/>
          </p:nvPr>
        </p:nvSpPr>
        <p:spPr/>
        <p:txBody>
          <a:bodyPr/>
          <a:lstStyle/>
          <a:p>
            <a:fld id="{6DBC486D-4FAB-B746-8B02-8D7C842291C6}" type="slidenum">
              <a:rPr lang="en-GB" smtClean="0"/>
              <a:pPr/>
              <a:t>11</a:t>
            </a:fld>
            <a:endParaRPr lang="en-GB"/>
          </a:p>
        </p:txBody>
      </p:sp>
      <p:sp>
        <p:nvSpPr>
          <p:cNvPr id="11" name="Rectangle 10"/>
          <p:cNvSpPr/>
          <p:nvPr/>
        </p:nvSpPr>
        <p:spPr>
          <a:xfrm>
            <a:off x="6739522" y="1337707"/>
            <a:ext cx="4423778" cy="584775"/>
          </a:xfrm>
          <a:prstGeom prst="rect">
            <a:avLst/>
          </a:prstGeom>
        </p:spPr>
        <p:txBody>
          <a:bodyPr wrap="square">
            <a:spAutoFit/>
          </a:bodyPr>
          <a:lstStyle/>
          <a:p>
            <a:pPr algn="ctr"/>
            <a:r>
              <a:rPr lang="en-GB" sz="1600" b="1">
                <a:solidFill>
                  <a:schemeClr val="accent2">
                    <a:lumMod val="50000"/>
                  </a:schemeClr>
                </a:solidFill>
                <a:latin typeface="Arial" panose="020B0604020202020204" pitchFamily="34" charset="0"/>
                <a:cs typeface="Arial" panose="020B0604020202020204" pitchFamily="34" charset="0"/>
              </a:rPr>
              <a:t>The predicted prevalence of PD in individuals over 50 years old</a:t>
            </a:r>
            <a:r>
              <a:rPr lang="en-GB" sz="1600" b="1" baseline="30000">
                <a:solidFill>
                  <a:schemeClr val="accent2">
                    <a:lumMod val="50000"/>
                  </a:schemeClr>
                </a:solidFill>
                <a:latin typeface="Arial" panose="020B0604020202020204" pitchFamily="34" charset="0"/>
                <a:cs typeface="Arial" panose="020B0604020202020204" pitchFamily="34" charset="0"/>
              </a:rPr>
              <a:t>1</a:t>
            </a:r>
            <a:endParaRPr lang="en-GB" sz="1600" b="1">
              <a:solidFill>
                <a:schemeClr val="accent2">
                  <a:lumMod val="50000"/>
                </a:schemeClr>
              </a:solidFill>
              <a:latin typeface="Arial" panose="020B0604020202020204" pitchFamily="34" charset="0"/>
              <a:cs typeface="Arial" panose="020B0604020202020204" pitchFamily="34" charset="0"/>
            </a:endParaRPr>
          </a:p>
        </p:txBody>
      </p:sp>
      <p:sp>
        <p:nvSpPr>
          <p:cNvPr id="139" name="TextBox 138"/>
          <p:cNvSpPr txBox="1"/>
          <p:nvPr/>
        </p:nvSpPr>
        <p:spPr>
          <a:xfrm>
            <a:off x="7090895" y="5695038"/>
            <a:ext cx="4259624" cy="338554"/>
          </a:xfrm>
          <a:prstGeom prst="rect">
            <a:avLst/>
          </a:prstGeom>
          <a:noFill/>
        </p:spPr>
        <p:txBody>
          <a:bodyPr wrap="square" rtlCol="0">
            <a:spAutoFit/>
          </a:bodyPr>
          <a:lstStyle/>
          <a:p>
            <a:pPr algn="ctr"/>
            <a:r>
              <a:rPr lang="en-GB" sz="1600" b="1">
                <a:solidFill>
                  <a:schemeClr val="tx2"/>
                </a:solidFill>
                <a:latin typeface="Arial" panose="020B0604020202020204" pitchFamily="34" charset="0"/>
                <a:cs typeface="Arial" panose="020B0604020202020204" pitchFamily="34" charset="0"/>
              </a:rPr>
              <a:t>Year</a:t>
            </a:r>
          </a:p>
        </p:txBody>
      </p:sp>
      <p:sp>
        <p:nvSpPr>
          <p:cNvPr id="140" name="TextBox 139"/>
          <p:cNvSpPr txBox="1"/>
          <p:nvPr/>
        </p:nvSpPr>
        <p:spPr>
          <a:xfrm>
            <a:off x="7054112" y="5426236"/>
            <a:ext cx="179111" cy="338554"/>
          </a:xfrm>
          <a:prstGeom prst="rect">
            <a:avLst/>
          </a:prstGeom>
          <a:noFill/>
          <a:effectLst/>
        </p:spPr>
        <p:txBody>
          <a:bodyPr wrap="none" rtlCol="0">
            <a:spAutoFit/>
          </a:bodyPr>
          <a:lstStyle/>
          <a:p>
            <a:pPr algn="r"/>
            <a:endParaRPr lang="en-GB" sz="1600">
              <a:latin typeface="Arial" panose="020B0604020202020204" pitchFamily="34" charset="0"/>
              <a:cs typeface="Arial" panose="020B0604020202020204" pitchFamily="34" charset="0"/>
            </a:endParaRPr>
          </a:p>
        </p:txBody>
      </p:sp>
      <p:sp>
        <p:nvSpPr>
          <p:cNvPr id="141" name="TextBox 140"/>
          <p:cNvSpPr txBox="1"/>
          <p:nvPr/>
        </p:nvSpPr>
        <p:spPr>
          <a:xfrm>
            <a:off x="7102672" y="5331919"/>
            <a:ext cx="698094" cy="338554"/>
          </a:xfrm>
          <a:prstGeom prst="rect">
            <a:avLst/>
          </a:prstGeom>
          <a:noFill/>
          <a:effectLst/>
        </p:spPr>
        <p:txBody>
          <a:bodyPr wrap="square" rtlCol="0">
            <a:spAutoFit/>
          </a:bodyPr>
          <a:lstStyle/>
          <a:p>
            <a:pPr algn="ctr"/>
            <a:r>
              <a:rPr lang="en-GB" sz="1600">
                <a:solidFill>
                  <a:schemeClr val="tx2"/>
                </a:solidFill>
                <a:latin typeface="Arial" panose="020B0604020202020204" pitchFamily="34" charset="0"/>
                <a:cs typeface="Arial" panose="020B0604020202020204" pitchFamily="34" charset="0"/>
              </a:rPr>
              <a:t>2005</a:t>
            </a:r>
          </a:p>
        </p:txBody>
      </p:sp>
      <p:sp>
        <p:nvSpPr>
          <p:cNvPr id="143" name="TextBox 142"/>
          <p:cNvSpPr txBox="1"/>
          <p:nvPr/>
        </p:nvSpPr>
        <p:spPr>
          <a:xfrm>
            <a:off x="6739853" y="1830911"/>
            <a:ext cx="298480" cy="338554"/>
          </a:xfrm>
          <a:prstGeom prst="rect">
            <a:avLst/>
          </a:prstGeom>
          <a:noFill/>
          <a:effectLst/>
        </p:spPr>
        <p:txBody>
          <a:bodyPr wrap="none" rtlCol="0">
            <a:spAutoFit/>
          </a:bodyPr>
          <a:lstStyle/>
          <a:p>
            <a:pPr algn="r"/>
            <a:r>
              <a:rPr lang="en-GB" sz="1600">
                <a:solidFill>
                  <a:schemeClr val="tx2"/>
                </a:solidFill>
                <a:latin typeface="Arial" panose="020B0604020202020204" pitchFamily="34" charset="0"/>
                <a:cs typeface="Arial" panose="020B0604020202020204" pitchFamily="34" charset="0"/>
              </a:rPr>
              <a:t>5</a:t>
            </a:r>
          </a:p>
        </p:txBody>
      </p:sp>
      <p:sp>
        <p:nvSpPr>
          <p:cNvPr id="145" name="TextBox 144"/>
          <p:cNvSpPr txBox="1"/>
          <p:nvPr/>
        </p:nvSpPr>
        <p:spPr>
          <a:xfrm>
            <a:off x="6739853" y="3152216"/>
            <a:ext cx="298480" cy="338554"/>
          </a:xfrm>
          <a:prstGeom prst="rect">
            <a:avLst/>
          </a:prstGeom>
          <a:noFill/>
          <a:effectLst/>
        </p:spPr>
        <p:txBody>
          <a:bodyPr wrap="none" rtlCol="0">
            <a:spAutoFit/>
          </a:bodyPr>
          <a:lstStyle/>
          <a:p>
            <a:pPr algn="r"/>
            <a:r>
              <a:rPr lang="en-GB" sz="1600">
                <a:solidFill>
                  <a:schemeClr val="tx2"/>
                </a:solidFill>
                <a:latin typeface="Arial" panose="020B0604020202020204" pitchFamily="34" charset="0"/>
                <a:cs typeface="Arial" panose="020B0604020202020204" pitchFamily="34" charset="0"/>
              </a:rPr>
              <a:t>3</a:t>
            </a:r>
          </a:p>
        </p:txBody>
      </p:sp>
      <p:sp>
        <p:nvSpPr>
          <p:cNvPr id="146" name="TextBox 145"/>
          <p:cNvSpPr txBox="1"/>
          <p:nvPr/>
        </p:nvSpPr>
        <p:spPr>
          <a:xfrm>
            <a:off x="6739853" y="4473522"/>
            <a:ext cx="298480" cy="338554"/>
          </a:xfrm>
          <a:prstGeom prst="rect">
            <a:avLst/>
          </a:prstGeom>
          <a:noFill/>
          <a:effectLst/>
        </p:spPr>
        <p:txBody>
          <a:bodyPr wrap="none" rtlCol="0">
            <a:spAutoFit/>
          </a:bodyPr>
          <a:lstStyle/>
          <a:p>
            <a:pPr algn="r"/>
            <a:r>
              <a:rPr lang="en-GB" sz="1600">
                <a:solidFill>
                  <a:schemeClr val="tx2"/>
                </a:solidFill>
                <a:latin typeface="Arial" panose="020B0604020202020204" pitchFamily="34" charset="0"/>
                <a:cs typeface="Arial" panose="020B0604020202020204" pitchFamily="34" charset="0"/>
              </a:rPr>
              <a:t>1</a:t>
            </a:r>
          </a:p>
        </p:txBody>
      </p:sp>
      <p:sp>
        <p:nvSpPr>
          <p:cNvPr id="147" name="TextBox 146"/>
          <p:cNvSpPr txBox="1"/>
          <p:nvPr/>
        </p:nvSpPr>
        <p:spPr>
          <a:xfrm>
            <a:off x="6739853" y="3812869"/>
            <a:ext cx="298480" cy="338554"/>
          </a:xfrm>
          <a:prstGeom prst="rect">
            <a:avLst/>
          </a:prstGeom>
          <a:noFill/>
          <a:effectLst/>
        </p:spPr>
        <p:txBody>
          <a:bodyPr wrap="none" rtlCol="0">
            <a:spAutoFit/>
          </a:bodyPr>
          <a:lstStyle/>
          <a:p>
            <a:pPr algn="r"/>
            <a:r>
              <a:rPr lang="en-GB" sz="1600">
                <a:solidFill>
                  <a:schemeClr val="tx2"/>
                </a:solidFill>
                <a:latin typeface="Arial" panose="020B0604020202020204" pitchFamily="34" charset="0"/>
                <a:cs typeface="Arial" panose="020B0604020202020204" pitchFamily="34" charset="0"/>
              </a:rPr>
              <a:t>2</a:t>
            </a:r>
          </a:p>
        </p:txBody>
      </p:sp>
      <p:sp>
        <p:nvSpPr>
          <p:cNvPr id="148" name="TextBox 147"/>
          <p:cNvSpPr txBox="1"/>
          <p:nvPr/>
        </p:nvSpPr>
        <p:spPr>
          <a:xfrm>
            <a:off x="6739853" y="5134176"/>
            <a:ext cx="298480" cy="338554"/>
          </a:xfrm>
          <a:prstGeom prst="rect">
            <a:avLst/>
          </a:prstGeom>
          <a:noFill/>
          <a:effectLst/>
        </p:spPr>
        <p:txBody>
          <a:bodyPr wrap="none" rtlCol="0">
            <a:spAutoFit/>
          </a:bodyPr>
          <a:lstStyle/>
          <a:p>
            <a:pPr algn="r"/>
            <a:r>
              <a:rPr lang="en-GB" sz="1600">
                <a:solidFill>
                  <a:schemeClr val="tx2"/>
                </a:solidFill>
                <a:latin typeface="Arial" panose="020B0604020202020204" pitchFamily="34" charset="0"/>
                <a:cs typeface="Arial" panose="020B0604020202020204" pitchFamily="34" charset="0"/>
              </a:rPr>
              <a:t>0</a:t>
            </a:r>
          </a:p>
        </p:txBody>
      </p:sp>
      <p:sp>
        <p:nvSpPr>
          <p:cNvPr id="163" name="TextBox 162"/>
          <p:cNvSpPr txBox="1"/>
          <p:nvPr/>
        </p:nvSpPr>
        <p:spPr>
          <a:xfrm rot="16200000">
            <a:off x="4861527" y="3497989"/>
            <a:ext cx="3329307" cy="338554"/>
          </a:xfrm>
          <a:prstGeom prst="rect">
            <a:avLst/>
          </a:prstGeom>
          <a:noFill/>
        </p:spPr>
        <p:txBody>
          <a:bodyPr wrap="square" rtlCol="0">
            <a:spAutoFit/>
          </a:bodyPr>
          <a:lstStyle/>
          <a:p>
            <a:pPr algn="ctr"/>
            <a:r>
              <a:rPr lang="en-GB" sz="1600" b="1">
                <a:solidFill>
                  <a:schemeClr val="tx2"/>
                </a:solidFill>
                <a:latin typeface="Arial" panose="020B0604020202020204" pitchFamily="34" charset="0"/>
                <a:cs typeface="Arial" panose="020B0604020202020204" pitchFamily="34" charset="0"/>
              </a:rPr>
              <a:t>People with PD (millions)</a:t>
            </a:r>
          </a:p>
        </p:txBody>
      </p:sp>
      <p:sp>
        <p:nvSpPr>
          <p:cNvPr id="201" name="TextBox 200"/>
          <p:cNvSpPr txBox="1"/>
          <p:nvPr/>
        </p:nvSpPr>
        <p:spPr>
          <a:xfrm>
            <a:off x="7812714" y="5331919"/>
            <a:ext cx="698094" cy="338554"/>
          </a:xfrm>
          <a:prstGeom prst="rect">
            <a:avLst/>
          </a:prstGeom>
          <a:noFill/>
          <a:effectLst/>
        </p:spPr>
        <p:txBody>
          <a:bodyPr wrap="square" rtlCol="0">
            <a:spAutoFit/>
          </a:bodyPr>
          <a:lstStyle/>
          <a:p>
            <a:pPr algn="ctr"/>
            <a:r>
              <a:rPr lang="en-GB" sz="1600">
                <a:solidFill>
                  <a:schemeClr val="tx2"/>
                </a:solidFill>
                <a:latin typeface="Arial" panose="020B0604020202020204" pitchFamily="34" charset="0"/>
                <a:cs typeface="Arial" panose="020B0604020202020204" pitchFamily="34" charset="0"/>
              </a:rPr>
              <a:t>2010</a:t>
            </a:r>
          </a:p>
        </p:txBody>
      </p:sp>
      <p:sp>
        <p:nvSpPr>
          <p:cNvPr id="203" name="TextBox 202"/>
          <p:cNvSpPr txBox="1"/>
          <p:nvPr/>
        </p:nvSpPr>
        <p:spPr>
          <a:xfrm>
            <a:off x="8522756" y="5331919"/>
            <a:ext cx="701532" cy="338554"/>
          </a:xfrm>
          <a:prstGeom prst="rect">
            <a:avLst/>
          </a:prstGeom>
          <a:noFill/>
          <a:effectLst/>
        </p:spPr>
        <p:txBody>
          <a:bodyPr wrap="square" rtlCol="0">
            <a:spAutoFit/>
          </a:bodyPr>
          <a:lstStyle/>
          <a:p>
            <a:pPr algn="ctr"/>
            <a:r>
              <a:rPr lang="en-GB" sz="1600">
                <a:solidFill>
                  <a:schemeClr val="tx2"/>
                </a:solidFill>
                <a:latin typeface="Arial" panose="020B0604020202020204" pitchFamily="34" charset="0"/>
                <a:cs typeface="Arial" panose="020B0604020202020204" pitchFamily="34" charset="0"/>
              </a:rPr>
              <a:t>2015</a:t>
            </a:r>
          </a:p>
        </p:txBody>
      </p:sp>
      <p:sp>
        <p:nvSpPr>
          <p:cNvPr id="204" name="TextBox 203"/>
          <p:cNvSpPr txBox="1"/>
          <p:nvPr/>
        </p:nvSpPr>
        <p:spPr>
          <a:xfrm>
            <a:off x="9232798" y="5331919"/>
            <a:ext cx="698094" cy="338554"/>
          </a:xfrm>
          <a:prstGeom prst="rect">
            <a:avLst/>
          </a:prstGeom>
          <a:noFill/>
          <a:effectLst/>
        </p:spPr>
        <p:txBody>
          <a:bodyPr wrap="square" rtlCol="0">
            <a:spAutoFit/>
          </a:bodyPr>
          <a:lstStyle/>
          <a:p>
            <a:pPr algn="ctr"/>
            <a:r>
              <a:rPr lang="en-GB" sz="1600">
                <a:solidFill>
                  <a:schemeClr val="tx2"/>
                </a:solidFill>
                <a:latin typeface="Arial" panose="020B0604020202020204" pitchFamily="34" charset="0"/>
                <a:cs typeface="Arial" panose="020B0604020202020204" pitchFamily="34" charset="0"/>
              </a:rPr>
              <a:t>2020</a:t>
            </a:r>
          </a:p>
        </p:txBody>
      </p:sp>
      <p:sp>
        <p:nvSpPr>
          <p:cNvPr id="205" name="TextBox 204"/>
          <p:cNvSpPr txBox="1"/>
          <p:nvPr/>
        </p:nvSpPr>
        <p:spPr>
          <a:xfrm>
            <a:off x="9942840" y="5331919"/>
            <a:ext cx="698094" cy="338554"/>
          </a:xfrm>
          <a:prstGeom prst="rect">
            <a:avLst/>
          </a:prstGeom>
          <a:noFill/>
          <a:effectLst/>
        </p:spPr>
        <p:txBody>
          <a:bodyPr wrap="square" rtlCol="0">
            <a:spAutoFit/>
          </a:bodyPr>
          <a:lstStyle/>
          <a:p>
            <a:pPr algn="ctr"/>
            <a:r>
              <a:rPr lang="en-GB" sz="1600">
                <a:solidFill>
                  <a:schemeClr val="tx2"/>
                </a:solidFill>
                <a:latin typeface="Arial" panose="020B0604020202020204" pitchFamily="34" charset="0"/>
                <a:cs typeface="Arial" panose="020B0604020202020204" pitchFamily="34" charset="0"/>
              </a:rPr>
              <a:t>2025</a:t>
            </a:r>
          </a:p>
        </p:txBody>
      </p:sp>
      <p:sp>
        <p:nvSpPr>
          <p:cNvPr id="206" name="TextBox 205"/>
          <p:cNvSpPr txBox="1"/>
          <p:nvPr/>
        </p:nvSpPr>
        <p:spPr>
          <a:xfrm>
            <a:off x="10652884" y="5331919"/>
            <a:ext cx="698094" cy="338554"/>
          </a:xfrm>
          <a:prstGeom prst="rect">
            <a:avLst/>
          </a:prstGeom>
          <a:noFill/>
          <a:effectLst/>
        </p:spPr>
        <p:txBody>
          <a:bodyPr wrap="square" rtlCol="0">
            <a:spAutoFit/>
          </a:bodyPr>
          <a:lstStyle/>
          <a:p>
            <a:pPr algn="ctr"/>
            <a:r>
              <a:rPr lang="en-GB" sz="1600">
                <a:solidFill>
                  <a:schemeClr val="tx2"/>
                </a:solidFill>
                <a:latin typeface="Arial" panose="020B0604020202020204" pitchFamily="34" charset="0"/>
                <a:cs typeface="Arial" panose="020B0604020202020204" pitchFamily="34" charset="0"/>
              </a:rPr>
              <a:t>2030</a:t>
            </a:r>
          </a:p>
        </p:txBody>
      </p:sp>
      <p:grpSp>
        <p:nvGrpSpPr>
          <p:cNvPr id="18" name="Group 17">
            <a:extLst>
              <a:ext uri="{FF2B5EF4-FFF2-40B4-BE49-F238E27FC236}">
                <a16:creationId xmlns:a16="http://schemas.microsoft.com/office/drawing/2014/main" id="{155ECBF6-90D4-6053-30E9-11FD0DA6BBC5}"/>
              </a:ext>
            </a:extLst>
          </p:cNvPr>
          <p:cNvGrpSpPr/>
          <p:nvPr/>
        </p:nvGrpSpPr>
        <p:grpSpPr>
          <a:xfrm>
            <a:off x="7035371" y="2002613"/>
            <a:ext cx="4318422" cy="3403236"/>
            <a:chOff x="7035371" y="2002613"/>
            <a:chExt cx="4318422" cy="3403236"/>
          </a:xfrm>
        </p:grpSpPr>
        <p:cxnSp>
          <p:nvCxnSpPr>
            <p:cNvPr id="142" name="Straight Connector 141"/>
            <p:cNvCxnSpPr/>
            <p:nvPr/>
          </p:nvCxnSpPr>
          <p:spPr>
            <a:xfrm flipH="1">
              <a:off x="7098054" y="2002613"/>
              <a:ext cx="0" cy="3388050"/>
            </a:xfrm>
            <a:prstGeom prst="line">
              <a:avLst/>
            </a:prstGeom>
            <a:ln w="19050">
              <a:solidFill>
                <a:schemeClr val="tx2"/>
              </a:solidFill>
            </a:ln>
            <a:effectLst/>
          </p:spPr>
          <p:style>
            <a:lnRef idx="2">
              <a:schemeClr val="accent1"/>
            </a:lnRef>
            <a:fillRef idx="0">
              <a:schemeClr val="accent1"/>
            </a:fillRef>
            <a:effectRef idx="1">
              <a:schemeClr val="accent1"/>
            </a:effectRef>
            <a:fontRef idx="minor">
              <a:schemeClr val="tx1"/>
            </a:fontRef>
          </p:style>
        </p:cxnSp>
        <p:cxnSp>
          <p:nvCxnSpPr>
            <p:cNvPr id="149" name="Straight Connector 148"/>
            <p:cNvCxnSpPr/>
            <p:nvPr/>
          </p:nvCxnSpPr>
          <p:spPr>
            <a:xfrm flipH="1" flipV="1">
              <a:off x="7806798" y="5325181"/>
              <a:ext cx="1" cy="80668"/>
            </a:xfrm>
            <a:prstGeom prst="line">
              <a:avLst/>
            </a:prstGeom>
            <a:ln w="19050">
              <a:solidFill>
                <a:schemeClr val="tx2"/>
              </a:solidFill>
            </a:ln>
            <a:effectLst/>
          </p:spPr>
          <p:style>
            <a:lnRef idx="2">
              <a:schemeClr val="accent1"/>
            </a:lnRef>
            <a:fillRef idx="0">
              <a:schemeClr val="accent1"/>
            </a:fillRef>
            <a:effectRef idx="1">
              <a:schemeClr val="accent1"/>
            </a:effectRef>
            <a:fontRef idx="minor">
              <a:schemeClr val="tx1"/>
            </a:fontRef>
          </p:style>
        </p:cxnSp>
        <p:cxnSp>
          <p:nvCxnSpPr>
            <p:cNvPr id="150" name="Straight Connector 149"/>
            <p:cNvCxnSpPr/>
            <p:nvPr/>
          </p:nvCxnSpPr>
          <p:spPr>
            <a:xfrm flipH="1" flipV="1">
              <a:off x="8515542" y="5325181"/>
              <a:ext cx="1" cy="80668"/>
            </a:xfrm>
            <a:prstGeom prst="line">
              <a:avLst/>
            </a:prstGeom>
            <a:ln w="19050">
              <a:solidFill>
                <a:schemeClr val="tx2"/>
              </a:solidFill>
            </a:ln>
            <a:effectLst/>
          </p:spPr>
          <p:style>
            <a:lnRef idx="2">
              <a:schemeClr val="accent1"/>
            </a:lnRef>
            <a:fillRef idx="0">
              <a:schemeClr val="accent1"/>
            </a:fillRef>
            <a:effectRef idx="1">
              <a:schemeClr val="accent1"/>
            </a:effectRef>
            <a:fontRef idx="minor">
              <a:schemeClr val="tx1"/>
            </a:fontRef>
          </p:style>
        </p:cxnSp>
        <p:cxnSp>
          <p:nvCxnSpPr>
            <p:cNvPr id="151" name="Straight Connector 150"/>
            <p:cNvCxnSpPr/>
            <p:nvPr/>
          </p:nvCxnSpPr>
          <p:spPr>
            <a:xfrm flipH="1" flipV="1">
              <a:off x="9224287" y="5325181"/>
              <a:ext cx="1" cy="80668"/>
            </a:xfrm>
            <a:prstGeom prst="line">
              <a:avLst/>
            </a:prstGeom>
            <a:ln w="19050">
              <a:solidFill>
                <a:schemeClr val="tx2"/>
              </a:solidFill>
            </a:ln>
            <a:effectLst/>
          </p:spPr>
          <p:style>
            <a:lnRef idx="2">
              <a:schemeClr val="accent1"/>
            </a:lnRef>
            <a:fillRef idx="0">
              <a:schemeClr val="accent1"/>
            </a:fillRef>
            <a:effectRef idx="1">
              <a:schemeClr val="accent1"/>
            </a:effectRef>
            <a:fontRef idx="minor">
              <a:schemeClr val="tx1"/>
            </a:fontRef>
          </p:style>
        </p:cxnSp>
        <p:cxnSp>
          <p:nvCxnSpPr>
            <p:cNvPr id="152" name="Straight Connector 151"/>
            <p:cNvCxnSpPr/>
            <p:nvPr/>
          </p:nvCxnSpPr>
          <p:spPr>
            <a:xfrm flipH="1" flipV="1">
              <a:off x="10641777" y="5325181"/>
              <a:ext cx="1" cy="80668"/>
            </a:xfrm>
            <a:prstGeom prst="line">
              <a:avLst/>
            </a:prstGeom>
            <a:ln w="19050">
              <a:solidFill>
                <a:schemeClr val="tx2"/>
              </a:solidFill>
            </a:ln>
            <a:effectLst/>
          </p:spPr>
          <p:style>
            <a:lnRef idx="2">
              <a:schemeClr val="accent1"/>
            </a:lnRef>
            <a:fillRef idx="0">
              <a:schemeClr val="accent1"/>
            </a:fillRef>
            <a:effectRef idx="1">
              <a:schemeClr val="accent1"/>
            </a:effectRef>
            <a:fontRef idx="minor">
              <a:schemeClr val="tx1"/>
            </a:fontRef>
          </p:style>
        </p:cxnSp>
        <p:cxnSp>
          <p:nvCxnSpPr>
            <p:cNvPr id="153" name="Straight Connector 152"/>
            <p:cNvCxnSpPr/>
            <p:nvPr/>
          </p:nvCxnSpPr>
          <p:spPr>
            <a:xfrm rot="16200000" flipH="1" flipV="1">
              <a:off x="7066983" y="4614890"/>
              <a:ext cx="1" cy="63225"/>
            </a:xfrm>
            <a:prstGeom prst="line">
              <a:avLst/>
            </a:prstGeom>
            <a:ln w="19050">
              <a:solidFill>
                <a:schemeClr val="tx2"/>
              </a:solidFill>
            </a:ln>
            <a:effectLst/>
          </p:spPr>
          <p:style>
            <a:lnRef idx="2">
              <a:schemeClr val="accent1"/>
            </a:lnRef>
            <a:fillRef idx="0">
              <a:schemeClr val="accent1"/>
            </a:fillRef>
            <a:effectRef idx="1">
              <a:schemeClr val="accent1"/>
            </a:effectRef>
            <a:fontRef idx="minor">
              <a:schemeClr val="tx1"/>
            </a:fontRef>
          </p:style>
        </p:cxnSp>
        <p:cxnSp>
          <p:nvCxnSpPr>
            <p:cNvPr id="154" name="Straight Connector 153"/>
            <p:cNvCxnSpPr/>
            <p:nvPr/>
          </p:nvCxnSpPr>
          <p:spPr>
            <a:xfrm rot="16200000" flipH="1" flipV="1">
              <a:off x="7066983" y="3954332"/>
              <a:ext cx="1" cy="63225"/>
            </a:xfrm>
            <a:prstGeom prst="line">
              <a:avLst/>
            </a:prstGeom>
            <a:ln w="19050">
              <a:solidFill>
                <a:schemeClr val="tx2"/>
              </a:solidFill>
            </a:ln>
            <a:effectLst/>
          </p:spPr>
          <p:style>
            <a:lnRef idx="2">
              <a:schemeClr val="accent1"/>
            </a:lnRef>
            <a:fillRef idx="0">
              <a:schemeClr val="accent1"/>
            </a:fillRef>
            <a:effectRef idx="1">
              <a:schemeClr val="accent1"/>
            </a:effectRef>
            <a:fontRef idx="minor">
              <a:schemeClr val="tx1"/>
            </a:fontRef>
          </p:style>
        </p:cxnSp>
        <p:cxnSp>
          <p:nvCxnSpPr>
            <p:cNvPr id="155" name="Straight Connector 154"/>
            <p:cNvCxnSpPr/>
            <p:nvPr/>
          </p:nvCxnSpPr>
          <p:spPr>
            <a:xfrm rot="16200000" flipH="1" flipV="1">
              <a:off x="7066983" y="3293776"/>
              <a:ext cx="1" cy="63225"/>
            </a:xfrm>
            <a:prstGeom prst="line">
              <a:avLst/>
            </a:prstGeom>
            <a:ln w="19050">
              <a:solidFill>
                <a:schemeClr val="tx2"/>
              </a:solidFill>
            </a:ln>
            <a:effectLst/>
          </p:spPr>
          <p:style>
            <a:lnRef idx="2">
              <a:schemeClr val="accent1"/>
            </a:lnRef>
            <a:fillRef idx="0">
              <a:schemeClr val="accent1"/>
            </a:fillRef>
            <a:effectRef idx="1">
              <a:schemeClr val="accent1"/>
            </a:effectRef>
            <a:fontRef idx="minor">
              <a:schemeClr val="tx1"/>
            </a:fontRef>
          </p:style>
        </p:cxnSp>
        <p:cxnSp>
          <p:nvCxnSpPr>
            <p:cNvPr id="156" name="Straight Connector 155"/>
            <p:cNvCxnSpPr/>
            <p:nvPr/>
          </p:nvCxnSpPr>
          <p:spPr>
            <a:xfrm rot="16200000" flipH="1" flipV="1">
              <a:off x="7066983" y="2633220"/>
              <a:ext cx="1" cy="63225"/>
            </a:xfrm>
            <a:prstGeom prst="line">
              <a:avLst/>
            </a:prstGeom>
            <a:ln w="19050">
              <a:solidFill>
                <a:schemeClr val="tx2"/>
              </a:solidFill>
            </a:ln>
            <a:effectLst/>
          </p:spPr>
          <p:style>
            <a:lnRef idx="2">
              <a:schemeClr val="accent1"/>
            </a:lnRef>
            <a:fillRef idx="0">
              <a:schemeClr val="accent1"/>
            </a:fillRef>
            <a:effectRef idx="1">
              <a:schemeClr val="accent1"/>
            </a:effectRef>
            <a:fontRef idx="minor">
              <a:schemeClr val="tx1"/>
            </a:fontRef>
          </p:style>
        </p:cxnSp>
        <p:cxnSp>
          <p:nvCxnSpPr>
            <p:cNvPr id="157" name="Straight Connector 156"/>
            <p:cNvCxnSpPr/>
            <p:nvPr/>
          </p:nvCxnSpPr>
          <p:spPr>
            <a:xfrm rot="16200000" flipH="1" flipV="1">
              <a:off x="7066983" y="1972663"/>
              <a:ext cx="1" cy="63225"/>
            </a:xfrm>
            <a:prstGeom prst="line">
              <a:avLst/>
            </a:prstGeom>
            <a:ln w="19050">
              <a:solidFill>
                <a:schemeClr val="tx2"/>
              </a:solidFill>
            </a:ln>
            <a:effectLst/>
          </p:spPr>
          <p:style>
            <a:lnRef idx="2">
              <a:schemeClr val="accent1"/>
            </a:lnRef>
            <a:fillRef idx="0">
              <a:schemeClr val="accent1"/>
            </a:fillRef>
            <a:effectRef idx="1">
              <a:schemeClr val="accent1"/>
            </a:effectRef>
            <a:fontRef idx="minor">
              <a:schemeClr val="tx1"/>
            </a:fontRef>
          </p:style>
        </p:cxnSp>
        <p:cxnSp>
          <p:nvCxnSpPr>
            <p:cNvPr id="158" name="Straight Connector 157"/>
            <p:cNvCxnSpPr/>
            <p:nvPr/>
          </p:nvCxnSpPr>
          <p:spPr>
            <a:xfrm flipH="1" flipV="1">
              <a:off x="11350522" y="5325181"/>
              <a:ext cx="1" cy="80668"/>
            </a:xfrm>
            <a:prstGeom prst="line">
              <a:avLst/>
            </a:prstGeom>
            <a:ln w="19050">
              <a:solidFill>
                <a:schemeClr val="tx2"/>
              </a:solidFill>
            </a:ln>
            <a:effectLst/>
          </p:spPr>
          <p:style>
            <a:lnRef idx="2">
              <a:schemeClr val="accent1"/>
            </a:lnRef>
            <a:fillRef idx="0">
              <a:schemeClr val="accent1"/>
            </a:fillRef>
            <a:effectRef idx="1">
              <a:schemeClr val="accent1"/>
            </a:effectRef>
            <a:fontRef idx="minor">
              <a:schemeClr val="tx1"/>
            </a:fontRef>
          </p:style>
        </p:cxnSp>
        <p:cxnSp>
          <p:nvCxnSpPr>
            <p:cNvPr id="207" name="Straight Connector 206"/>
            <p:cNvCxnSpPr/>
            <p:nvPr/>
          </p:nvCxnSpPr>
          <p:spPr>
            <a:xfrm flipH="1" flipV="1">
              <a:off x="9933032" y="5325181"/>
              <a:ext cx="1" cy="80668"/>
            </a:xfrm>
            <a:prstGeom prst="line">
              <a:avLst/>
            </a:prstGeom>
            <a:ln w="19050">
              <a:solidFill>
                <a:schemeClr val="tx2"/>
              </a:solidFill>
            </a:ln>
            <a:effectLst/>
          </p:spPr>
          <p:style>
            <a:lnRef idx="2">
              <a:schemeClr val="accent1"/>
            </a:lnRef>
            <a:fillRef idx="0">
              <a:schemeClr val="accent1"/>
            </a:fillRef>
            <a:effectRef idx="1">
              <a:schemeClr val="accent1"/>
            </a:effectRef>
            <a:fontRef idx="minor">
              <a:schemeClr val="tx1"/>
            </a:fontRef>
          </p:style>
        </p:cxnSp>
        <p:cxnSp>
          <p:nvCxnSpPr>
            <p:cNvPr id="107" name="Straight Connector 106"/>
            <p:cNvCxnSpPr>
              <a:cxnSpLocks/>
            </p:cNvCxnSpPr>
            <p:nvPr/>
          </p:nvCxnSpPr>
          <p:spPr>
            <a:xfrm>
              <a:off x="7037468" y="5325098"/>
              <a:ext cx="4316325" cy="0"/>
            </a:xfrm>
            <a:prstGeom prst="line">
              <a:avLst/>
            </a:prstGeom>
            <a:ln w="19050">
              <a:solidFill>
                <a:schemeClr val="tx2"/>
              </a:solidFill>
            </a:ln>
            <a:effectLst/>
          </p:spPr>
          <p:style>
            <a:lnRef idx="2">
              <a:schemeClr val="accent1"/>
            </a:lnRef>
            <a:fillRef idx="0">
              <a:schemeClr val="accent1"/>
            </a:fillRef>
            <a:effectRef idx="1">
              <a:schemeClr val="accent1"/>
            </a:effectRef>
            <a:fontRef idx="minor">
              <a:schemeClr val="tx1"/>
            </a:fontRef>
          </p:style>
        </p:cxnSp>
      </p:grpSp>
      <p:grpSp>
        <p:nvGrpSpPr>
          <p:cNvPr id="232" name="Group 231"/>
          <p:cNvGrpSpPr/>
          <p:nvPr/>
        </p:nvGrpSpPr>
        <p:grpSpPr>
          <a:xfrm>
            <a:off x="7215949" y="2038048"/>
            <a:ext cx="3715941" cy="3274122"/>
            <a:chOff x="7367587" y="2044700"/>
            <a:chExt cx="3715941" cy="3274122"/>
          </a:xfrm>
        </p:grpSpPr>
        <p:sp>
          <p:nvSpPr>
            <p:cNvPr id="233" name="Rectangle 232"/>
            <p:cNvSpPr/>
            <p:nvPr/>
          </p:nvSpPr>
          <p:spPr>
            <a:xfrm>
              <a:off x="7367587" y="3994022"/>
              <a:ext cx="171450" cy="13248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4" name="Rectangle 233"/>
            <p:cNvSpPr/>
            <p:nvPr/>
          </p:nvSpPr>
          <p:spPr>
            <a:xfrm>
              <a:off x="8077204" y="3756720"/>
              <a:ext cx="171450" cy="1562102"/>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5" name="Rectangle 234"/>
            <p:cNvSpPr/>
            <p:nvPr/>
          </p:nvSpPr>
          <p:spPr>
            <a:xfrm>
              <a:off x="8786819" y="3481389"/>
              <a:ext cx="171450" cy="1837433"/>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6" name="Rectangle 235"/>
            <p:cNvSpPr/>
            <p:nvPr/>
          </p:nvSpPr>
          <p:spPr>
            <a:xfrm>
              <a:off x="9486920" y="3090864"/>
              <a:ext cx="171450" cy="2227958"/>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7" name="Rectangle 236"/>
            <p:cNvSpPr/>
            <p:nvPr/>
          </p:nvSpPr>
          <p:spPr>
            <a:xfrm>
              <a:off x="10201297" y="2630389"/>
              <a:ext cx="171450" cy="2688433"/>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8" name="Rectangle 237"/>
            <p:cNvSpPr/>
            <p:nvPr/>
          </p:nvSpPr>
          <p:spPr>
            <a:xfrm>
              <a:off x="10912078" y="2044700"/>
              <a:ext cx="171450" cy="3274122"/>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40" name="Group 239"/>
          <p:cNvGrpSpPr/>
          <p:nvPr/>
        </p:nvGrpSpPr>
        <p:grpSpPr>
          <a:xfrm>
            <a:off x="7532179" y="4506182"/>
            <a:ext cx="3715941" cy="803973"/>
            <a:chOff x="7367587" y="4514850"/>
            <a:chExt cx="3715941" cy="803973"/>
          </a:xfrm>
          <a:solidFill>
            <a:schemeClr val="accent2"/>
          </a:solidFill>
        </p:grpSpPr>
        <p:sp>
          <p:nvSpPr>
            <p:cNvPr id="241" name="Rectangle 240"/>
            <p:cNvSpPr/>
            <p:nvPr/>
          </p:nvSpPr>
          <p:spPr>
            <a:xfrm>
              <a:off x="7367587" y="4764881"/>
              <a:ext cx="171450" cy="553942"/>
            </a:xfrm>
            <a:prstGeom prst="rect">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2" name="Rectangle 241"/>
            <p:cNvSpPr/>
            <p:nvPr/>
          </p:nvSpPr>
          <p:spPr>
            <a:xfrm>
              <a:off x="8077204" y="4707730"/>
              <a:ext cx="171450" cy="611091"/>
            </a:xfrm>
            <a:prstGeom prst="rect">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3" name="Rectangle 242"/>
            <p:cNvSpPr/>
            <p:nvPr/>
          </p:nvSpPr>
          <p:spPr>
            <a:xfrm>
              <a:off x="8786819" y="4652963"/>
              <a:ext cx="171450" cy="665859"/>
            </a:xfrm>
            <a:prstGeom prst="rect">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4" name="Rectangle 243"/>
            <p:cNvSpPr/>
            <p:nvPr/>
          </p:nvSpPr>
          <p:spPr>
            <a:xfrm>
              <a:off x="9486920" y="4626768"/>
              <a:ext cx="171450" cy="692053"/>
            </a:xfrm>
            <a:prstGeom prst="rect">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5" name="Rectangle 244"/>
            <p:cNvSpPr/>
            <p:nvPr/>
          </p:nvSpPr>
          <p:spPr>
            <a:xfrm>
              <a:off x="10201297" y="4581525"/>
              <a:ext cx="171450" cy="737297"/>
            </a:xfrm>
            <a:prstGeom prst="rect">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6" name="Rectangle 245"/>
            <p:cNvSpPr/>
            <p:nvPr/>
          </p:nvSpPr>
          <p:spPr>
            <a:xfrm>
              <a:off x="10912078" y="4514850"/>
              <a:ext cx="171450" cy="803972"/>
            </a:xfrm>
            <a:prstGeom prst="rect">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 name="Group 4"/>
          <p:cNvGrpSpPr/>
          <p:nvPr/>
        </p:nvGrpSpPr>
        <p:grpSpPr>
          <a:xfrm>
            <a:off x="7299101" y="2028560"/>
            <a:ext cx="1010038" cy="616805"/>
            <a:chOff x="8106821" y="2401940"/>
            <a:chExt cx="1010038" cy="616805"/>
          </a:xfrm>
        </p:grpSpPr>
        <p:grpSp>
          <p:nvGrpSpPr>
            <p:cNvPr id="247" name="Group 246"/>
            <p:cNvGrpSpPr/>
            <p:nvPr/>
          </p:nvGrpSpPr>
          <p:grpSpPr>
            <a:xfrm>
              <a:off x="8112525" y="2401940"/>
              <a:ext cx="1004334" cy="616805"/>
              <a:chOff x="7293915" y="2879878"/>
              <a:chExt cx="1004334" cy="616805"/>
            </a:xfrm>
          </p:grpSpPr>
          <p:sp>
            <p:nvSpPr>
              <p:cNvPr id="249" name="Rectangle 248"/>
              <p:cNvSpPr/>
              <p:nvPr/>
            </p:nvSpPr>
            <p:spPr>
              <a:xfrm>
                <a:off x="7293915" y="2972992"/>
                <a:ext cx="144000" cy="144000"/>
              </a:xfrm>
              <a:prstGeom prst="rect">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600">
                  <a:solidFill>
                    <a:prstClr val="white"/>
                  </a:solidFill>
                  <a:latin typeface="Arial" panose="020B0604020202020204" pitchFamily="34" charset="0"/>
                  <a:cs typeface="Arial" panose="020B0604020202020204" pitchFamily="34" charset="0"/>
                </a:endParaRPr>
              </a:p>
            </p:txBody>
          </p:sp>
          <p:sp>
            <p:nvSpPr>
              <p:cNvPr id="257" name="TextBox 256"/>
              <p:cNvSpPr txBox="1"/>
              <p:nvPr/>
            </p:nvSpPr>
            <p:spPr>
              <a:xfrm>
                <a:off x="7453146" y="2879878"/>
                <a:ext cx="718466" cy="338554"/>
              </a:xfrm>
              <a:prstGeom prst="rect">
                <a:avLst/>
              </a:prstGeom>
              <a:noFill/>
            </p:spPr>
            <p:txBody>
              <a:bodyPr wrap="none" rtlCol="0">
                <a:spAutoFit/>
              </a:bodyPr>
              <a:lstStyle/>
              <a:p>
                <a:r>
                  <a:rPr lang="en-GB" sz="1600">
                    <a:solidFill>
                      <a:srgbClr val="000000"/>
                    </a:solidFill>
                    <a:latin typeface="Arial" panose="020B0604020202020204" pitchFamily="34" charset="0"/>
                    <a:cs typeface="Arial" panose="020B0604020202020204" pitchFamily="34" charset="0"/>
                  </a:rPr>
                  <a:t>China</a:t>
                </a:r>
              </a:p>
            </p:txBody>
          </p:sp>
          <p:sp>
            <p:nvSpPr>
              <p:cNvPr id="266" name="TextBox 265"/>
              <p:cNvSpPr txBox="1"/>
              <p:nvPr/>
            </p:nvSpPr>
            <p:spPr>
              <a:xfrm>
                <a:off x="7453146" y="3158129"/>
                <a:ext cx="845103" cy="338554"/>
              </a:xfrm>
              <a:prstGeom prst="rect">
                <a:avLst/>
              </a:prstGeom>
              <a:noFill/>
            </p:spPr>
            <p:txBody>
              <a:bodyPr wrap="none" rtlCol="0">
                <a:spAutoFit/>
              </a:bodyPr>
              <a:lstStyle/>
              <a:p>
                <a:r>
                  <a:rPr lang="en-GB" sz="1600">
                    <a:solidFill>
                      <a:srgbClr val="000000"/>
                    </a:solidFill>
                    <a:latin typeface="Arial" panose="020B0604020202020204" pitchFamily="34" charset="0"/>
                    <a:cs typeface="Arial" panose="020B0604020202020204" pitchFamily="34" charset="0"/>
                  </a:rPr>
                  <a:t>Europe</a:t>
                </a:r>
              </a:p>
            </p:txBody>
          </p:sp>
        </p:grpSp>
        <p:sp>
          <p:nvSpPr>
            <p:cNvPr id="272" name="Rectangle 271"/>
            <p:cNvSpPr/>
            <p:nvPr/>
          </p:nvSpPr>
          <p:spPr>
            <a:xfrm>
              <a:off x="8106821" y="2781026"/>
              <a:ext cx="144000" cy="144000"/>
            </a:xfrm>
            <a:prstGeom prst="rect">
              <a:avLst/>
            </a:prstGeom>
            <a:solidFill>
              <a:schemeClr val="accent5"/>
            </a:solidFill>
            <a:ln>
              <a:solidFill>
                <a:schemeClr val="accent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600">
                <a:solidFill>
                  <a:prstClr val="white"/>
                </a:solidFill>
                <a:latin typeface="Arial" panose="020B0604020202020204" pitchFamily="34" charset="0"/>
                <a:cs typeface="Arial" panose="020B0604020202020204" pitchFamily="34" charset="0"/>
              </a:endParaRPr>
            </a:p>
          </p:txBody>
        </p:sp>
      </p:grpSp>
      <p:sp>
        <p:nvSpPr>
          <p:cNvPr id="17" name="TextBox 16">
            <a:extLst>
              <a:ext uri="{FF2B5EF4-FFF2-40B4-BE49-F238E27FC236}">
                <a16:creationId xmlns:a16="http://schemas.microsoft.com/office/drawing/2014/main" id="{E91A91F3-C367-DEE0-9185-5A9D918DF504}"/>
              </a:ext>
            </a:extLst>
          </p:cNvPr>
          <p:cNvSpPr txBox="1"/>
          <p:nvPr/>
        </p:nvSpPr>
        <p:spPr>
          <a:xfrm>
            <a:off x="6739853" y="2492846"/>
            <a:ext cx="298480" cy="338554"/>
          </a:xfrm>
          <a:prstGeom prst="rect">
            <a:avLst/>
          </a:prstGeom>
          <a:noFill/>
          <a:effectLst/>
        </p:spPr>
        <p:txBody>
          <a:bodyPr wrap="none" rtlCol="0">
            <a:spAutoFit/>
          </a:bodyPr>
          <a:lstStyle/>
          <a:p>
            <a:pPr algn="r"/>
            <a:r>
              <a:rPr lang="en-GB" sz="1600">
                <a:solidFill>
                  <a:schemeClr val="tx2"/>
                </a:solidFill>
                <a:latin typeface="Arial" panose="020B0604020202020204" pitchFamily="34" charset="0"/>
                <a:cs typeface="Arial" panose="020B0604020202020204" pitchFamily="34" charset="0"/>
              </a:rPr>
              <a:t>4</a:t>
            </a:r>
          </a:p>
        </p:txBody>
      </p:sp>
    </p:spTree>
    <p:extLst>
      <p:ext uri="{BB962C8B-B14F-4D97-AF65-F5344CB8AC3E}">
        <p14:creationId xmlns:p14="http://schemas.microsoft.com/office/powerpoint/2010/main" val="17872133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7"/>
          </p:nvPr>
        </p:nvSpPr>
        <p:spPr/>
        <p:txBody>
          <a:bodyPr/>
          <a:lstStyle/>
          <a:p>
            <a:r>
              <a:rPr lang="en-GB"/>
              <a:t>Parkinson’s disease – Epidemiology and burden</a:t>
            </a:r>
          </a:p>
        </p:txBody>
      </p:sp>
      <p:sp>
        <p:nvSpPr>
          <p:cNvPr id="2" name="Title 1"/>
          <p:cNvSpPr>
            <a:spLocks noGrp="1"/>
          </p:cNvSpPr>
          <p:nvPr>
            <p:ph type="title"/>
          </p:nvPr>
        </p:nvSpPr>
        <p:spPr/>
        <p:txBody>
          <a:bodyPr/>
          <a:lstStyle/>
          <a:p>
            <a:r>
              <a:rPr lang="en-GB"/>
              <a:t>Risk factors associated with Parkinson’s disease</a:t>
            </a:r>
          </a:p>
        </p:txBody>
      </p:sp>
      <p:sp>
        <p:nvSpPr>
          <p:cNvPr id="3" name="Text Placeholder 2">
            <a:extLst>
              <a:ext uri="{FF2B5EF4-FFF2-40B4-BE49-F238E27FC236}">
                <a16:creationId xmlns:a16="http://schemas.microsoft.com/office/drawing/2014/main" id="{57586328-FD80-445A-BF86-BB89A85744A2}"/>
              </a:ext>
            </a:extLst>
          </p:cNvPr>
          <p:cNvSpPr>
            <a:spLocks noGrp="1"/>
          </p:cNvSpPr>
          <p:nvPr>
            <p:ph type="body" sz="quarter" idx="18"/>
          </p:nvPr>
        </p:nvSpPr>
        <p:spPr/>
        <p:txBody>
          <a:bodyPr/>
          <a:lstStyle/>
          <a:p>
            <a:pPr marL="0" indent="0">
              <a:buNone/>
            </a:pPr>
            <a:r>
              <a:rPr lang="en-US" baseline="30000" err="1"/>
              <a:t>a</a:t>
            </a:r>
            <a:r>
              <a:rPr lang="en-US" err="1"/>
              <a:t>Strongest</a:t>
            </a:r>
            <a:r>
              <a:rPr lang="en-US"/>
              <a:t> evidence for ibuprofen, for other NSAIDs the evidence is mixed or poor;</a:t>
            </a:r>
            <a:r>
              <a:rPr lang="en-US" baseline="30000"/>
              <a:t>1,2</a:t>
            </a:r>
            <a:r>
              <a:rPr lang="en-US"/>
              <a:t> PD=Parkinson’s disease; NSAID=nonsteroidal anti-inflammatory drug </a:t>
            </a:r>
          </a:p>
          <a:p>
            <a:pPr marL="0" indent="0">
              <a:buNone/>
            </a:pPr>
            <a:endParaRPr lang="en-US"/>
          </a:p>
          <a:p>
            <a:pPr marL="0" indent="0">
              <a:buNone/>
            </a:pPr>
            <a:r>
              <a:rPr lang="en-GB"/>
              <a:t>1. Lee &amp; Gilbert. </a:t>
            </a:r>
            <a:r>
              <a:rPr lang="en-GB" err="1"/>
              <a:t>Neurol</a:t>
            </a:r>
            <a:r>
              <a:rPr lang="en-GB"/>
              <a:t> Clin 2016;34(4):955–965; 2. </a:t>
            </a:r>
            <a:r>
              <a:rPr lang="en-GB" err="1"/>
              <a:t>Ascherio</a:t>
            </a:r>
            <a:r>
              <a:rPr lang="en-GB"/>
              <a:t> &amp; Schwarzschild. </a:t>
            </a:r>
            <a:r>
              <a:rPr lang="fr-FR"/>
              <a:t>Lancet </a:t>
            </a:r>
            <a:r>
              <a:rPr lang="fr-FR" err="1"/>
              <a:t>Neurol</a:t>
            </a:r>
            <a:r>
              <a:rPr lang="fr-FR"/>
              <a:t> 2016;15(12):1257–1272; </a:t>
            </a:r>
            <a:br>
              <a:rPr lang="fr-FR"/>
            </a:br>
            <a:r>
              <a:rPr lang="fr-FR"/>
              <a:t>3. Dorsey &amp; </a:t>
            </a:r>
            <a:r>
              <a:rPr lang="fr-FR" err="1"/>
              <a:t>Bloem</a:t>
            </a:r>
            <a:r>
              <a:rPr lang="fr-FR"/>
              <a:t>. J Parkinsons Dis 2024;14(3):451–465; 4. </a:t>
            </a:r>
            <a:r>
              <a:rPr lang="fr-FR" err="1"/>
              <a:t>Veronese</a:t>
            </a:r>
            <a:r>
              <a:rPr lang="fr-FR"/>
              <a:t> et al. </a:t>
            </a:r>
            <a:r>
              <a:rPr lang="fr-FR" err="1"/>
              <a:t>Mov</a:t>
            </a:r>
            <a:r>
              <a:rPr lang="fr-FR"/>
              <a:t> </a:t>
            </a:r>
            <a:r>
              <a:rPr lang="fr-FR" err="1"/>
              <a:t>Disord</a:t>
            </a:r>
            <a:r>
              <a:rPr lang="fr-FR"/>
              <a:t> 2024;39(7):1203–1212</a:t>
            </a:r>
            <a:endParaRPr lang="en-GB"/>
          </a:p>
        </p:txBody>
      </p:sp>
      <p:sp>
        <p:nvSpPr>
          <p:cNvPr id="4" name="Slide Number Placeholder 3"/>
          <p:cNvSpPr>
            <a:spLocks noGrp="1"/>
          </p:cNvSpPr>
          <p:nvPr>
            <p:ph type="sldNum" sz="quarter" idx="4"/>
          </p:nvPr>
        </p:nvSpPr>
        <p:spPr/>
        <p:txBody>
          <a:bodyPr/>
          <a:lstStyle/>
          <a:p>
            <a:fld id="{6DBC486D-4FAB-B746-8B02-8D7C842291C6}" type="slidenum">
              <a:rPr lang="en-GB" smtClean="0"/>
              <a:pPr/>
              <a:t>12</a:t>
            </a:fld>
            <a:endParaRPr lang="en-GB"/>
          </a:p>
        </p:txBody>
      </p:sp>
      <p:sp>
        <p:nvSpPr>
          <p:cNvPr id="8" name="Rectangle: Rounded Corners 7"/>
          <p:cNvSpPr/>
          <p:nvPr/>
        </p:nvSpPr>
        <p:spPr>
          <a:xfrm>
            <a:off x="2457451" y="1354539"/>
            <a:ext cx="7277098" cy="618708"/>
          </a:xfrm>
          <a:prstGeom prst="roundRect">
            <a:avLst>
              <a:gd name="adj" fmla="val 10334"/>
            </a:avLst>
          </a:prstGeom>
          <a:noFill/>
          <a:ln w="19050">
            <a:noFill/>
          </a:ln>
        </p:spPr>
        <p:txBody>
          <a:bodyPr wrap="square">
            <a:spAutoFit/>
          </a:bodyPr>
          <a:lstStyle/>
          <a:p>
            <a:pPr algn="ctr"/>
            <a:r>
              <a:rPr lang="en-GB" sz="1600" b="1">
                <a:solidFill>
                  <a:schemeClr val="accent2">
                    <a:lumMod val="50000"/>
                  </a:schemeClr>
                </a:solidFill>
                <a:latin typeface="Arial" panose="020B0604020202020204" pitchFamily="34" charset="0"/>
                <a:cs typeface="Arial" panose="020B0604020202020204" pitchFamily="34" charset="0"/>
              </a:rPr>
              <a:t>The risk of developing PD is a balance of the effect of positive and negative factors on the genetic predisposition of an individual</a:t>
            </a:r>
          </a:p>
        </p:txBody>
      </p:sp>
      <p:sp>
        <p:nvSpPr>
          <p:cNvPr id="21" name="Content Placeholder 5"/>
          <p:cNvSpPr txBox="1">
            <a:spLocks/>
          </p:cNvSpPr>
          <p:nvPr/>
        </p:nvSpPr>
        <p:spPr>
          <a:xfrm>
            <a:off x="1868199" y="2077899"/>
            <a:ext cx="3060000" cy="3023148"/>
          </a:xfrm>
          <a:prstGeom prst="roundRect">
            <a:avLst>
              <a:gd name="adj" fmla="val 2563"/>
            </a:avLst>
          </a:prstGeom>
          <a:solidFill>
            <a:schemeClr val="accent2">
              <a:lumMod val="20000"/>
              <a:lumOff val="80000"/>
            </a:schemeClr>
          </a:solidFill>
        </p:spPr>
        <p:txBody>
          <a:bodyPr vert="horz" wrap="square" lIns="91440" tIns="45720" rIns="91440" bIns="45720" rtlCol="0">
            <a:noAutofit/>
          </a:bodyPr>
          <a:lstStyle>
            <a:lvl1pPr marL="228600" indent="-228600" algn="l" defTabSz="914400" rtl="0" eaLnBrk="1" latinLnBrk="0" hangingPunct="1">
              <a:lnSpc>
                <a:spcPct val="90000"/>
              </a:lnSpc>
              <a:spcBef>
                <a:spcPts val="1000"/>
              </a:spcBef>
              <a:buClr>
                <a:srgbClr val="C00000"/>
              </a:buClr>
              <a:buFont typeface="Arial"/>
              <a:buChar char="•"/>
              <a:defRPr sz="2400" kern="1200">
                <a:solidFill>
                  <a:schemeClr val="tx1"/>
                </a:solidFill>
                <a:latin typeface="Arial" charset="0"/>
                <a:ea typeface="Arial" charset="0"/>
                <a:cs typeface="Arial" charset="0"/>
              </a:defRPr>
            </a:lvl1pPr>
            <a:lvl2pPr marL="542925" indent="-276225" algn="l" defTabSz="914400" rtl="0" eaLnBrk="1" latinLnBrk="0" hangingPunct="1">
              <a:lnSpc>
                <a:spcPct val="90000"/>
              </a:lnSpc>
              <a:spcBef>
                <a:spcPts val="500"/>
              </a:spcBef>
              <a:buClr>
                <a:srgbClr val="C00000"/>
              </a:buClr>
              <a:buFont typeface="Arial"/>
              <a:buChar char="•"/>
              <a:defRPr sz="1800" kern="1200">
                <a:solidFill>
                  <a:schemeClr val="tx1"/>
                </a:solidFill>
                <a:latin typeface="Arial" charset="0"/>
                <a:ea typeface="Arial" charset="0"/>
                <a:cs typeface="Arial" charset="0"/>
              </a:defRPr>
            </a:lvl2pPr>
            <a:lvl3pPr marL="809625" indent="-266700" algn="l" defTabSz="914400" rtl="0" eaLnBrk="1" latinLnBrk="0" hangingPunct="1">
              <a:lnSpc>
                <a:spcPct val="90000"/>
              </a:lnSpc>
              <a:spcBef>
                <a:spcPts val="500"/>
              </a:spcBef>
              <a:buClr>
                <a:srgbClr val="C00000"/>
              </a:buClr>
              <a:buFont typeface="Arial"/>
              <a:buChar char="•"/>
              <a:defRPr sz="1400" kern="1200">
                <a:solidFill>
                  <a:schemeClr val="tx1"/>
                </a:solidFill>
                <a:latin typeface="Arial" charset="0"/>
                <a:ea typeface="Arial" charset="0"/>
                <a:cs typeface="Arial" charset="0"/>
              </a:defRPr>
            </a:lvl3pPr>
            <a:lvl4pPr marL="1600200" indent="-228600" algn="l" defTabSz="914400" rtl="0" eaLnBrk="1" latinLnBrk="0" hangingPunct="1">
              <a:lnSpc>
                <a:spcPct val="90000"/>
              </a:lnSpc>
              <a:spcBef>
                <a:spcPts val="500"/>
              </a:spcBef>
              <a:buClr>
                <a:srgbClr val="C00000"/>
              </a:buClr>
              <a:buFont typeface="Arial"/>
              <a:buChar char="•"/>
              <a:defRPr sz="1000" kern="1200">
                <a:solidFill>
                  <a:schemeClr val="tx1"/>
                </a:solidFill>
                <a:latin typeface="Arial" charset="0"/>
                <a:ea typeface="Arial" charset="0"/>
                <a:cs typeface="Arial" charset="0"/>
              </a:defRPr>
            </a:lvl4pPr>
            <a:lvl5pPr marL="2057400" indent="-228600" algn="l" defTabSz="914400" rtl="0" eaLnBrk="1" latinLnBrk="0" hangingPunct="1">
              <a:lnSpc>
                <a:spcPct val="90000"/>
              </a:lnSpc>
              <a:spcBef>
                <a:spcPts val="500"/>
              </a:spcBef>
              <a:buClr>
                <a:srgbClr val="C00000"/>
              </a:buClr>
              <a:buFont typeface="Arial"/>
              <a:buChar char="•"/>
              <a:defRPr sz="1000" kern="1200">
                <a:solidFill>
                  <a:schemeClr val="tx1"/>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spcBef>
                <a:spcPts val="600"/>
              </a:spcBef>
              <a:buNone/>
            </a:pPr>
            <a:r>
              <a:rPr lang="en-GB" sz="1600" b="1" dirty="0">
                <a:solidFill>
                  <a:schemeClr val="accent2">
                    <a:lumMod val="50000"/>
                  </a:schemeClr>
                </a:solidFill>
              </a:rPr>
              <a:t>Risk factors</a:t>
            </a:r>
            <a:r>
              <a:rPr lang="en-GB" sz="1600" b="1" baseline="30000" dirty="0">
                <a:solidFill>
                  <a:schemeClr val="accent2">
                    <a:lumMod val="50000"/>
                  </a:schemeClr>
                </a:solidFill>
              </a:rPr>
              <a:t>1,2</a:t>
            </a:r>
            <a:endParaRPr lang="en-GB" sz="1600" b="1" dirty="0">
              <a:solidFill>
                <a:schemeClr val="accent2">
                  <a:lumMod val="50000"/>
                </a:schemeClr>
              </a:solidFill>
            </a:endParaRPr>
          </a:p>
          <a:p>
            <a:pPr marL="0" indent="0" algn="ctr">
              <a:spcBef>
                <a:spcPts val="600"/>
              </a:spcBef>
              <a:buClrTx/>
              <a:buNone/>
            </a:pPr>
            <a:r>
              <a:rPr lang="en-GB" sz="1600" dirty="0"/>
              <a:t>Age</a:t>
            </a:r>
          </a:p>
          <a:p>
            <a:pPr marL="0" indent="0" algn="ctr">
              <a:spcBef>
                <a:spcPts val="600"/>
              </a:spcBef>
              <a:buClrTx/>
              <a:buNone/>
            </a:pPr>
            <a:r>
              <a:rPr lang="en-GB" sz="1600" dirty="0"/>
              <a:t>Sex</a:t>
            </a:r>
          </a:p>
          <a:p>
            <a:pPr marL="0" indent="0" algn="ctr">
              <a:spcBef>
                <a:spcPts val="600"/>
              </a:spcBef>
              <a:buClrTx/>
              <a:buNone/>
            </a:pPr>
            <a:r>
              <a:rPr lang="en-GB" sz="1600" dirty="0"/>
              <a:t>Genetics</a:t>
            </a:r>
          </a:p>
          <a:p>
            <a:pPr marL="0" indent="0" algn="ctr">
              <a:spcBef>
                <a:spcPts val="600"/>
              </a:spcBef>
              <a:buClrTx/>
              <a:buNone/>
            </a:pPr>
            <a:r>
              <a:rPr lang="en-GB" sz="1600" dirty="0"/>
              <a:t>Pesticide exposure</a:t>
            </a:r>
          </a:p>
          <a:p>
            <a:pPr marL="0" indent="0" algn="ctr">
              <a:spcBef>
                <a:spcPts val="600"/>
              </a:spcBef>
              <a:buClrTx/>
              <a:buNone/>
            </a:pPr>
            <a:r>
              <a:rPr lang="en-GB" sz="1600" dirty="0"/>
              <a:t>Air pollution</a:t>
            </a:r>
            <a:r>
              <a:rPr lang="en-GB" sz="1600" baseline="30000" dirty="0"/>
              <a:t>3</a:t>
            </a:r>
            <a:endParaRPr lang="en-GB" sz="1600" dirty="0"/>
          </a:p>
          <a:p>
            <a:pPr marL="0" indent="0" algn="ctr">
              <a:spcBef>
                <a:spcPts val="600"/>
              </a:spcBef>
              <a:buClrTx/>
              <a:buNone/>
            </a:pPr>
            <a:r>
              <a:rPr lang="en-GB" sz="1600" dirty="0"/>
              <a:t>Trichloroethylene</a:t>
            </a:r>
            <a:r>
              <a:rPr lang="en-GB" sz="1600" baseline="30000" dirty="0"/>
              <a:t>3</a:t>
            </a:r>
            <a:endParaRPr lang="en-GB" sz="1600" dirty="0"/>
          </a:p>
          <a:p>
            <a:pPr marL="0" indent="0" algn="ctr">
              <a:spcBef>
                <a:spcPts val="600"/>
              </a:spcBef>
              <a:buClrTx/>
              <a:buNone/>
            </a:pPr>
            <a:r>
              <a:rPr lang="en-GB" sz="1600" dirty="0"/>
              <a:t>Traumatic brain injury</a:t>
            </a:r>
          </a:p>
          <a:p>
            <a:pPr marL="0" indent="0" algn="ctr">
              <a:spcBef>
                <a:spcPts val="600"/>
              </a:spcBef>
              <a:buClrTx/>
              <a:buNone/>
            </a:pPr>
            <a:r>
              <a:rPr lang="en-GB" sz="1600" dirty="0"/>
              <a:t>Dairy products</a:t>
            </a:r>
          </a:p>
          <a:p>
            <a:pPr marL="0" indent="0" algn="ctr">
              <a:spcBef>
                <a:spcPts val="600"/>
              </a:spcBef>
              <a:buClrTx/>
              <a:buNone/>
            </a:pPr>
            <a:r>
              <a:rPr lang="en-GB" sz="1600" dirty="0"/>
              <a:t>Melanoma</a:t>
            </a:r>
          </a:p>
        </p:txBody>
      </p:sp>
      <p:sp>
        <p:nvSpPr>
          <p:cNvPr id="22" name="Content Placeholder 6"/>
          <p:cNvSpPr txBox="1">
            <a:spLocks/>
          </p:cNvSpPr>
          <p:nvPr/>
        </p:nvSpPr>
        <p:spPr>
          <a:xfrm>
            <a:off x="7263801" y="2459877"/>
            <a:ext cx="3060000" cy="2259192"/>
          </a:xfrm>
          <a:prstGeom prst="roundRect">
            <a:avLst>
              <a:gd name="adj" fmla="val 3834"/>
            </a:avLst>
          </a:prstGeom>
          <a:solidFill>
            <a:schemeClr val="accent5">
              <a:lumMod val="20000"/>
              <a:lumOff val="80000"/>
            </a:schemeClr>
          </a:solidFill>
        </p:spPr>
        <p:txBody>
          <a:bodyPr vert="horz" wrap="square" lIns="91440" tIns="45720" rIns="91440" bIns="45720" rtlCol="0">
            <a:noAutofit/>
          </a:bodyPr>
          <a:lstStyle>
            <a:lvl1pPr marL="228600" indent="-228600" algn="l" defTabSz="914400" rtl="0" eaLnBrk="1" latinLnBrk="0" hangingPunct="1">
              <a:lnSpc>
                <a:spcPct val="90000"/>
              </a:lnSpc>
              <a:spcBef>
                <a:spcPts val="1000"/>
              </a:spcBef>
              <a:buClr>
                <a:srgbClr val="C00000"/>
              </a:buClr>
              <a:buFont typeface="Arial"/>
              <a:buChar char="•"/>
              <a:defRPr sz="2400" kern="1200">
                <a:solidFill>
                  <a:schemeClr val="tx1"/>
                </a:solidFill>
                <a:latin typeface="Arial" charset="0"/>
                <a:ea typeface="Arial" charset="0"/>
                <a:cs typeface="Arial" charset="0"/>
              </a:defRPr>
            </a:lvl1pPr>
            <a:lvl2pPr marL="542925" indent="-276225" algn="l" defTabSz="914400" rtl="0" eaLnBrk="1" latinLnBrk="0" hangingPunct="1">
              <a:lnSpc>
                <a:spcPct val="90000"/>
              </a:lnSpc>
              <a:spcBef>
                <a:spcPts val="500"/>
              </a:spcBef>
              <a:buClr>
                <a:srgbClr val="C00000"/>
              </a:buClr>
              <a:buFont typeface="Arial"/>
              <a:buChar char="•"/>
              <a:defRPr sz="1800" kern="1200">
                <a:solidFill>
                  <a:schemeClr val="tx1"/>
                </a:solidFill>
                <a:latin typeface="Arial" charset="0"/>
                <a:ea typeface="Arial" charset="0"/>
                <a:cs typeface="Arial" charset="0"/>
              </a:defRPr>
            </a:lvl2pPr>
            <a:lvl3pPr marL="809625" indent="-266700" algn="l" defTabSz="914400" rtl="0" eaLnBrk="1" latinLnBrk="0" hangingPunct="1">
              <a:lnSpc>
                <a:spcPct val="90000"/>
              </a:lnSpc>
              <a:spcBef>
                <a:spcPts val="500"/>
              </a:spcBef>
              <a:buClr>
                <a:srgbClr val="C00000"/>
              </a:buClr>
              <a:buFont typeface="Arial"/>
              <a:buChar char="•"/>
              <a:defRPr sz="1400" kern="1200">
                <a:solidFill>
                  <a:schemeClr val="tx1"/>
                </a:solidFill>
                <a:latin typeface="Arial" charset="0"/>
                <a:ea typeface="Arial" charset="0"/>
                <a:cs typeface="Arial" charset="0"/>
              </a:defRPr>
            </a:lvl3pPr>
            <a:lvl4pPr marL="1600200" indent="-228600" algn="l" defTabSz="914400" rtl="0" eaLnBrk="1" latinLnBrk="0" hangingPunct="1">
              <a:lnSpc>
                <a:spcPct val="90000"/>
              </a:lnSpc>
              <a:spcBef>
                <a:spcPts val="500"/>
              </a:spcBef>
              <a:buClr>
                <a:srgbClr val="C00000"/>
              </a:buClr>
              <a:buFont typeface="Arial"/>
              <a:buChar char="•"/>
              <a:defRPr sz="1000" kern="1200">
                <a:solidFill>
                  <a:schemeClr val="tx1"/>
                </a:solidFill>
                <a:latin typeface="Arial" charset="0"/>
                <a:ea typeface="Arial" charset="0"/>
                <a:cs typeface="Arial" charset="0"/>
              </a:defRPr>
            </a:lvl4pPr>
            <a:lvl5pPr marL="2057400" indent="-228600" algn="l" defTabSz="914400" rtl="0" eaLnBrk="1" latinLnBrk="0" hangingPunct="1">
              <a:lnSpc>
                <a:spcPct val="90000"/>
              </a:lnSpc>
              <a:spcBef>
                <a:spcPts val="500"/>
              </a:spcBef>
              <a:buClr>
                <a:srgbClr val="C00000"/>
              </a:buClr>
              <a:buFont typeface="Arial"/>
              <a:buChar char="•"/>
              <a:defRPr sz="1000" kern="1200">
                <a:solidFill>
                  <a:schemeClr val="tx1"/>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spcBef>
                <a:spcPts val="600"/>
              </a:spcBef>
              <a:buNone/>
            </a:pPr>
            <a:r>
              <a:rPr lang="en-GB" sz="1600" b="1">
                <a:solidFill>
                  <a:schemeClr val="accent5">
                    <a:lumMod val="50000"/>
                  </a:schemeClr>
                </a:solidFill>
              </a:rPr>
              <a:t>Protective factors</a:t>
            </a:r>
            <a:r>
              <a:rPr lang="en-GB" sz="1600" b="1" baseline="30000">
                <a:solidFill>
                  <a:schemeClr val="accent5">
                    <a:lumMod val="50000"/>
                  </a:schemeClr>
                </a:solidFill>
              </a:rPr>
              <a:t>1,2</a:t>
            </a:r>
            <a:endParaRPr lang="en-GB" sz="1600" b="1">
              <a:solidFill>
                <a:schemeClr val="accent5">
                  <a:lumMod val="50000"/>
                </a:schemeClr>
              </a:solidFill>
            </a:endParaRPr>
          </a:p>
          <a:p>
            <a:pPr marL="0" indent="0" algn="ctr">
              <a:spcBef>
                <a:spcPts val="600"/>
              </a:spcBef>
              <a:buClrTx/>
              <a:buNone/>
            </a:pPr>
            <a:r>
              <a:rPr lang="en-GB" sz="1600"/>
              <a:t>Smoking/tobacco use</a:t>
            </a:r>
          </a:p>
          <a:p>
            <a:pPr marL="0" indent="0" algn="ctr">
              <a:spcBef>
                <a:spcPts val="600"/>
              </a:spcBef>
              <a:buClrTx/>
              <a:buNone/>
            </a:pPr>
            <a:r>
              <a:rPr lang="en-GB" sz="1600"/>
              <a:t>Caffeine</a:t>
            </a:r>
          </a:p>
          <a:p>
            <a:pPr marL="0" indent="0" algn="ctr">
              <a:spcBef>
                <a:spcPts val="600"/>
              </a:spcBef>
              <a:buClrTx/>
              <a:buNone/>
            </a:pPr>
            <a:r>
              <a:rPr lang="en-GB" sz="1600"/>
              <a:t>Urate</a:t>
            </a:r>
          </a:p>
          <a:p>
            <a:pPr marL="0" indent="0" algn="ctr">
              <a:spcBef>
                <a:spcPts val="600"/>
              </a:spcBef>
              <a:buClrTx/>
              <a:buNone/>
            </a:pPr>
            <a:r>
              <a:rPr lang="en-GB" sz="1600"/>
              <a:t>Physical activity</a:t>
            </a:r>
          </a:p>
          <a:p>
            <a:pPr marL="0" indent="0" algn="ctr">
              <a:spcBef>
                <a:spcPts val="600"/>
              </a:spcBef>
              <a:buClrTx/>
              <a:buNone/>
            </a:pPr>
            <a:r>
              <a:rPr lang="en-US" sz="1600" err="1"/>
              <a:t>NSAIDs</a:t>
            </a:r>
            <a:r>
              <a:rPr lang="en-US" sz="1600" baseline="30000" err="1"/>
              <a:t>a</a:t>
            </a:r>
            <a:endParaRPr lang="en-GB" sz="1600" strike="sngStrike"/>
          </a:p>
          <a:p>
            <a:pPr marL="0" indent="0" algn="ctr">
              <a:spcBef>
                <a:spcPts val="600"/>
              </a:spcBef>
              <a:buClrTx/>
              <a:buNone/>
            </a:pPr>
            <a:r>
              <a:rPr lang="en-GB" sz="1600"/>
              <a:t>Calcium channel blockers</a:t>
            </a:r>
          </a:p>
        </p:txBody>
      </p:sp>
      <p:grpSp>
        <p:nvGrpSpPr>
          <p:cNvPr id="6" name="Group 5">
            <a:extLst>
              <a:ext uri="{FF2B5EF4-FFF2-40B4-BE49-F238E27FC236}">
                <a16:creationId xmlns:a16="http://schemas.microsoft.com/office/drawing/2014/main" id="{43FF3028-B87E-8573-7A88-FD1362FED008}"/>
              </a:ext>
            </a:extLst>
          </p:cNvPr>
          <p:cNvGrpSpPr/>
          <p:nvPr/>
        </p:nvGrpSpPr>
        <p:grpSpPr>
          <a:xfrm>
            <a:off x="5010150" y="2475946"/>
            <a:ext cx="2171700" cy="2227054"/>
            <a:chOff x="5010150" y="1927732"/>
            <a:chExt cx="2171700" cy="2227054"/>
          </a:xfrm>
        </p:grpSpPr>
        <p:sp>
          <p:nvSpPr>
            <p:cNvPr id="23" name="Arrow: Left-Right 22"/>
            <p:cNvSpPr/>
            <p:nvPr/>
          </p:nvSpPr>
          <p:spPr>
            <a:xfrm>
              <a:off x="5093808" y="1927732"/>
              <a:ext cx="2004384" cy="812192"/>
            </a:xfrm>
            <a:prstGeom prst="leftRightArrow">
              <a:avLst>
                <a:gd name="adj1" fmla="val 50000"/>
                <a:gd name="adj2" fmla="val 49414"/>
              </a:avLst>
            </a:prstGeom>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9" name="Graphic 8" descr="Scales of justice with solid fill">
              <a:extLst>
                <a:ext uri="{FF2B5EF4-FFF2-40B4-BE49-F238E27FC236}">
                  <a16:creationId xmlns:a16="http://schemas.microsoft.com/office/drawing/2014/main" id="{F07B373E-C9EA-2319-FB8B-33AC355BB26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10150" y="1983086"/>
              <a:ext cx="2171700" cy="2171700"/>
            </a:xfrm>
            <a:prstGeom prst="rect">
              <a:avLst/>
            </a:prstGeom>
          </p:spPr>
        </p:pic>
      </p:grpSp>
      <p:sp>
        <p:nvSpPr>
          <p:cNvPr id="12" name="TextBox 11">
            <a:extLst>
              <a:ext uri="{FF2B5EF4-FFF2-40B4-BE49-F238E27FC236}">
                <a16:creationId xmlns:a16="http://schemas.microsoft.com/office/drawing/2014/main" id="{E4DEE2A8-108B-1448-9D26-F1333B22F80B}"/>
              </a:ext>
            </a:extLst>
          </p:cNvPr>
          <p:cNvSpPr txBox="1"/>
          <p:nvPr/>
        </p:nvSpPr>
        <p:spPr>
          <a:xfrm>
            <a:off x="2332325" y="5302658"/>
            <a:ext cx="7991476" cy="523220"/>
          </a:xfrm>
          <a:prstGeom prst="rect">
            <a:avLst/>
          </a:prstGeom>
          <a:noFill/>
        </p:spPr>
        <p:txBody>
          <a:bodyPr wrap="square">
            <a:spAutoFit/>
          </a:bodyPr>
          <a:lstStyle/>
          <a:p>
            <a:pPr algn="ctr"/>
            <a:r>
              <a:rPr lang="en-US" sz="1400" dirty="0"/>
              <a:t>Additional risk and protective factors have been reported, including high sleep quality (protective), and red meat consumption (protective); however, these await replication by other studies</a:t>
            </a:r>
            <a:r>
              <a:rPr lang="en-US" sz="1400" baseline="30000" dirty="0"/>
              <a:t>4</a:t>
            </a:r>
            <a:endParaRPr lang="en-GB" sz="1400" baseline="30000" dirty="0"/>
          </a:p>
        </p:txBody>
      </p:sp>
    </p:spTree>
    <p:extLst>
      <p:ext uri="{BB962C8B-B14F-4D97-AF65-F5344CB8AC3E}">
        <p14:creationId xmlns:p14="http://schemas.microsoft.com/office/powerpoint/2010/main" val="3654174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219200" y="546100"/>
            <a:ext cx="6642100" cy="2105818"/>
          </a:xfrm>
        </p:spPr>
        <p:txBody>
          <a:bodyPr/>
          <a:lstStyle/>
          <a:p>
            <a:r>
              <a:rPr lang="en-GB"/>
              <a:t>The burden of </a:t>
            </a:r>
            <a:br>
              <a:rPr lang="en-GB"/>
            </a:br>
            <a:r>
              <a:rPr lang="en-GB"/>
              <a:t>Parkinson’s disease</a:t>
            </a:r>
          </a:p>
        </p:txBody>
      </p:sp>
      <p:sp>
        <p:nvSpPr>
          <p:cNvPr id="2" name="Text Placeholder 1">
            <a:extLst>
              <a:ext uri="{FF2B5EF4-FFF2-40B4-BE49-F238E27FC236}">
                <a16:creationId xmlns:a16="http://schemas.microsoft.com/office/drawing/2014/main" id="{175C7709-DFC7-4438-9C75-799866F4F7AA}"/>
              </a:ext>
            </a:extLst>
          </p:cNvPr>
          <p:cNvSpPr>
            <a:spLocks noGrp="1"/>
          </p:cNvSpPr>
          <p:nvPr>
            <p:ph type="body" idx="1"/>
          </p:nvPr>
        </p:nvSpPr>
        <p:spPr>
          <a:xfrm>
            <a:off x="1219200" y="2678906"/>
            <a:ext cx="6642100" cy="1500187"/>
          </a:xfrm>
        </p:spPr>
        <p:txBody>
          <a:bodyPr/>
          <a:lstStyle/>
          <a:p>
            <a:r>
              <a:rPr lang="en-GB"/>
              <a:t>Parkinson’s disease</a:t>
            </a:r>
          </a:p>
        </p:txBody>
      </p:sp>
    </p:spTree>
    <p:extLst>
      <p:ext uri="{BB962C8B-B14F-4D97-AF65-F5344CB8AC3E}">
        <p14:creationId xmlns:p14="http://schemas.microsoft.com/office/powerpoint/2010/main" val="2327071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7"/>
          </p:nvPr>
        </p:nvSpPr>
        <p:spPr/>
        <p:txBody>
          <a:bodyPr/>
          <a:lstStyle/>
          <a:p>
            <a:r>
              <a:rPr lang="en-GB"/>
              <a:t>Parkinson’s disease – Epidemiology and burden</a:t>
            </a:r>
          </a:p>
        </p:txBody>
      </p:sp>
      <p:sp>
        <p:nvSpPr>
          <p:cNvPr id="2" name="Title 1"/>
          <p:cNvSpPr>
            <a:spLocks noGrp="1"/>
          </p:cNvSpPr>
          <p:nvPr>
            <p:ph type="title"/>
          </p:nvPr>
        </p:nvSpPr>
        <p:spPr/>
        <p:txBody>
          <a:bodyPr/>
          <a:lstStyle/>
          <a:p>
            <a:r>
              <a:rPr lang="en-GB"/>
              <a:t>The economic burden of Parkinson’s disease</a:t>
            </a:r>
          </a:p>
        </p:txBody>
      </p:sp>
      <p:sp>
        <p:nvSpPr>
          <p:cNvPr id="9" name="Content Placeholder 8"/>
          <p:cNvSpPr>
            <a:spLocks noGrp="1"/>
          </p:cNvSpPr>
          <p:nvPr>
            <p:ph idx="20"/>
          </p:nvPr>
        </p:nvSpPr>
        <p:spPr/>
        <p:txBody>
          <a:bodyPr/>
          <a:lstStyle/>
          <a:p>
            <a:r>
              <a:rPr lang="en-GB" dirty="0"/>
              <a:t>A study of the economic burden of PD in the USA, analysing data from 2017, estimated </a:t>
            </a:r>
            <a:r>
              <a:rPr lang="en-US" dirty="0"/>
              <a:t>a total economic burden of </a:t>
            </a:r>
            <a:r>
              <a:rPr lang="en-US" b="1" dirty="0"/>
              <a:t>$51.9 billion</a:t>
            </a:r>
            <a:r>
              <a:rPr lang="en-US" baseline="30000" dirty="0"/>
              <a:t>1</a:t>
            </a:r>
            <a:endParaRPr lang="en-US" dirty="0"/>
          </a:p>
          <a:p>
            <a:pPr lvl="1"/>
            <a:r>
              <a:rPr lang="en-US" sz="1600" dirty="0"/>
              <a:t>Direct medical costs: </a:t>
            </a:r>
            <a:r>
              <a:rPr lang="en-US" sz="1600" b="1" dirty="0"/>
              <a:t>$25.4 billion </a:t>
            </a:r>
          </a:p>
          <a:p>
            <a:pPr lvl="1"/>
            <a:r>
              <a:rPr lang="en-US" sz="1600" dirty="0"/>
              <a:t>Indirect and non-medical costs: </a:t>
            </a:r>
            <a:r>
              <a:rPr lang="en-US" sz="1600" b="1" dirty="0"/>
              <a:t>$26.5 billion</a:t>
            </a:r>
          </a:p>
          <a:p>
            <a:pPr lvl="1"/>
            <a:r>
              <a:rPr lang="en-US" sz="1600" dirty="0"/>
              <a:t>The total cost was predicted to surpass $79 billion by the year 2037</a:t>
            </a:r>
          </a:p>
          <a:p>
            <a:r>
              <a:rPr lang="en-GB" dirty="0"/>
              <a:t>An analysis of 2013 Medicare data estimated the 12-month cost of PD in the USA to be </a:t>
            </a:r>
            <a:r>
              <a:rPr lang="en-GB" b="1" dirty="0"/>
              <a:t>$23,041 per patient</a:t>
            </a:r>
            <a:r>
              <a:rPr lang="en-GB" baseline="30000" dirty="0"/>
              <a:t>2</a:t>
            </a:r>
          </a:p>
          <a:p>
            <a:r>
              <a:rPr lang="en-US" dirty="0"/>
              <a:t>A real-world, multinational study has shown that the economic burden of PD increases as the disease progresses – therefore </a:t>
            </a:r>
            <a:r>
              <a:rPr lang="en-US" b="1" dirty="0"/>
              <a:t>treatments to slow or halt PD progression would have substantial economic value to the world</a:t>
            </a:r>
            <a:r>
              <a:rPr lang="en-US" baseline="30000" dirty="0"/>
              <a:t>3</a:t>
            </a:r>
            <a:endParaRPr lang="en-GB" baseline="30000" dirty="0"/>
          </a:p>
        </p:txBody>
      </p:sp>
      <p:sp>
        <p:nvSpPr>
          <p:cNvPr id="3" name="Text Placeholder 2">
            <a:extLst>
              <a:ext uri="{FF2B5EF4-FFF2-40B4-BE49-F238E27FC236}">
                <a16:creationId xmlns:a16="http://schemas.microsoft.com/office/drawing/2014/main" id="{B836140E-2819-4EFD-A42B-DBF509CBD3AE}"/>
              </a:ext>
            </a:extLst>
          </p:cNvPr>
          <p:cNvSpPr>
            <a:spLocks noGrp="1"/>
          </p:cNvSpPr>
          <p:nvPr>
            <p:ph type="body" sz="quarter" idx="18"/>
          </p:nvPr>
        </p:nvSpPr>
        <p:spPr/>
        <p:txBody>
          <a:bodyPr/>
          <a:lstStyle/>
          <a:p>
            <a:pPr marL="0" indent="0">
              <a:buNone/>
            </a:pPr>
            <a:r>
              <a:rPr lang="en-GB" altLang="en-US" dirty="0"/>
              <a:t>PD=Parkinson’s disease</a:t>
            </a:r>
          </a:p>
          <a:p>
            <a:pPr marL="0" indent="0">
              <a:buNone/>
            </a:pPr>
            <a:endParaRPr lang="en-GB" altLang="en-US" dirty="0"/>
          </a:p>
          <a:p>
            <a:pPr marL="0" indent="0">
              <a:buNone/>
            </a:pPr>
            <a:r>
              <a:rPr lang="en-GB" dirty="0"/>
              <a:t>1. Yang et al. NPJ </a:t>
            </a:r>
            <a:r>
              <a:rPr lang="en-GB" dirty="0" err="1"/>
              <a:t>Parkinsons</a:t>
            </a:r>
            <a:r>
              <a:rPr lang="en-GB" dirty="0"/>
              <a:t> Dis 2020;6:15; 2. </a:t>
            </a:r>
            <a:r>
              <a:rPr lang="en-GB" dirty="0" err="1"/>
              <a:t>Dahodwala</a:t>
            </a:r>
            <a:r>
              <a:rPr lang="en-GB" dirty="0"/>
              <a:t> et al. Mov </a:t>
            </a:r>
            <a:r>
              <a:rPr lang="en-GB" dirty="0" err="1"/>
              <a:t>Disord</a:t>
            </a:r>
            <a:r>
              <a:rPr lang="en-GB" dirty="0"/>
              <a:t> 2021;36(1):133–142; 3. Chaudhuri et al. Drugs Real World Outcomes 2024;11(1):1–11</a:t>
            </a:r>
          </a:p>
        </p:txBody>
      </p:sp>
      <p:sp>
        <p:nvSpPr>
          <p:cNvPr id="4" name="Slide Number Placeholder 3"/>
          <p:cNvSpPr>
            <a:spLocks noGrp="1"/>
          </p:cNvSpPr>
          <p:nvPr>
            <p:ph type="sldNum" sz="quarter" idx="4"/>
          </p:nvPr>
        </p:nvSpPr>
        <p:spPr/>
        <p:txBody>
          <a:bodyPr/>
          <a:lstStyle/>
          <a:p>
            <a:fld id="{6DBC486D-4FAB-B746-8B02-8D7C842291C6}" type="slidenum">
              <a:rPr lang="en-GB" smtClean="0"/>
              <a:pPr/>
              <a:t>14</a:t>
            </a:fld>
            <a:endParaRPr lang="en-GB"/>
          </a:p>
        </p:txBody>
      </p:sp>
      <p:sp>
        <p:nvSpPr>
          <p:cNvPr id="13" name="TextBox 12">
            <a:extLst>
              <a:ext uri="{FF2B5EF4-FFF2-40B4-BE49-F238E27FC236}">
                <a16:creationId xmlns:a16="http://schemas.microsoft.com/office/drawing/2014/main" id="{61BDA13A-660E-FC1B-22E2-F7212AC66D74}"/>
              </a:ext>
            </a:extLst>
          </p:cNvPr>
          <p:cNvSpPr txBox="1"/>
          <p:nvPr/>
        </p:nvSpPr>
        <p:spPr>
          <a:xfrm>
            <a:off x="6997701" y="1477812"/>
            <a:ext cx="3886198" cy="523220"/>
          </a:xfrm>
          <a:prstGeom prst="rect">
            <a:avLst/>
          </a:prstGeom>
          <a:noFill/>
        </p:spPr>
        <p:txBody>
          <a:bodyPr wrap="square" rtlCol="0">
            <a:spAutoFit/>
          </a:bodyPr>
          <a:lstStyle/>
          <a:p>
            <a:pPr algn="ctr"/>
            <a:r>
              <a:rPr lang="en-GB" sz="1400" b="1" dirty="0">
                <a:solidFill>
                  <a:schemeClr val="accent2">
                    <a:lumMod val="50000"/>
                  </a:schemeClr>
                </a:solidFill>
              </a:rPr>
              <a:t>The economic burden of PD in the USA, Europe, and Japan by disease stage</a:t>
            </a:r>
            <a:r>
              <a:rPr lang="en-GB" sz="1400" b="1" baseline="30000" dirty="0">
                <a:solidFill>
                  <a:schemeClr val="accent2">
                    <a:lumMod val="50000"/>
                  </a:schemeClr>
                </a:solidFill>
              </a:rPr>
              <a:t>3</a:t>
            </a:r>
            <a:endParaRPr lang="en-GB" sz="1400" b="1" dirty="0">
              <a:solidFill>
                <a:schemeClr val="accent2">
                  <a:lumMod val="50000"/>
                </a:schemeClr>
              </a:solidFill>
            </a:endParaRPr>
          </a:p>
        </p:txBody>
      </p:sp>
      <p:graphicFrame>
        <p:nvGraphicFramePr>
          <p:cNvPr id="8" name="Chart 7">
            <a:extLst>
              <a:ext uri="{FF2B5EF4-FFF2-40B4-BE49-F238E27FC236}">
                <a16:creationId xmlns:a16="http://schemas.microsoft.com/office/drawing/2014/main" id="{E3F4ED1B-DABE-3831-40BF-62BF07B9F619}"/>
              </a:ext>
            </a:extLst>
          </p:cNvPr>
          <p:cNvGraphicFramePr/>
          <p:nvPr>
            <p:extLst>
              <p:ext uri="{D42A27DB-BD31-4B8C-83A1-F6EECF244321}">
                <p14:modId xmlns:p14="http://schemas.microsoft.com/office/powerpoint/2010/main" val="4109585867"/>
              </p:ext>
            </p:extLst>
          </p:nvPr>
        </p:nvGraphicFramePr>
        <p:xfrm>
          <a:off x="5959475" y="2600528"/>
          <a:ext cx="5622432" cy="3565158"/>
        </p:xfrm>
        <a:graphic>
          <a:graphicData uri="http://schemas.openxmlformats.org/drawingml/2006/chart">
            <c:chart xmlns:c="http://schemas.openxmlformats.org/drawingml/2006/chart" xmlns:r="http://schemas.openxmlformats.org/officeDocument/2006/relationships" r:id="rId3"/>
          </a:graphicData>
        </a:graphic>
      </p:graphicFrame>
      <p:sp>
        <p:nvSpPr>
          <p:cNvPr id="11" name="Left Bracket 10">
            <a:extLst>
              <a:ext uri="{FF2B5EF4-FFF2-40B4-BE49-F238E27FC236}">
                <a16:creationId xmlns:a16="http://schemas.microsoft.com/office/drawing/2014/main" id="{FCEBB16A-EC09-ADED-7EBC-3B4033635E5F}"/>
              </a:ext>
            </a:extLst>
          </p:cNvPr>
          <p:cNvSpPr/>
          <p:nvPr/>
        </p:nvSpPr>
        <p:spPr>
          <a:xfrm rot="5400000">
            <a:off x="7279988" y="1857292"/>
            <a:ext cx="88900" cy="1486473"/>
          </a:xfrm>
          <a:prstGeom prst="leftBracket">
            <a:avLst/>
          </a:prstGeom>
          <a:ln w="19050">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4" name="Left Bracket 13">
            <a:extLst>
              <a:ext uri="{FF2B5EF4-FFF2-40B4-BE49-F238E27FC236}">
                <a16:creationId xmlns:a16="http://schemas.microsoft.com/office/drawing/2014/main" id="{A4EE166B-8D29-8A27-FADE-7FB95BD8E504}"/>
              </a:ext>
            </a:extLst>
          </p:cNvPr>
          <p:cNvSpPr/>
          <p:nvPr/>
        </p:nvSpPr>
        <p:spPr>
          <a:xfrm rot="5400000">
            <a:off x="8919225" y="1860670"/>
            <a:ext cx="88900" cy="1486473"/>
          </a:xfrm>
          <a:prstGeom prst="leftBracket">
            <a:avLst/>
          </a:prstGeom>
          <a:ln w="19050">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5" name="Left Bracket 14">
            <a:extLst>
              <a:ext uri="{FF2B5EF4-FFF2-40B4-BE49-F238E27FC236}">
                <a16:creationId xmlns:a16="http://schemas.microsoft.com/office/drawing/2014/main" id="{87F1098A-66A5-D0AA-BA4B-E365FEEE68A9}"/>
              </a:ext>
            </a:extLst>
          </p:cNvPr>
          <p:cNvSpPr/>
          <p:nvPr/>
        </p:nvSpPr>
        <p:spPr>
          <a:xfrm rot="5400000">
            <a:off x="10558461" y="1857292"/>
            <a:ext cx="88900" cy="1486473"/>
          </a:xfrm>
          <a:prstGeom prst="leftBracket">
            <a:avLst/>
          </a:prstGeom>
          <a:ln w="19050">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6" name="TextBox 15">
            <a:extLst>
              <a:ext uri="{FF2B5EF4-FFF2-40B4-BE49-F238E27FC236}">
                <a16:creationId xmlns:a16="http://schemas.microsoft.com/office/drawing/2014/main" id="{7DB618CA-4009-0056-6568-149869729C80}"/>
              </a:ext>
            </a:extLst>
          </p:cNvPr>
          <p:cNvSpPr txBox="1"/>
          <p:nvPr/>
        </p:nvSpPr>
        <p:spPr>
          <a:xfrm>
            <a:off x="7086231" y="2272869"/>
            <a:ext cx="476412" cy="261610"/>
          </a:xfrm>
          <a:prstGeom prst="rect">
            <a:avLst/>
          </a:prstGeom>
          <a:noFill/>
        </p:spPr>
        <p:txBody>
          <a:bodyPr wrap="none" rtlCol="0">
            <a:spAutoFit/>
          </a:bodyPr>
          <a:lstStyle/>
          <a:p>
            <a:pPr algn="ctr"/>
            <a:r>
              <a:rPr lang="en-GB" sz="1100"/>
              <a:t>USA</a:t>
            </a:r>
          </a:p>
        </p:txBody>
      </p:sp>
      <p:sp>
        <p:nvSpPr>
          <p:cNvPr id="17" name="TextBox 16">
            <a:extLst>
              <a:ext uri="{FF2B5EF4-FFF2-40B4-BE49-F238E27FC236}">
                <a16:creationId xmlns:a16="http://schemas.microsoft.com/office/drawing/2014/main" id="{5FA75234-FCCB-B6A6-0DB6-79C7500831CE}"/>
              </a:ext>
            </a:extLst>
          </p:cNvPr>
          <p:cNvSpPr txBox="1"/>
          <p:nvPr/>
        </p:nvSpPr>
        <p:spPr>
          <a:xfrm>
            <a:off x="8643715" y="2272869"/>
            <a:ext cx="639919" cy="261610"/>
          </a:xfrm>
          <a:prstGeom prst="rect">
            <a:avLst/>
          </a:prstGeom>
          <a:noFill/>
        </p:spPr>
        <p:txBody>
          <a:bodyPr wrap="none" rtlCol="0">
            <a:spAutoFit/>
          </a:bodyPr>
          <a:lstStyle/>
          <a:p>
            <a:pPr algn="ctr"/>
            <a:r>
              <a:rPr lang="en-GB" sz="1100"/>
              <a:t>Europe</a:t>
            </a:r>
          </a:p>
        </p:txBody>
      </p:sp>
      <p:sp>
        <p:nvSpPr>
          <p:cNvPr id="18" name="TextBox 17">
            <a:extLst>
              <a:ext uri="{FF2B5EF4-FFF2-40B4-BE49-F238E27FC236}">
                <a16:creationId xmlns:a16="http://schemas.microsoft.com/office/drawing/2014/main" id="{5F870858-5CD8-182C-0BD3-D9895DAAA310}"/>
              </a:ext>
            </a:extLst>
          </p:cNvPr>
          <p:cNvSpPr txBox="1"/>
          <p:nvPr/>
        </p:nvSpPr>
        <p:spPr>
          <a:xfrm>
            <a:off x="10318218" y="2272869"/>
            <a:ext cx="569388" cy="261610"/>
          </a:xfrm>
          <a:prstGeom prst="rect">
            <a:avLst/>
          </a:prstGeom>
          <a:noFill/>
        </p:spPr>
        <p:txBody>
          <a:bodyPr wrap="none" rtlCol="0">
            <a:spAutoFit/>
          </a:bodyPr>
          <a:lstStyle/>
          <a:p>
            <a:pPr algn="ctr"/>
            <a:r>
              <a:rPr lang="en-GB" sz="1100"/>
              <a:t>Japan</a:t>
            </a:r>
          </a:p>
        </p:txBody>
      </p:sp>
      <p:sp>
        <p:nvSpPr>
          <p:cNvPr id="6" name="TextBox 7">
            <a:extLst>
              <a:ext uri="{FF2B5EF4-FFF2-40B4-BE49-F238E27FC236}">
                <a16:creationId xmlns:a16="http://schemas.microsoft.com/office/drawing/2014/main" id="{8B386418-588F-7D83-4F72-5E2F81C92AAD}"/>
              </a:ext>
            </a:extLst>
          </p:cNvPr>
          <p:cNvSpPr txBox="1"/>
          <p:nvPr/>
        </p:nvSpPr>
        <p:spPr>
          <a:xfrm>
            <a:off x="4949687" y="6119698"/>
            <a:ext cx="6840429" cy="369332"/>
          </a:xfrm>
          <a:prstGeom prst="rect">
            <a:avLst/>
          </a:prstGeom>
          <a:noFill/>
        </p:spPr>
        <p:txBody>
          <a:bodyPr wrap="square">
            <a:spAutoFit/>
          </a:bodyPr>
          <a:lstStyle/>
          <a:p>
            <a:pPr fontAlgn="base"/>
            <a:r>
              <a:rPr lang="en-US" sz="900" kern="1200">
                <a:solidFill>
                  <a:srgbClr val="3F1A01"/>
                </a:solidFill>
                <a:effectLst/>
                <a:latin typeface="Arial" panose="020B0604020202020204" pitchFamily="34" charset="0"/>
                <a:ea typeface="Times New Roman" panose="02020603050405020304" pitchFamily="18" charset="0"/>
                <a:cs typeface="Times New Roman" panose="02020603050405020304" pitchFamily="18" charset="0"/>
              </a:rPr>
              <a:t>This work is adapted from ‘</a:t>
            </a:r>
            <a:r>
              <a:rPr lang="en-GB" sz="900" kern="1200">
                <a:solidFill>
                  <a:srgbClr val="3F1A01"/>
                </a:solidFill>
                <a:effectLst/>
                <a:latin typeface="Arial" panose="020B0604020202020204" pitchFamily="34" charset="0"/>
                <a:ea typeface="Times New Roman" panose="02020603050405020304" pitchFamily="18" charset="0"/>
                <a:cs typeface="Times New Roman" panose="02020603050405020304" pitchFamily="18" charset="0"/>
              </a:rPr>
              <a:t>Economic burden of Parkinson’s disease: a multinational, real-world, cost-of-illness study</a:t>
            </a:r>
            <a:r>
              <a:rPr lang="en-US" sz="900" kern="1200">
                <a:solidFill>
                  <a:srgbClr val="3F1A01"/>
                </a:solidFill>
                <a:effectLst/>
                <a:latin typeface="Arial" panose="020B0604020202020204" pitchFamily="34" charset="0"/>
                <a:ea typeface="Times New Roman" panose="02020603050405020304" pitchFamily="18" charset="0"/>
                <a:cs typeface="Times New Roman" panose="02020603050405020304" pitchFamily="18" charset="0"/>
              </a:rPr>
              <a:t>' by Chaudhuri et al., used under CC-BY-NC. This work is licensed under Creative Commons license CC-BY-NC-SA by The Lundbeck Foundation.</a:t>
            </a:r>
            <a:endParaRPr lang="en-GB" sz="1200">
              <a:solidFill>
                <a:srgbClr val="000000"/>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7409969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Partial Circle 36">
            <a:extLst>
              <a:ext uri="{FF2B5EF4-FFF2-40B4-BE49-F238E27FC236}">
                <a16:creationId xmlns:a16="http://schemas.microsoft.com/office/drawing/2014/main" id="{341DE88D-983D-9BAF-9ACD-2AAC3FEEB6C5}"/>
              </a:ext>
            </a:extLst>
          </p:cNvPr>
          <p:cNvSpPr/>
          <p:nvPr/>
        </p:nvSpPr>
        <p:spPr>
          <a:xfrm flipH="1" flipV="1">
            <a:off x="8054067" y="3264495"/>
            <a:ext cx="2597382" cy="2586488"/>
          </a:xfrm>
          <a:prstGeom prst="pie">
            <a:avLst>
              <a:gd name="adj1" fmla="val 18780253"/>
              <a:gd name="adj2" fmla="val 8220153"/>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aphicFrame>
        <p:nvGraphicFramePr>
          <p:cNvPr id="23" name="Object 8">
            <a:extLst>
              <a:ext uri="{FF2B5EF4-FFF2-40B4-BE49-F238E27FC236}">
                <a16:creationId xmlns:a16="http://schemas.microsoft.com/office/drawing/2014/main" id="{D5F02027-58FA-3055-17CE-E7CD468891DB}"/>
              </a:ext>
            </a:extLst>
          </p:cNvPr>
          <p:cNvGraphicFramePr>
            <a:graphicFrameLocks/>
          </p:cNvGraphicFramePr>
          <p:nvPr>
            <p:extLst>
              <p:ext uri="{D42A27DB-BD31-4B8C-83A1-F6EECF244321}">
                <p14:modId xmlns:p14="http://schemas.microsoft.com/office/powerpoint/2010/main" val="3582851554"/>
              </p:ext>
            </p:extLst>
          </p:nvPr>
        </p:nvGraphicFramePr>
        <p:xfrm>
          <a:off x="7677350" y="3353723"/>
          <a:ext cx="3409118" cy="245975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5" name="Object 8">
            <a:extLst>
              <a:ext uri="{FF2B5EF4-FFF2-40B4-BE49-F238E27FC236}">
                <a16:creationId xmlns:a16="http://schemas.microsoft.com/office/drawing/2014/main" id="{64F09543-A04A-A375-33A2-7F3961F12473}"/>
              </a:ext>
            </a:extLst>
          </p:cNvPr>
          <p:cNvGraphicFramePr>
            <a:graphicFrameLocks/>
          </p:cNvGraphicFramePr>
          <p:nvPr>
            <p:extLst>
              <p:ext uri="{D42A27DB-BD31-4B8C-83A1-F6EECF244321}">
                <p14:modId xmlns:p14="http://schemas.microsoft.com/office/powerpoint/2010/main" val="1454640403"/>
              </p:ext>
            </p:extLst>
          </p:nvPr>
        </p:nvGraphicFramePr>
        <p:xfrm>
          <a:off x="7677350" y="3353723"/>
          <a:ext cx="3392826" cy="2448000"/>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 Placeholder 8"/>
          <p:cNvSpPr>
            <a:spLocks noGrp="1"/>
          </p:cNvSpPr>
          <p:nvPr>
            <p:ph type="body" sz="quarter" idx="17"/>
          </p:nvPr>
        </p:nvSpPr>
        <p:spPr/>
        <p:txBody>
          <a:bodyPr/>
          <a:lstStyle/>
          <a:p>
            <a:r>
              <a:rPr lang="en-GB" dirty="0"/>
              <a:t>Parkinson’s disease – Epidemiology and burden</a:t>
            </a:r>
          </a:p>
        </p:txBody>
      </p:sp>
      <p:sp>
        <p:nvSpPr>
          <p:cNvPr id="6" name="Title 5"/>
          <p:cNvSpPr>
            <a:spLocks noGrp="1"/>
          </p:cNvSpPr>
          <p:nvPr>
            <p:ph type="title"/>
          </p:nvPr>
        </p:nvSpPr>
        <p:spPr/>
        <p:txBody>
          <a:bodyPr/>
          <a:lstStyle/>
          <a:p>
            <a:r>
              <a:rPr lang="en-GB"/>
              <a:t>The indirect costs of Parkinson’s disease</a:t>
            </a:r>
          </a:p>
        </p:txBody>
      </p:sp>
      <p:sp>
        <p:nvSpPr>
          <p:cNvPr id="7" name="Content Placeholder 6"/>
          <p:cNvSpPr>
            <a:spLocks noGrp="1"/>
          </p:cNvSpPr>
          <p:nvPr>
            <p:ph idx="20"/>
          </p:nvPr>
        </p:nvSpPr>
        <p:spPr/>
        <p:txBody>
          <a:bodyPr/>
          <a:lstStyle/>
          <a:p>
            <a:r>
              <a:rPr lang="en-GB" dirty="0"/>
              <a:t>Indirect costs are the expenses incurred from the cessation or reduction of work productivity as a result of the morbidity and mortality associated with a disease</a:t>
            </a:r>
            <a:r>
              <a:rPr lang="en-GB" baseline="30000" dirty="0"/>
              <a:t>1-3</a:t>
            </a:r>
          </a:p>
          <a:p>
            <a:pPr lvl="1"/>
            <a:r>
              <a:rPr lang="en-GB" dirty="0"/>
              <a:t>In one analysis within the USA, the indirect costs of PD represented 45% of the total excess </a:t>
            </a:r>
            <a:r>
              <a:rPr lang="en-GB" dirty="0" err="1"/>
              <a:t>costs</a:t>
            </a:r>
            <a:r>
              <a:rPr lang="en-GB" baseline="30000" dirty="0" err="1"/>
              <a:t>a</a:t>
            </a:r>
            <a:r>
              <a:rPr lang="en-GB" dirty="0"/>
              <a:t> within the first year after diagnosis</a:t>
            </a:r>
            <a:r>
              <a:rPr lang="en-GB" baseline="30000" dirty="0"/>
              <a:t>1</a:t>
            </a:r>
          </a:p>
          <a:p>
            <a:r>
              <a:rPr lang="en-GB" dirty="0"/>
              <a:t>Indirect costs include:</a:t>
            </a:r>
            <a:r>
              <a:rPr lang="en-GB" baseline="30000" dirty="0"/>
              <a:t>1-3</a:t>
            </a:r>
          </a:p>
          <a:p>
            <a:pPr lvl="1"/>
            <a:r>
              <a:rPr lang="en-GB" dirty="0"/>
              <a:t>Work loss</a:t>
            </a:r>
          </a:p>
          <a:p>
            <a:pPr lvl="1"/>
            <a:r>
              <a:rPr lang="en-GB" dirty="0"/>
              <a:t>Worker loss and replacement</a:t>
            </a:r>
          </a:p>
          <a:p>
            <a:pPr lvl="1"/>
            <a:r>
              <a:rPr lang="en-GB" dirty="0"/>
              <a:t>Lost/reduced productivity</a:t>
            </a:r>
          </a:p>
          <a:p>
            <a:pPr lvl="1"/>
            <a:r>
              <a:rPr lang="en-GB" dirty="0"/>
              <a:t>Absenteeism (habitual absence from work)</a:t>
            </a:r>
          </a:p>
          <a:p>
            <a:r>
              <a:rPr lang="en-GB" dirty="0"/>
              <a:t>Another indirect cost of PD, particularly advanced PD, is the cost incurred by non-professional caregivers of patients (e.g., a spouse) through lost employment</a:t>
            </a:r>
            <a:r>
              <a:rPr lang="en-GB" baseline="30000" dirty="0"/>
              <a:t>4</a:t>
            </a:r>
            <a:endParaRPr lang="en-GB" dirty="0"/>
          </a:p>
        </p:txBody>
      </p:sp>
      <p:sp>
        <p:nvSpPr>
          <p:cNvPr id="8" name="Content Placeholder 7"/>
          <p:cNvSpPr>
            <a:spLocks noGrp="1"/>
          </p:cNvSpPr>
          <p:nvPr>
            <p:ph idx="21"/>
          </p:nvPr>
        </p:nvSpPr>
        <p:spPr>
          <a:xfrm>
            <a:off x="6230938" y="1416786"/>
            <a:ext cx="5419725" cy="690066"/>
          </a:xfrm>
        </p:spPr>
        <p:txBody>
          <a:bodyPr/>
          <a:lstStyle/>
          <a:p>
            <a:r>
              <a:rPr lang="en-GB" dirty="0"/>
              <a:t>The indirect costs of PD are often greater than the direct costs in economic analyses of PD</a:t>
            </a:r>
            <a:r>
              <a:rPr lang="en-GB" baseline="30000" dirty="0"/>
              <a:t>3-5</a:t>
            </a:r>
          </a:p>
        </p:txBody>
      </p:sp>
      <p:sp>
        <p:nvSpPr>
          <p:cNvPr id="2" name="Text Placeholder 1">
            <a:extLst>
              <a:ext uri="{FF2B5EF4-FFF2-40B4-BE49-F238E27FC236}">
                <a16:creationId xmlns:a16="http://schemas.microsoft.com/office/drawing/2014/main" id="{C6E39656-70CE-4AC5-8632-4142CAB0D732}"/>
              </a:ext>
            </a:extLst>
          </p:cNvPr>
          <p:cNvSpPr>
            <a:spLocks noGrp="1"/>
          </p:cNvSpPr>
          <p:nvPr>
            <p:ph type="body" sz="quarter" idx="18"/>
          </p:nvPr>
        </p:nvSpPr>
        <p:spPr/>
        <p:txBody>
          <a:bodyPr/>
          <a:lstStyle/>
          <a:p>
            <a:pPr marL="0" indent="0">
              <a:buNone/>
            </a:pPr>
            <a:r>
              <a:rPr lang="en-GB" baseline="30000" dirty="0" err="1"/>
              <a:t>a</a:t>
            </a:r>
            <a:r>
              <a:rPr lang="en-GB" dirty="0" err="1"/>
              <a:t>Excess</a:t>
            </a:r>
            <a:r>
              <a:rPr lang="en-GB" dirty="0"/>
              <a:t> costs defined as costs incurred by patients with PD minus the total incurred by a control population</a:t>
            </a:r>
            <a:br>
              <a:rPr lang="en-GB" dirty="0"/>
            </a:br>
            <a:r>
              <a:rPr lang="en-GB" dirty="0"/>
              <a:t>PD=Parkinson’s disease</a:t>
            </a:r>
          </a:p>
          <a:p>
            <a:pPr marL="0" indent="0">
              <a:buNone/>
            </a:pPr>
            <a:endParaRPr lang="en-GB" dirty="0"/>
          </a:p>
          <a:p>
            <a:pPr marL="0" indent="0">
              <a:buNone/>
            </a:pPr>
            <a:r>
              <a:rPr lang="en-GB" dirty="0"/>
              <a:t>1. Johnson et al. </a:t>
            </a:r>
            <a:r>
              <a:rPr lang="en-GB" dirty="0" err="1"/>
              <a:t>PharmacoEconomics</a:t>
            </a:r>
            <a:r>
              <a:rPr lang="en-GB" dirty="0"/>
              <a:t> 2013;31(9):779–806; 2. </a:t>
            </a:r>
            <a:r>
              <a:rPr lang="da-DK" dirty="0"/>
              <a:t>Chaudhuri et al. Drugs Real World Outcomes 2024;11(1):1–11; </a:t>
            </a:r>
            <a:br>
              <a:rPr lang="da-DK" dirty="0"/>
            </a:br>
            <a:r>
              <a:rPr lang="en-GB" dirty="0"/>
              <a:t>3. </a:t>
            </a:r>
            <a:r>
              <a:rPr lang="da-DK" dirty="0"/>
              <a:t>Yang et al. NPJ Parkinsons Dis 2020;6:15; </a:t>
            </a:r>
            <a:r>
              <a:rPr lang="en-GB" dirty="0"/>
              <a:t>4. Martinez-Martín et al. </a:t>
            </a:r>
            <a:r>
              <a:rPr lang="en-GB" dirty="0" err="1"/>
              <a:t>PLoS</a:t>
            </a:r>
            <a:r>
              <a:rPr lang="en-GB" dirty="0"/>
              <a:t> One 2015;10(12):e0145310; 5</a:t>
            </a:r>
            <a:r>
              <a:rPr lang="en-GB" altLang="en-US" dirty="0"/>
              <a:t>. </a:t>
            </a:r>
            <a:r>
              <a:rPr lang="en-GB" dirty="0"/>
              <a:t>Boland &amp; Stacy. Am J </a:t>
            </a:r>
            <a:r>
              <a:rPr lang="en-GB" dirty="0" err="1"/>
              <a:t>Manag</a:t>
            </a:r>
            <a:r>
              <a:rPr lang="en-GB" dirty="0"/>
              <a:t> Care 2012;18(7 </a:t>
            </a:r>
            <a:r>
              <a:rPr lang="en-GB" dirty="0" err="1"/>
              <a:t>Suppl</a:t>
            </a:r>
            <a:r>
              <a:rPr lang="en-GB" dirty="0"/>
              <a:t>):S168–175</a:t>
            </a:r>
          </a:p>
        </p:txBody>
      </p:sp>
      <p:sp>
        <p:nvSpPr>
          <p:cNvPr id="4" name="Slide Number Placeholder 3"/>
          <p:cNvSpPr>
            <a:spLocks noGrp="1"/>
          </p:cNvSpPr>
          <p:nvPr>
            <p:ph type="sldNum" sz="quarter" idx="4"/>
          </p:nvPr>
        </p:nvSpPr>
        <p:spPr/>
        <p:txBody>
          <a:bodyPr/>
          <a:lstStyle/>
          <a:p>
            <a:fld id="{6DBC486D-4FAB-B746-8B02-8D7C842291C6}" type="slidenum">
              <a:rPr lang="en-GB" smtClean="0"/>
              <a:pPr/>
              <a:t>15</a:t>
            </a:fld>
            <a:endParaRPr lang="en-GB"/>
          </a:p>
        </p:txBody>
      </p:sp>
      <p:sp>
        <p:nvSpPr>
          <p:cNvPr id="12" name="TextBox 11">
            <a:extLst>
              <a:ext uri="{FF2B5EF4-FFF2-40B4-BE49-F238E27FC236}">
                <a16:creationId xmlns:a16="http://schemas.microsoft.com/office/drawing/2014/main" id="{DD62E3DC-3D0F-E4CB-5D23-141F2ED9EE54}"/>
              </a:ext>
            </a:extLst>
          </p:cNvPr>
          <p:cNvSpPr txBox="1"/>
          <p:nvPr/>
        </p:nvSpPr>
        <p:spPr>
          <a:xfrm>
            <a:off x="6501922" y="2255515"/>
            <a:ext cx="4927696" cy="307777"/>
          </a:xfrm>
          <a:prstGeom prst="rect">
            <a:avLst/>
          </a:prstGeom>
          <a:noFill/>
        </p:spPr>
        <p:txBody>
          <a:bodyPr wrap="none" rtlCol="0">
            <a:spAutoFit/>
          </a:bodyPr>
          <a:lstStyle/>
          <a:p>
            <a:pPr algn="ctr"/>
            <a:r>
              <a:rPr lang="en-GB" sz="1400" b="1" dirty="0">
                <a:solidFill>
                  <a:schemeClr val="accent2">
                    <a:lumMod val="50000"/>
                  </a:schemeClr>
                </a:solidFill>
              </a:rPr>
              <a:t>The indirect economic burden of PD in the USA in 2017</a:t>
            </a:r>
            <a:r>
              <a:rPr lang="en-GB" sz="1400" b="1" baseline="30000" dirty="0">
                <a:solidFill>
                  <a:schemeClr val="accent2">
                    <a:lumMod val="50000"/>
                  </a:schemeClr>
                </a:solidFill>
              </a:rPr>
              <a:t>3</a:t>
            </a:r>
            <a:endParaRPr lang="en-GB" sz="1400" b="1" dirty="0">
              <a:solidFill>
                <a:schemeClr val="accent2">
                  <a:lumMod val="50000"/>
                </a:schemeClr>
              </a:solidFill>
            </a:endParaRPr>
          </a:p>
        </p:txBody>
      </p:sp>
      <p:sp>
        <p:nvSpPr>
          <p:cNvPr id="26" name="Rectangle 25">
            <a:extLst>
              <a:ext uri="{FF2B5EF4-FFF2-40B4-BE49-F238E27FC236}">
                <a16:creationId xmlns:a16="http://schemas.microsoft.com/office/drawing/2014/main" id="{808014E7-27F5-FCBF-C6DA-EF4771AF22D8}"/>
              </a:ext>
            </a:extLst>
          </p:cNvPr>
          <p:cNvSpPr/>
          <p:nvPr/>
        </p:nvSpPr>
        <p:spPr>
          <a:xfrm>
            <a:off x="6239137" y="4842963"/>
            <a:ext cx="1556836" cy="430887"/>
          </a:xfrm>
          <a:prstGeom prst="rect">
            <a:avLst/>
          </a:prstGeom>
        </p:spPr>
        <p:txBody>
          <a:bodyPr wrap="none">
            <a:spAutoFit/>
          </a:bodyPr>
          <a:lstStyle/>
          <a:p>
            <a:pPr algn="ctr"/>
            <a:r>
              <a:rPr lang="en-GB" sz="1100">
                <a:solidFill>
                  <a:schemeClr val="accent5">
                    <a:lumMod val="75000"/>
                  </a:schemeClr>
                </a:solidFill>
                <a:latin typeface="Arial" panose="020B0604020202020204" pitchFamily="34" charset="0"/>
                <a:cs typeface="Arial" panose="020B0604020202020204" pitchFamily="34" charset="0"/>
              </a:rPr>
              <a:t>Reduced employment</a:t>
            </a:r>
            <a:br>
              <a:rPr lang="en-GB" sz="1100">
                <a:solidFill>
                  <a:schemeClr val="accent5">
                    <a:lumMod val="75000"/>
                  </a:schemeClr>
                </a:solidFill>
                <a:latin typeface="Arial" panose="020B0604020202020204" pitchFamily="34" charset="0"/>
                <a:cs typeface="Arial" panose="020B0604020202020204" pitchFamily="34" charset="0"/>
              </a:rPr>
            </a:br>
            <a:r>
              <a:rPr lang="en-GB" sz="1100">
                <a:solidFill>
                  <a:schemeClr val="accent5">
                    <a:lumMod val="75000"/>
                  </a:schemeClr>
                </a:solidFill>
                <a:latin typeface="Arial" panose="020B0604020202020204" pitchFamily="34" charset="0"/>
                <a:cs typeface="Arial" panose="020B0604020202020204" pitchFamily="34" charset="0"/>
              </a:rPr>
              <a:t>$2.7B</a:t>
            </a:r>
          </a:p>
        </p:txBody>
      </p:sp>
      <p:sp>
        <p:nvSpPr>
          <p:cNvPr id="29" name="Rectangle 28">
            <a:extLst>
              <a:ext uri="{FF2B5EF4-FFF2-40B4-BE49-F238E27FC236}">
                <a16:creationId xmlns:a16="http://schemas.microsoft.com/office/drawing/2014/main" id="{92AFF2E9-B4D4-9137-DF9B-C916443D5332}"/>
              </a:ext>
            </a:extLst>
          </p:cNvPr>
          <p:cNvSpPr/>
          <p:nvPr/>
        </p:nvSpPr>
        <p:spPr>
          <a:xfrm>
            <a:off x="6839352" y="5477223"/>
            <a:ext cx="1233030" cy="430887"/>
          </a:xfrm>
          <a:prstGeom prst="rect">
            <a:avLst/>
          </a:prstGeom>
        </p:spPr>
        <p:txBody>
          <a:bodyPr wrap="none">
            <a:spAutoFit/>
          </a:bodyPr>
          <a:lstStyle/>
          <a:p>
            <a:pPr algn="ctr"/>
            <a:r>
              <a:rPr lang="en-GB" sz="1100">
                <a:solidFill>
                  <a:schemeClr val="accent5">
                    <a:lumMod val="75000"/>
                  </a:schemeClr>
                </a:solidFill>
                <a:latin typeface="Arial" panose="020B0604020202020204" pitchFamily="34" charset="0"/>
                <a:cs typeface="Arial" panose="020B0604020202020204" pitchFamily="34" charset="0"/>
              </a:rPr>
              <a:t>Premature death</a:t>
            </a:r>
            <a:br>
              <a:rPr lang="en-GB" sz="1100">
                <a:solidFill>
                  <a:schemeClr val="accent5">
                    <a:lumMod val="75000"/>
                  </a:schemeClr>
                </a:solidFill>
                <a:latin typeface="Arial" panose="020B0604020202020204" pitchFamily="34" charset="0"/>
                <a:cs typeface="Arial" panose="020B0604020202020204" pitchFamily="34" charset="0"/>
              </a:rPr>
            </a:br>
            <a:r>
              <a:rPr lang="en-GB" sz="1100">
                <a:solidFill>
                  <a:schemeClr val="accent5">
                    <a:lumMod val="75000"/>
                  </a:schemeClr>
                </a:solidFill>
                <a:latin typeface="Arial" panose="020B0604020202020204" pitchFamily="34" charset="0"/>
                <a:cs typeface="Arial" panose="020B0604020202020204" pitchFamily="34" charset="0"/>
              </a:rPr>
              <a:t>$2.5B</a:t>
            </a:r>
          </a:p>
        </p:txBody>
      </p:sp>
      <p:cxnSp>
        <p:nvCxnSpPr>
          <p:cNvPr id="30" name="Straight Connector 29">
            <a:extLst>
              <a:ext uri="{FF2B5EF4-FFF2-40B4-BE49-F238E27FC236}">
                <a16:creationId xmlns:a16="http://schemas.microsoft.com/office/drawing/2014/main" id="{55925EB3-8622-833E-0900-E25092D98971}"/>
              </a:ext>
            </a:extLst>
          </p:cNvPr>
          <p:cNvCxnSpPr>
            <a:cxnSpLocks/>
          </p:cNvCxnSpPr>
          <p:nvPr/>
        </p:nvCxnSpPr>
        <p:spPr>
          <a:xfrm flipH="1">
            <a:off x="8075732" y="5249553"/>
            <a:ext cx="450610" cy="32789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4EED9D0-72CD-3EE4-911E-A724618C8C84}"/>
              </a:ext>
            </a:extLst>
          </p:cNvPr>
          <p:cNvCxnSpPr>
            <a:cxnSpLocks/>
          </p:cNvCxnSpPr>
          <p:nvPr/>
        </p:nvCxnSpPr>
        <p:spPr>
          <a:xfrm flipH="1">
            <a:off x="9696664" y="3146666"/>
            <a:ext cx="139288" cy="44222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B3E9344-8191-1B75-D0EA-FE0E81D846D6}"/>
              </a:ext>
            </a:extLst>
          </p:cNvPr>
          <p:cNvCxnSpPr>
            <a:cxnSpLocks/>
          </p:cNvCxnSpPr>
          <p:nvPr/>
        </p:nvCxnSpPr>
        <p:spPr>
          <a:xfrm flipH="1">
            <a:off x="7809032" y="4919453"/>
            <a:ext cx="534336" cy="13221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CDF32A71-B03A-DC65-F87C-551440322B04}"/>
              </a:ext>
            </a:extLst>
          </p:cNvPr>
          <p:cNvSpPr/>
          <p:nvPr/>
        </p:nvSpPr>
        <p:spPr>
          <a:xfrm>
            <a:off x="6621640" y="4135655"/>
            <a:ext cx="1000594" cy="430887"/>
          </a:xfrm>
          <a:prstGeom prst="rect">
            <a:avLst/>
          </a:prstGeom>
        </p:spPr>
        <p:txBody>
          <a:bodyPr wrap="none">
            <a:spAutoFit/>
          </a:bodyPr>
          <a:lstStyle/>
          <a:p>
            <a:pPr algn="ctr"/>
            <a:r>
              <a:rPr lang="en-GB" sz="1100">
                <a:solidFill>
                  <a:schemeClr val="accent5">
                    <a:lumMod val="75000"/>
                  </a:schemeClr>
                </a:solidFill>
                <a:latin typeface="Arial" panose="020B0604020202020204" pitchFamily="34" charset="0"/>
                <a:cs typeface="Arial" panose="020B0604020202020204" pitchFamily="34" charset="0"/>
              </a:rPr>
              <a:t>Absenteeism</a:t>
            </a:r>
            <a:br>
              <a:rPr lang="en-GB" sz="1100">
                <a:solidFill>
                  <a:schemeClr val="accent5">
                    <a:lumMod val="75000"/>
                  </a:schemeClr>
                </a:solidFill>
                <a:latin typeface="Arial" panose="020B0604020202020204" pitchFamily="34" charset="0"/>
                <a:cs typeface="Arial" panose="020B0604020202020204" pitchFamily="34" charset="0"/>
              </a:rPr>
            </a:br>
            <a:r>
              <a:rPr lang="en-GB" sz="1100">
                <a:solidFill>
                  <a:schemeClr val="accent5">
                    <a:lumMod val="75000"/>
                  </a:schemeClr>
                </a:solidFill>
                <a:latin typeface="Arial" panose="020B0604020202020204" pitchFamily="34" charset="0"/>
                <a:cs typeface="Arial" panose="020B0604020202020204" pitchFamily="34" charset="0"/>
              </a:rPr>
              <a:t>$5.1B</a:t>
            </a:r>
          </a:p>
        </p:txBody>
      </p:sp>
      <p:sp>
        <p:nvSpPr>
          <p:cNvPr id="39" name="Rectangle 38">
            <a:extLst>
              <a:ext uri="{FF2B5EF4-FFF2-40B4-BE49-F238E27FC236}">
                <a16:creationId xmlns:a16="http://schemas.microsoft.com/office/drawing/2014/main" id="{6CD2D461-B433-FCF9-3F54-1A70A5756393}"/>
              </a:ext>
            </a:extLst>
          </p:cNvPr>
          <p:cNvSpPr/>
          <p:nvPr/>
        </p:nvSpPr>
        <p:spPr>
          <a:xfrm>
            <a:off x="6772384" y="3527118"/>
            <a:ext cx="1047082" cy="430887"/>
          </a:xfrm>
          <a:prstGeom prst="rect">
            <a:avLst/>
          </a:prstGeom>
        </p:spPr>
        <p:txBody>
          <a:bodyPr wrap="none">
            <a:spAutoFit/>
          </a:bodyPr>
          <a:lstStyle/>
          <a:p>
            <a:pPr algn="ctr"/>
            <a:r>
              <a:rPr lang="en-GB" sz="1100">
                <a:solidFill>
                  <a:schemeClr val="accent5">
                    <a:lumMod val="75000"/>
                  </a:schemeClr>
                </a:solidFill>
                <a:latin typeface="Arial" panose="020B0604020202020204" pitchFamily="34" charset="0"/>
                <a:cs typeface="Arial" panose="020B0604020202020204" pitchFamily="34" charset="0"/>
              </a:rPr>
              <a:t>Presenteeism</a:t>
            </a:r>
            <a:br>
              <a:rPr lang="en-GB" sz="1100">
                <a:solidFill>
                  <a:schemeClr val="accent5">
                    <a:lumMod val="75000"/>
                  </a:schemeClr>
                </a:solidFill>
                <a:latin typeface="Arial" panose="020B0604020202020204" pitchFamily="34" charset="0"/>
                <a:cs typeface="Arial" panose="020B0604020202020204" pitchFamily="34" charset="0"/>
              </a:rPr>
            </a:br>
            <a:r>
              <a:rPr lang="en-GB" sz="1100">
                <a:solidFill>
                  <a:schemeClr val="accent5">
                    <a:lumMod val="75000"/>
                  </a:schemeClr>
                </a:solidFill>
                <a:latin typeface="Arial" panose="020B0604020202020204" pitchFamily="34" charset="0"/>
                <a:cs typeface="Arial" panose="020B0604020202020204" pitchFamily="34" charset="0"/>
              </a:rPr>
              <a:t>$2.9B</a:t>
            </a:r>
          </a:p>
        </p:txBody>
      </p:sp>
      <p:sp>
        <p:nvSpPr>
          <p:cNvPr id="40" name="Rectangle 39">
            <a:extLst>
              <a:ext uri="{FF2B5EF4-FFF2-40B4-BE49-F238E27FC236}">
                <a16:creationId xmlns:a16="http://schemas.microsoft.com/office/drawing/2014/main" id="{E6F533C7-66F8-01B4-F792-87A000280A83}"/>
              </a:ext>
            </a:extLst>
          </p:cNvPr>
          <p:cNvSpPr/>
          <p:nvPr/>
        </p:nvSpPr>
        <p:spPr>
          <a:xfrm>
            <a:off x="6924371" y="2939026"/>
            <a:ext cx="1406154" cy="430887"/>
          </a:xfrm>
          <a:prstGeom prst="rect">
            <a:avLst/>
          </a:prstGeom>
        </p:spPr>
        <p:txBody>
          <a:bodyPr wrap="none">
            <a:spAutoFit/>
          </a:bodyPr>
          <a:lstStyle/>
          <a:p>
            <a:pPr algn="ctr"/>
            <a:r>
              <a:rPr lang="en-GB" sz="1100">
                <a:solidFill>
                  <a:schemeClr val="accent5">
                    <a:lumMod val="75000"/>
                  </a:schemeClr>
                </a:solidFill>
                <a:latin typeface="Arial" panose="020B0604020202020204" pitchFamily="34" charset="0"/>
                <a:cs typeface="Arial" panose="020B0604020202020204" pitchFamily="34" charset="0"/>
              </a:rPr>
              <a:t>Lost volunteer work</a:t>
            </a:r>
            <a:br>
              <a:rPr lang="en-GB" sz="1100">
                <a:solidFill>
                  <a:schemeClr val="accent5">
                    <a:lumMod val="75000"/>
                  </a:schemeClr>
                </a:solidFill>
                <a:latin typeface="Arial" panose="020B0604020202020204" pitchFamily="34" charset="0"/>
                <a:cs typeface="Arial" panose="020B0604020202020204" pitchFamily="34" charset="0"/>
              </a:rPr>
            </a:br>
            <a:r>
              <a:rPr lang="en-GB" sz="1100">
                <a:solidFill>
                  <a:schemeClr val="accent5">
                    <a:lumMod val="75000"/>
                  </a:schemeClr>
                </a:solidFill>
                <a:latin typeface="Arial" panose="020B0604020202020204" pitchFamily="34" charset="0"/>
                <a:cs typeface="Arial" panose="020B0604020202020204" pitchFamily="34" charset="0"/>
              </a:rPr>
              <a:t>$1.0B</a:t>
            </a:r>
          </a:p>
        </p:txBody>
      </p:sp>
      <p:sp>
        <p:nvSpPr>
          <p:cNvPr id="41" name="Rectangle 40">
            <a:extLst>
              <a:ext uri="{FF2B5EF4-FFF2-40B4-BE49-F238E27FC236}">
                <a16:creationId xmlns:a16="http://schemas.microsoft.com/office/drawing/2014/main" id="{B5886738-CFBA-E553-6FBC-7AF1E1192D76}"/>
              </a:ext>
            </a:extLst>
          </p:cNvPr>
          <p:cNvSpPr/>
          <p:nvPr/>
        </p:nvSpPr>
        <p:spPr>
          <a:xfrm>
            <a:off x="8078935" y="2747712"/>
            <a:ext cx="1401346" cy="430887"/>
          </a:xfrm>
          <a:prstGeom prst="rect">
            <a:avLst/>
          </a:prstGeom>
        </p:spPr>
        <p:txBody>
          <a:bodyPr wrap="none">
            <a:spAutoFit/>
          </a:bodyPr>
          <a:lstStyle/>
          <a:p>
            <a:pPr algn="ctr"/>
            <a:r>
              <a:rPr lang="en-GB" sz="1100" dirty="0">
                <a:solidFill>
                  <a:schemeClr val="accent5">
                    <a:lumMod val="75000"/>
                  </a:schemeClr>
                </a:solidFill>
                <a:latin typeface="Arial" panose="020B0604020202020204" pitchFamily="34" charset="0"/>
                <a:cs typeface="Arial" panose="020B0604020202020204" pitchFamily="34" charset="0"/>
              </a:rPr>
              <a:t>Disability payments</a:t>
            </a:r>
            <a:br>
              <a:rPr lang="en-GB" sz="1100" dirty="0">
                <a:solidFill>
                  <a:schemeClr val="accent5">
                    <a:lumMod val="75000"/>
                  </a:schemeClr>
                </a:solidFill>
                <a:latin typeface="Arial" panose="020B0604020202020204" pitchFamily="34" charset="0"/>
                <a:cs typeface="Arial" panose="020B0604020202020204" pitchFamily="34" charset="0"/>
              </a:rPr>
            </a:br>
            <a:r>
              <a:rPr lang="en-GB" sz="1100" dirty="0">
                <a:solidFill>
                  <a:schemeClr val="accent5">
                    <a:lumMod val="75000"/>
                  </a:schemeClr>
                </a:solidFill>
                <a:latin typeface="Arial" panose="020B0604020202020204" pitchFamily="34" charset="0"/>
                <a:cs typeface="Arial" panose="020B0604020202020204" pitchFamily="34" charset="0"/>
              </a:rPr>
              <a:t>$4.8B</a:t>
            </a:r>
          </a:p>
        </p:txBody>
      </p:sp>
      <p:sp>
        <p:nvSpPr>
          <p:cNvPr id="42" name="Rectangle 41">
            <a:extLst>
              <a:ext uri="{FF2B5EF4-FFF2-40B4-BE49-F238E27FC236}">
                <a16:creationId xmlns:a16="http://schemas.microsoft.com/office/drawing/2014/main" id="{74B25592-6B5B-DF30-8574-4EBE36B45FD9}"/>
              </a:ext>
            </a:extLst>
          </p:cNvPr>
          <p:cNvSpPr/>
          <p:nvPr/>
        </p:nvSpPr>
        <p:spPr>
          <a:xfrm>
            <a:off x="9487607" y="2818313"/>
            <a:ext cx="1345240" cy="430887"/>
          </a:xfrm>
          <a:prstGeom prst="rect">
            <a:avLst/>
          </a:prstGeom>
        </p:spPr>
        <p:txBody>
          <a:bodyPr wrap="none">
            <a:spAutoFit/>
          </a:bodyPr>
          <a:lstStyle/>
          <a:p>
            <a:pPr algn="ctr"/>
            <a:r>
              <a:rPr lang="en-GB" sz="1100">
                <a:solidFill>
                  <a:schemeClr val="accent5">
                    <a:lumMod val="75000"/>
                  </a:schemeClr>
                </a:solidFill>
                <a:latin typeface="Arial" panose="020B0604020202020204" pitchFamily="34" charset="0"/>
                <a:cs typeface="Arial" panose="020B0604020202020204" pitchFamily="34" charset="0"/>
              </a:rPr>
              <a:t>Non-medical costs</a:t>
            </a:r>
            <a:br>
              <a:rPr lang="en-GB" sz="1100">
                <a:solidFill>
                  <a:schemeClr val="accent5">
                    <a:lumMod val="75000"/>
                  </a:schemeClr>
                </a:solidFill>
                <a:latin typeface="Arial" panose="020B0604020202020204" pitchFamily="34" charset="0"/>
                <a:cs typeface="Arial" panose="020B0604020202020204" pitchFamily="34" charset="0"/>
              </a:rPr>
            </a:br>
            <a:r>
              <a:rPr lang="en-GB" sz="1100">
                <a:solidFill>
                  <a:schemeClr val="accent5">
                    <a:lumMod val="75000"/>
                  </a:schemeClr>
                </a:solidFill>
                <a:latin typeface="Arial" panose="020B0604020202020204" pitchFamily="34" charset="0"/>
                <a:cs typeface="Arial" panose="020B0604020202020204" pitchFamily="34" charset="0"/>
              </a:rPr>
              <a:t>$7.5B</a:t>
            </a:r>
          </a:p>
        </p:txBody>
      </p:sp>
      <p:sp>
        <p:nvSpPr>
          <p:cNvPr id="34" name="Oval 33">
            <a:extLst>
              <a:ext uri="{FF2B5EF4-FFF2-40B4-BE49-F238E27FC236}">
                <a16:creationId xmlns:a16="http://schemas.microsoft.com/office/drawing/2014/main" id="{CAA1A43D-815E-E7D1-8630-2F098892AB0A}"/>
              </a:ext>
            </a:extLst>
          </p:cNvPr>
          <p:cNvSpPr/>
          <p:nvPr/>
        </p:nvSpPr>
        <p:spPr>
          <a:xfrm>
            <a:off x="9059008" y="4262968"/>
            <a:ext cx="629511" cy="6295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BBE7CC34-B417-D4F9-E8EE-271661D54B4F}"/>
              </a:ext>
            </a:extLst>
          </p:cNvPr>
          <p:cNvSpPr/>
          <p:nvPr/>
        </p:nvSpPr>
        <p:spPr>
          <a:xfrm>
            <a:off x="10735667" y="3846034"/>
            <a:ext cx="990976" cy="430887"/>
          </a:xfrm>
          <a:prstGeom prst="rect">
            <a:avLst/>
          </a:prstGeom>
        </p:spPr>
        <p:txBody>
          <a:bodyPr wrap="none">
            <a:spAutoFit/>
          </a:bodyPr>
          <a:lstStyle/>
          <a:p>
            <a:pPr algn="ctr"/>
            <a:r>
              <a:rPr lang="en-GB" sz="1100" b="1">
                <a:solidFill>
                  <a:schemeClr val="tx2"/>
                </a:solidFill>
                <a:latin typeface="Arial" panose="020B0604020202020204" pitchFamily="34" charset="0"/>
                <a:cs typeface="Arial" panose="020B0604020202020204" pitchFamily="34" charset="0"/>
              </a:rPr>
              <a:t>Direct costs</a:t>
            </a:r>
            <a:br>
              <a:rPr lang="en-GB" sz="1100" b="1">
                <a:solidFill>
                  <a:schemeClr val="tx2"/>
                </a:solidFill>
                <a:latin typeface="Arial" panose="020B0604020202020204" pitchFamily="34" charset="0"/>
                <a:cs typeface="Arial" panose="020B0604020202020204" pitchFamily="34" charset="0"/>
              </a:rPr>
            </a:br>
            <a:r>
              <a:rPr lang="en-GB" sz="1100" b="1">
                <a:solidFill>
                  <a:schemeClr val="tx2"/>
                </a:solidFill>
                <a:latin typeface="Arial" panose="020B0604020202020204" pitchFamily="34" charset="0"/>
                <a:cs typeface="Arial" panose="020B0604020202020204" pitchFamily="34" charset="0"/>
              </a:rPr>
              <a:t>($25.4B)</a:t>
            </a:r>
          </a:p>
        </p:txBody>
      </p:sp>
      <p:cxnSp>
        <p:nvCxnSpPr>
          <p:cNvPr id="45" name="Straight Connector 44">
            <a:extLst>
              <a:ext uri="{FF2B5EF4-FFF2-40B4-BE49-F238E27FC236}">
                <a16:creationId xmlns:a16="http://schemas.microsoft.com/office/drawing/2014/main" id="{FD948B99-ED0E-8CEA-B584-5EA6EA492E2A}"/>
              </a:ext>
            </a:extLst>
          </p:cNvPr>
          <p:cNvCxnSpPr>
            <a:cxnSpLocks/>
          </p:cNvCxnSpPr>
          <p:nvPr/>
        </p:nvCxnSpPr>
        <p:spPr>
          <a:xfrm flipH="1" flipV="1">
            <a:off x="7595672" y="4343006"/>
            <a:ext cx="762000" cy="8114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FDC621F0-109C-A278-0417-61EC170594FF}"/>
              </a:ext>
            </a:extLst>
          </p:cNvPr>
          <p:cNvCxnSpPr>
            <a:cxnSpLocks/>
          </p:cNvCxnSpPr>
          <p:nvPr/>
        </p:nvCxnSpPr>
        <p:spPr>
          <a:xfrm flipH="1" flipV="1">
            <a:off x="7641392" y="3824846"/>
            <a:ext cx="813288" cy="13315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CB51EDBD-DCAB-7E9E-45C3-540DF5168539}"/>
              </a:ext>
            </a:extLst>
          </p:cNvPr>
          <p:cNvCxnSpPr>
            <a:cxnSpLocks/>
          </p:cNvCxnSpPr>
          <p:nvPr/>
        </p:nvCxnSpPr>
        <p:spPr>
          <a:xfrm flipH="1" flipV="1">
            <a:off x="7923332" y="3329546"/>
            <a:ext cx="721848" cy="44557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C7C6D421-AAD9-6570-DEF9-4191A708D350}"/>
              </a:ext>
            </a:extLst>
          </p:cNvPr>
          <p:cNvCxnSpPr>
            <a:cxnSpLocks/>
          </p:cNvCxnSpPr>
          <p:nvPr/>
        </p:nvCxnSpPr>
        <p:spPr>
          <a:xfrm flipH="1" flipV="1">
            <a:off x="8852972" y="3222866"/>
            <a:ext cx="127488" cy="36937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7" name="Rectangle 56">
            <a:extLst>
              <a:ext uri="{FF2B5EF4-FFF2-40B4-BE49-F238E27FC236}">
                <a16:creationId xmlns:a16="http://schemas.microsoft.com/office/drawing/2014/main" id="{58531DA0-C33C-3CE7-916D-F4F0DA8E902A}"/>
              </a:ext>
            </a:extLst>
          </p:cNvPr>
          <p:cNvSpPr/>
          <p:nvPr/>
        </p:nvSpPr>
        <p:spPr>
          <a:xfrm>
            <a:off x="10681165" y="3429000"/>
            <a:ext cx="1099980" cy="430887"/>
          </a:xfrm>
          <a:prstGeom prst="rect">
            <a:avLst/>
          </a:prstGeom>
        </p:spPr>
        <p:txBody>
          <a:bodyPr wrap="none">
            <a:spAutoFit/>
          </a:bodyPr>
          <a:lstStyle/>
          <a:p>
            <a:pPr algn="ctr"/>
            <a:r>
              <a:rPr lang="en-GB" sz="1100" b="1">
                <a:solidFill>
                  <a:schemeClr val="accent5">
                    <a:lumMod val="75000"/>
                  </a:schemeClr>
                </a:solidFill>
                <a:latin typeface="Arial" panose="020B0604020202020204" pitchFamily="34" charset="0"/>
                <a:cs typeface="Arial" panose="020B0604020202020204" pitchFamily="34" charset="0"/>
              </a:rPr>
              <a:t>Indirect costs</a:t>
            </a:r>
            <a:br>
              <a:rPr lang="en-GB" sz="1100" b="1">
                <a:solidFill>
                  <a:schemeClr val="accent5">
                    <a:lumMod val="75000"/>
                  </a:schemeClr>
                </a:solidFill>
                <a:latin typeface="Arial" panose="020B0604020202020204" pitchFamily="34" charset="0"/>
                <a:cs typeface="Arial" panose="020B0604020202020204" pitchFamily="34" charset="0"/>
              </a:rPr>
            </a:br>
            <a:r>
              <a:rPr lang="en-GB" sz="1100" b="1">
                <a:solidFill>
                  <a:schemeClr val="accent5">
                    <a:lumMod val="75000"/>
                  </a:schemeClr>
                </a:solidFill>
                <a:latin typeface="Arial" panose="020B0604020202020204" pitchFamily="34" charset="0"/>
                <a:cs typeface="Arial" panose="020B0604020202020204" pitchFamily="34" charset="0"/>
              </a:rPr>
              <a:t>($26.5B)</a:t>
            </a:r>
          </a:p>
        </p:txBody>
      </p:sp>
      <p:cxnSp>
        <p:nvCxnSpPr>
          <p:cNvPr id="58" name="Straight Connector 57">
            <a:extLst>
              <a:ext uri="{FF2B5EF4-FFF2-40B4-BE49-F238E27FC236}">
                <a16:creationId xmlns:a16="http://schemas.microsoft.com/office/drawing/2014/main" id="{1A30F046-E8F2-1A1C-1F67-64E537117E7C}"/>
              </a:ext>
            </a:extLst>
          </p:cNvPr>
          <p:cNvCxnSpPr>
            <a:cxnSpLocks/>
          </p:cNvCxnSpPr>
          <p:nvPr/>
        </p:nvCxnSpPr>
        <p:spPr>
          <a:xfrm flipH="1">
            <a:off x="10221602" y="3573780"/>
            <a:ext cx="484498" cy="5722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2E18D8FD-1A35-5FBF-F0B5-AAA62249A226}"/>
              </a:ext>
            </a:extLst>
          </p:cNvPr>
          <p:cNvCxnSpPr>
            <a:cxnSpLocks/>
          </p:cNvCxnSpPr>
          <p:nvPr/>
        </p:nvCxnSpPr>
        <p:spPr>
          <a:xfrm flipH="1">
            <a:off x="10477500" y="3987468"/>
            <a:ext cx="304684" cy="165432"/>
          </a:xfrm>
          <a:prstGeom prst="line">
            <a:avLst/>
          </a:prstGeom>
          <a:ln w="952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 name="TextBox 7">
            <a:extLst>
              <a:ext uri="{FF2B5EF4-FFF2-40B4-BE49-F238E27FC236}">
                <a16:creationId xmlns:a16="http://schemas.microsoft.com/office/drawing/2014/main" id="{8B386418-588F-7D83-4F72-5E2F81C92AAD}"/>
              </a:ext>
            </a:extLst>
          </p:cNvPr>
          <p:cNvSpPr txBox="1"/>
          <p:nvPr/>
        </p:nvSpPr>
        <p:spPr>
          <a:xfrm>
            <a:off x="7176035" y="5969834"/>
            <a:ext cx="4550608" cy="507831"/>
          </a:xfrm>
          <a:prstGeom prst="rect">
            <a:avLst/>
          </a:prstGeom>
          <a:noFill/>
        </p:spPr>
        <p:txBody>
          <a:bodyPr wrap="square">
            <a:spAutoFit/>
          </a:bodyPr>
          <a:lstStyle/>
          <a:p>
            <a:pPr fontAlgn="base"/>
            <a:r>
              <a:rPr lang="en-US" sz="900" kern="1200">
                <a:solidFill>
                  <a:srgbClr val="3F1A01"/>
                </a:solidFill>
                <a:effectLst/>
                <a:latin typeface="Arial" panose="020B0604020202020204" pitchFamily="34" charset="0"/>
                <a:ea typeface="Times New Roman" panose="02020603050405020304" pitchFamily="18" charset="0"/>
                <a:cs typeface="Times New Roman" panose="02020603050405020304" pitchFamily="18" charset="0"/>
              </a:rPr>
              <a:t>This work is adapted from ‘</a:t>
            </a:r>
            <a:r>
              <a:rPr lang="en-GB" sz="900" kern="1200">
                <a:solidFill>
                  <a:srgbClr val="3F1A01"/>
                </a:solidFill>
                <a:effectLst/>
                <a:latin typeface="Arial" panose="020B0604020202020204" pitchFamily="34" charset="0"/>
                <a:ea typeface="Times New Roman" panose="02020603050405020304" pitchFamily="18" charset="0"/>
                <a:cs typeface="Times New Roman" panose="02020603050405020304" pitchFamily="18" charset="0"/>
              </a:rPr>
              <a:t>Current and projected future economic burden of Parkinson’s disease in the U.S.</a:t>
            </a:r>
            <a:r>
              <a:rPr lang="en-US" sz="900" kern="1200">
                <a:solidFill>
                  <a:srgbClr val="3F1A01"/>
                </a:solidFill>
                <a:effectLst/>
                <a:latin typeface="Arial" panose="020B0604020202020204" pitchFamily="34" charset="0"/>
                <a:ea typeface="Times New Roman" panose="02020603050405020304" pitchFamily="18" charset="0"/>
                <a:cs typeface="Times New Roman" panose="02020603050405020304" pitchFamily="18" charset="0"/>
              </a:rPr>
              <a:t>' by Yang et al., used under CC-BY. This work is licensed under Creative Commons license CC-BY-SA by The Lundbeck Foundation.</a:t>
            </a:r>
            <a:endParaRPr lang="en-GB" sz="1200">
              <a:solidFill>
                <a:srgbClr val="000000"/>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5493228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7"/>
          </p:nvPr>
        </p:nvSpPr>
        <p:spPr/>
        <p:txBody>
          <a:bodyPr/>
          <a:lstStyle/>
          <a:p>
            <a:r>
              <a:rPr lang="en-GB"/>
              <a:t>Parkinson’s disease – Epidemiology and burden</a:t>
            </a:r>
          </a:p>
        </p:txBody>
      </p:sp>
      <p:sp>
        <p:nvSpPr>
          <p:cNvPr id="2" name="Title 1"/>
          <p:cNvSpPr>
            <a:spLocks noGrp="1"/>
          </p:cNvSpPr>
          <p:nvPr>
            <p:ph type="title"/>
          </p:nvPr>
        </p:nvSpPr>
        <p:spPr/>
        <p:txBody>
          <a:bodyPr/>
          <a:lstStyle/>
          <a:p>
            <a:r>
              <a:rPr lang="en-GB"/>
              <a:t>The costs of hospitalization</a:t>
            </a:r>
          </a:p>
        </p:txBody>
      </p:sp>
      <p:sp>
        <p:nvSpPr>
          <p:cNvPr id="12" name="Content Placeholder 11">
            <a:extLst>
              <a:ext uri="{FF2B5EF4-FFF2-40B4-BE49-F238E27FC236}">
                <a16:creationId xmlns:a16="http://schemas.microsoft.com/office/drawing/2014/main" id="{8EB65192-EC9A-C71A-ED7C-5360617782D1}"/>
              </a:ext>
            </a:extLst>
          </p:cNvPr>
          <p:cNvSpPr>
            <a:spLocks noGrp="1"/>
          </p:cNvSpPr>
          <p:nvPr>
            <p:ph idx="20"/>
          </p:nvPr>
        </p:nvSpPr>
        <p:spPr/>
        <p:txBody>
          <a:bodyPr/>
          <a:lstStyle/>
          <a:p>
            <a:r>
              <a:rPr lang="en-GB" dirty="0"/>
              <a:t>In the English National Health System, an analysis of hospital admissions between April 2009 and March 2013 showed:</a:t>
            </a:r>
            <a:r>
              <a:rPr lang="en-GB" baseline="30000" dirty="0"/>
              <a:t>1</a:t>
            </a:r>
            <a:endParaRPr lang="en-GB" dirty="0"/>
          </a:p>
          <a:p>
            <a:pPr lvl="1"/>
            <a:r>
              <a:rPr lang="en-GB" dirty="0"/>
              <a:t>324,055 PD-related hospital admissions</a:t>
            </a:r>
          </a:p>
          <a:p>
            <a:pPr lvl="1"/>
            <a:r>
              <a:rPr lang="en-GB" dirty="0"/>
              <a:t>The costs of non-elective PD-related hospital admissions totalled £777 million</a:t>
            </a:r>
          </a:p>
          <a:p>
            <a:pPr lvl="1"/>
            <a:r>
              <a:rPr lang="en-GB" dirty="0"/>
              <a:t>These costs were driven largely by admissions for pneumonia or for PD itself </a:t>
            </a:r>
          </a:p>
          <a:p>
            <a:r>
              <a:rPr lang="en-GB" dirty="0"/>
              <a:t>A multi-</a:t>
            </a:r>
            <a:r>
              <a:rPr lang="en-GB" dirty="0" err="1"/>
              <a:t>national</a:t>
            </a:r>
            <a:r>
              <a:rPr lang="en-GB" baseline="30000" dirty="0" err="1"/>
              <a:t>a</a:t>
            </a:r>
            <a:r>
              <a:rPr lang="en-GB" dirty="0"/>
              <a:t> analysis of the cost of late-stage PD found that the hospital costs ranged widely between €632–19,968 per year</a:t>
            </a:r>
            <a:r>
              <a:rPr lang="en-GB" baseline="30000" dirty="0"/>
              <a:t>2</a:t>
            </a:r>
            <a:endParaRPr lang="en-GB" dirty="0"/>
          </a:p>
          <a:p>
            <a:r>
              <a:rPr lang="en-GB" dirty="0"/>
              <a:t>Factors that predicted greater costs were:</a:t>
            </a:r>
            <a:r>
              <a:rPr lang="en-GB" baseline="30000" dirty="0"/>
              <a:t>2</a:t>
            </a:r>
            <a:endParaRPr lang="en-GB" dirty="0"/>
          </a:p>
          <a:p>
            <a:pPr lvl="1"/>
            <a:r>
              <a:rPr lang="en-US" dirty="0"/>
              <a:t>Male sex, younger age, and longer duration of PD</a:t>
            </a:r>
          </a:p>
          <a:p>
            <a:pPr lvl="1"/>
            <a:r>
              <a:rPr lang="en-US" dirty="0"/>
              <a:t>Symptom severity, as measured by UPDRS, EQ-5D-3L, and the Schwab and England scales</a:t>
            </a:r>
            <a:endParaRPr lang="en-GB" dirty="0"/>
          </a:p>
        </p:txBody>
      </p:sp>
      <p:sp>
        <p:nvSpPr>
          <p:cNvPr id="5" name="Text Placeholder 4">
            <a:extLst>
              <a:ext uri="{FF2B5EF4-FFF2-40B4-BE49-F238E27FC236}">
                <a16:creationId xmlns:a16="http://schemas.microsoft.com/office/drawing/2014/main" id="{8D8F90EE-FB23-46B0-8FD0-EAE8C52E6A49}"/>
              </a:ext>
            </a:extLst>
          </p:cNvPr>
          <p:cNvSpPr>
            <a:spLocks noGrp="1"/>
          </p:cNvSpPr>
          <p:nvPr>
            <p:ph type="body" sz="quarter" idx="18"/>
          </p:nvPr>
        </p:nvSpPr>
        <p:spPr/>
        <p:txBody>
          <a:bodyPr/>
          <a:lstStyle/>
          <a:p>
            <a:pPr marL="0" indent="0">
              <a:buNone/>
            </a:pPr>
            <a:r>
              <a:rPr lang="en-US" baseline="30000" err="1"/>
              <a:t>a</a:t>
            </a:r>
            <a:r>
              <a:rPr lang="en-US" err="1"/>
              <a:t>France</a:t>
            </a:r>
            <a:r>
              <a:rPr lang="en-US"/>
              <a:t>, Germany, the Netherlands, UK, and Sweden</a:t>
            </a:r>
            <a:endParaRPr lang="en-GB"/>
          </a:p>
          <a:p>
            <a:pPr marL="0" indent="0">
              <a:buNone/>
            </a:pPr>
            <a:r>
              <a:rPr lang="en-GB"/>
              <a:t>EQ-5D-3L=</a:t>
            </a:r>
            <a:r>
              <a:rPr lang="en-GB" err="1"/>
              <a:t>EuroQol</a:t>
            </a:r>
            <a:r>
              <a:rPr lang="en-GB"/>
              <a:t> scale 5-dimensions, 3-levels; PD=Parkinson’s disease; UPDRS=</a:t>
            </a:r>
            <a:r>
              <a:rPr lang="en-US"/>
              <a:t>Unified Parkinson’s Disease Rating Scale</a:t>
            </a:r>
            <a:br>
              <a:rPr lang="en-GB"/>
            </a:br>
            <a:endParaRPr lang="en-GB"/>
          </a:p>
          <a:p>
            <a:pPr marL="0" indent="0">
              <a:buNone/>
            </a:pPr>
            <a:r>
              <a:rPr lang="en-GB"/>
              <a:t>1. Low et al. Parkinsonism </a:t>
            </a:r>
            <a:r>
              <a:rPr lang="en-GB" err="1"/>
              <a:t>Relat</a:t>
            </a:r>
            <a:r>
              <a:rPr lang="en-GB"/>
              <a:t> </a:t>
            </a:r>
            <a:r>
              <a:rPr lang="en-GB" err="1"/>
              <a:t>Disord</a:t>
            </a:r>
            <a:r>
              <a:rPr lang="en-GB"/>
              <a:t> 2015;21(5):449–454; 2. Kruse et al. Mov </a:t>
            </a:r>
            <a:r>
              <a:rPr lang="en-GB" err="1"/>
              <a:t>Disord</a:t>
            </a:r>
            <a:r>
              <a:rPr lang="en-GB"/>
              <a:t> 2024;39(3):571–584;</a:t>
            </a:r>
            <a:br>
              <a:rPr lang="en-GB"/>
            </a:br>
            <a:r>
              <a:rPr lang="en-GB"/>
              <a:t>3. Findley. Parkinsonism </a:t>
            </a:r>
            <a:r>
              <a:rPr lang="en-GB" err="1"/>
              <a:t>Relat</a:t>
            </a:r>
            <a:r>
              <a:rPr lang="en-GB"/>
              <a:t> </a:t>
            </a:r>
            <a:r>
              <a:rPr lang="en-GB" err="1"/>
              <a:t>Disord</a:t>
            </a:r>
            <a:r>
              <a:rPr lang="en-GB"/>
              <a:t> 2007;13:S8–S12; 4. Findley et al. Mov </a:t>
            </a:r>
            <a:r>
              <a:rPr lang="en-GB" err="1"/>
              <a:t>Disord</a:t>
            </a:r>
            <a:r>
              <a:rPr lang="en-GB"/>
              <a:t> 2003;18(10):1139–1145</a:t>
            </a:r>
          </a:p>
        </p:txBody>
      </p:sp>
      <p:sp>
        <p:nvSpPr>
          <p:cNvPr id="14" name="Slide Number Placeholder 13"/>
          <p:cNvSpPr>
            <a:spLocks noGrp="1"/>
          </p:cNvSpPr>
          <p:nvPr>
            <p:ph type="sldNum" sz="quarter" idx="4"/>
          </p:nvPr>
        </p:nvSpPr>
        <p:spPr/>
        <p:txBody>
          <a:bodyPr/>
          <a:lstStyle/>
          <a:p>
            <a:fld id="{6DBC486D-4FAB-B746-8B02-8D7C842291C6}" type="slidenum">
              <a:rPr lang="en-GB" smtClean="0"/>
              <a:t>16</a:t>
            </a:fld>
            <a:endParaRPr lang="en-GB"/>
          </a:p>
        </p:txBody>
      </p:sp>
      <p:graphicFrame>
        <p:nvGraphicFramePr>
          <p:cNvPr id="15" name="Content Placeholder 7"/>
          <p:cNvGraphicFramePr>
            <a:graphicFrameLocks/>
          </p:cNvGraphicFramePr>
          <p:nvPr>
            <p:extLst>
              <p:ext uri="{D42A27DB-BD31-4B8C-83A1-F6EECF244321}">
                <p14:modId xmlns:p14="http://schemas.microsoft.com/office/powerpoint/2010/main" val="3141236677"/>
              </p:ext>
            </p:extLst>
          </p:nvPr>
        </p:nvGraphicFramePr>
        <p:xfrm>
          <a:off x="6077280" y="1658503"/>
          <a:ext cx="5419725" cy="4416425"/>
        </p:xfrm>
        <a:graphic>
          <a:graphicData uri="http://schemas.openxmlformats.org/drawingml/2006/chart">
            <c:chart xmlns:c="http://schemas.openxmlformats.org/drawingml/2006/chart" xmlns:r="http://schemas.openxmlformats.org/officeDocument/2006/relationships" r:id="rId3"/>
          </a:graphicData>
        </a:graphic>
      </p:graphicFrame>
      <p:sp>
        <p:nvSpPr>
          <p:cNvPr id="17" name="Rectangle 16"/>
          <p:cNvSpPr/>
          <p:nvPr/>
        </p:nvSpPr>
        <p:spPr>
          <a:xfrm>
            <a:off x="7213349" y="1416785"/>
            <a:ext cx="3895725" cy="338554"/>
          </a:xfrm>
          <a:prstGeom prst="rect">
            <a:avLst/>
          </a:prstGeom>
        </p:spPr>
        <p:txBody>
          <a:bodyPr wrap="square">
            <a:spAutoFit/>
          </a:bodyPr>
          <a:lstStyle/>
          <a:p>
            <a:pPr algn="ctr"/>
            <a:r>
              <a:rPr lang="en-GB" sz="1600" b="1">
                <a:solidFill>
                  <a:schemeClr val="accent2">
                    <a:lumMod val="50000"/>
                  </a:schemeClr>
                </a:solidFill>
                <a:latin typeface="Arial" panose="020B0604020202020204" pitchFamily="34" charset="0"/>
                <a:cs typeface="Arial" panose="020B0604020202020204" pitchFamily="34" charset="0"/>
              </a:rPr>
              <a:t>Direct costs of PD in the UK</a:t>
            </a:r>
            <a:r>
              <a:rPr lang="en-GB" sz="1600" b="1" baseline="30000">
                <a:solidFill>
                  <a:schemeClr val="accent2">
                    <a:lumMod val="50000"/>
                  </a:schemeClr>
                </a:solidFill>
                <a:latin typeface="Arial" panose="020B0604020202020204" pitchFamily="34" charset="0"/>
                <a:cs typeface="Arial" panose="020B0604020202020204" pitchFamily="34" charset="0"/>
              </a:rPr>
              <a:t>3,4</a:t>
            </a:r>
            <a:endParaRPr lang="en-GB" sz="1600" b="1">
              <a:solidFill>
                <a:schemeClr val="accent2">
                  <a:lumMod val="50000"/>
                </a:schemeClr>
              </a:solidFill>
              <a:latin typeface="Arial" panose="020B0604020202020204" pitchFamily="34" charset="0"/>
              <a:cs typeface="Arial" panose="020B0604020202020204" pitchFamily="34" charset="0"/>
            </a:endParaRPr>
          </a:p>
        </p:txBody>
      </p:sp>
      <p:sp>
        <p:nvSpPr>
          <p:cNvPr id="18" name="Rectangle 17"/>
          <p:cNvSpPr/>
          <p:nvPr/>
        </p:nvSpPr>
        <p:spPr>
          <a:xfrm rot="16200000">
            <a:off x="4139603" y="3310696"/>
            <a:ext cx="4173604" cy="369332"/>
          </a:xfrm>
          <a:prstGeom prst="rect">
            <a:avLst/>
          </a:prstGeom>
        </p:spPr>
        <p:txBody>
          <a:bodyPr wrap="square">
            <a:spAutoFit/>
          </a:bodyPr>
          <a:lstStyle/>
          <a:p>
            <a:pPr algn="ctr"/>
            <a:r>
              <a:rPr lang="en-GB" b="1">
                <a:solidFill>
                  <a:schemeClr val="tx2"/>
                </a:solidFill>
                <a:latin typeface="Arial" panose="020B0604020202020204" pitchFamily="34" charset="0"/>
                <a:cs typeface="Arial" panose="020B0604020202020204" pitchFamily="34" charset="0"/>
              </a:rPr>
              <a:t>Cost of PD per patient per year (£)</a:t>
            </a:r>
          </a:p>
        </p:txBody>
      </p:sp>
    </p:spTree>
    <p:extLst>
      <p:ext uri="{BB962C8B-B14F-4D97-AF65-F5344CB8AC3E}">
        <p14:creationId xmlns:p14="http://schemas.microsoft.com/office/powerpoint/2010/main" val="21716976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EBC1378F-2A14-A9E9-AB60-ADDE70EF1C8D}"/>
              </a:ext>
            </a:extLst>
          </p:cNvPr>
          <p:cNvCxnSpPr>
            <a:cxnSpLocks/>
          </p:cNvCxnSpPr>
          <p:nvPr/>
        </p:nvCxnSpPr>
        <p:spPr>
          <a:xfrm>
            <a:off x="1771650" y="5553075"/>
            <a:ext cx="3933825" cy="0"/>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6" name="Text Placeholder 5"/>
          <p:cNvSpPr>
            <a:spLocks noGrp="1"/>
          </p:cNvSpPr>
          <p:nvPr>
            <p:ph type="body" sz="quarter" idx="17"/>
          </p:nvPr>
        </p:nvSpPr>
        <p:spPr/>
        <p:txBody>
          <a:bodyPr/>
          <a:lstStyle/>
          <a:p>
            <a:r>
              <a:rPr lang="en-GB"/>
              <a:t>Parkinson’s disease – Epidemiology and burden</a:t>
            </a:r>
          </a:p>
        </p:txBody>
      </p:sp>
      <p:sp>
        <p:nvSpPr>
          <p:cNvPr id="2" name="Title 1"/>
          <p:cNvSpPr>
            <a:spLocks noGrp="1"/>
          </p:cNvSpPr>
          <p:nvPr>
            <p:ph type="title"/>
          </p:nvPr>
        </p:nvSpPr>
        <p:spPr/>
        <p:txBody>
          <a:bodyPr/>
          <a:lstStyle/>
          <a:p>
            <a:r>
              <a:rPr lang="en-GB"/>
              <a:t>The increasing economic burden of Parkinson’s disease</a:t>
            </a:r>
          </a:p>
        </p:txBody>
      </p:sp>
      <p:sp>
        <p:nvSpPr>
          <p:cNvPr id="14" name="Content Placeholder 13">
            <a:extLst>
              <a:ext uri="{FF2B5EF4-FFF2-40B4-BE49-F238E27FC236}">
                <a16:creationId xmlns:a16="http://schemas.microsoft.com/office/drawing/2014/main" id="{E35F7FDD-4C6A-4C9D-7CDC-3D934DE83C38}"/>
              </a:ext>
            </a:extLst>
          </p:cNvPr>
          <p:cNvSpPr>
            <a:spLocks noGrp="1"/>
          </p:cNvSpPr>
          <p:nvPr>
            <p:ph idx="19"/>
          </p:nvPr>
        </p:nvSpPr>
        <p:spPr/>
        <p:txBody>
          <a:bodyPr/>
          <a:lstStyle/>
          <a:p>
            <a:pPr lvl="1"/>
            <a:endParaRPr lang="en-GB"/>
          </a:p>
          <a:p>
            <a:pPr lvl="1"/>
            <a:endParaRPr lang="en-GB"/>
          </a:p>
          <a:p>
            <a:pPr lvl="1"/>
            <a:endParaRPr lang="en-GB"/>
          </a:p>
          <a:p>
            <a:pPr lvl="1"/>
            <a:endParaRPr lang="en-GB"/>
          </a:p>
          <a:p>
            <a:pPr lvl="1"/>
            <a:endParaRPr lang="en-GB"/>
          </a:p>
          <a:p>
            <a:pPr lvl="1"/>
            <a:endParaRPr lang="en-GB"/>
          </a:p>
          <a:p>
            <a:pPr lvl="1"/>
            <a:endParaRPr lang="en-GB"/>
          </a:p>
          <a:p>
            <a:pPr lvl="1"/>
            <a:endParaRPr lang="en-GB"/>
          </a:p>
          <a:p>
            <a:pPr lvl="1"/>
            <a:endParaRPr lang="en-GB"/>
          </a:p>
          <a:p>
            <a:pPr lvl="1"/>
            <a:endParaRPr lang="en-GB"/>
          </a:p>
          <a:p>
            <a:pPr lvl="1"/>
            <a:endParaRPr lang="en-GB" baseline="30000"/>
          </a:p>
        </p:txBody>
      </p:sp>
      <p:sp>
        <p:nvSpPr>
          <p:cNvPr id="31" name="Content Placeholder 30">
            <a:extLst>
              <a:ext uri="{FF2B5EF4-FFF2-40B4-BE49-F238E27FC236}">
                <a16:creationId xmlns:a16="http://schemas.microsoft.com/office/drawing/2014/main" id="{A5A6FAB2-76B3-EA42-4FF9-3D26C711DCE7}"/>
              </a:ext>
            </a:extLst>
          </p:cNvPr>
          <p:cNvSpPr>
            <a:spLocks noGrp="1"/>
          </p:cNvSpPr>
          <p:nvPr>
            <p:ph sz="half" idx="20"/>
          </p:nvPr>
        </p:nvSpPr>
        <p:spPr/>
        <p:txBody>
          <a:bodyPr/>
          <a:lstStyle/>
          <a:p>
            <a:r>
              <a:rPr lang="en-GB" dirty="0"/>
              <a:t>An analysis within the Spanish health system estimated the costs of PD over a 4-year period:</a:t>
            </a:r>
            <a:endParaRPr lang="en-GB" baseline="30000" dirty="0"/>
          </a:p>
          <a:p>
            <a:pPr lvl="1"/>
            <a:r>
              <a:rPr lang="en-GB" sz="1600" dirty="0"/>
              <a:t>Direct costs increased by 52% from year 1–4</a:t>
            </a:r>
            <a:endParaRPr lang="en-GB" sz="1600" baseline="30000" dirty="0"/>
          </a:p>
          <a:p>
            <a:pPr lvl="1"/>
            <a:r>
              <a:rPr lang="en-GB" sz="1600" dirty="0"/>
              <a:t>Indirect costs increased by 129%</a:t>
            </a:r>
            <a:endParaRPr lang="en-GB" sz="1600" baseline="30000" dirty="0"/>
          </a:p>
          <a:p>
            <a:r>
              <a:rPr lang="en-GB" dirty="0">
                <a:cs typeface="Arial" panose="020B0604020202020204" pitchFamily="34" charset="0"/>
              </a:rPr>
              <a:t>Costs increased with the progression and the severity of the disease</a:t>
            </a:r>
          </a:p>
          <a:p>
            <a:endParaRPr lang="en-GB" dirty="0"/>
          </a:p>
        </p:txBody>
      </p:sp>
      <p:sp>
        <p:nvSpPr>
          <p:cNvPr id="5" name="Text Placeholder 4">
            <a:extLst>
              <a:ext uri="{FF2B5EF4-FFF2-40B4-BE49-F238E27FC236}">
                <a16:creationId xmlns:a16="http://schemas.microsoft.com/office/drawing/2014/main" id="{6745DB2A-4982-456F-AF84-B999226FEB3C}"/>
              </a:ext>
            </a:extLst>
          </p:cNvPr>
          <p:cNvSpPr>
            <a:spLocks noGrp="1"/>
          </p:cNvSpPr>
          <p:nvPr>
            <p:ph type="body" sz="quarter" idx="18"/>
          </p:nvPr>
        </p:nvSpPr>
        <p:spPr/>
        <p:txBody>
          <a:bodyPr/>
          <a:lstStyle/>
          <a:p>
            <a:pPr marL="0" indent="0">
              <a:buNone/>
            </a:pPr>
            <a:r>
              <a:rPr lang="en-GB"/>
              <a:t>PD=Parkinson’s disease</a:t>
            </a:r>
          </a:p>
          <a:p>
            <a:pPr marL="0" indent="0">
              <a:buNone/>
            </a:pPr>
            <a:endParaRPr lang="en-GB"/>
          </a:p>
          <a:p>
            <a:pPr marL="0" indent="0">
              <a:buNone/>
            </a:pPr>
            <a:r>
              <a:rPr lang="en-GB"/>
              <a:t>Martinez-Martín et al. </a:t>
            </a:r>
            <a:r>
              <a:rPr lang="en-GB" err="1"/>
              <a:t>PLoS</a:t>
            </a:r>
            <a:r>
              <a:rPr lang="en-GB"/>
              <a:t> One 2015;10(12):e0145310</a:t>
            </a:r>
          </a:p>
        </p:txBody>
      </p:sp>
      <p:sp>
        <p:nvSpPr>
          <p:cNvPr id="4" name="Slide Number Placeholder 3"/>
          <p:cNvSpPr>
            <a:spLocks noGrp="1"/>
          </p:cNvSpPr>
          <p:nvPr>
            <p:ph type="sldNum" sz="quarter" idx="4"/>
          </p:nvPr>
        </p:nvSpPr>
        <p:spPr/>
        <p:txBody>
          <a:bodyPr/>
          <a:lstStyle/>
          <a:p>
            <a:fld id="{6DBC486D-4FAB-B746-8B02-8D7C842291C6}" type="slidenum">
              <a:rPr lang="en-GB" smtClean="0"/>
              <a:pPr/>
              <a:t>17</a:t>
            </a:fld>
            <a:endParaRPr lang="en-GB"/>
          </a:p>
        </p:txBody>
      </p:sp>
      <p:graphicFrame>
        <p:nvGraphicFramePr>
          <p:cNvPr id="16" name="Content Placeholder 7"/>
          <p:cNvGraphicFramePr>
            <a:graphicFrameLocks/>
          </p:cNvGraphicFramePr>
          <p:nvPr>
            <p:extLst>
              <p:ext uri="{D42A27DB-BD31-4B8C-83A1-F6EECF244321}">
                <p14:modId xmlns:p14="http://schemas.microsoft.com/office/powerpoint/2010/main" val="749826267"/>
              </p:ext>
            </p:extLst>
          </p:nvPr>
        </p:nvGraphicFramePr>
        <p:xfrm>
          <a:off x="546100" y="1857376"/>
          <a:ext cx="5419725" cy="3904266"/>
        </p:xfrm>
        <a:graphic>
          <a:graphicData uri="http://schemas.openxmlformats.org/drawingml/2006/chart">
            <c:chart xmlns:c="http://schemas.openxmlformats.org/drawingml/2006/chart" xmlns:r="http://schemas.openxmlformats.org/officeDocument/2006/relationships" r:id="rId3"/>
          </a:graphicData>
        </a:graphic>
      </p:graphicFrame>
      <p:sp>
        <p:nvSpPr>
          <p:cNvPr id="33" name="TextBox 32">
            <a:extLst>
              <a:ext uri="{FF2B5EF4-FFF2-40B4-BE49-F238E27FC236}">
                <a16:creationId xmlns:a16="http://schemas.microsoft.com/office/drawing/2014/main" id="{285EF9D2-259D-3407-6D75-B5FEA694C810}"/>
              </a:ext>
            </a:extLst>
          </p:cNvPr>
          <p:cNvSpPr txBox="1"/>
          <p:nvPr/>
        </p:nvSpPr>
        <p:spPr>
          <a:xfrm>
            <a:off x="539751" y="1448464"/>
            <a:ext cx="5410197" cy="338554"/>
          </a:xfrm>
          <a:prstGeom prst="rect">
            <a:avLst/>
          </a:prstGeom>
          <a:noFill/>
        </p:spPr>
        <p:txBody>
          <a:bodyPr wrap="square" rtlCol="0">
            <a:spAutoFit/>
          </a:bodyPr>
          <a:lstStyle/>
          <a:p>
            <a:pPr algn="ctr"/>
            <a:r>
              <a:rPr lang="en-GB" sz="1600" b="1">
                <a:solidFill>
                  <a:schemeClr val="accent2">
                    <a:lumMod val="50000"/>
                  </a:schemeClr>
                </a:solidFill>
              </a:rPr>
              <a:t>Costs associated with advancing PD</a:t>
            </a:r>
          </a:p>
        </p:txBody>
      </p:sp>
    </p:spTree>
    <p:extLst>
      <p:ext uri="{BB962C8B-B14F-4D97-AF65-F5344CB8AC3E}">
        <p14:creationId xmlns:p14="http://schemas.microsoft.com/office/powerpoint/2010/main" val="39513297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7"/>
          </p:nvPr>
        </p:nvSpPr>
        <p:spPr/>
        <p:txBody>
          <a:bodyPr/>
          <a:lstStyle/>
          <a:p>
            <a:r>
              <a:rPr lang="en-GB"/>
              <a:t>Parkinson’s disease – Epidemiology and burden</a:t>
            </a:r>
          </a:p>
        </p:txBody>
      </p:sp>
      <p:sp>
        <p:nvSpPr>
          <p:cNvPr id="2" name="Title 1"/>
          <p:cNvSpPr>
            <a:spLocks noGrp="1"/>
          </p:cNvSpPr>
          <p:nvPr>
            <p:ph type="title"/>
          </p:nvPr>
        </p:nvSpPr>
        <p:spPr/>
        <p:txBody>
          <a:bodyPr/>
          <a:lstStyle/>
          <a:p>
            <a:r>
              <a:rPr lang="en-GB"/>
              <a:t>The predicted burden of Parkinson’s disease in the future</a:t>
            </a:r>
          </a:p>
        </p:txBody>
      </p:sp>
      <p:sp>
        <p:nvSpPr>
          <p:cNvPr id="14" name="Content Placeholder 13">
            <a:extLst>
              <a:ext uri="{FF2B5EF4-FFF2-40B4-BE49-F238E27FC236}">
                <a16:creationId xmlns:a16="http://schemas.microsoft.com/office/drawing/2014/main" id="{6CABF930-E21C-250A-EC2E-7C116D981ADD}"/>
              </a:ext>
            </a:extLst>
          </p:cNvPr>
          <p:cNvSpPr>
            <a:spLocks noGrp="1"/>
          </p:cNvSpPr>
          <p:nvPr>
            <p:ph sz="half" idx="21"/>
          </p:nvPr>
        </p:nvSpPr>
        <p:spPr/>
        <p:txBody>
          <a:bodyPr/>
          <a:lstStyle/>
          <a:p>
            <a:r>
              <a:rPr lang="en-GB" sz="1400" dirty="0"/>
              <a:t>An analysis published in 2020, and including indirect costs, estimated that the total annual economic cost of PD will exceed $79 billion by 2037</a:t>
            </a:r>
            <a:r>
              <a:rPr lang="en-GB" sz="1400" baseline="30000" dirty="0"/>
              <a:t>1</a:t>
            </a:r>
            <a:endParaRPr lang="en-GB" sz="1400" dirty="0"/>
          </a:p>
          <a:p>
            <a:r>
              <a:rPr lang="en-GB" sz="1400" dirty="0"/>
              <a:t>Some analyses show that the prevalence of PD is increasing beyond what would be expected based purely on population growth, leading some to call for action on the so-called PD pandemic</a:t>
            </a:r>
            <a:r>
              <a:rPr lang="en-GB" sz="1400" baseline="30000" dirty="0"/>
              <a:t>2</a:t>
            </a:r>
            <a:endParaRPr lang="en-GB" sz="1400" dirty="0"/>
          </a:p>
        </p:txBody>
      </p:sp>
      <p:sp>
        <p:nvSpPr>
          <p:cNvPr id="4" name="Text Placeholder 3">
            <a:extLst>
              <a:ext uri="{FF2B5EF4-FFF2-40B4-BE49-F238E27FC236}">
                <a16:creationId xmlns:a16="http://schemas.microsoft.com/office/drawing/2014/main" id="{312A9472-41D1-41EC-B0BD-C6D0E023B29B}"/>
              </a:ext>
            </a:extLst>
          </p:cNvPr>
          <p:cNvSpPr>
            <a:spLocks noGrp="1"/>
          </p:cNvSpPr>
          <p:nvPr>
            <p:ph type="body" sz="quarter" idx="18"/>
          </p:nvPr>
        </p:nvSpPr>
        <p:spPr/>
        <p:txBody>
          <a:bodyPr/>
          <a:lstStyle/>
          <a:p>
            <a:pPr marL="0" indent="0">
              <a:buNone/>
            </a:pPr>
            <a:endParaRPr lang="en-GB" dirty="0"/>
          </a:p>
          <a:p>
            <a:pPr marL="0" indent="0">
              <a:buNone/>
            </a:pPr>
            <a:r>
              <a:rPr lang="en-GB" dirty="0"/>
              <a:t>PD=Parkinson’s disease</a:t>
            </a:r>
          </a:p>
          <a:p>
            <a:pPr marL="0" indent="0">
              <a:buNone/>
            </a:pPr>
            <a:endParaRPr lang="en-GB" dirty="0"/>
          </a:p>
          <a:p>
            <a:pPr marL="0" indent="0">
              <a:buNone/>
            </a:pPr>
            <a:r>
              <a:rPr lang="da-DK" dirty="0"/>
              <a:t>1. Yang et al. NPJ Parkinsons Dis 2020;6:15; </a:t>
            </a:r>
            <a:br>
              <a:rPr lang="da-DK" dirty="0"/>
            </a:br>
            <a:r>
              <a:rPr lang="da-DK" dirty="0"/>
              <a:t>2. </a:t>
            </a:r>
            <a:r>
              <a:rPr lang="en-US" dirty="0"/>
              <a:t>Dorsey &amp; Bloem. JAMA Neurol;75(1):9–10</a:t>
            </a:r>
            <a:endParaRPr lang="en-GB" dirty="0"/>
          </a:p>
        </p:txBody>
      </p:sp>
      <p:sp>
        <p:nvSpPr>
          <p:cNvPr id="21" name="Slide Number Placeholder 20"/>
          <p:cNvSpPr>
            <a:spLocks noGrp="1"/>
          </p:cNvSpPr>
          <p:nvPr>
            <p:ph type="sldNum" sz="quarter" idx="4"/>
          </p:nvPr>
        </p:nvSpPr>
        <p:spPr/>
        <p:txBody>
          <a:bodyPr/>
          <a:lstStyle/>
          <a:p>
            <a:fld id="{6DBC486D-4FAB-B746-8B02-8D7C842291C6}" type="slidenum">
              <a:rPr lang="en-GB" smtClean="0"/>
              <a:t>18</a:t>
            </a:fld>
            <a:endParaRPr lang="en-GB"/>
          </a:p>
        </p:txBody>
      </p:sp>
      <p:sp>
        <p:nvSpPr>
          <p:cNvPr id="8" name="TextBox 7">
            <a:extLst>
              <a:ext uri="{FF2B5EF4-FFF2-40B4-BE49-F238E27FC236}">
                <a16:creationId xmlns:a16="http://schemas.microsoft.com/office/drawing/2014/main" id="{2CF5E453-33AC-015C-03D3-73A3D81B9BE7}"/>
              </a:ext>
            </a:extLst>
          </p:cNvPr>
          <p:cNvSpPr txBox="1"/>
          <p:nvPr/>
        </p:nvSpPr>
        <p:spPr>
          <a:xfrm>
            <a:off x="3384550" y="1522639"/>
            <a:ext cx="8266113" cy="338554"/>
          </a:xfrm>
          <a:prstGeom prst="rect">
            <a:avLst/>
          </a:prstGeom>
          <a:noFill/>
        </p:spPr>
        <p:txBody>
          <a:bodyPr wrap="square">
            <a:spAutoFit/>
          </a:bodyPr>
          <a:lstStyle/>
          <a:p>
            <a:pPr algn="ctr"/>
            <a:r>
              <a:rPr lang="en-US" sz="1600" b="1" dirty="0">
                <a:solidFill>
                  <a:schemeClr val="accent2">
                    <a:lumMod val="50000"/>
                  </a:schemeClr>
                </a:solidFill>
              </a:rPr>
              <a:t>The predicted burden of PD in the USA up to 2037</a:t>
            </a:r>
            <a:r>
              <a:rPr lang="en-US" sz="1600" b="1" baseline="30000" dirty="0">
                <a:solidFill>
                  <a:schemeClr val="accent2">
                    <a:lumMod val="50000"/>
                  </a:schemeClr>
                </a:solidFill>
              </a:rPr>
              <a:t>1</a:t>
            </a:r>
            <a:endParaRPr lang="en-GB" sz="1600" b="1" dirty="0">
              <a:solidFill>
                <a:schemeClr val="accent2">
                  <a:lumMod val="50000"/>
                </a:schemeClr>
              </a:solidFill>
            </a:endParaRPr>
          </a:p>
        </p:txBody>
      </p:sp>
      <p:graphicFrame>
        <p:nvGraphicFramePr>
          <p:cNvPr id="16" name="Chart 15">
            <a:extLst>
              <a:ext uri="{FF2B5EF4-FFF2-40B4-BE49-F238E27FC236}">
                <a16:creationId xmlns:a16="http://schemas.microsoft.com/office/drawing/2014/main" id="{65214264-6AAF-22E3-B0A2-9EC05C6836D4}"/>
              </a:ext>
            </a:extLst>
          </p:cNvPr>
          <p:cNvGraphicFramePr/>
          <p:nvPr>
            <p:extLst>
              <p:ext uri="{D42A27DB-BD31-4B8C-83A1-F6EECF244321}">
                <p14:modId xmlns:p14="http://schemas.microsoft.com/office/powerpoint/2010/main" val="4274805624"/>
              </p:ext>
            </p:extLst>
          </p:nvPr>
        </p:nvGraphicFramePr>
        <p:xfrm>
          <a:off x="3547109" y="1715411"/>
          <a:ext cx="8316913" cy="4415215"/>
        </p:xfrm>
        <a:graphic>
          <a:graphicData uri="http://schemas.openxmlformats.org/drawingml/2006/chart">
            <c:chart xmlns:c="http://schemas.openxmlformats.org/drawingml/2006/chart" xmlns:r="http://schemas.openxmlformats.org/officeDocument/2006/relationships" r:id="rId3"/>
          </a:graphicData>
        </a:graphic>
      </p:graphicFrame>
      <p:sp>
        <p:nvSpPr>
          <p:cNvPr id="19" name="TextBox 18">
            <a:extLst>
              <a:ext uri="{FF2B5EF4-FFF2-40B4-BE49-F238E27FC236}">
                <a16:creationId xmlns:a16="http://schemas.microsoft.com/office/drawing/2014/main" id="{441593EE-1DE5-B474-3D13-0810995044FA}"/>
              </a:ext>
            </a:extLst>
          </p:cNvPr>
          <p:cNvSpPr txBox="1"/>
          <p:nvPr/>
        </p:nvSpPr>
        <p:spPr>
          <a:xfrm>
            <a:off x="10181749" y="4671284"/>
            <a:ext cx="1553630" cy="261610"/>
          </a:xfrm>
          <a:prstGeom prst="rect">
            <a:avLst/>
          </a:prstGeom>
          <a:noFill/>
        </p:spPr>
        <p:txBody>
          <a:bodyPr wrap="none" rtlCol="0">
            <a:spAutoFit/>
          </a:bodyPr>
          <a:lstStyle/>
          <a:p>
            <a:r>
              <a:rPr lang="en-GB" sz="1100" b="1">
                <a:solidFill>
                  <a:schemeClr val="accent2">
                    <a:lumMod val="75000"/>
                  </a:schemeClr>
                </a:solidFill>
              </a:rPr>
              <a:t>Direct medical costs</a:t>
            </a:r>
          </a:p>
        </p:txBody>
      </p:sp>
      <p:sp>
        <p:nvSpPr>
          <p:cNvPr id="22" name="TextBox 21">
            <a:extLst>
              <a:ext uri="{FF2B5EF4-FFF2-40B4-BE49-F238E27FC236}">
                <a16:creationId xmlns:a16="http://schemas.microsoft.com/office/drawing/2014/main" id="{5D6710A3-6145-4B4D-936C-B5D3A810490E}"/>
              </a:ext>
            </a:extLst>
          </p:cNvPr>
          <p:cNvSpPr txBox="1"/>
          <p:nvPr/>
        </p:nvSpPr>
        <p:spPr>
          <a:xfrm>
            <a:off x="10176994" y="4162379"/>
            <a:ext cx="1233030" cy="261610"/>
          </a:xfrm>
          <a:prstGeom prst="rect">
            <a:avLst/>
          </a:prstGeom>
          <a:noFill/>
        </p:spPr>
        <p:txBody>
          <a:bodyPr wrap="none" rtlCol="0">
            <a:spAutoFit/>
          </a:bodyPr>
          <a:lstStyle/>
          <a:p>
            <a:r>
              <a:rPr lang="en-GB" sz="1100">
                <a:solidFill>
                  <a:schemeClr val="accent5">
                    <a:lumMod val="75000"/>
                  </a:schemeClr>
                </a:solidFill>
              </a:rPr>
              <a:t>Premature death</a:t>
            </a:r>
          </a:p>
        </p:txBody>
      </p:sp>
      <p:sp>
        <p:nvSpPr>
          <p:cNvPr id="23" name="TextBox 22">
            <a:extLst>
              <a:ext uri="{FF2B5EF4-FFF2-40B4-BE49-F238E27FC236}">
                <a16:creationId xmlns:a16="http://schemas.microsoft.com/office/drawing/2014/main" id="{76EDCCF0-5642-3D6B-2046-1A364586A025}"/>
              </a:ext>
            </a:extLst>
          </p:cNvPr>
          <p:cNvSpPr txBox="1"/>
          <p:nvPr/>
        </p:nvSpPr>
        <p:spPr>
          <a:xfrm>
            <a:off x="10176994" y="3963964"/>
            <a:ext cx="1556836" cy="261610"/>
          </a:xfrm>
          <a:prstGeom prst="rect">
            <a:avLst/>
          </a:prstGeom>
          <a:noFill/>
        </p:spPr>
        <p:txBody>
          <a:bodyPr wrap="none" rtlCol="0">
            <a:spAutoFit/>
          </a:bodyPr>
          <a:lstStyle/>
          <a:p>
            <a:r>
              <a:rPr lang="en-GB" sz="1100">
                <a:solidFill>
                  <a:schemeClr val="accent5">
                    <a:lumMod val="75000"/>
                  </a:schemeClr>
                </a:solidFill>
              </a:rPr>
              <a:t>Reduced employment</a:t>
            </a:r>
          </a:p>
        </p:txBody>
      </p:sp>
      <p:sp>
        <p:nvSpPr>
          <p:cNvPr id="24" name="TextBox 23">
            <a:extLst>
              <a:ext uri="{FF2B5EF4-FFF2-40B4-BE49-F238E27FC236}">
                <a16:creationId xmlns:a16="http://schemas.microsoft.com/office/drawing/2014/main" id="{797166F1-98E1-378C-B4C2-35F0005FC6D0}"/>
              </a:ext>
            </a:extLst>
          </p:cNvPr>
          <p:cNvSpPr txBox="1"/>
          <p:nvPr/>
        </p:nvSpPr>
        <p:spPr>
          <a:xfrm>
            <a:off x="10176994" y="3765550"/>
            <a:ext cx="1000595" cy="261610"/>
          </a:xfrm>
          <a:prstGeom prst="rect">
            <a:avLst/>
          </a:prstGeom>
          <a:noFill/>
        </p:spPr>
        <p:txBody>
          <a:bodyPr wrap="none" rtlCol="0">
            <a:spAutoFit/>
          </a:bodyPr>
          <a:lstStyle/>
          <a:p>
            <a:r>
              <a:rPr lang="en-GB" sz="1100">
                <a:solidFill>
                  <a:schemeClr val="accent5">
                    <a:lumMod val="75000"/>
                  </a:schemeClr>
                </a:solidFill>
              </a:rPr>
              <a:t>Absenteeism</a:t>
            </a:r>
          </a:p>
        </p:txBody>
      </p:sp>
      <p:sp>
        <p:nvSpPr>
          <p:cNvPr id="25" name="TextBox 24">
            <a:extLst>
              <a:ext uri="{FF2B5EF4-FFF2-40B4-BE49-F238E27FC236}">
                <a16:creationId xmlns:a16="http://schemas.microsoft.com/office/drawing/2014/main" id="{FF4CB6E5-B1D0-4B8B-2B3D-56DD86D737B3}"/>
              </a:ext>
            </a:extLst>
          </p:cNvPr>
          <p:cNvSpPr txBox="1"/>
          <p:nvPr/>
        </p:nvSpPr>
        <p:spPr>
          <a:xfrm>
            <a:off x="10176994" y="3567136"/>
            <a:ext cx="1047082" cy="261610"/>
          </a:xfrm>
          <a:prstGeom prst="rect">
            <a:avLst/>
          </a:prstGeom>
          <a:noFill/>
        </p:spPr>
        <p:txBody>
          <a:bodyPr wrap="none" rtlCol="0">
            <a:spAutoFit/>
          </a:bodyPr>
          <a:lstStyle/>
          <a:p>
            <a:r>
              <a:rPr lang="en-GB" sz="1100">
                <a:solidFill>
                  <a:schemeClr val="accent5">
                    <a:lumMod val="75000"/>
                  </a:schemeClr>
                </a:solidFill>
              </a:rPr>
              <a:t>Presenteeism</a:t>
            </a:r>
          </a:p>
        </p:txBody>
      </p:sp>
      <p:sp>
        <p:nvSpPr>
          <p:cNvPr id="26" name="TextBox 25">
            <a:extLst>
              <a:ext uri="{FF2B5EF4-FFF2-40B4-BE49-F238E27FC236}">
                <a16:creationId xmlns:a16="http://schemas.microsoft.com/office/drawing/2014/main" id="{32255BA8-5B31-3D0A-000D-44327BA63919}"/>
              </a:ext>
            </a:extLst>
          </p:cNvPr>
          <p:cNvSpPr txBox="1"/>
          <p:nvPr/>
        </p:nvSpPr>
        <p:spPr>
          <a:xfrm>
            <a:off x="10176994" y="3305260"/>
            <a:ext cx="1662635" cy="331822"/>
          </a:xfrm>
          <a:prstGeom prst="rect">
            <a:avLst/>
          </a:prstGeom>
          <a:noFill/>
        </p:spPr>
        <p:txBody>
          <a:bodyPr wrap="square" rtlCol="0">
            <a:spAutoFit/>
          </a:bodyPr>
          <a:lstStyle/>
          <a:p>
            <a:pPr>
              <a:lnSpc>
                <a:spcPct val="70000"/>
              </a:lnSpc>
            </a:pPr>
            <a:r>
              <a:rPr lang="en-GB" sz="1100" dirty="0">
                <a:solidFill>
                  <a:schemeClr val="accent5">
                    <a:lumMod val="75000"/>
                  </a:schemeClr>
                </a:solidFill>
              </a:rPr>
              <a:t>Social productivity loss in volunteer work</a:t>
            </a:r>
          </a:p>
        </p:txBody>
      </p:sp>
      <p:sp>
        <p:nvSpPr>
          <p:cNvPr id="27" name="TextBox 26">
            <a:extLst>
              <a:ext uri="{FF2B5EF4-FFF2-40B4-BE49-F238E27FC236}">
                <a16:creationId xmlns:a16="http://schemas.microsoft.com/office/drawing/2014/main" id="{94197C3C-FA80-612B-BBCB-3A0404CBCA45}"/>
              </a:ext>
            </a:extLst>
          </p:cNvPr>
          <p:cNvSpPr txBox="1"/>
          <p:nvPr/>
        </p:nvSpPr>
        <p:spPr>
          <a:xfrm>
            <a:off x="10176994" y="3068742"/>
            <a:ext cx="1401346" cy="261610"/>
          </a:xfrm>
          <a:prstGeom prst="rect">
            <a:avLst/>
          </a:prstGeom>
          <a:noFill/>
        </p:spPr>
        <p:txBody>
          <a:bodyPr wrap="none" rtlCol="0">
            <a:spAutoFit/>
          </a:bodyPr>
          <a:lstStyle/>
          <a:p>
            <a:r>
              <a:rPr lang="en-GB" sz="1100" dirty="0">
                <a:solidFill>
                  <a:schemeClr val="accent5">
                    <a:lumMod val="75000"/>
                  </a:schemeClr>
                </a:solidFill>
              </a:rPr>
              <a:t>Disability payments</a:t>
            </a:r>
          </a:p>
        </p:txBody>
      </p:sp>
      <p:sp>
        <p:nvSpPr>
          <p:cNvPr id="28" name="TextBox 27">
            <a:extLst>
              <a:ext uri="{FF2B5EF4-FFF2-40B4-BE49-F238E27FC236}">
                <a16:creationId xmlns:a16="http://schemas.microsoft.com/office/drawing/2014/main" id="{5112C0C8-70D7-6AE4-5BCC-48EEAE4B5085}"/>
              </a:ext>
            </a:extLst>
          </p:cNvPr>
          <p:cNvSpPr txBox="1"/>
          <p:nvPr/>
        </p:nvSpPr>
        <p:spPr>
          <a:xfrm>
            <a:off x="10176994" y="2870328"/>
            <a:ext cx="780983" cy="261610"/>
          </a:xfrm>
          <a:prstGeom prst="rect">
            <a:avLst/>
          </a:prstGeom>
          <a:noFill/>
        </p:spPr>
        <p:txBody>
          <a:bodyPr wrap="none" rtlCol="0">
            <a:spAutoFit/>
          </a:bodyPr>
          <a:lstStyle/>
          <a:p>
            <a:r>
              <a:rPr lang="en-GB" sz="1100">
                <a:solidFill>
                  <a:schemeClr val="accent5">
                    <a:lumMod val="75000"/>
                  </a:schemeClr>
                </a:solidFill>
              </a:rPr>
              <a:t>Paid care</a:t>
            </a:r>
          </a:p>
        </p:txBody>
      </p:sp>
      <p:sp>
        <p:nvSpPr>
          <p:cNvPr id="29" name="TextBox 28">
            <a:extLst>
              <a:ext uri="{FF2B5EF4-FFF2-40B4-BE49-F238E27FC236}">
                <a16:creationId xmlns:a16="http://schemas.microsoft.com/office/drawing/2014/main" id="{4D695F52-7AE7-AC39-5246-2BAB631FA461}"/>
              </a:ext>
            </a:extLst>
          </p:cNvPr>
          <p:cNvSpPr txBox="1"/>
          <p:nvPr/>
        </p:nvSpPr>
        <p:spPr>
          <a:xfrm>
            <a:off x="10176994" y="2671914"/>
            <a:ext cx="1343638" cy="261610"/>
          </a:xfrm>
          <a:prstGeom prst="rect">
            <a:avLst/>
          </a:prstGeom>
          <a:noFill/>
        </p:spPr>
        <p:txBody>
          <a:bodyPr wrap="none" rtlCol="0">
            <a:spAutoFit/>
          </a:bodyPr>
          <a:lstStyle/>
          <a:p>
            <a:r>
              <a:rPr lang="en-GB" sz="1100">
                <a:solidFill>
                  <a:schemeClr val="accent5">
                    <a:lumMod val="75000"/>
                  </a:schemeClr>
                </a:solidFill>
              </a:rPr>
              <a:t>Other non-medical</a:t>
            </a:r>
          </a:p>
        </p:txBody>
      </p:sp>
      <p:sp>
        <p:nvSpPr>
          <p:cNvPr id="30" name="TextBox 29">
            <a:extLst>
              <a:ext uri="{FF2B5EF4-FFF2-40B4-BE49-F238E27FC236}">
                <a16:creationId xmlns:a16="http://schemas.microsoft.com/office/drawing/2014/main" id="{A6A354C7-C2F1-67FD-047A-B630A8147EFF}"/>
              </a:ext>
            </a:extLst>
          </p:cNvPr>
          <p:cNvSpPr txBox="1"/>
          <p:nvPr/>
        </p:nvSpPr>
        <p:spPr>
          <a:xfrm>
            <a:off x="10176994" y="2473500"/>
            <a:ext cx="1726755" cy="261610"/>
          </a:xfrm>
          <a:prstGeom prst="rect">
            <a:avLst/>
          </a:prstGeom>
          <a:noFill/>
        </p:spPr>
        <p:txBody>
          <a:bodyPr wrap="none" rtlCol="0">
            <a:spAutoFit/>
          </a:bodyPr>
          <a:lstStyle/>
          <a:p>
            <a:r>
              <a:rPr lang="en-GB" sz="1100">
                <a:solidFill>
                  <a:schemeClr val="accent5">
                    <a:lumMod val="75000"/>
                  </a:schemeClr>
                </a:solidFill>
              </a:rPr>
              <a:t>Care partner productivity</a:t>
            </a:r>
          </a:p>
        </p:txBody>
      </p:sp>
      <p:sp>
        <p:nvSpPr>
          <p:cNvPr id="31" name="Oval 30">
            <a:extLst>
              <a:ext uri="{FF2B5EF4-FFF2-40B4-BE49-F238E27FC236}">
                <a16:creationId xmlns:a16="http://schemas.microsoft.com/office/drawing/2014/main" id="{A7997D01-2F52-BCAC-F7E0-A655DF2D6AC0}"/>
              </a:ext>
            </a:extLst>
          </p:cNvPr>
          <p:cNvSpPr/>
          <p:nvPr/>
        </p:nvSpPr>
        <p:spPr>
          <a:xfrm>
            <a:off x="4252306" y="3095847"/>
            <a:ext cx="572279" cy="450609"/>
          </a:xfrm>
          <a:prstGeom prst="ellipse">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GB" sz="1100">
                <a:solidFill>
                  <a:schemeClr val="tx2"/>
                </a:solidFill>
              </a:rPr>
              <a:t>$51.9B</a:t>
            </a:r>
          </a:p>
        </p:txBody>
      </p:sp>
      <p:sp>
        <p:nvSpPr>
          <p:cNvPr id="32" name="Oval 31">
            <a:extLst>
              <a:ext uri="{FF2B5EF4-FFF2-40B4-BE49-F238E27FC236}">
                <a16:creationId xmlns:a16="http://schemas.microsoft.com/office/drawing/2014/main" id="{2B301C19-2F53-9274-53E0-D9C196B03C56}"/>
              </a:ext>
            </a:extLst>
          </p:cNvPr>
          <p:cNvSpPr/>
          <p:nvPr/>
        </p:nvSpPr>
        <p:spPr>
          <a:xfrm>
            <a:off x="9012464" y="1984488"/>
            <a:ext cx="572279" cy="450609"/>
          </a:xfrm>
          <a:prstGeom prst="ellipse">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GB" sz="1100">
                <a:solidFill>
                  <a:schemeClr val="tx2"/>
                </a:solidFill>
              </a:rPr>
              <a:t>$79.1B</a:t>
            </a:r>
          </a:p>
        </p:txBody>
      </p:sp>
      <p:sp>
        <p:nvSpPr>
          <p:cNvPr id="33" name="TextBox 32">
            <a:extLst>
              <a:ext uri="{FF2B5EF4-FFF2-40B4-BE49-F238E27FC236}">
                <a16:creationId xmlns:a16="http://schemas.microsoft.com/office/drawing/2014/main" id="{8AD2AE16-7B23-1FEF-DEA3-5ECBC583D73B}"/>
              </a:ext>
            </a:extLst>
          </p:cNvPr>
          <p:cNvSpPr txBox="1"/>
          <p:nvPr/>
        </p:nvSpPr>
        <p:spPr>
          <a:xfrm>
            <a:off x="10176994" y="2233514"/>
            <a:ext cx="1662635" cy="261610"/>
          </a:xfrm>
          <a:prstGeom prst="rect">
            <a:avLst/>
          </a:prstGeom>
          <a:noFill/>
        </p:spPr>
        <p:txBody>
          <a:bodyPr wrap="none" rtlCol="0">
            <a:spAutoFit/>
          </a:bodyPr>
          <a:lstStyle/>
          <a:p>
            <a:r>
              <a:rPr lang="en-GB" sz="1100" b="1">
                <a:solidFill>
                  <a:schemeClr val="accent5">
                    <a:lumMod val="75000"/>
                  </a:schemeClr>
                </a:solidFill>
              </a:rPr>
              <a:t>Indirect medical costs</a:t>
            </a:r>
          </a:p>
        </p:txBody>
      </p:sp>
      <p:cxnSp>
        <p:nvCxnSpPr>
          <p:cNvPr id="34" name="Straight Connector 33">
            <a:extLst>
              <a:ext uri="{FF2B5EF4-FFF2-40B4-BE49-F238E27FC236}">
                <a16:creationId xmlns:a16="http://schemas.microsoft.com/office/drawing/2014/main" id="{D2D61D22-6EB4-EB11-5879-B684E2E5AC93}"/>
              </a:ext>
            </a:extLst>
          </p:cNvPr>
          <p:cNvCxnSpPr>
            <a:cxnSpLocks/>
          </p:cNvCxnSpPr>
          <p:nvPr/>
        </p:nvCxnSpPr>
        <p:spPr>
          <a:xfrm flipH="1" flipV="1">
            <a:off x="9386841" y="4808465"/>
            <a:ext cx="794908"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2FB21D8-4AA4-899F-765C-1AF3A66F1055}"/>
              </a:ext>
            </a:extLst>
          </p:cNvPr>
          <p:cNvCxnSpPr>
            <a:cxnSpLocks/>
          </p:cNvCxnSpPr>
          <p:nvPr/>
        </p:nvCxnSpPr>
        <p:spPr>
          <a:xfrm flipH="1">
            <a:off x="9385935" y="2604305"/>
            <a:ext cx="795814" cy="11032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5D9AB22-0A62-1BF4-A781-207BBEC5200E}"/>
              </a:ext>
            </a:extLst>
          </p:cNvPr>
          <p:cNvCxnSpPr>
            <a:cxnSpLocks/>
          </p:cNvCxnSpPr>
          <p:nvPr/>
        </p:nvCxnSpPr>
        <p:spPr>
          <a:xfrm flipH="1">
            <a:off x="9388316" y="2815733"/>
            <a:ext cx="793433" cy="21559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D0A77B3-842D-56E0-95B2-DAD4B8392EF1}"/>
              </a:ext>
            </a:extLst>
          </p:cNvPr>
          <p:cNvCxnSpPr>
            <a:cxnSpLocks/>
          </p:cNvCxnSpPr>
          <p:nvPr/>
        </p:nvCxnSpPr>
        <p:spPr>
          <a:xfrm flipH="1">
            <a:off x="9385935" y="3027161"/>
            <a:ext cx="795814" cy="24943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4E9D73E3-4847-CE17-F028-53A7E264F2D9}"/>
              </a:ext>
            </a:extLst>
          </p:cNvPr>
          <p:cNvCxnSpPr>
            <a:cxnSpLocks/>
          </p:cNvCxnSpPr>
          <p:nvPr/>
        </p:nvCxnSpPr>
        <p:spPr>
          <a:xfrm flipH="1">
            <a:off x="9385935" y="3224213"/>
            <a:ext cx="796290" cy="32146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F1A070B-9C94-4AA3-4AD8-C5E415F1A81C}"/>
              </a:ext>
            </a:extLst>
          </p:cNvPr>
          <p:cNvCxnSpPr>
            <a:cxnSpLocks/>
          </p:cNvCxnSpPr>
          <p:nvPr/>
        </p:nvCxnSpPr>
        <p:spPr>
          <a:xfrm flipH="1">
            <a:off x="9385935" y="3450017"/>
            <a:ext cx="795814" cy="29092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E8EBC11-1ED6-C0BF-F12E-8245912FD2C8}"/>
              </a:ext>
            </a:extLst>
          </p:cNvPr>
          <p:cNvCxnSpPr>
            <a:cxnSpLocks/>
          </p:cNvCxnSpPr>
          <p:nvPr/>
        </p:nvCxnSpPr>
        <p:spPr>
          <a:xfrm flipH="1">
            <a:off x="9385935" y="3690938"/>
            <a:ext cx="796290" cy="9286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3CF06FD-7B30-11AB-85CF-37D2C8FA8F54}"/>
              </a:ext>
            </a:extLst>
          </p:cNvPr>
          <p:cNvCxnSpPr>
            <a:cxnSpLocks/>
          </p:cNvCxnSpPr>
          <p:nvPr/>
        </p:nvCxnSpPr>
        <p:spPr>
          <a:xfrm flipH="1" flipV="1">
            <a:off x="9388316" y="3850481"/>
            <a:ext cx="793909" cy="45244"/>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422D650-AB46-5F88-EE30-68CC27A48999}"/>
              </a:ext>
            </a:extLst>
          </p:cNvPr>
          <p:cNvCxnSpPr>
            <a:cxnSpLocks/>
          </p:cNvCxnSpPr>
          <p:nvPr/>
        </p:nvCxnSpPr>
        <p:spPr>
          <a:xfrm flipH="1" flipV="1">
            <a:off x="9385935" y="3924300"/>
            <a:ext cx="795814" cy="16000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04BD2B7E-5BE1-006C-90BC-8BFCD8BD7E6D}"/>
              </a:ext>
            </a:extLst>
          </p:cNvPr>
          <p:cNvCxnSpPr>
            <a:cxnSpLocks/>
          </p:cNvCxnSpPr>
          <p:nvPr/>
        </p:nvCxnSpPr>
        <p:spPr>
          <a:xfrm flipH="1" flipV="1">
            <a:off x="9393079" y="4017169"/>
            <a:ext cx="788670" cy="27856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68" name="Oval 67">
            <a:extLst>
              <a:ext uri="{FF2B5EF4-FFF2-40B4-BE49-F238E27FC236}">
                <a16:creationId xmlns:a16="http://schemas.microsoft.com/office/drawing/2014/main" id="{881997D9-93FB-5139-D31E-9B9D34CA455F}"/>
              </a:ext>
            </a:extLst>
          </p:cNvPr>
          <p:cNvSpPr/>
          <p:nvPr/>
        </p:nvSpPr>
        <p:spPr>
          <a:xfrm>
            <a:off x="7822423" y="2225894"/>
            <a:ext cx="572279" cy="450609"/>
          </a:xfrm>
          <a:prstGeom prst="ellipse">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GB" sz="1100">
                <a:solidFill>
                  <a:schemeClr val="tx2"/>
                </a:solidFill>
              </a:rPr>
              <a:t>$73.7B</a:t>
            </a:r>
          </a:p>
        </p:txBody>
      </p:sp>
      <p:sp>
        <p:nvSpPr>
          <p:cNvPr id="69" name="Oval 68">
            <a:extLst>
              <a:ext uri="{FF2B5EF4-FFF2-40B4-BE49-F238E27FC236}">
                <a16:creationId xmlns:a16="http://schemas.microsoft.com/office/drawing/2014/main" id="{CD68D7F0-CCD0-240B-5CFC-FB113FD3FC74}"/>
              </a:ext>
            </a:extLst>
          </p:cNvPr>
          <p:cNvSpPr/>
          <p:nvPr/>
        </p:nvSpPr>
        <p:spPr>
          <a:xfrm>
            <a:off x="6632384" y="2471705"/>
            <a:ext cx="572279" cy="450609"/>
          </a:xfrm>
          <a:prstGeom prst="ellipse">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GB" sz="1100">
                <a:solidFill>
                  <a:schemeClr val="tx2"/>
                </a:solidFill>
              </a:rPr>
              <a:t>$67.1B</a:t>
            </a:r>
          </a:p>
        </p:txBody>
      </p:sp>
      <p:sp>
        <p:nvSpPr>
          <p:cNvPr id="70" name="Oval 69">
            <a:extLst>
              <a:ext uri="{FF2B5EF4-FFF2-40B4-BE49-F238E27FC236}">
                <a16:creationId xmlns:a16="http://schemas.microsoft.com/office/drawing/2014/main" id="{8BEB88A6-9D29-DE18-9E5F-94A8A98275FF}"/>
              </a:ext>
            </a:extLst>
          </p:cNvPr>
          <p:cNvSpPr/>
          <p:nvPr/>
        </p:nvSpPr>
        <p:spPr>
          <a:xfrm>
            <a:off x="5442345" y="2778996"/>
            <a:ext cx="572279" cy="450609"/>
          </a:xfrm>
          <a:prstGeom prst="ellipse">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GB" sz="1100">
                <a:solidFill>
                  <a:schemeClr val="tx2"/>
                </a:solidFill>
              </a:rPr>
              <a:t>$59.9B</a:t>
            </a:r>
          </a:p>
        </p:txBody>
      </p:sp>
      <p:sp>
        <p:nvSpPr>
          <p:cNvPr id="71" name="TextBox 70">
            <a:extLst>
              <a:ext uri="{FF2B5EF4-FFF2-40B4-BE49-F238E27FC236}">
                <a16:creationId xmlns:a16="http://schemas.microsoft.com/office/drawing/2014/main" id="{796225D4-6C2D-6E70-CFF3-9AB81386D0BA}"/>
              </a:ext>
            </a:extLst>
          </p:cNvPr>
          <p:cNvSpPr txBox="1"/>
          <p:nvPr/>
        </p:nvSpPr>
        <p:spPr>
          <a:xfrm rot="16200000">
            <a:off x="1676331" y="3762936"/>
            <a:ext cx="3581391" cy="276999"/>
          </a:xfrm>
          <a:prstGeom prst="rect">
            <a:avLst/>
          </a:prstGeom>
          <a:noFill/>
        </p:spPr>
        <p:txBody>
          <a:bodyPr wrap="square" rtlCol="0">
            <a:spAutoFit/>
          </a:bodyPr>
          <a:lstStyle/>
          <a:p>
            <a:pPr algn="ctr"/>
            <a:r>
              <a:rPr lang="en-GB" sz="1200" b="1"/>
              <a:t>Cost (billion 2017 US dollars)</a:t>
            </a:r>
          </a:p>
        </p:txBody>
      </p:sp>
      <p:sp>
        <p:nvSpPr>
          <p:cNvPr id="5" name="TextBox 7">
            <a:extLst>
              <a:ext uri="{FF2B5EF4-FFF2-40B4-BE49-F238E27FC236}">
                <a16:creationId xmlns:a16="http://schemas.microsoft.com/office/drawing/2014/main" id="{8B386418-588F-7D83-4F72-5E2F81C92AAD}"/>
              </a:ext>
            </a:extLst>
          </p:cNvPr>
          <p:cNvSpPr txBox="1"/>
          <p:nvPr/>
        </p:nvSpPr>
        <p:spPr>
          <a:xfrm>
            <a:off x="4006278" y="6193255"/>
            <a:ext cx="6533867" cy="369332"/>
          </a:xfrm>
          <a:prstGeom prst="rect">
            <a:avLst/>
          </a:prstGeom>
          <a:noFill/>
        </p:spPr>
        <p:txBody>
          <a:bodyPr wrap="square">
            <a:spAutoFit/>
          </a:bodyPr>
          <a:lstStyle/>
          <a:p>
            <a:pPr fontAlgn="base"/>
            <a:r>
              <a:rPr lang="en-US" sz="900" kern="1200">
                <a:solidFill>
                  <a:srgbClr val="3F1A01"/>
                </a:solidFill>
                <a:effectLst/>
                <a:latin typeface="Arial" panose="020B0604020202020204" pitchFamily="34" charset="0"/>
                <a:ea typeface="Times New Roman" panose="02020603050405020304" pitchFamily="18" charset="0"/>
                <a:cs typeface="Times New Roman" panose="02020603050405020304" pitchFamily="18" charset="0"/>
              </a:rPr>
              <a:t>This work is adapted from ‘</a:t>
            </a:r>
            <a:r>
              <a:rPr lang="en-GB" sz="900" kern="1200">
                <a:solidFill>
                  <a:srgbClr val="3F1A01"/>
                </a:solidFill>
                <a:effectLst/>
                <a:latin typeface="Arial" panose="020B0604020202020204" pitchFamily="34" charset="0"/>
                <a:ea typeface="Times New Roman" panose="02020603050405020304" pitchFamily="18" charset="0"/>
                <a:cs typeface="Times New Roman" panose="02020603050405020304" pitchFamily="18" charset="0"/>
              </a:rPr>
              <a:t>Current and projected future economic burden of Parkinson’s disease in the U.S.</a:t>
            </a:r>
            <a:r>
              <a:rPr lang="en-US" sz="900" kern="1200">
                <a:solidFill>
                  <a:srgbClr val="3F1A01"/>
                </a:solidFill>
                <a:effectLst/>
                <a:latin typeface="Arial" panose="020B0604020202020204" pitchFamily="34" charset="0"/>
                <a:ea typeface="Times New Roman" panose="02020603050405020304" pitchFamily="18" charset="0"/>
                <a:cs typeface="Times New Roman" panose="02020603050405020304" pitchFamily="18" charset="0"/>
              </a:rPr>
              <a:t>' by Yang et al., used under CC-BY. This work is licensed under Creative Commons license CC-BY-SA by The Lundbeck Foundation.</a:t>
            </a:r>
            <a:endParaRPr lang="en-GB" sz="1200">
              <a:solidFill>
                <a:srgbClr val="000000"/>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9954143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7"/>
          </p:nvPr>
        </p:nvSpPr>
        <p:spPr/>
        <p:txBody>
          <a:bodyPr/>
          <a:lstStyle/>
          <a:p>
            <a:r>
              <a:rPr lang="en-GB"/>
              <a:t>Parkinson’s disease – Epidemiology and burden</a:t>
            </a:r>
          </a:p>
        </p:txBody>
      </p:sp>
      <p:sp>
        <p:nvSpPr>
          <p:cNvPr id="2" name="Title 1"/>
          <p:cNvSpPr>
            <a:spLocks noGrp="1"/>
          </p:cNvSpPr>
          <p:nvPr>
            <p:ph type="title"/>
          </p:nvPr>
        </p:nvSpPr>
        <p:spPr/>
        <p:txBody>
          <a:bodyPr/>
          <a:lstStyle/>
          <a:p>
            <a:r>
              <a:rPr lang="en-GB"/>
              <a:t>The burden of Parkinson’s disease on the patient</a:t>
            </a:r>
          </a:p>
        </p:txBody>
      </p:sp>
      <p:sp>
        <p:nvSpPr>
          <p:cNvPr id="3" name="Content Placeholder 2"/>
          <p:cNvSpPr>
            <a:spLocks noGrp="1"/>
          </p:cNvSpPr>
          <p:nvPr>
            <p:ph idx="19"/>
          </p:nvPr>
        </p:nvSpPr>
        <p:spPr/>
        <p:txBody>
          <a:bodyPr/>
          <a:lstStyle/>
          <a:p>
            <a:r>
              <a:rPr lang="en-GB" dirty="0"/>
              <a:t>A meta-analysis of qualitative and quantitative studies of the burden of PD found that patient and caregiver perceptions of the key health domains affecting quality of life changed as PD progresses</a:t>
            </a:r>
            <a:r>
              <a:rPr lang="en-GB" baseline="30000" dirty="0"/>
              <a:t>1</a:t>
            </a:r>
            <a:endParaRPr lang="en-GB" dirty="0"/>
          </a:p>
          <a:p>
            <a:r>
              <a:rPr lang="en-GB" b="1" dirty="0"/>
              <a:t>In the early stage</a:t>
            </a:r>
            <a:r>
              <a:rPr lang="en-GB" dirty="0"/>
              <a:t>, mood is the key domain that affects quality of life</a:t>
            </a:r>
            <a:r>
              <a:rPr lang="en-GB" baseline="30000" dirty="0"/>
              <a:t>1</a:t>
            </a:r>
            <a:endParaRPr lang="en-GB" dirty="0"/>
          </a:p>
          <a:p>
            <a:r>
              <a:rPr lang="en-GB" b="1" dirty="0"/>
              <a:t>In the moderate stage</a:t>
            </a:r>
            <a:r>
              <a:rPr lang="en-GB" dirty="0"/>
              <a:t>, motor symptoms were judged by patients and carers to have the most impact on quality of life, followed by mood symptoms, and cognitive function</a:t>
            </a:r>
            <a:r>
              <a:rPr lang="en-GB" baseline="30000" dirty="0"/>
              <a:t>1</a:t>
            </a:r>
            <a:endParaRPr lang="en-GB" dirty="0"/>
          </a:p>
          <a:p>
            <a:r>
              <a:rPr lang="en-GB" b="1" dirty="0"/>
              <a:t>In advanced PD</a:t>
            </a:r>
            <a:r>
              <a:rPr lang="en-GB" dirty="0"/>
              <a:t>, perceptions differed: whereas patients regarded pain as the key symptom, caregivers rated psychiatric symptoms as the key driver of quality of life</a:t>
            </a:r>
            <a:r>
              <a:rPr lang="en-GB" baseline="30000" dirty="0"/>
              <a:t>1</a:t>
            </a:r>
            <a:endParaRPr lang="en-GB" dirty="0"/>
          </a:p>
        </p:txBody>
      </p:sp>
      <p:sp>
        <p:nvSpPr>
          <p:cNvPr id="23" name="Content Placeholder 22">
            <a:extLst>
              <a:ext uri="{FF2B5EF4-FFF2-40B4-BE49-F238E27FC236}">
                <a16:creationId xmlns:a16="http://schemas.microsoft.com/office/drawing/2014/main" id="{B03EB673-B5C1-7A9C-3B97-08E3FAE7AF3F}"/>
              </a:ext>
            </a:extLst>
          </p:cNvPr>
          <p:cNvSpPr>
            <a:spLocks noGrp="1"/>
          </p:cNvSpPr>
          <p:nvPr>
            <p:ph sz="half" idx="20"/>
          </p:nvPr>
        </p:nvSpPr>
        <p:spPr/>
        <p:txBody>
          <a:bodyPr lIns="216000" rIns="216000"/>
          <a:lstStyle/>
          <a:p>
            <a:r>
              <a:rPr lang="en-GB" dirty="0"/>
              <a:t>PD has a substantial impact on quality of life, driven by:</a:t>
            </a:r>
            <a:endParaRPr lang="en-GB" baseline="30000" dirty="0"/>
          </a:p>
          <a:p>
            <a:pPr lvl="1"/>
            <a:r>
              <a:rPr lang="en-GB" sz="1600" b="1" dirty="0"/>
              <a:t>Motor symptoms</a:t>
            </a:r>
            <a:r>
              <a:rPr lang="en-GB" sz="1600" baseline="30000" dirty="0"/>
              <a:t>2</a:t>
            </a:r>
            <a:endParaRPr lang="en-GB" sz="1600" dirty="0"/>
          </a:p>
          <a:p>
            <a:pPr lvl="1"/>
            <a:r>
              <a:rPr lang="en-GB" sz="1600" b="1" dirty="0"/>
              <a:t>Non-motor symptoms </a:t>
            </a:r>
            <a:r>
              <a:rPr lang="en-GB" sz="1600" dirty="0"/>
              <a:t>such as depression – approximately half of patients with PD suffer from some form of depression, but this is typically under-treated</a:t>
            </a:r>
            <a:r>
              <a:rPr lang="en-GB" sz="1600" baseline="30000" dirty="0"/>
              <a:t>2-4</a:t>
            </a:r>
          </a:p>
          <a:p>
            <a:pPr lvl="1"/>
            <a:r>
              <a:rPr lang="en-GB" sz="1600" b="1" dirty="0"/>
              <a:t>Other symptoms, treatment-related side effects, and complications </a:t>
            </a:r>
            <a:r>
              <a:rPr lang="en-GB" sz="1600" dirty="0"/>
              <a:t>– including hallucinations, sleepiness, impulse control disorders, dyskinesia, and motor fluctuations</a:t>
            </a:r>
            <a:r>
              <a:rPr lang="en-GB" sz="1600" baseline="30000" dirty="0"/>
              <a:t>5,6</a:t>
            </a:r>
            <a:endParaRPr lang="en-GB" sz="1200" dirty="0"/>
          </a:p>
        </p:txBody>
      </p:sp>
      <p:sp>
        <p:nvSpPr>
          <p:cNvPr id="6" name="Text Placeholder 5">
            <a:extLst>
              <a:ext uri="{FF2B5EF4-FFF2-40B4-BE49-F238E27FC236}">
                <a16:creationId xmlns:a16="http://schemas.microsoft.com/office/drawing/2014/main" id="{02269602-5EC9-4EC2-BB1A-F087E7C70197}"/>
              </a:ext>
            </a:extLst>
          </p:cNvPr>
          <p:cNvSpPr>
            <a:spLocks noGrp="1"/>
          </p:cNvSpPr>
          <p:nvPr>
            <p:ph type="body" sz="quarter" idx="18"/>
          </p:nvPr>
        </p:nvSpPr>
        <p:spPr>
          <a:xfrm>
            <a:off x="539751" y="6102000"/>
            <a:ext cx="9213851" cy="619200"/>
          </a:xfrm>
        </p:spPr>
        <p:txBody>
          <a:bodyPr/>
          <a:lstStyle/>
          <a:p>
            <a:r>
              <a:rPr lang="en-GB" dirty="0"/>
              <a:t>PD=Parkinson’s disease</a:t>
            </a:r>
          </a:p>
          <a:p>
            <a:endParaRPr lang="en-GB" dirty="0"/>
          </a:p>
          <a:p>
            <a:r>
              <a:rPr lang="en-GB" dirty="0"/>
              <a:t>1. Tosin et al. Neurology 2024;102(3):e208028; 2. Boland &amp; Stacy. Am J </a:t>
            </a:r>
            <a:r>
              <a:rPr lang="en-GB" dirty="0" err="1"/>
              <a:t>Manag</a:t>
            </a:r>
            <a:r>
              <a:rPr lang="en-GB" dirty="0"/>
              <a:t> Care 2012;18(7 </a:t>
            </a:r>
            <a:r>
              <a:rPr lang="en-GB" dirty="0" err="1"/>
              <a:t>Suppl</a:t>
            </a:r>
            <a:r>
              <a:rPr lang="en-GB" dirty="0"/>
              <a:t>):S168–175; 3. </a:t>
            </a:r>
            <a:r>
              <a:rPr lang="en-US" dirty="0"/>
              <a:t>Prange et al. Drugs &amp; Aging 2022;39(6):417–439</a:t>
            </a:r>
            <a:r>
              <a:rPr lang="en-GB" dirty="0"/>
              <a:t>; </a:t>
            </a:r>
            <a:br>
              <a:rPr lang="en-GB" dirty="0"/>
            </a:br>
            <a:r>
              <a:rPr lang="en-GB" dirty="0"/>
              <a:t>4. Macías-García et al. </a:t>
            </a:r>
            <a:r>
              <a:rPr lang="en-GB" dirty="0" err="1"/>
              <a:t>Behav</a:t>
            </a:r>
            <a:r>
              <a:rPr lang="en-GB" dirty="0"/>
              <a:t> </a:t>
            </a:r>
            <a:r>
              <a:rPr lang="en-GB" dirty="0" err="1"/>
              <a:t>Neurol</a:t>
            </a:r>
            <a:r>
              <a:rPr lang="en-GB" dirty="0"/>
              <a:t> 2022;2022:1213393; 5. Jankovic &amp; Tan. J </a:t>
            </a:r>
            <a:r>
              <a:rPr lang="en-GB" dirty="0" err="1"/>
              <a:t>Neurol</a:t>
            </a:r>
            <a:r>
              <a:rPr lang="en-GB" dirty="0"/>
              <a:t> </a:t>
            </a:r>
            <a:r>
              <a:rPr lang="en-GB" dirty="0" err="1"/>
              <a:t>Neurosurg</a:t>
            </a:r>
            <a:r>
              <a:rPr lang="en-GB" dirty="0"/>
              <a:t> Psychiatry 2020;91(8):795–808; 6. </a:t>
            </a:r>
            <a:r>
              <a:rPr lang="en-GB" dirty="0" err="1"/>
              <a:t>Lubomski</a:t>
            </a:r>
            <a:r>
              <a:rPr lang="en-GB" dirty="0"/>
              <a:t> et al. J Mov </a:t>
            </a:r>
            <a:r>
              <a:rPr lang="en-GB" dirty="0" err="1"/>
              <a:t>Disord</a:t>
            </a:r>
            <a:r>
              <a:rPr lang="en-GB" dirty="0"/>
              <a:t> 2021;14(1):42–52</a:t>
            </a:r>
          </a:p>
        </p:txBody>
      </p:sp>
      <p:sp>
        <p:nvSpPr>
          <p:cNvPr id="4" name="Slide Number Placeholder 3"/>
          <p:cNvSpPr>
            <a:spLocks noGrp="1"/>
          </p:cNvSpPr>
          <p:nvPr>
            <p:ph type="sldNum" sz="quarter" idx="4"/>
          </p:nvPr>
        </p:nvSpPr>
        <p:spPr/>
        <p:txBody>
          <a:bodyPr/>
          <a:lstStyle/>
          <a:p>
            <a:fld id="{6DBC486D-4FAB-B746-8B02-8D7C842291C6}" type="slidenum">
              <a:rPr lang="en-GB" smtClean="0"/>
              <a:pPr/>
              <a:t>19</a:t>
            </a:fld>
            <a:endParaRPr lang="en-GB"/>
          </a:p>
        </p:txBody>
      </p:sp>
    </p:spTree>
    <p:extLst>
      <p:ext uri="{BB962C8B-B14F-4D97-AF65-F5344CB8AC3E}">
        <p14:creationId xmlns:p14="http://schemas.microsoft.com/office/powerpoint/2010/main" val="12182182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7"/>
          </p:nvPr>
        </p:nvSpPr>
        <p:spPr/>
        <p:txBody>
          <a:bodyPr/>
          <a:lstStyle/>
          <a:p>
            <a:r>
              <a:rPr lang="en-GB"/>
              <a:t>Parkinson’s disease – Epidemiology and burden</a:t>
            </a:r>
          </a:p>
        </p:txBody>
      </p:sp>
      <p:sp>
        <p:nvSpPr>
          <p:cNvPr id="2" name="Title 1"/>
          <p:cNvSpPr>
            <a:spLocks noGrp="1"/>
          </p:cNvSpPr>
          <p:nvPr>
            <p:ph type="title"/>
          </p:nvPr>
        </p:nvSpPr>
        <p:spPr/>
        <p:txBody>
          <a:bodyPr/>
          <a:lstStyle/>
          <a:p>
            <a:r>
              <a:rPr lang="en-GB"/>
              <a:t>The burden of non-motor symptoms on the patient</a:t>
            </a:r>
          </a:p>
        </p:txBody>
      </p:sp>
      <p:sp>
        <p:nvSpPr>
          <p:cNvPr id="8" name="Content Placeholder 7"/>
          <p:cNvSpPr>
            <a:spLocks noGrp="1"/>
          </p:cNvSpPr>
          <p:nvPr>
            <p:ph idx="20"/>
          </p:nvPr>
        </p:nvSpPr>
        <p:spPr>
          <a:xfrm>
            <a:off x="539750" y="1416785"/>
            <a:ext cx="5419725" cy="4901465"/>
          </a:xfrm>
        </p:spPr>
        <p:txBody>
          <a:bodyPr>
            <a:normAutofit/>
          </a:bodyPr>
          <a:lstStyle/>
          <a:p>
            <a:r>
              <a:rPr lang="en-GB" dirty="0"/>
              <a:t>Neuropsychiatric symptoms, including depression, anxiety, apathy, and </a:t>
            </a:r>
            <a:r>
              <a:rPr lang="en-US" dirty="0"/>
              <a:t>psychosis (hallucinations and/or delusions)</a:t>
            </a:r>
            <a:r>
              <a:rPr lang="en-GB" dirty="0"/>
              <a:t> are common in patients with PD</a:t>
            </a:r>
            <a:r>
              <a:rPr lang="en-GB" baseline="30000" dirty="0"/>
              <a:t>1-4</a:t>
            </a:r>
            <a:endParaRPr lang="en-GB" dirty="0"/>
          </a:p>
          <a:p>
            <a:r>
              <a:rPr lang="en-GB" dirty="0"/>
              <a:t>Many studies have assessed the correlation between non-motor symptoms and quality of life in PD, and have demonstrated the burden these symptoms have on patients and their caregivers</a:t>
            </a:r>
            <a:r>
              <a:rPr lang="en-GB" baseline="30000" dirty="0"/>
              <a:t>1-4</a:t>
            </a:r>
            <a:endParaRPr lang="en-GB" dirty="0"/>
          </a:p>
          <a:p>
            <a:r>
              <a:rPr lang="en-GB" dirty="0"/>
              <a:t>One questionnaire study measured the quality of life of 89 people with PD and 84 caregivers using the PDQ-8</a:t>
            </a:r>
            <a:r>
              <a:rPr lang="en-GB" baseline="30000" dirty="0"/>
              <a:t>5</a:t>
            </a:r>
            <a:endParaRPr lang="en-GB" dirty="0"/>
          </a:p>
          <a:p>
            <a:pPr lvl="1"/>
            <a:r>
              <a:rPr lang="en-GB" dirty="0"/>
              <a:t>Quality of life scores were correlated with disease progression, as measured by the Hoehn &amp; Yahr and MDS-UPDRSII scales</a:t>
            </a:r>
          </a:p>
          <a:p>
            <a:pPr lvl="1"/>
            <a:r>
              <a:rPr lang="en-GB" dirty="0"/>
              <a:t>Neuropsychiatric symptoms were common, with 88% of people with PD reporting at least one such symptom</a:t>
            </a:r>
          </a:p>
          <a:p>
            <a:pPr lvl="1"/>
            <a:r>
              <a:rPr lang="en-GB" dirty="0"/>
              <a:t>Stronger correlations with quality of life were seen with mood symptom subscales than with psychotic symptom subscales</a:t>
            </a:r>
          </a:p>
          <a:p>
            <a:endParaRPr lang="en-GB" dirty="0"/>
          </a:p>
        </p:txBody>
      </p:sp>
      <p:sp>
        <p:nvSpPr>
          <p:cNvPr id="19" name="Content Placeholder 18">
            <a:extLst>
              <a:ext uri="{FF2B5EF4-FFF2-40B4-BE49-F238E27FC236}">
                <a16:creationId xmlns:a16="http://schemas.microsoft.com/office/drawing/2014/main" id="{7318AC2B-D440-0388-86B3-9FE794B19AE3}"/>
              </a:ext>
            </a:extLst>
          </p:cNvPr>
          <p:cNvSpPr>
            <a:spLocks noGrp="1"/>
          </p:cNvSpPr>
          <p:nvPr>
            <p:ph idx="21"/>
          </p:nvPr>
        </p:nvSpPr>
        <p:spPr/>
        <p:txBody>
          <a:bodyPr/>
          <a:lstStyle/>
          <a:p>
            <a:r>
              <a:rPr lang="en-GB" dirty="0"/>
              <a:t>Another study assessed 72 people with PD at baseline and then 4 years later, to study the longitudinal development of motor and non-motor symptoms and how they affect quality of life</a:t>
            </a:r>
            <a:r>
              <a:rPr lang="en-GB" baseline="30000" dirty="0"/>
              <a:t>6</a:t>
            </a:r>
            <a:endParaRPr lang="en-GB" dirty="0"/>
          </a:p>
          <a:p>
            <a:r>
              <a:rPr lang="en-GB" dirty="0"/>
              <a:t>Several indices worsened over the 4 years, including:</a:t>
            </a:r>
            <a:r>
              <a:rPr lang="en-GB" baseline="30000" dirty="0"/>
              <a:t>6</a:t>
            </a:r>
            <a:endParaRPr lang="en-GB" dirty="0"/>
          </a:p>
          <a:p>
            <a:pPr lvl="1"/>
            <a:r>
              <a:rPr lang="en-GB" dirty="0"/>
              <a:t>Scales measuring non-motor symptoms, and changes in perception, apathy, cognition, and motor symptoms</a:t>
            </a:r>
          </a:p>
          <a:p>
            <a:pPr lvl="1"/>
            <a:r>
              <a:rPr lang="en-GB" dirty="0"/>
              <a:t>The prevalence of dementia increased from 15.4% to 27.5%</a:t>
            </a:r>
          </a:p>
          <a:p>
            <a:pPr lvl="1"/>
            <a:r>
              <a:rPr lang="en-GB" dirty="0"/>
              <a:t>However, the progression of symptoms was quite heterogenous across the group</a:t>
            </a:r>
          </a:p>
          <a:p>
            <a:r>
              <a:rPr lang="en-US" dirty="0"/>
              <a:t>A multivariate analysis showed that changes in scores on the </a:t>
            </a:r>
            <a:r>
              <a:rPr lang="en-GB" dirty="0"/>
              <a:t>Schwab &amp; England scale (a measure of functional independence) </a:t>
            </a:r>
            <a:r>
              <a:rPr lang="en-US" dirty="0"/>
              <a:t>and the NMSS Domain 4 ‘perception/ hallucinations’ subscale were correlated with quality of life of the patient</a:t>
            </a:r>
            <a:r>
              <a:rPr lang="en-US" baseline="30000" dirty="0"/>
              <a:t>6</a:t>
            </a:r>
            <a:endParaRPr lang="en-GB" dirty="0"/>
          </a:p>
        </p:txBody>
      </p:sp>
      <p:sp>
        <p:nvSpPr>
          <p:cNvPr id="3" name="Text Placeholder 2">
            <a:extLst>
              <a:ext uri="{FF2B5EF4-FFF2-40B4-BE49-F238E27FC236}">
                <a16:creationId xmlns:a16="http://schemas.microsoft.com/office/drawing/2014/main" id="{B78D92D4-4759-47FB-BA90-F2B42C78E8CA}"/>
              </a:ext>
            </a:extLst>
          </p:cNvPr>
          <p:cNvSpPr>
            <a:spLocks noGrp="1"/>
          </p:cNvSpPr>
          <p:nvPr>
            <p:ph type="body" sz="quarter" idx="18"/>
          </p:nvPr>
        </p:nvSpPr>
        <p:spPr/>
        <p:txBody>
          <a:bodyPr/>
          <a:lstStyle/>
          <a:p>
            <a:r>
              <a:rPr lang="en-US" dirty="0"/>
              <a:t>MDS-UPDRSII=Movement Disorder Society Unified Parkinson’s Disease Rating Scale II; </a:t>
            </a:r>
            <a:br>
              <a:rPr lang="en-GB" dirty="0"/>
            </a:br>
            <a:r>
              <a:rPr lang="en-GB" dirty="0"/>
              <a:t>NMSS=</a:t>
            </a:r>
            <a:r>
              <a:rPr lang="en-US" dirty="0"/>
              <a:t>Non-Motor Symptoms Scale for Parkinson’s Disease; </a:t>
            </a:r>
            <a:r>
              <a:rPr lang="en-GB" dirty="0"/>
              <a:t>PD=Parkinson’s disease; PDQ-8=</a:t>
            </a:r>
            <a:r>
              <a:rPr lang="en-US" dirty="0"/>
              <a:t>Parkinson’s disease quality of life questionnaire 8</a:t>
            </a:r>
            <a:br>
              <a:rPr lang="en-GB" dirty="0"/>
            </a:br>
            <a:endParaRPr lang="en-GB" dirty="0"/>
          </a:p>
          <a:p>
            <a:r>
              <a:rPr lang="nn-NO" dirty="0"/>
              <a:t>1. Aarsland &amp; Kramberger. J Parkinsons Dis 2015;5(3):659–667; 2. Martinez-Martin et al. Mov Disord 2011;26(3):399–406; 3. </a:t>
            </a:r>
            <a:r>
              <a:rPr lang="en-GB" dirty="0"/>
              <a:t>Macías-García et al. </a:t>
            </a:r>
            <a:r>
              <a:rPr lang="en-GB" dirty="0" err="1"/>
              <a:t>Behav</a:t>
            </a:r>
            <a:r>
              <a:rPr lang="en-GB" dirty="0"/>
              <a:t> </a:t>
            </a:r>
            <a:r>
              <a:rPr lang="en-GB" dirty="0" err="1"/>
              <a:t>Neurol</a:t>
            </a:r>
            <a:r>
              <a:rPr lang="en-GB" dirty="0"/>
              <a:t> 2022;2022:1213393</a:t>
            </a:r>
            <a:r>
              <a:rPr lang="nn-NO" dirty="0"/>
              <a:t>; </a:t>
            </a:r>
            <a:br>
              <a:rPr lang="nn-NO" dirty="0"/>
            </a:br>
            <a:r>
              <a:rPr lang="nn-NO" dirty="0"/>
              <a:t>4. </a:t>
            </a:r>
            <a:r>
              <a:rPr lang="en-GB" dirty="0"/>
              <a:t>Tosin et al. Neurology 2024;102(3):e208028; 5. Eichel et al. Brain Sci 2022;12(1):89; 6. </a:t>
            </a:r>
            <a:r>
              <a:rPr lang="en-GB" dirty="0" err="1"/>
              <a:t>Bugalho</a:t>
            </a:r>
            <a:r>
              <a:rPr lang="en-GB" dirty="0"/>
              <a:t> et al. Mov </a:t>
            </a:r>
            <a:r>
              <a:rPr lang="en-GB" dirty="0" err="1"/>
              <a:t>Disord</a:t>
            </a:r>
            <a:r>
              <a:rPr lang="en-GB" dirty="0"/>
              <a:t> Clin </a:t>
            </a:r>
            <a:r>
              <a:rPr lang="en-GB" dirty="0" err="1"/>
              <a:t>Pract</a:t>
            </a:r>
            <a:r>
              <a:rPr lang="en-GB" dirty="0"/>
              <a:t> 2021;8(6):885–895</a:t>
            </a:r>
          </a:p>
        </p:txBody>
      </p:sp>
      <p:sp>
        <p:nvSpPr>
          <p:cNvPr id="4" name="Slide Number Placeholder 3"/>
          <p:cNvSpPr>
            <a:spLocks noGrp="1"/>
          </p:cNvSpPr>
          <p:nvPr>
            <p:ph type="sldNum" sz="quarter" idx="4"/>
          </p:nvPr>
        </p:nvSpPr>
        <p:spPr/>
        <p:txBody>
          <a:bodyPr/>
          <a:lstStyle/>
          <a:p>
            <a:fld id="{6DBC486D-4FAB-B746-8B02-8D7C842291C6}" type="slidenum">
              <a:rPr lang="en-GB" smtClean="0"/>
              <a:pPr/>
              <a:t>20</a:t>
            </a:fld>
            <a:endParaRPr lang="en-GB"/>
          </a:p>
        </p:txBody>
      </p:sp>
    </p:spTree>
    <p:extLst>
      <p:ext uri="{BB962C8B-B14F-4D97-AF65-F5344CB8AC3E}">
        <p14:creationId xmlns:p14="http://schemas.microsoft.com/office/powerpoint/2010/main" val="2319208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p:cNvSpPr>
            <a:spLocks noGrp="1"/>
          </p:cNvSpPr>
          <p:nvPr>
            <p:ph type="body" sz="quarter" idx="17"/>
          </p:nvPr>
        </p:nvSpPr>
        <p:spPr/>
        <p:txBody>
          <a:bodyPr/>
          <a:lstStyle/>
          <a:p>
            <a:r>
              <a:rPr lang="en-GB"/>
              <a:t>Parkinson’s disease – Epidemiology and burden</a:t>
            </a:r>
          </a:p>
        </p:txBody>
      </p:sp>
      <p:sp>
        <p:nvSpPr>
          <p:cNvPr id="2" name="Title 1"/>
          <p:cNvSpPr>
            <a:spLocks noGrp="1"/>
          </p:cNvSpPr>
          <p:nvPr>
            <p:ph type="title"/>
          </p:nvPr>
        </p:nvSpPr>
        <p:spPr/>
        <p:txBody>
          <a:bodyPr/>
          <a:lstStyle/>
          <a:p>
            <a:r>
              <a:rPr lang="en-GB"/>
              <a:t>The burden of Parkinson’s disease on caregivers</a:t>
            </a:r>
          </a:p>
        </p:txBody>
      </p:sp>
      <p:sp>
        <p:nvSpPr>
          <p:cNvPr id="7" name="Content Placeholder 6"/>
          <p:cNvSpPr>
            <a:spLocks noGrp="1"/>
          </p:cNvSpPr>
          <p:nvPr>
            <p:ph idx="19"/>
          </p:nvPr>
        </p:nvSpPr>
        <p:spPr/>
        <p:txBody>
          <a:bodyPr/>
          <a:lstStyle/>
          <a:p>
            <a:r>
              <a:rPr lang="en-GB" dirty="0"/>
              <a:t>Caregivers of patients with PD are usually relatives, and are often elderly themselves</a:t>
            </a:r>
            <a:r>
              <a:rPr lang="en-GB" baseline="30000" dirty="0"/>
              <a:t>1</a:t>
            </a:r>
          </a:p>
          <a:p>
            <a:r>
              <a:rPr lang="en-GB" dirty="0"/>
              <a:t>Caring for a patient with PD places a considerable burden on the caregiver</a:t>
            </a:r>
            <a:r>
              <a:rPr lang="en-GB" baseline="30000" dirty="0"/>
              <a:t>1-3</a:t>
            </a:r>
          </a:p>
          <a:p>
            <a:r>
              <a:rPr lang="en-GB" dirty="0"/>
              <a:t>Caregiver burdens come from many sources, including:</a:t>
            </a:r>
            <a:r>
              <a:rPr lang="en-GB" baseline="30000" dirty="0"/>
              <a:t>4</a:t>
            </a:r>
          </a:p>
          <a:p>
            <a:pPr lvl="1"/>
            <a:r>
              <a:rPr lang="en-GB" dirty="0"/>
              <a:t>Concerns about the future</a:t>
            </a:r>
          </a:p>
          <a:p>
            <a:pPr lvl="1"/>
            <a:r>
              <a:rPr lang="en-GB" dirty="0"/>
              <a:t>Changes in the relationship with the person with PD</a:t>
            </a:r>
          </a:p>
          <a:p>
            <a:pPr lvl="1"/>
            <a:r>
              <a:rPr lang="en-GB" dirty="0"/>
              <a:t>Restrictions in everyday life</a:t>
            </a:r>
            <a:endParaRPr lang="en-GB" sz="1200" dirty="0"/>
          </a:p>
          <a:p>
            <a:r>
              <a:rPr lang="en-GB" dirty="0"/>
              <a:t>Supporting caregivers is recognised as an important component of effective care for people with PD</a:t>
            </a:r>
            <a:r>
              <a:rPr lang="en-GB" baseline="30000" dirty="0"/>
              <a:t>2,3,5</a:t>
            </a:r>
            <a:endParaRPr lang="en-GB" dirty="0"/>
          </a:p>
          <a:p>
            <a:pPr lvl="1"/>
            <a:r>
              <a:rPr lang="en-GB" dirty="0"/>
              <a:t>Indeed, increasing caregiver support has been identified by the WHO as one of their six action steps to address global disparities in PD care</a:t>
            </a:r>
            <a:r>
              <a:rPr lang="en-GB" baseline="30000" dirty="0"/>
              <a:t>6</a:t>
            </a:r>
            <a:endParaRPr lang="en-GB" dirty="0"/>
          </a:p>
        </p:txBody>
      </p:sp>
      <p:sp>
        <p:nvSpPr>
          <p:cNvPr id="6" name="Content Placeholder 5">
            <a:extLst>
              <a:ext uri="{FF2B5EF4-FFF2-40B4-BE49-F238E27FC236}">
                <a16:creationId xmlns:a16="http://schemas.microsoft.com/office/drawing/2014/main" id="{EEA5CCAF-DA12-CD9F-68B1-6E198E2E8F0F}"/>
              </a:ext>
            </a:extLst>
          </p:cNvPr>
          <p:cNvSpPr>
            <a:spLocks noGrp="1"/>
          </p:cNvSpPr>
          <p:nvPr>
            <p:ph sz="half" idx="20"/>
          </p:nvPr>
        </p:nvSpPr>
        <p:spPr/>
        <p:txBody>
          <a:bodyPr/>
          <a:lstStyle/>
          <a:p>
            <a:pPr marL="0" indent="0" algn="ctr">
              <a:buNone/>
            </a:pPr>
            <a:r>
              <a:rPr lang="en-GB" sz="1800" b="1">
                <a:solidFill>
                  <a:schemeClr val="accent5">
                    <a:lumMod val="75000"/>
                  </a:schemeClr>
                </a:solidFill>
                <a:latin typeface="Arial" panose="020B0604020202020204" pitchFamily="34" charset="0"/>
                <a:cs typeface="Arial" panose="020B0604020202020204" pitchFamily="34" charset="0"/>
              </a:rPr>
              <a:t>Patient-related variables that impact on the caregiver</a:t>
            </a:r>
            <a:r>
              <a:rPr lang="en-GB" sz="1800" b="1" baseline="30000">
                <a:solidFill>
                  <a:schemeClr val="accent5">
                    <a:lumMod val="75000"/>
                  </a:schemeClr>
                </a:solidFill>
                <a:latin typeface="Arial" panose="020B0604020202020204" pitchFamily="34" charset="0"/>
                <a:cs typeface="Arial" panose="020B0604020202020204" pitchFamily="34" charset="0"/>
              </a:rPr>
              <a:t>1</a:t>
            </a:r>
            <a:endParaRPr lang="en-GB" sz="1800" b="1">
              <a:solidFill>
                <a:schemeClr val="accent5">
                  <a:lumMod val="75000"/>
                </a:schemeClr>
              </a:solidFill>
              <a:latin typeface="Arial" panose="020B0604020202020204" pitchFamily="34" charset="0"/>
              <a:cs typeface="Arial" panose="020B0604020202020204" pitchFamily="34" charset="0"/>
            </a:endParaRPr>
          </a:p>
        </p:txBody>
      </p:sp>
      <p:sp>
        <p:nvSpPr>
          <p:cNvPr id="3" name="Text Placeholder 2">
            <a:extLst>
              <a:ext uri="{FF2B5EF4-FFF2-40B4-BE49-F238E27FC236}">
                <a16:creationId xmlns:a16="http://schemas.microsoft.com/office/drawing/2014/main" id="{CA96AD3E-D190-461E-B968-48F07682EDE2}"/>
              </a:ext>
            </a:extLst>
          </p:cNvPr>
          <p:cNvSpPr>
            <a:spLocks noGrp="1"/>
          </p:cNvSpPr>
          <p:nvPr>
            <p:ph type="body" sz="quarter" idx="18"/>
          </p:nvPr>
        </p:nvSpPr>
        <p:spPr/>
        <p:txBody>
          <a:bodyPr/>
          <a:lstStyle/>
          <a:p>
            <a:pPr marL="0" indent="0">
              <a:buNone/>
            </a:pPr>
            <a:r>
              <a:rPr lang="en-GB"/>
              <a:t>PD=Parkinson’s disease; WHO=World Health Organization</a:t>
            </a:r>
          </a:p>
          <a:p>
            <a:pPr marL="0" indent="0">
              <a:buNone/>
            </a:pPr>
            <a:endParaRPr lang="en-GB"/>
          </a:p>
          <a:p>
            <a:pPr marL="0" indent="0">
              <a:buNone/>
            </a:pPr>
            <a:r>
              <a:rPr lang="en-GB"/>
              <a:t>1. Peters. Focus on PD 2014;24(1):44–48; </a:t>
            </a:r>
            <a:r>
              <a:rPr lang="en-US"/>
              <a:t>2. Hand et al. Aging </a:t>
            </a:r>
            <a:r>
              <a:rPr lang="en-US" err="1"/>
              <a:t>Ment</a:t>
            </a:r>
            <a:r>
              <a:rPr lang="en-US"/>
              <a:t> Health 2019;23(3):337–344; 3. Mosley et al. J </a:t>
            </a:r>
            <a:r>
              <a:rPr lang="en-US" err="1"/>
              <a:t>Geriatr</a:t>
            </a:r>
            <a:r>
              <a:rPr lang="en-US"/>
              <a:t> Psychiatry Neurol 2017;30(5):235–252;</a:t>
            </a:r>
            <a:endParaRPr lang="en-GB"/>
          </a:p>
          <a:p>
            <a:pPr marL="0" indent="0">
              <a:buNone/>
            </a:pPr>
            <a:r>
              <a:rPr lang="en-GB"/>
              <a:t>4. </a:t>
            </a:r>
            <a:r>
              <a:rPr lang="en-GB" err="1"/>
              <a:t>Geerlings</a:t>
            </a:r>
            <a:r>
              <a:rPr lang="en-GB"/>
              <a:t> et al. BMC Med 2023;21(1):247; 5. WHO. Parkinson’s disease: a public health approach. Technical brief. WHO, 2022; </a:t>
            </a:r>
          </a:p>
          <a:p>
            <a:pPr marL="0" indent="0">
              <a:buNone/>
            </a:pPr>
            <a:r>
              <a:rPr lang="en-US"/>
              <a:t>6. </a:t>
            </a:r>
            <a:r>
              <a:rPr lang="en-US" err="1"/>
              <a:t>Schiess</a:t>
            </a:r>
            <a:r>
              <a:rPr lang="en-US"/>
              <a:t> et al. JAMA Neurol 2022;79(9):929–936; </a:t>
            </a:r>
            <a:r>
              <a:rPr lang="en-GB"/>
              <a:t>7. </a:t>
            </a:r>
            <a:r>
              <a:rPr lang="en-GB" err="1"/>
              <a:t>Aarsland</a:t>
            </a:r>
            <a:r>
              <a:rPr lang="en-GB"/>
              <a:t> et al. J </a:t>
            </a:r>
            <a:r>
              <a:rPr lang="en-GB" err="1"/>
              <a:t>Neurol</a:t>
            </a:r>
            <a:r>
              <a:rPr lang="en-GB"/>
              <a:t> </a:t>
            </a:r>
            <a:r>
              <a:rPr lang="en-GB" err="1"/>
              <a:t>Neurosurg</a:t>
            </a:r>
            <a:r>
              <a:rPr lang="en-GB"/>
              <a:t> Psychiatry 2007;78(1):36–42</a:t>
            </a:r>
          </a:p>
        </p:txBody>
      </p:sp>
      <p:sp>
        <p:nvSpPr>
          <p:cNvPr id="4" name="Slide Number Placeholder 3"/>
          <p:cNvSpPr>
            <a:spLocks noGrp="1"/>
          </p:cNvSpPr>
          <p:nvPr>
            <p:ph type="sldNum" sz="quarter" idx="4"/>
          </p:nvPr>
        </p:nvSpPr>
        <p:spPr/>
        <p:txBody>
          <a:bodyPr/>
          <a:lstStyle/>
          <a:p>
            <a:fld id="{6DBC486D-4FAB-B746-8B02-8D7C842291C6}" type="slidenum">
              <a:rPr lang="en-GB" smtClean="0"/>
              <a:pPr/>
              <a:t>21</a:t>
            </a:fld>
            <a:endParaRPr lang="en-GB"/>
          </a:p>
        </p:txBody>
      </p:sp>
      <p:sp>
        <p:nvSpPr>
          <p:cNvPr id="26" name="Content Placeholder 2"/>
          <p:cNvSpPr txBox="1">
            <a:spLocks/>
          </p:cNvSpPr>
          <p:nvPr/>
        </p:nvSpPr>
        <p:spPr>
          <a:xfrm>
            <a:off x="6354572" y="2553048"/>
            <a:ext cx="5124856" cy="2761902"/>
          </a:xfrm>
          <a:prstGeom prst="rect">
            <a:avLst/>
          </a:prstGeom>
        </p:spPr>
        <p:txBody>
          <a:bodyPr vert="horz" lIns="91440" tIns="45720" rIns="91440" bIns="45720" numCol="2" spcCol="180000" rtlCol="0">
            <a:normAutofit/>
          </a:bodyPr>
          <a:lstStyle>
            <a:lvl1pPr marL="228600" indent="-228600" algn="l" defTabSz="914400" rtl="0" eaLnBrk="1" latinLnBrk="0" hangingPunct="1">
              <a:lnSpc>
                <a:spcPct val="90000"/>
              </a:lnSpc>
              <a:spcBef>
                <a:spcPts val="1000"/>
              </a:spcBef>
              <a:buClr>
                <a:srgbClr val="C00000"/>
              </a:buClr>
              <a:buFont typeface="Arial"/>
              <a:buChar char="•"/>
              <a:defRPr sz="2400" kern="1200">
                <a:solidFill>
                  <a:schemeClr val="tx1"/>
                </a:solidFill>
                <a:latin typeface="Arial" charset="0"/>
                <a:ea typeface="Arial" charset="0"/>
                <a:cs typeface="Arial" charset="0"/>
              </a:defRPr>
            </a:lvl1pPr>
            <a:lvl2pPr marL="542925" indent="-276225" algn="l" defTabSz="914400" rtl="0" eaLnBrk="1" latinLnBrk="0" hangingPunct="1">
              <a:lnSpc>
                <a:spcPct val="90000"/>
              </a:lnSpc>
              <a:spcBef>
                <a:spcPts val="500"/>
              </a:spcBef>
              <a:buClr>
                <a:srgbClr val="C00000"/>
              </a:buClr>
              <a:buFont typeface="Arial"/>
              <a:buChar char="•"/>
              <a:defRPr sz="1800" kern="1200">
                <a:solidFill>
                  <a:schemeClr val="tx1"/>
                </a:solidFill>
                <a:latin typeface="Arial" charset="0"/>
                <a:ea typeface="Arial" charset="0"/>
                <a:cs typeface="Arial" charset="0"/>
              </a:defRPr>
            </a:lvl2pPr>
            <a:lvl3pPr marL="809625" indent="-266700" algn="l" defTabSz="914400" rtl="0" eaLnBrk="1" latinLnBrk="0" hangingPunct="1">
              <a:lnSpc>
                <a:spcPct val="90000"/>
              </a:lnSpc>
              <a:spcBef>
                <a:spcPts val="500"/>
              </a:spcBef>
              <a:buClr>
                <a:srgbClr val="C00000"/>
              </a:buClr>
              <a:buFont typeface="Arial"/>
              <a:buChar char="•"/>
              <a:defRPr sz="1400" kern="1200">
                <a:solidFill>
                  <a:schemeClr val="tx1"/>
                </a:solidFill>
                <a:latin typeface="Arial" charset="0"/>
                <a:ea typeface="Arial" charset="0"/>
                <a:cs typeface="Arial" charset="0"/>
              </a:defRPr>
            </a:lvl3pPr>
            <a:lvl4pPr marL="1600200" indent="-228600" algn="l" defTabSz="914400" rtl="0" eaLnBrk="1" latinLnBrk="0" hangingPunct="1">
              <a:lnSpc>
                <a:spcPct val="90000"/>
              </a:lnSpc>
              <a:spcBef>
                <a:spcPts val="500"/>
              </a:spcBef>
              <a:buClr>
                <a:srgbClr val="C00000"/>
              </a:buClr>
              <a:buFont typeface="Arial"/>
              <a:buChar char="•"/>
              <a:defRPr sz="1000" kern="1200">
                <a:solidFill>
                  <a:schemeClr val="tx1"/>
                </a:solidFill>
                <a:latin typeface="Arial" charset="0"/>
                <a:ea typeface="Arial" charset="0"/>
                <a:cs typeface="Arial" charset="0"/>
              </a:defRPr>
            </a:lvl4pPr>
            <a:lvl5pPr marL="2057400" indent="-228600" algn="l" defTabSz="914400" rtl="0" eaLnBrk="1" latinLnBrk="0" hangingPunct="1">
              <a:lnSpc>
                <a:spcPct val="90000"/>
              </a:lnSpc>
              <a:spcBef>
                <a:spcPts val="500"/>
              </a:spcBef>
              <a:buClr>
                <a:srgbClr val="C00000"/>
              </a:buClr>
              <a:buFont typeface="Arial"/>
              <a:buChar char="•"/>
              <a:defRPr sz="1000" kern="1200">
                <a:solidFill>
                  <a:schemeClr val="tx1"/>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fontAlgn="ctr">
              <a:lnSpc>
                <a:spcPct val="100000"/>
              </a:lnSpc>
              <a:spcBef>
                <a:spcPts val="240"/>
              </a:spcBef>
              <a:spcAft>
                <a:spcPts val="240"/>
              </a:spcAft>
              <a:buClrTx/>
            </a:pPr>
            <a:r>
              <a:rPr lang="en-GB" sz="1600"/>
              <a:t>Disability</a:t>
            </a:r>
          </a:p>
          <a:p>
            <a:pPr fontAlgn="ctr">
              <a:lnSpc>
                <a:spcPct val="100000"/>
              </a:lnSpc>
              <a:spcBef>
                <a:spcPts val="240"/>
              </a:spcBef>
              <a:spcAft>
                <a:spcPts val="240"/>
              </a:spcAft>
              <a:buClrTx/>
            </a:pPr>
            <a:r>
              <a:rPr lang="en-GB" sz="1600"/>
              <a:t>PD symptoms</a:t>
            </a:r>
          </a:p>
          <a:p>
            <a:pPr fontAlgn="ctr">
              <a:lnSpc>
                <a:spcPct val="100000"/>
              </a:lnSpc>
              <a:spcBef>
                <a:spcPts val="240"/>
              </a:spcBef>
              <a:spcAft>
                <a:spcPts val="240"/>
              </a:spcAft>
              <a:buClrTx/>
            </a:pPr>
            <a:r>
              <a:rPr lang="en-GB" sz="1600"/>
              <a:t>Disease duration</a:t>
            </a:r>
          </a:p>
          <a:p>
            <a:pPr fontAlgn="ctr">
              <a:lnSpc>
                <a:spcPct val="100000"/>
              </a:lnSpc>
              <a:spcBef>
                <a:spcPts val="240"/>
              </a:spcBef>
              <a:spcAft>
                <a:spcPts val="240"/>
              </a:spcAft>
              <a:buClrTx/>
            </a:pPr>
            <a:r>
              <a:rPr lang="en-GB" sz="1600"/>
              <a:t>Higher medical costs</a:t>
            </a:r>
          </a:p>
          <a:p>
            <a:pPr fontAlgn="ctr">
              <a:lnSpc>
                <a:spcPct val="100000"/>
              </a:lnSpc>
              <a:spcBef>
                <a:spcPts val="240"/>
              </a:spcBef>
              <a:spcAft>
                <a:spcPts val="240"/>
              </a:spcAft>
              <a:buClrTx/>
            </a:pPr>
            <a:r>
              <a:rPr lang="en-GB" sz="1600"/>
              <a:t>Gait impairment</a:t>
            </a:r>
          </a:p>
          <a:p>
            <a:pPr fontAlgn="ctr">
              <a:lnSpc>
                <a:spcPct val="100000"/>
              </a:lnSpc>
              <a:spcBef>
                <a:spcPts val="240"/>
              </a:spcBef>
              <a:spcAft>
                <a:spcPts val="240"/>
              </a:spcAft>
              <a:buClrTx/>
            </a:pPr>
            <a:r>
              <a:rPr lang="en-GB" sz="1600"/>
              <a:t>Postural instability and falls</a:t>
            </a:r>
          </a:p>
          <a:p>
            <a:pPr fontAlgn="ctr">
              <a:lnSpc>
                <a:spcPct val="100000"/>
              </a:lnSpc>
              <a:spcBef>
                <a:spcPts val="240"/>
              </a:spcBef>
              <a:spcAft>
                <a:spcPts val="240"/>
              </a:spcAft>
              <a:buClrTx/>
            </a:pPr>
            <a:r>
              <a:rPr lang="en-GB" sz="1600"/>
              <a:t>Quality of life</a:t>
            </a:r>
            <a:br>
              <a:rPr lang="en-GB" sz="1600"/>
            </a:br>
            <a:endParaRPr lang="en-GB" sz="1600"/>
          </a:p>
          <a:p>
            <a:pPr fontAlgn="ctr">
              <a:lnSpc>
                <a:spcPct val="100000"/>
              </a:lnSpc>
              <a:spcBef>
                <a:spcPts val="240"/>
              </a:spcBef>
              <a:spcAft>
                <a:spcPts val="240"/>
              </a:spcAft>
              <a:buClrTx/>
            </a:pPr>
            <a:r>
              <a:rPr lang="en-GB" sz="1600"/>
              <a:t>Motor symptoms</a:t>
            </a:r>
          </a:p>
          <a:p>
            <a:pPr fontAlgn="ctr">
              <a:lnSpc>
                <a:spcPct val="100000"/>
              </a:lnSpc>
              <a:spcBef>
                <a:spcPts val="240"/>
              </a:spcBef>
              <a:spcAft>
                <a:spcPts val="240"/>
              </a:spcAft>
              <a:buClrTx/>
            </a:pPr>
            <a:r>
              <a:rPr lang="en-GB" sz="1600"/>
              <a:t>Medical comorbidities</a:t>
            </a:r>
          </a:p>
          <a:p>
            <a:pPr fontAlgn="ctr">
              <a:lnSpc>
                <a:spcPct val="100000"/>
              </a:lnSpc>
              <a:spcBef>
                <a:spcPts val="240"/>
              </a:spcBef>
              <a:spcAft>
                <a:spcPts val="240"/>
              </a:spcAft>
              <a:buClrTx/>
            </a:pPr>
            <a:r>
              <a:rPr lang="en-GB" sz="1600"/>
              <a:t>Neuropsychiatric symptoms (including cognitive impairment, psychosis, apathy, depression, and impulse control disorders)</a:t>
            </a:r>
            <a:r>
              <a:rPr lang="en-GB" sz="1600" baseline="30000"/>
              <a:t>7</a:t>
            </a:r>
            <a:endParaRPr lang="en-GB" sz="1600"/>
          </a:p>
        </p:txBody>
      </p:sp>
    </p:spTree>
    <p:extLst>
      <p:ext uri="{BB962C8B-B14F-4D97-AF65-F5344CB8AC3E}">
        <p14:creationId xmlns:p14="http://schemas.microsoft.com/office/powerpoint/2010/main" val="5216317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a:extLst>
              <a:ext uri="{FF2B5EF4-FFF2-40B4-BE49-F238E27FC236}">
                <a16:creationId xmlns:a16="http://schemas.microsoft.com/office/drawing/2014/main" id="{27F8DFB1-CE78-1CB7-8A8B-A46CBBF91547}"/>
              </a:ext>
            </a:extLst>
          </p:cNvPr>
          <p:cNvSpPr/>
          <p:nvPr/>
        </p:nvSpPr>
        <p:spPr>
          <a:xfrm>
            <a:off x="10879666" y="2278834"/>
            <a:ext cx="865739" cy="1493440"/>
          </a:xfrm>
          <a:prstGeom prst="rect">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 Placeholder 5"/>
          <p:cNvSpPr>
            <a:spLocks noGrp="1"/>
          </p:cNvSpPr>
          <p:nvPr>
            <p:ph type="body" sz="quarter" idx="17"/>
          </p:nvPr>
        </p:nvSpPr>
        <p:spPr/>
        <p:txBody>
          <a:bodyPr/>
          <a:lstStyle/>
          <a:p>
            <a:r>
              <a:rPr lang="en-GB"/>
              <a:t>Parkinson’s disease – Epidemiology and burden</a:t>
            </a:r>
          </a:p>
        </p:txBody>
      </p:sp>
      <p:sp>
        <p:nvSpPr>
          <p:cNvPr id="2" name="Title 1"/>
          <p:cNvSpPr>
            <a:spLocks noGrp="1"/>
          </p:cNvSpPr>
          <p:nvPr>
            <p:ph type="title"/>
          </p:nvPr>
        </p:nvSpPr>
        <p:spPr/>
        <p:txBody>
          <a:bodyPr>
            <a:normAutofit/>
          </a:bodyPr>
          <a:lstStyle/>
          <a:p>
            <a:r>
              <a:rPr lang="en-GB"/>
              <a:t>The burden of cognitive symptoms on caregivers</a:t>
            </a:r>
          </a:p>
        </p:txBody>
      </p:sp>
      <p:sp>
        <p:nvSpPr>
          <p:cNvPr id="3" name="Content Placeholder 2"/>
          <p:cNvSpPr>
            <a:spLocks noGrp="1"/>
          </p:cNvSpPr>
          <p:nvPr>
            <p:ph idx="20"/>
          </p:nvPr>
        </p:nvSpPr>
        <p:spPr/>
        <p:txBody>
          <a:bodyPr/>
          <a:lstStyle/>
          <a:p>
            <a:r>
              <a:rPr lang="en-GB" dirty="0"/>
              <a:t>The level of a patient’s cognitive functioning as PD advances can pose particular challenges to the caregivers of patients with PD</a:t>
            </a:r>
            <a:r>
              <a:rPr lang="en-GB" baseline="30000" dirty="0"/>
              <a:t>1,2</a:t>
            </a:r>
          </a:p>
          <a:p>
            <a:r>
              <a:rPr lang="en-GB" dirty="0"/>
              <a:t>One study showed that individuals who are more cognitively impaired place a greater burden on caregivers:</a:t>
            </a:r>
            <a:r>
              <a:rPr lang="en-GB" baseline="30000" dirty="0"/>
              <a:t>1</a:t>
            </a:r>
          </a:p>
          <a:p>
            <a:pPr lvl="1"/>
            <a:r>
              <a:rPr lang="en-GB" dirty="0"/>
              <a:t>The poorest quality of life was reported by caregivers of patients with PD dementia</a:t>
            </a:r>
          </a:p>
          <a:p>
            <a:pPr lvl="1"/>
            <a:r>
              <a:rPr lang="en-GB" dirty="0"/>
              <a:t>Impairments to a patient’s attention, memory, and executive function (e.g., the ability to plan and solve problems) showed a strong relationship with caregiver burden</a:t>
            </a:r>
            <a:endParaRPr lang="en-GB" baseline="30000" dirty="0"/>
          </a:p>
          <a:p>
            <a:pPr lvl="1"/>
            <a:r>
              <a:rPr lang="en-GB" dirty="0"/>
              <a:t>Attentional deficits were the strongest predictor of caregiver quality of life compared with other cognitive factors</a:t>
            </a:r>
          </a:p>
          <a:p>
            <a:pPr lvl="1"/>
            <a:r>
              <a:rPr lang="en-GB" dirty="0"/>
              <a:t>Loss of attention in patients with PD may lead to increased caregiver responsibilities (to compensate for the attentional deficit), leading to reduced quality of life of the caregiver</a:t>
            </a:r>
          </a:p>
        </p:txBody>
      </p:sp>
      <p:sp>
        <p:nvSpPr>
          <p:cNvPr id="5" name="Text Placeholder 4">
            <a:extLst>
              <a:ext uri="{FF2B5EF4-FFF2-40B4-BE49-F238E27FC236}">
                <a16:creationId xmlns:a16="http://schemas.microsoft.com/office/drawing/2014/main" id="{7FFAD8B3-2844-426A-9395-0C5537AAD22D}"/>
              </a:ext>
            </a:extLst>
          </p:cNvPr>
          <p:cNvSpPr>
            <a:spLocks noGrp="1"/>
          </p:cNvSpPr>
          <p:nvPr>
            <p:ph type="body" sz="quarter" idx="18"/>
          </p:nvPr>
        </p:nvSpPr>
        <p:spPr/>
        <p:txBody>
          <a:bodyPr/>
          <a:lstStyle/>
          <a:p>
            <a:pPr marL="0" indent="0">
              <a:buNone/>
            </a:pPr>
            <a:r>
              <a:rPr lang="en-GB"/>
              <a:t>PD=Parkinson’s disease</a:t>
            </a:r>
          </a:p>
          <a:p>
            <a:pPr marL="0" indent="0">
              <a:buNone/>
            </a:pPr>
            <a:endParaRPr lang="en-GB"/>
          </a:p>
          <a:p>
            <a:pPr marL="0" indent="0">
              <a:buNone/>
            </a:pPr>
            <a:r>
              <a:rPr lang="en-GB"/>
              <a:t>1. Lawson et al. </a:t>
            </a:r>
            <a:r>
              <a:rPr lang="pl-PL"/>
              <a:t>Int J Geriatr Psychiatry 2017;32(12):1362-1370</a:t>
            </a:r>
            <a:r>
              <a:rPr lang="en-GB"/>
              <a:t>; 2. Martinez-Martin et al. J </a:t>
            </a:r>
            <a:r>
              <a:rPr lang="en-GB" err="1"/>
              <a:t>Neurol</a:t>
            </a:r>
            <a:r>
              <a:rPr lang="en-GB"/>
              <a:t> 2023;270(4):2162–2173; 3. Lim et al. Curr </a:t>
            </a:r>
            <a:r>
              <a:rPr lang="en-GB" err="1"/>
              <a:t>Neurol</a:t>
            </a:r>
            <a:r>
              <a:rPr lang="en-GB"/>
              <a:t> </a:t>
            </a:r>
            <a:r>
              <a:rPr lang="en-GB" err="1"/>
              <a:t>Neurosci</a:t>
            </a:r>
            <a:r>
              <a:rPr lang="en-GB"/>
              <a:t> Rep 2017;17(1):3</a:t>
            </a:r>
          </a:p>
        </p:txBody>
      </p:sp>
      <p:sp>
        <p:nvSpPr>
          <p:cNvPr id="4" name="Slide Number Placeholder 3"/>
          <p:cNvSpPr>
            <a:spLocks noGrp="1"/>
          </p:cNvSpPr>
          <p:nvPr>
            <p:ph type="sldNum" sz="quarter" idx="4"/>
          </p:nvPr>
        </p:nvSpPr>
        <p:spPr/>
        <p:txBody>
          <a:bodyPr/>
          <a:lstStyle/>
          <a:p>
            <a:fld id="{6DBC486D-4FAB-B746-8B02-8D7C842291C6}" type="slidenum">
              <a:rPr lang="en-GB" smtClean="0"/>
              <a:pPr/>
              <a:t>22</a:t>
            </a:fld>
            <a:endParaRPr lang="en-GB"/>
          </a:p>
        </p:txBody>
      </p:sp>
      <p:sp>
        <p:nvSpPr>
          <p:cNvPr id="17" name="Rectangle 16">
            <a:extLst>
              <a:ext uri="{FF2B5EF4-FFF2-40B4-BE49-F238E27FC236}">
                <a16:creationId xmlns:a16="http://schemas.microsoft.com/office/drawing/2014/main" id="{112C3F68-EE56-7AE9-B09B-DA5AF0F282C7}"/>
              </a:ext>
            </a:extLst>
          </p:cNvPr>
          <p:cNvSpPr/>
          <p:nvPr/>
        </p:nvSpPr>
        <p:spPr>
          <a:xfrm>
            <a:off x="6230939" y="1416889"/>
            <a:ext cx="5419724" cy="338554"/>
          </a:xfrm>
          <a:prstGeom prst="rect">
            <a:avLst/>
          </a:prstGeom>
        </p:spPr>
        <p:txBody>
          <a:bodyPr wrap="square">
            <a:spAutoFit/>
          </a:bodyPr>
          <a:lstStyle/>
          <a:p>
            <a:pPr algn="ctr"/>
            <a:r>
              <a:rPr lang="en-GB" sz="1600" b="1" dirty="0">
                <a:solidFill>
                  <a:schemeClr val="accent2">
                    <a:lumMod val="50000"/>
                  </a:schemeClr>
                </a:solidFill>
                <a:latin typeface="Arial" panose="020B0604020202020204" pitchFamily="34" charset="0"/>
                <a:cs typeface="Arial" panose="020B0604020202020204" pitchFamily="34" charset="0"/>
              </a:rPr>
              <a:t>Perceived caregiver burden as PD advances</a:t>
            </a:r>
            <a:r>
              <a:rPr lang="en-GB" sz="1600" b="1" baseline="30000" dirty="0">
                <a:solidFill>
                  <a:schemeClr val="accent2">
                    <a:lumMod val="50000"/>
                  </a:schemeClr>
                </a:solidFill>
                <a:latin typeface="Arial" panose="020B0604020202020204" pitchFamily="34" charset="0"/>
                <a:cs typeface="Arial" panose="020B0604020202020204" pitchFamily="34" charset="0"/>
              </a:rPr>
              <a:t>2</a:t>
            </a:r>
          </a:p>
        </p:txBody>
      </p:sp>
      <p:sp>
        <p:nvSpPr>
          <p:cNvPr id="19" name="TextBox 18">
            <a:extLst>
              <a:ext uri="{FF2B5EF4-FFF2-40B4-BE49-F238E27FC236}">
                <a16:creationId xmlns:a16="http://schemas.microsoft.com/office/drawing/2014/main" id="{B5D5FE95-63C6-304A-EEDE-32D1DE715D31}"/>
              </a:ext>
            </a:extLst>
          </p:cNvPr>
          <p:cNvSpPr txBox="1"/>
          <p:nvPr/>
        </p:nvSpPr>
        <p:spPr>
          <a:xfrm>
            <a:off x="6489702" y="4729389"/>
            <a:ext cx="4902198" cy="954107"/>
          </a:xfrm>
          <a:prstGeom prst="rect">
            <a:avLst/>
          </a:prstGeom>
          <a:solidFill>
            <a:srgbClr val="D9D1CC"/>
          </a:solidFill>
        </p:spPr>
        <p:txBody>
          <a:bodyPr wrap="square" rtlCol="0">
            <a:spAutoFit/>
          </a:bodyPr>
          <a:lstStyle/>
          <a:p>
            <a:pPr algn="ctr"/>
            <a:r>
              <a:rPr lang="en-GB" sz="1400" b="1" dirty="0"/>
              <a:t>The increasing burden of advancing PD reinforces the importance of patient- as well as caregiver-centred treatments, such as support groups and palliative care, that can help alleviate some of this caregiver burden</a:t>
            </a:r>
            <a:r>
              <a:rPr lang="en-GB" sz="1400" b="1" baseline="30000" dirty="0"/>
              <a:t>3</a:t>
            </a:r>
            <a:endParaRPr lang="en-GB" sz="1400" b="1" dirty="0"/>
          </a:p>
        </p:txBody>
      </p:sp>
      <p:grpSp>
        <p:nvGrpSpPr>
          <p:cNvPr id="7" name="Group 6">
            <a:extLst>
              <a:ext uri="{FF2B5EF4-FFF2-40B4-BE49-F238E27FC236}">
                <a16:creationId xmlns:a16="http://schemas.microsoft.com/office/drawing/2014/main" id="{10672740-92AD-65CB-DF88-DF2714D2BCB3}"/>
              </a:ext>
            </a:extLst>
          </p:cNvPr>
          <p:cNvGrpSpPr/>
          <p:nvPr/>
        </p:nvGrpSpPr>
        <p:grpSpPr>
          <a:xfrm>
            <a:off x="7182366" y="1991582"/>
            <a:ext cx="865745" cy="2098533"/>
            <a:chOff x="6944754" y="1991582"/>
            <a:chExt cx="270668" cy="2098533"/>
          </a:xfrm>
        </p:grpSpPr>
        <p:sp>
          <p:nvSpPr>
            <p:cNvPr id="8" name="Rectangle 7">
              <a:extLst>
                <a:ext uri="{FF2B5EF4-FFF2-40B4-BE49-F238E27FC236}">
                  <a16:creationId xmlns:a16="http://schemas.microsoft.com/office/drawing/2014/main" id="{4A9587B7-E571-C07F-D17D-C2ECE5C9C224}"/>
                </a:ext>
              </a:extLst>
            </p:cNvPr>
            <p:cNvSpPr/>
            <p:nvPr/>
          </p:nvSpPr>
          <p:spPr>
            <a:xfrm>
              <a:off x="6944754" y="1991582"/>
              <a:ext cx="270668" cy="2098533"/>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78B6E0E1-9E07-5B1C-47B4-D7898552D768}"/>
                </a:ext>
              </a:extLst>
            </p:cNvPr>
            <p:cNvSpPr/>
            <p:nvPr/>
          </p:nvSpPr>
          <p:spPr>
            <a:xfrm>
              <a:off x="6944754" y="2038350"/>
              <a:ext cx="270668" cy="205176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A61FC55E-AA00-3830-65AC-AFA2C3FFA593}"/>
                </a:ext>
              </a:extLst>
            </p:cNvPr>
            <p:cNvSpPr/>
            <p:nvPr/>
          </p:nvSpPr>
          <p:spPr>
            <a:xfrm>
              <a:off x="6944754" y="2393156"/>
              <a:ext cx="270668" cy="1696959"/>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F38D0CB3-65B3-928B-9C70-579D2CE09BAD}"/>
                </a:ext>
              </a:extLst>
            </p:cNvPr>
            <p:cNvSpPr/>
            <p:nvPr/>
          </p:nvSpPr>
          <p:spPr>
            <a:xfrm>
              <a:off x="6944754" y="3198019"/>
              <a:ext cx="270668" cy="89209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3" name="Group 12">
            <a:extLst>
              <a:ext uri="{FF2B5EF4-FFF2-40B4-BE49-F238E27FC236}">
                <a16:creationId xmlns:a16="http://schemas.microsoft.com/office/drawing/2014/main" id="{BDE1AC9E-2743-9EF7-2B26-6B2C5E0B8D62}"/>
              </a:ext>
            </a:extLst>
          </p:cNvPr>
          <p:cNvGrpSpPr/>
          <p:nvPr/>
        </p:nvGrpSpPr>
        <p:grpSpPr>
          <a:xfrm>
            <a:off x="8525391" y="1991582"/>
            <a:ext cx="865745" cy="2098533"/>
            <a:chOff x="6944754" y="1991582"/>
            <a:chExt cx="270668" cy="2098533"/>
          </a:xfrm>
        </p:grpSpPr>
        <p:sp>
          <p:nvSpPr>
            <p:cNvPr id="14" name="Rectangle 13">
              <a:extLst>
                <a:ext uri="{FF2B5EF4-FFF2-40B4-BE49-F238E27FC236}">
                  <a16:creationId xmlns:a16="http://schemas.microsoft.com/office/drawing/2014/main" id="{EBB0321C-839D-61E0-2B17-6CD1F65F2CB9}"/>
                </a:ext>
              </a:extLst>
            </p:cNvPr>
            <p:cNvSpPr/>
            <p:nvPr/>
          </p:nvSpPr>
          <p:spPr>
            <a:xfrm>
              <a:off x="6944754" y="1991582"/>
              <a:ext cx="270668" cy="2098533"/>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674CBBF5-D187-6765-9838-EE738F99CE71}"/>
                </a:ext>
              </a:extLst>
            </p:cNvPr>
            <p:cNvSpPr/>
            <p:nvPr/>
          </p:nvSpPr>
          <p:spPr>
            <a:xfrm>
              <a:off x="6944754" y="2109788"/>
              <a:ext cx="270668" cy="1980327"/>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a:extLst>
                <a:ext uri="{FF2B5EF4-FFF2-40B4-BE49-F238E27FC236}">
                  <a16:creationId xmlns:a16="http://schemas.microsoft.com/office/drawing/2014/main" id="{4C6B5DB1-1DA4-9045-8ADC-EC727FF7E1E1}"/>
                </a:ext>
              </a:extLst>
            </p:cNvPr>
            <p:cNvSpPr/>
            <p:nvPr/>
          </p:nvSpPr>
          <p:spPr>
            <a:xfrm>
              <a:off x="6944754" y="2612231"/>
              <a:ext cx="270668" cy="1477884"/>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ectangle 19">
              <a:extLst>
                <a:ext uri="{FF2B5EF4-FFF2-40B4-BE49-F238E27FC236}">
                  <a16:creationId xmlns:a16="http://schemas.microsoft.com/office/drawing/2014/main" id="{AB715930-1191-CCC1-A18B-574D03CBCB31}"/>
                </a:ext>
              </a:extLst>
            </p:cNvPr>
            <p:cNvSpPr/>
            <p:nvPr/>
          </p:nvSpPr>
          <p:spPr>
            <a:xfrm>
              <a:off x="6944754" y="3343275"/>
              <a:ext cx="270668" cy="74684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1" name="Group 20">
            <a:extLst>
              <a:ext uri="{FF2B5EF4-FFF2-40B4-BE49-F238E27FC236}">
                <a16:creationId xmlns:a16="http://schemas.microsoft.com/office/drawing/2014/main" id="{6C0C4AF0-2F3D-A533-8064-091BD1A616F3}"/>
              </a:ext>
            </a:extLst>
          </p:cNvPr>
          <p:cNvGrpSpPr/>
          <p:nvPr/>
        </p:nvGrpSpPr>
        <p:grpSpPr>
          <a:xfrm>
            <a:off x="9868415" y="1991582"/>
            <a:ext cx="865745" cy="2098533"/>
            <a:chOff x="6944754" y="1991582"/>
            <a:chExt cx="270668" cy="2098533"/>
          </a:xfrm>
        </p:grpSpPr>
        <p:sp>
          <p:nvSpPr>
            <p:cNvPr id="22" name="Rectangle 21">
              <a:extLst>
                <a:ext uri="{FF2B5EF4-FFF2-40B4-BE49-F238E27FC236}">
                  <a16:creationId xmlns:a16="http://schemas.microsoft.com/office/drawing/2014/main" id="{6D8CEB47-F872-94CE-5273-60AFE5C7ABD8}"/>
                </a:ext>
              </a:extLst>
            </p:cNvPr>
            <p:cNvSpPr/>
            <p:nvPr/>
          </p:nvSpPr>
          <p:spPr>
            <a:xfrm>
              <a:off x="6944754" y="1991582"/>
              <a:ext cx="270668" cy="2098533"/>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ectangle 22">
              <a:extLst>
                <a:ext uri="{FF2B5EF4-FFF2-40B4-BE49-F238E27FC236}">
                  <a16:creationId xmlns:a16="http://schemas.microsoft.com/office/drawing/2014/main" id="{26C34E1A-CBA3-146C-8C8A-D08AE51429AB}"/>
                </a:ext>
              </a:extLst>
            </p:cNvPr>
            <p:cNvSpPr/>
            <p:nvPr/>
          </p:nvSpPr>
          <p:spPr>
            <a:xfrm>
              <a:off x="6944754" y="2135981"/>
              <a:ext cx="270668" cy="1954134"/>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ectangle 23">
              <a:extLst>
                <a:ext uri="{FF2B5EF4-FFF2-40B4-BE49-F238E27FC236}">
                  <a16:creationId xmlns:a16="http://schemas.microsoft.com/office/drawing/2014/main" id="{C2DF76B3-A041-5780-ACEF-169878FE6FA5}"/>
                </a:ext>
              </a:extLst>
            </p:cNvPr>
            <p:cNvSpPr/>
            <p:nvPr/>
          </p:nvSpPr>
          <p:spPr>
            <a:xfrm>
              <a:off x="6944754" y="2890838"/>
              <a:ext cx="270668" cy="1199277"/>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24">
              <a:extLst>
                <a:ext uri="{FF2B5EF4-FFF2-40B4-BE49-F238E27FC236}">
                  <a16:creationId xmlns:a16="http://schemas.microsoft.com/office/drawing/2014/main" id="{E1779253-C6BA-182A-DD24-3812E9137FF0}"/>
                </a:ext>
              </a:extLst>
            </p:cNvPr>
            <p:cNvSpPr/>
            <p:nvPr/>
          </p:nvSpPr>
          <p:spPr>
            <a:xfrm>
              <a:off x="6944754" y="3538537"/>
              <a:ext cx="270668" cy="551577"/>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6" name="Group 25">
            <a:extLst>
              <a:ext uri="{FF2B5EF4-FFF2-40B4-BE49-F238E27FC236}">
                <a16:creationId xmlns:a16="http://schemas.microsoft.com/office/drawing/2014/main" id="{0859DABF-0D67-547A-6448-C0C72EE0CAB9}"/>
              </a:ext>
            </a:extLst>
          </p:cNvPr>
          <p:cNvGrpSpPr/>
          <p:nvPr/>
        </p:nvGrpSpPr>
        <p:grpSpPr>
          <a:xfrm>
            <a:off x="6886575" y="1995488"/>
            <a:ext cx="4086225" cy="2162175"/>
            <a:chOff x="6657975" y="1995488"/>
            <a:chExt cx="4086225" cy="2162175"/>
          </a:xfrm>
        </p:grpSpPr>
        <p:cxnSp>
          <p:nvCxnSpPr>
            <p:cNvPr id="27" name="Straight Connector 26">
              <a:extLst>
                <a:ext uri="{FF2B5EF4-FFF2-40B4-BE49-F238E27FC236}">
                  <a16:creationId xmlns:a16="http://schemas.microsoft.com/office/drawing/2014/main" id="{6AD9E970-D577-324C-59DE-A14183F09FEE}"/>
                </a:ext>
              </a:extLst>
            </p:cNvPr>
            <p:cNvCxnSpPr>
              <a:cxnSpLocks/>
            </p:cNvCxnSpPr>
            <p:nvPr/>
          </p:nvCxnSpPr>
          <p:spPr>
            <a:xfrm>
              <a:off x="6715126" y="1995488"/>
              <a:ext cx="0" cy="2162175"/>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BE8CA91-E357-15F2-C331-2472B9BD7455}"/>
                </a:ext>
              </a:extLst>
            </p:cNvPr>
            <p:cNvCxnSpPr>
              <a:cxnSpLocks/>
            </p:cNvCxnSpPr>
            <p:nvPr/>
          </p:nvCxnSpPr>
          <p:spPr>
            <a:xfrm flipH="1">
              <a:off x="6657975" y="4094022"/>
              <a:ext cx="4086225"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80DA869C-6AF7-9F69-FAEC-26D9DF208AB3}"/>
                </a:ext>
              </a:extLst>
            </p:cNvPr>
            <p:cNvCxnSpPr>
              <a:cxnSpLocks/>
            </p:cNvCxnSpPr>
            <p:nvPr/>
          </p:nvCxnSpPr>
          <p:spPr>
            <a:xfrm flipH="1">
              <a:off x="6661126" y="3674316"/>
              <a:ext cx="54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4F3F5D7-8303-F319-0A1D-6D0DC8EE38B5}"/>
                </a:ext>
              </a:extLst>
            </p:cNvPr>
            <p:cNvCxnSpPr>
              <a:cxnSpLocks/>
            </p:cNvCxnSpPr>
            <p:nvPr/>
          </p:nvCxnSpPr>
          <p:spPr>
            <a:xfrm flipH="1">
              <a:off x="6661126" y="3254609"/>
              <a:ext cx="54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8049756-5FBE-52D8-D326-4A429FDA7263}"/>
                </a:ext>
              </a:extLst>
            </p:cNvPr>
            <p:cNvCxnSpPr>
              <a:cxnSpLocks/>
            </p:cNvCxnSpPr>
            <p:nvPr/>
          </p:nvCxnSpPr>
          <p:spPr>
            <a:xfrm flipH="1">
              <a:off x="6661126" y="2834902"/>
              <a:ext cx="54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4EA6B0B-005A-54E7-0998-8BEC20A836E9}"/>
                </a:ext>
              </a:extLst>
            </p:cNvPr>
            <p:cNvCxnSpPr>
              <a:cxnSpLocks/>
            </p:cNvCxnSpPr>
            <p:nvPr/>
          </p:nvCxnSpPr>
          <p:spPr>
            <a:xfrm flipH="1">
              <a:off x="6661126" y="2415195"/>
              <a:ext cx="54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3E613D1C-CB14-B90F-5A86-8381FBD638B9}"/>
                </a:ext>
              </a:extLst>
            </p:cNvPr>
            <p:cNvCxnSpPr>
              <a:cxnSpLocks/>
            </p:cNvCxnSpPr>
            <p:nvPr/>
          </p:nvCxnSpPr>
          <p:spPr>
            <a:xfrm flipH="1">
              <a:off x="6661126" y="1995488"/>
              <a:ext cx="54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AF5C2AE-8C00-4251-4518-C8A74266714A}"/>
                </a:ext>
              </a:extLst>
            </p:cNvPr>
            <p:cNvCxnSpPr>
              <a:cxnSpLocks/>
            </p:cNvCxnSpPr>
            <p:nvPr/>
          </p:nvCxnSpPr>
          <p:spPr>
            <a:xfrm rot="5400000" flipH="1">
              <a:off x="10717200" y="4121022"/>
              <a:ext cx="54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255FC75F-72B8-29FC-C9DB-AC87B0AAFAD4}"/>
                </a:ext>
              </a:extLst>
            </p:cNvPr>
            <p:cNvCxnSpPr>
              <a:cxnSpLocks/>
            </p:cNvCxnSpPr>
            <p:nvPr/>
          </p:nvCxnSpPr>
          <p:spPr>
            <a:xfrm rot="5400000" flipH="1">
              <a:off x="9374176" y="4121022"/>
              <a:ext cx="54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C7E23358-DF3E-2025-810A-BFF010CB4945}"/>
                </a:ext>
              </a:extLst>
            </p:cNvPr>
            <p:cNvCxnSpPr>
              <a:cxnSpLocks/>
            </p:cNvCxnSpPr>
            <p:nvPr/>
          </p:nvCxnSpPr>
          <p:spPr>
            <a:xfrm rot="5400000" flipH="1">
              <a:off x="8031151" y="4121022"/>
              <a:ext cx="54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37" name="TextBox 36">
            <a:extLst>
              <a:ext uri="{FF2B5EF4-FFF2-40B4-BE49-F238E27FC236}">
                <a16:creationId xmlns:a16="http://schemas.microsoft.com/office/drawing/2014/main" id="{479232BE-4048-2C34-D5B5-A23AC860D1DF}"/>
              </a:ext>
            </a:extLst>
          </p:cNvPr>
          <p:cNvSpPr txBox="1"/>
          <p:nvPr/>
        </p:nvSpPr>
        <p:spPr>
          <a:xfrm>
            <a:off x="6332046" y="1856881"/>
            <a:ext cx="575799" cy="276999"/>
          </a:xfrm>
          <a:prstGeom prst="rect">
            <a:avLst/>
          </a:prstGeom>
          <a:noFill/>
        </p:spPr>
        <p:txBody>
          <a:bodyPr wrap="none" rtlCol="0">
            <a:spAutoFit/>
          </a:bodyPr>
          <a:lstStyle/>
          <a:p>
            <a:pPr algn="r"/>
            <a:r>
              <a:rPr lang="en-GB" sz="1200">
                <a:solidFill>
                  <a:schemeClr val="tx2"/>
                </a:solidFill>
              </a:rPr>
              <a:t>100%</a:t>
            </a:r>
          </a:p>
        </p:txBody>
      </p:sp>
      <p:sp>
        <p:nvSpPr>
          <p:cNvPr id="38" name="TextBox 37">
            <a:extLst>
              <a:ext uri="{FF2B5EF4-FFF2-40B4-BE49-F238E27FC236}">
                <a16:creationId xmlns:a16="http://schemas.microsoft.com/office/drawing/2014/main" id="{1D1858B7-C77C-3919-43BC-102252C3C26A}"/>
              </a:ext>
            </a:extLst>
          </p:cNvPr>
          <p:cNvSpPr txBox="1"/>
          <p:nvPr/>
        </p:nvSpPr>
        <p:spPr>
          <a:xfrm>
            <a:off x="6417005" y="2272487"/>
            <a:ext cx="490840" cy="276999"/>
          </a:xfrm>
          <a:prstGeom prst="rect">
            <a:avLst/>
          </a:prstGeom>
          <a:noFill/>
        </p:spPr>
        <p:txBody>
          <a:bodyPr wrap="none" rtlCol="0">
            <a:spAutoFit/>
          </a:bodyPr>
          <a:lstStyle/>
          <a:p>
            <a:pPr algn="r"/>
            <a:r>
              <a:rPr lang="en-GB" sz="1200">
                <a:solidFill>
                  <a:schemeClr val="tx2"/>
                </a:solidFill>
              </a:rPr>
              <a:t>80%</a:t>
            </a:r>
          </a:p>
        </p:txBody>
      </p:sp>
      <p:sp>
        <p:nvSpPr>
          <p:cNvPr id="39" name="TextBox 38">
            <a:extLst>
              <a:ext uri="{FF2B5EF4-FFF2-40B4-BE49-F238E27FC236}">
                <a16:creationId xmlns:a16="http://schemas.microsoft.com/office/drawing/2014/main" id="{9528FE37-F78C-C451-B38D-64C625879C46}"/>
              </a:ext>
            </a:extLst>
          </p:cNvPr>
          <p:cNvSpPr txBox="1"/>
          <p:nvPr/>
        </p:nvSpPr>
        <p:spPr>
          <a:xfrm>
            <a:off x="6417005" y="2696402"/>
            <a:ext cx="490840" cy="276999"/>
          </a:xfrm>
          <a:prstGeom prst="rect">
            <a:avLst/>
          </a:prstGeom>
          <a:noFill/>
        </p:spPr>
        <p:txBody>
          <a:bodyPr wrap="none" rtlCol="0">
            <a:spAutoFit/>
          </a:bodyPr>
          <a:lstStyle/>
          <a:p>
            <a:pPr algn="r"/>
            <a:r>
              <a:rPr lang="en-GB" sz="1200">
                <a:solidFill>
                  <a:schemeClr val="tx2"/>
                </a:solidFill>
              </a:rPr>
              <a:t>60%</a:t>
            </a:r>
          </a:p>
        </p:txBody>
      </p:sp>
      <p:sp>
        <p:nvSpPr>
          <p:cNvPr id="40" name="TextBox 39">
            <a:extLst>
              <a:ext uri="{FF2B5EF4-FFF2-40B4-BE49-F238E27FC236}">
                <a16:creationId xmlns:a16="http://schemas.microsoft.com/office/drawing/2014/main" id="{0BE2E481-790A-3006-055B-C7CF5C9D8681}"/>
              </a:ext>
            </a:extLst>
          </p:cNvPr>
          <p:cNvSpPr txBox="1"/>
          <p:nvPr/>
        </p:nvSpPr>
        <p:spPr>
          <a:xfrm>
            <a:off x="6417005" y="3113142"/>
            <a:ext cx="490840" cy="276999"/>
          </a:xfrm>
          <a:prstGeom prst="rect">
            <a:avLst/>
          </a:prstGeom>
          <a:noFill/>
        </p:spPr>
        <p:txBody>
          <a:bodyPr wrap="none" rtlCol="0">
            <a:spAutoFit/>
          </a:bodyPr>
          <a:lstStyle/>
          <a:p>
            <a:pPr algn="r"/>
            <a:r>
              <a:rPr lang="en-GB" sz="1200">
                <a:solidFill>
                  <a:schemeClr val="tx2"/>
                </a:solidFill>
              </a:rPr>
              <a:t>40%</a:t>
            </a:r>
          </a:p>
        </p:txBody>
      </p:sp>
      <p:sp>
        <p:nvSpPr>
          <p:cNvPr id="41" name="TextBox 40">
            <a:extLst>
              <a:ext uri="{FF2B5EF4-FFF2-40B4-BE49-F238E27FC236}">
                <a16:creationId xmlns:a16="http://schemas.microsoft.com/office/drawing/2014/main" id="{9411884E-EA8A-A3D1-24E2-3067880C70DA}"/>
              </a:ext>
            </a:extLst>
          </p:cNvPr>
          <p:cNvSpPr txBox="1"/>
          <p:nvPr/>
        </p:nvSpPr>
        <p:spPr>
          <a:xfrm>
            <a:off x="6417005" y="3531257"/>
            <a:ext cx="490840" cy="276999"/>
          </a:xfrm>
          <a:prstGeom prst="rect">
            <a:avLst/>
          </a:prstGeom>
          <a:noFill/>
        </p:spPr>
        <p:txBody>
          <a:bodyPr wrap="none" rtlCol="0">
            <a:spAutoFit/>
          </a:bodyPr>
          <a:lstStyle/>
          <a:p>
            <a:pPr algn="r"/>
            <a:r>
              <a:rPr lang="en-GB" sz="1200">
                <a:solidFill>
                  <a:schemeClr val="tx2"/>
                </a:solidFill>
              </a:rPr>
              <a:t>20%</a:t>
            </a:r>
          </a:p>
        </p:txBody>
      </p:sp>
      <p:sp>
        <p:nvSpPr>
          <p:cNvPr id="42" name="TextBox 41">
            <a:extLst>
              <a:ext uri="{FF2B5EF4-FFF2-40B4-BE49-F238E27FC236}">
                <a16:creationId xmlns:a16="http://schemas.microsoft.com/office/drawing/2014/main" id="{B2BC3E7B-3AED-37AA-DD13-A8F93DC160D0}"/>
              </a:ext>
            </a:extLst>
          </p:cNvPr>
          <p:cNvSpPr txBox="1"/>
          <p:nvPr/>
        </p:nvSpPr>
        <p:spPr>
          <a:xfrm>
            <a:off x="6501965" y="3958492"/>
            <a:ext cx="405880" cy="276999"/>
          </a:xfrm>
          <a:prstGeom prst="rect">
            <a:avLst/>
          </a:prstGeom>
          <a:noFill/>
        </p:spPr>
        <p:txBody>
          <a:bodyPr wrap="none" rtlCol="0">
            <a:spAutoFit/>
          </a:bodyPr>
          <a:lstStyle/>
          <a:p>
            <a:pPr algn="r"/>
            <a:r>
              <a:rPr lang="en-GB" sz="1200">
                <a:solidFill>
                  <a:schemeClr val="tx2"/>
                </a:solidFill>
              </a:rPr>
              <a:t>0%</a:t>
            </a:r>
          </a:p>
        </p:txBody>
      </p:sp>
      <p:sp>
        <p:nvSpPr>
          <p:cNvPr id="43" name="TextBox 42">
            <a:extLst>
              <a:ext uri="{FF2B5EF4-FFF2-40B4-BE49-F238E27FC236}">
                <a16:creationId xmlns:a16="http://schemas.microsoft.com/office/drawing/2014/main" id="{F397DBE4-3F18-EE7C-0D77-F682610D4270}"/>
              </a:ext>
            </a:extLst>
          </p:cNvPr>
          <p:cNvSpPr txBox="1"/>
          <p:nvPr/>
        </p:nvSpPr>
        <p:spPr>
          <a:xfrm>
            <a:off x="6943726" y="4101836"/>
            <a:ext cx="1343024" cy="276999"/>
          </a:xfrm>
          <a:prstGeom prst="rect">
            <a:avLst/>
          </a:prstGeom>
          <a:noFill/>
        </p:spPr>
        <p:txBody>
          <a:bodyPr wrap="square" rtlCol="0">
            <a:spAutoFit/>
          </a:bodyPr>
          <a:lstStyle/>
          <a:p>
            <a:pPr algn="ctr"/>
            <a:r>
              <a:rPr lang="en-GB" sz="1200">
                <a:solidFill>
                  <a:schemeClr val="tx2"/>
                </a:solidFill>
              </a:rPr>
              <a:t>Early PD</a:t>
            </a:r>
          </a:p>
        </p:txBody>
      </p:sp>
      <p:sp>
        <p:nvSpPr>
          <p:cNvPr id="44" name="TextBox 43">
            <a:extLst>
              <a:ext uri="{FF2B5EF4-FFF2-40B4-BE49-F238E27FC236}">
                <a16:creationId xmlns:a16="http://schemas.microsoft.com/office/drawing/2014/main" id="{995A99C5-B166-667A-82DB-4E78EA3A7C46}"/>
              </a:ext>
            </a:extLst>
          </p:cNvPr>
          <p:cNvSpPr txBox="1"/>
          <p:nvPr/>
        </p:nvSpPr>
        <p:spPr>
          <a:xfrm>
            <a:off x="8286752" y="4101836"/>
            <a:ext cx="1343024" cy="276999"/>
          </a:xfrm>
          <a:prstGeom prst="rect">
            <a:avLst/>
          </a:prstGeom>
          <a:noFill/>
        </p:spPr>
        <p:txBody>
          <a:bodyPr wrap="square" rtlCol="0">
            <a:spAutoFit/>
          </a:bodyPr>
          <a:lstStyle/>
          <a:p>
            <a:pPr algn="ctr"/>
            <a:r>
              <a:rPr lang="en-GB" sz="1200">
                <a:solidFill>
                  <a:schemeClr val="tx2"/>
                </a:solidFill>
              </a:rPr>
              <a:t>Intermediate PD</a:t>
            </a:r>
          </a:p>
        </p:txBody>
      </p:sp>
      <p:sp>
        <p:nvSpPr>
          <p:cNvPr id="45" name="TextBox 44">
            <a:extLst>
              <a:ext uri="{FF2B5EF4-FFF2-40B4-BE49-F238E27FC236}">
                <a16:creationId xmlns:a16="http://schemas.microsoft.com/office/drawing/2014/main" id="{BF2EC152-9470-4DD3-74C6-43BFB5413F70}"/>
              </a:ext>
            </a:extLst>
          </p:cNvPr>
          <p:cNvSpPr txBox="1"/>
          <p:nvPr/>
        </p:nvSpPr>
        <p:spPr>
          <a:xfrm>
            <a:off x="9629776" y="4101836"/>
            <a:ext cx="1343024" cy="276999"/>
          </a:xfrm>
          <a:prstGeom prst="rect">
            <a:avLst/>
          </a:prstGeom>
          <a:noFill/>
        </p:spPr>
        <p:txBody>
          <a:bodyPr wrap="square" rtlCol="0">
            <a:spAutoFit/>
          </a:bodyPr>
          <a:lstStyle/>
          <a:p>
            <a:pPr algn="ctr"/>
            <a:r>
              <a:rPr lang="en-GB" sz="1200">
                <a:solidFill>
                  <a:schemeClr val="tx2"/>
                </a:solidFill>
              </a:rPr>
              <a:t>Advanced PD</a:t>
            </a:r>
          </a:p>
        </p:txBody>
      </p:sp>
      <p:sp>
        <p:nvSpPr>
          <p:cNvPr id="46" name="TextBox 45">
            <a:extLst>
              <a:ext uri="{FF2B5EF4-FFF2-40B4-BE49-F238E27FC236}">
                <a16:creationId xmlns:a16="http://schemas.microsoft.com/office/drawing/2014/main" id="{DA46C50A-35BE-ED33-2C7B-739D70E1DE54}"/>
              </a:ext>
            </a:extLst>
          </p:cNvPr>
          <p:cNvSpPr txBox="1"/>
          <p:nvPr/>
        </p:nvSpPr>
        <p:spPr>
          <a:xfrm>
            <a:off x="10879663" y="2676565"/>
            <a:ext cx="865745" cy="261610"/>
          </a:xfrm>
          <a:prstGeom prst="rect">
            <a:avLst/>
          </a:prstGeom>
          <a:noFill/>
        </p:spPr>
        <p:txBody>
          <a:bodyPr wrap="square" rtlCol="0">
            <a:spAutoFit/>
          </a:bodyPr>
          <a:lstStyle/>
          <a:p>
            <a:pPr algn="ctr"/>
            <a:r>
              <a:rPr lang="en-GB" sz="1100" b="1">
                <a:solidFill>
                  <a:schemeClr val="accent2">
                    <a:lumMod val="75000"/>
                  </a:schemeClr>
                </a:solidFill>
              </a:rPr>
              <a:t>Severe</a:t>
            </a:r>
          </a:p>
        </p:txBody>
      </p:sp>
      <p:sp>
        <p:nvSpPr>
          <p:cNvPr id="47" name="TextBox 46">
            <a:extLst>
              <a:ext uri="{FF2B5EF4-FFF2-40B4-BE49-F238E27FC236}">
                <a16:creationId xmlns:a16="http://schemas.microsoft.com/office/drawing/2014/main" id="{B63D59FF-DBF4-1C16-8D6A-55D0131BA1BA}"/>
              </a:ext>
            </a:extLst>
          </p:cNvPr>
          <p:cNvSpPr txBox="1"/>
          <p:nvPr/>
        </p:nvSpPr>
        <p:spPr>
          <a:xfrm>
            <a:off x="10879663" y="2943229"/>
            <a:ext cx="865745" cy="261610"/>
          </a:xfrm>
          <a:prstGeom prst="rect">
            <a:avLst/>
          </a:prstGeom>
          <a:noFill/>
        </p:spPr>
        <p:txBody>
          <a:bodyPr wrap="square" rtlCol="0">
            <a:spAutoFit/>
          </a:bodyPr>
          <a:lstStyle/>
          <a:p>
            <a:pPr algn="ctr"/>
            <a:r>
              <a:rPr lang="en-GB" sz="1100" b="1">
                <a:solidFill>
                  <a:schemeClr val="accent5">
                    <a:lumMod val="75000"/>
                  </a:schemeClr>
                </a:solidFill>
              </a:rPr>
              <a:t>Moderate</a:t>
            </a:r>
          </a:p>
        </p:txBody>
      </p:sp>
      <p:sp>
        <p:nvSpPr>
          <p:cNvPr id="48" name="TextBox 47">
            <a:extLst>
              <a:ext uri="{FF2B5EF4-FFF2-40B4-BE49-F238E27FC236}">
                <a16:creationId xmlns:a16="http://schemas.microsoft.com/office/drawing/2014/main" id="{F2C48B50-6283-2210-6A5A-1D33C2196C16}"/>
              </a:ext>
            </a:extLst>
          </p:cNvPr>
          <p:cNvSpPr txBox="1"/>
          <p:nvPr/>
        </p:nvSpPr>
        <p:spPr>
          <a:xfrm>
            <a:off x="10879663" y="3209893"/>
            <a:ext cx="865745" cy="261610"/>
          </a:xfrm>
          <a:prstGeom prst="rect">
            <a:avLst/>
          </a:prstGeom>
          <a:noFill/>
        </p:spPr>
        <p:txBody>
          <a:bodyPr wrap="square" rtlCol="0">
            <a:spAutoFit/>
          </a:bodyPr>
          <a:lstStyle/>
          <a:p>
            <a:pPr algn="ctr"/>
            <a:r>
              <a:rPr lang="en-GB" sz="1100" b="1">
                <a:solidFill>
                  <a:schemeClr val="accent3">
                    <a:lumMod val="75000"/>
                  </a:schemeClr>
                </a:solidFill>
              </a:rPr>
              <a:t>Mild</a:t>
            </a:r>
          </a:p>
        </p:txBody>
      </p:sp>
      <p:sp>
        <p:nvSpPr>
          <p:cNvPr id="49" name="TextBox 48">
            <a:extLst>
              <a:ext uri="{FF2B5EF4-FFF2-40B4-BE49-F238E27FC236}">
                <a16:creationId xmlns:a16="http://schemas.microsoft.com/office/drawing/2014/main" id="{F8FDCB05-05BA-166E-8F7A-529DC5528B52}"/>
              </a:ext>
            </a:extLst>
          </p:cNvPr>
          <p:cNvSpPr txBox="1"/>
          <p:nvPr/>
        </p:nvSpPr>
        <p:spPr>
          <a:xfrm>
            <a:off x="10879663" y="3476556"/>
            <a:ext cx="865745" cy="261610"/>
          </a:xfrm>
          <a:prstGeom prst="rect">
            <a:avLst/>
          </a:prstGeom>
          <a:noFill/>
        </p:spPr>
        <p:txBody>
          <a:bodyPr wrap="square" rtlCol="0">
            <a:spAutoFit/>
          </a:bodyPr>
          <a:lstStyle/>
          <a:p>
            <a:pPr algn="ctr"/>
            <a:r>
              <a:rPr lang="en-GB" sz="1100" b="1">
                <a:solidFill>
                  <a:schemeClr val="accent1">
                    <a:lumMod val="60000"/>
                    <a:lumOff val="40000"/>
                  </a:schemeClr>
                </a:solidFill>
              </a:rPr>
              <a:t>Slight</a:t>
            </a:r>
          </a:p>
        </p:txBody>
      </p:sp>
      <p:sp>
        <p:nvSpPr>
          <p:cNvPr id="50" name="TextBox 49">
            <a:extLst>
              <a:ext uri="{FF2B5EF4-FFF2-40B4-BE49-F238E27FC236}">
                <a16:creationId xmlns:a16="http://schemas.microsoft.com/office/drawing/2014/main" id="{963F50F4-F917-48D5-F87C-B06C1C9CF625}"/>
              </a:ext>
            </a:extLst>
          </p:cNvPr>
          <p:cNvSpPr txBox="1"/>
          <p:nvPr/>
        </p:nvSpPr>
        <p:spPr>
          <a:xfrm>
            <a:off x="8021561" y="1903048"/>
            <a:ext cx="457837" cy="230832"/>
          </a:xfrm>
          <a:prstGeom prst="rect">
            <a:avLst/>
          </a:prstGeom>
          <a:noFill/>
        </p:spPr>
        <p:txBody>
          <a:bodyPr wrap="square" rtlCol="0">
            <a:spAutoFit/>
          </a:bodyPr>
          <a:lstStyle/>
          <a:p>
            <a:r>
              <a:rPr lang="en-GB" sz="900" b="1">
                <a:solidFill>
                  <a:schemeClr val="accent2">
                    <a:lumMod val="75000"/>
                  </a:schemeClr>
                </a:solidFill>
              </a:rPr>
              <a:t>2.0%</a:t>
            </a:r>
          </a:p>
        </p:txBody>
      </p:sp>
      <p:sp>
        <p:nvSpPr>
          <p:cNvPr id="51" name="TextBox 50">
            <a:extLst>
              <a:ext uri="{FF2B5EF4-FFF2-40B4-BE49-F238E27FC236}">
                <a16:creationId xmlns:a16="http://schemas.microsoft.com/office/drawing/2014/main" id="{B9524D85-748E-1B83-5BCE-E5530871E81C}"/>
              </a:ext>
            </a:extLst>
          </p:cNvPr>
          <p:cNvSpPr txBox="1"/>
          <p:nvPr/>
        </p:nvSpPr>
        <p:spPr>
          <a:xfrm>
            <a:off x="9342945" y="1937583"/>
            <a:ext cx="457837" cy="230832"/>
          </a:xfrm>
          <a:prstGeom prst="rect">
            <a:avLst/>
          </a:prstGeom>
          <a:noFill/>
        </p:spPr>
        <p:txBody>
          <a:bodyPr wrap="square" rtlCol="0">
            <a:spAutoFit/>
          </a:bodyPr>
          <a:lstStyle/>
          <a:p>
            <a:r>
              <a:rPr lang="en-GB" sz="900" b="1">
                <a:solidFill>
                  <a:schemeClr val="accent2">
                    <a:lumMod val="75000"/>
                  </a:schemeClr>
                </a:solidFill>
              </a:rPr>
              <a:t>5.1%</a:t>
            </a:r>
          </a:p>
        </p:txBody>
      </p:sp>
      <p:sp>
        <p:nvSpPr>
          <p:cNvPr id="52" name="TextBox 51">
            <a:extLst>
              <a:ext uri="{FF2B5EF4-FFF2-40B4-BE49-F238E27FC236}">
                <a16:creationId xmlns:a16="http://schemas.microsoft.com/office/drawing/2014/main" id="{479C6C16-7BBF-09C7-6225-B83C5D2AB64A}"/>
              </a:ext>
            </a:extLst>
          </p:cNvPr>
          <p:cNvSpPr txBox="1"/>
          <p:nvPr/>
        </p:nvSpPr>
        <p:spPr>
          <a:xfrm>
            <a:off x="10689729" y="1941412"/>
            <a:ext cx="457837" cy="230832"/>
          </a:xfrm>
          <a:prstGeom prst="rect">
            <a:avLst/>
          </a:prstGeom>
          <a:noFill/>
        </p:spPr>
        <p:txBody>
          <a:bodyPr wrap="square" rtlCol="0">
            <a:spAutoFit/>
          </a:bodyPr>
          <a:lstStyle/>
          <a:p>
            <a:r>
              <a:rPr lang="en-GB" sz="900" b="1">
                <a:solidFill>
                  <a:schemeClr val="accent2">
                    <a:lumMod val="75000"/>
                  </a:schemeClr>
                </a:solidFill>
              </a:rPr>
              <a:t>6.4%</a:t>
            </a:r>
          </a:p>
        </p:txBody>
      </p:sp>
      <p:sp>
        <p:nvSpPr>
          <p:cNvPr id="53" name="TextBox 52">
            <a:extLst>
              <a:ext uri="{FF2B5EF4-FFF2-40B4-BE49-F238E27FC236}">
                <a16:creationId xmlns:a16="http://schemas.microsoft.com/office/drawing/2014/main" id="{903245D6-E8CB-B376-A9A3-E4ACE8DE2229}"/>
              </a:ext>
            </a:extLst>
          </p:cNvPr>
          <p:cNvSpPr txBox="1"/>
          <p:nvPr/>
        </p:nvSpPr>
        <p:spPr>
          <a:xfrm>
            <a:off x="10873758" y="2278834"/>
            <a:ext cx="877555" cy="430887"/>
          </a:xfrm>
          <a:prstGeom prst="rect">
            <a:avLst/>
          </a:prstGeom>
          <a:noFill/>
        </p:spPr>
        <p:txBody>
          <a:bodyPr wrap="square" rtlCol="0">
            <a:spAutoFit/>
          </a:bodyPr>
          <a:lstStyle/>
          <a:p>
            <a:pPr algn="ctr"/>
            <a:r>
              <a:rPr lang="en-GB" sz="1100">
                <a:solidFill>
                  <a:schemeClr val="tx2"/>
                </a:solidFill>
              </a:rPr>
              <a:t>Caregiver burden:</a:t>
            </a:r>
          </a:p>
        </p:txBody>
      </p:sp>
      <p:sp>
        <p:nvSpPr>
          <p:cNvPr id="55" name="TextBox 54">
            <a:extLst>
              <a:ext uri="{FF2B5EF4-FFF2-40B4-BE49-F238E27FC236}">
                <a16:creationId xmlns:a16="http://schemas.microsoft.com/office/drawing/2014/main" id="{2AA49209-7823-CBFD-2910-B38DC5C9C23A}"/>
              </a:ext>
            </a:extLst>
          </p:cNvPr>
          <p:cNvSpPr txBox="1"/>
          <p:nvPr/>
        </p:nvSpPr>
        <p:spPr>
          <a:xfrm rot="16200000">
            <a:off x="5307330" y="2908209"/>
            <a:ext cx="2110254" cy="276999"/>
          </a:xfrm>
          <a:prstGeom prst="rect">
            <a:avLst/>
          </a:prstGeom>
          <a:noFill/>
        </p:spPr>
        <p:txBody>
          <a:bodyPr wrap="square" rtlCol="0">
            <a:spAutoFit/>
          </a:bodyPr>
          <a:lstStyle/>
          <a:p>
            <a:pPr algn="ctr"/>
            <a:r>
              <a:rPr lang="en-GB" sz="1200" b="1">
                <a:solidFill>
                  <a:schemeClr val="tx2"/>
                </a:solidFill>
              </a:rPr>
              <a:t>Patients (%)</a:t>
            </a:r>
          </a:p>
        </p:txBody>
      </p:sp>
      <p:sp>
        <p:nvSpPr>
          <p:cNvPr id="56" name="TextBox 7">
            <a:extLst>
              <a:ext uri="{FF2B5EF4-FFF2-40B4-BE49-F238E27FC236}">
                <a16:creationId xmlns:a16="http://schemas.microsoft.com/office/drawing/2014/main" id="{8B386418-588F-7D83-4F72-5E2F81C92AAD}"/>
              </a:ext>
            </a:extLst>
          </p:cNvPr>
          <p:cNvSpPr txBox="1"/>
          <p:nvPr/>
        </p:nvSpPr>
        <p:spPr>
          <a:xfrm>
            <a:off x="6762398" y="5952745"/>
            <a:ext cx="4909463" cy="507831"/>
          </a:xfrm>
          <a:prstGeom prst="rect">
            <a:avLst/>
          </a:prstGeom>
          <a:noFill/>
        </p:spPr>
        <p:txBody>
          <a:bodyPr wrap="square">
            <a:spAutoFit/>
          </a:bodyPr>
          <a:lstStyle/>
          <a:p>
            <a:pPr fontAlgn="base"/>
            <a:r>
              <a:rPr lang="en-US" sz="900" kern="1200">
                <a:solidFill>
                  <a:srgbClr val="3F1A01"/>
                </a:solidFill>
                <a:effectLst/>
                <a:latin typeface="Arial" panose="020B0604020202020204" pitchFamily="34" charset="0"/>
                <a:ea typeface="Times New Roman" panose="02020603050405020304" pitchFamily="18" charset="0"/>
                <a:cs typeface="Times New Roman" panose="02020603050405020304" pitchFamily="18" charset="0"/>
              </a:rPr>
              <a:t>This work is adapted from ‘</a:t>
            </a:r>
            <a:r>
              <a:rPr lang="en-GB" sz="900" kern="1200">
                <a:solidFill>
                  <a:srgbClr val="3F1A01"/>
                </a:solidFill>
                <a:effectLst/>
                <a:latin typeface="Arial" panose="020B0604020202020204" pitchFamily="34" charset="0"/>
                <a:ea typeface="Times New Roman" panose="02020603050405020304" pitchFamily="18" charset="0"/>
                <a:cs typeface="Times New Roman" panose="02020603050405020304" pitchFamily="18" charset="0"/>
              </a:rPr>
              <a:t>Impact of advanced Parkinson’s disease on caregivers: an international real-world study</a:t>
            </a:r>
            <a:r>
              <a:rPr lang="en-US" sz="900" kern="1200">
                <a:solidFill>
                  <a:srgbClr val="3F1A01"/>
                </a:solidFill>
                <a:effectLst/>
                <a:latin typeface="Arial" panose="020B0604020202020204" pitchFamily="34" charset="0"/>
                <a:ea typeface="Times New Roman" panose="02020603050405020304" pitchFamily="18" charset="0"/>
                <a:cs typeface="Times New Roman" panose="02020603050405020304" pitchFamily="18" charset="0"/>
              </a:rPr>
              <a:t>' by Martinez-Martin et al., used under CC-BY. This work is licensed under Creative Commons license CC-BY-SA by The Lundbeck Foundation.</a:t>
            </a:r>
            <a:endParaRPr lang="en-GB" sz="1200">
              <a:solidFill>
                <a:srgbClr val="000000"/>
              </a:solidFill>
              <a:effectLst/>
              <a:latin typeface="Times New Roman" panose="02020603050405020304" pitchFamily="18" charset="0"/>
              <a:ea typeface="Times New Roman" panose="02020603050405020304" pitchFamily="18" charset="0"/>
            </a:endParaRPr>
          </a:p>
        </p:txBody>
      </p:sp>
      <p:sp>
        <p:nvSpPr>
          <p:cNvPr id="12" name="TextBox 11">
            <a:extLst>
              <a:ext uri="{FF2B5EF4-FFF2-40B4-BE49-F238E27FC236}">
                <a16:creationId xmlns:a16="http://schemas.microsoft.com/office/drawing/2014/main" id="{4CE1CE28-6026-7BE9-A5E4-39B84BD8AB2A}"/>
              </a:ext>
            </a:extLst>
          </p:cNvPr>
          <p:cNvSpPr txBox="1"/>
          <p:nvPr/>
        </p:nvSpPr>
        <p:spPr>
          <a:xfrm>
            <a:off x="7298760" y="2099812"/>
            <a:ext cx="632956" cy="230832"/>
          </a:xfrm>
          <a:prstGeom prst="rect">
            <a:avLst/>
          </a:prstGeom>
          <a:noFill/>
        </p:spPr>
        <p:txBody>
          <a:bodyPr wrap="square" rtlCol="0">
            <a:spAutoFit/>
          </a:bodyPr>
          <a:lstStyle/>
          <a:p>
            <a:pPr algn="ctr"/>
            <a:r>
              <a:rPr lang="en-GB" sz="900" b="1">
                <a:solidFill>
                  <a:schemeClr val="bg1"/>
                </a:solidFill>
              </a:rPr>
              <a:t>16.7%</a:t>
            </a:r>
          </a:p>
        </p:txBody>
      </p:sp>
      <p:sp>
        <p:nvSpPr>
          <p:cNvPr id="57" name="TextBox 56">
            <a:extLst>
              <a:ext uri="{FF2B5EF4-FFF2-40B4-BE49-F238E27FC236}">
                <a16:creationId xmlns:a16="http://schemas.microsoft.com/office/drawing/2014/main" id="{44D06FE7-AABA-A597-CBF5-8B182FFEFE97}"/>
              </a:ext>
            </a:extLst>
          </p:cNvPr>
          <p:cNvSpPr txBox="1"/>
          <p:nvPr/>
        </p:nvSpPr>
        <p:spPr>
          <a:xfrm>
            <a:off x="7298760" y="2657588"/>
            <a:ext cx="632956" cy="230832"/>
          </a:xfrm>
          <a:prstGeom prst="rect">
            <a:avLst/>
          </a:prstGeom>
          <a:noFill/>
        </p:spPr>
        <p:txBody>
          <a:bodyPr wrap="square" rtlCol="0">
            <a:spAutoFit/>
          </a:bodyPr>
          <a:lstStyle/>
          <a:p>
            <a:pPr algn="ctr"/>
            <a:r>
              <a:rPr lang="en-GB" sz="900" b="1">
                <a:solidFill>
                  <a:schemeClr val="bg1"/>
                </a:solidFill>
              </a:rPr>
              <a:t>38.9%</a:t>
            </a:r>
          </a:p>
        </p:txBody>
      </p:sp>
      <p:sp>
        <p:nvSpPr>
          <p:cNvPr id="58" name="TextBox 57">
            <a:extLst>
              <a:ext uri="{FF2B5EF4-FFF2-40B4-BE49-F238E27FC236}">
                <a16:creationId xmlns:a16="http://schemas.microsoft.com/office/drawing/2014/main" id="{DDD7CD41-636D-BC78-65C7-1AFCA1879F3F}"/>
              </a:ext>
            </a:extLst>
          </p:cNvPr>
          <p:cNvSpPr txBox="1"/>
          <p:nvPr/>
        </p:nvSpPr>
        <p:spPr>
          <a:xfrm>
            <a:off x="7298760" y="3531257"/>
            <a:ext cx="632956" cy="230832"/>
          </a:xfrm>
          <a:prstGeom prst="rect">
            <a:avLst/>
          </a:prstGeom>
          <a:noFill/>
        </p:spPr>
        <p:txBody>
          <a:bodyPr wrap="square" rtlCol="0">
            <a:spAutoFit/>
          </a:bodyPr>
          <a:lstStyle/>
          <a:p>
            <a:pPr algn="ctr"/>
            <a:r>
              <a:rPr lang="en-GB" sz="900" b="1">
                <a:solidFill>
                  <a:schemeClr val="bg1"/>
                </a:solidFill>
              </a:rPr>
              <a:t>42.5%</a:t>
            </a:r>
          </a:p>
        </p:txBody>
      </p:sp>
      <p:sp>
        <p:nvSpPr>
          <p:cNvPr id="59" name="TextBox 58">
            <a:extLst>
              <a:ext uri="{FF2B5EF4-FFF2-40B4-BE49-F238E27FC236}">
                <a16:creationId xmlns:a16="http://schemas.microsoft.com/office/drawing/2014/main" id="{8F9DF507-BB9E-596C-6280-60E5DF75895D}"/>
              </a:ext>
            </a:extLst>
          </p:cNvPr>
          <p:cNvSpPr txBox="1"/>
          <p:nvPr/>
        </p:nvSpPr>
        <p:spPr>
          <a:xfrm>
            <a:off x="8641785" y="3601755"/>
            <a:ext cx="632956" cy="230832"/>
          </a:xfrm>
          <a:prstGeom prst="rect">
            <a:avLst/>
          </a:prstGeom>
          <a:noFill/>
        </p:spPr>
        <p:txBody>
          <a:bodyPr wrap="square" rtlCol="0">
            <a:spAutoFit/>
          </a:bodyPr>
          <a:lstStyle/>
          <a:p>
            <a:pPr algn="ctr"/>
            <a:r>
              <a:rPr lang="en-GB" sz="900" b="1">
                <a:solidFill>
                  <a:schemeClr val="bg1"/>
                </a:solidFill>
              </a:rPr>
              <a:t>35.6%</a:t>
            </a:r>
          </a:p>
        </p:txBody>
      </p:sp>
      <p:sp>
        <p:nvSpPr>
          <p:cNvPr id="60" name="TextBox 59">
            <a:extLst>
              <a:ext uri="{FF2B5EF4-FFF2-40B4-BE49-F238E27FC236}">
                <a16:creationId xmlns:a16="http://schemas.microsoft.com/office/drawing/2014/main" id="{8481EDEF-41C4-AF9D-3A77-BED4D16CD54D}"/>
              </a:ext>
            </a:extLst>
          </p:cNvPr>
          <p:cNvSpPr txBox="1"/>
          <p:nvPr/>
        </p:nvSpPr>
        <p:spPr>
          <a:xfrm>
            <a:off x="9984809" y="3660923"/>
            <a:ext cx="632956" cy="230832"/>
          </a:xfrm>
          <a:prstGeom prst="rect">
            <a:avLst/>
          </a:prstGeom>
          <a:noFill/>
        </p:spPr>
        <p:txBody>
          <a:bodyPr wrap="square" rtlCol="0">
            <a:spAutoFit/>
          </a:bodyPr>
          <a:lstStyle/>
          <a:p>
            <a:pPr algn="ctr"/>
            <a:r>
              <a:rPr lang="en-GB" sz="900" b="1">
                <a:solidFill>
                  <a:schemeClr val="bg1"/>
                </a:solidFill>
              </a:rPr>
              <a:t>26.4%</a:t>
            </a:r>
          </a:p>
        </p:txBody>
      </p:sp>
      <p:sp>
        <p:nvSpPr>
          <p:cNvPr id="61" name="TextBox 60">
            <a:extLst>
              <a:ext uri="{FF2B5EF4-FFF2-40B4-BE49-F238E27FC236}">
                <a16:creationId xmlns:a16="http://schemas.microsoft.com/office/drawing/2014/main" id="{0647503F-5817-7EDC-833E-8FAFC2D4987B}"/>
              </a:ext>
            </a:extLst>
          </p:cNvPr>
          <p:cNvSpPr txBox="1"/>
          <p:nvPr/>
        </p:nvSpPr>
        <p:spPr>
          <a:xfrm>
            <a:off x="9984809" y="3070794"/>
            <a:ext cx="632956" cy="230832"/>
          </a:xfrm>
          <a:prstGeom prst="rect">
            <a:avLst/>
          </a:prstGeom>
          <a:noFill/>
        </p:spPr>
        <p:txBody>
          <a:bodyPr wrap="square" rtlCol="0">
            <a:spAutoFit/>
          </a:bodyPr>
          <a:lstStyle/>
          <a:p>
            <a:pPr algn="ctr"/>
            <a:r>
              <a:rPr lang="en-GB" sz="900" b="1">
                <a:solidFill>
                  <a:schemeClr val="bg1"/>
                </a:solidFill>
              </a:rPr>
              <a:t>31.2%</a:t>
            </a:r>
          </a:p>
        </p:txBody>
      </p:sp>
      <p:sp>
        <p:nvSpPr>
          <p:cNvPr id="62" name="TextBox 61">
            <a:extLst>
              <a:ext uri="{FF2B5EF4-FFF2-40B4-BE49-F238E27FC236}">
                <a16:creationId xmlns:a16="http://schemas.microsoft.com/office/drawing/2014/main" id="{196E9BE9-D346-8751-7874-1D7F166F4CB9}"/>
              </a:ext>
            </a:extLst>
          </p:cNvPr>
          <p:cNvSpPr txBox="1"/>
          <p:nvPr/>
        </p:nvSpPr>
        <p:spPr>
          <a:xfrm>
            <a:off x="9984809" y="2373854"/>
            <a:ext cx="632956" cy="230832"/>
          </a:xfrm>
          <a:prstGeom prst="rect">
            <a:avLst/>
          </a:prstGeom>
          <a:noFill/>
        </p:spPr>
        <p:txBody>
          <a:bodyPr wrap="square" rtlCol="0">
            <a:spAutoFit/>
          </a:bodyPr>
          <a:lstStyle/>
          <a:p>
            <a:pPr algn="ctr"/>
            <a:r>
              <a:rPr lang="en-GB" sz="900" b="1">
                <a:solidFill>
                  <a:schemeClr val="bg1"/>
                </a:solidFill>
              </a:rPr>
              <a:t>36.0%</a:t>
            </a:r>
          </a:p>
        </p:txBody>
      </p:sp>
      <p:sp>
        <p:nvSpPr>
          <p:cNvPr id="63" name="TextBox 62">
            <a:extLst>
              <a:ext uri="{FF2B5EF4-FFF2-40B4-BE49-F238E27FC236}">
                <a16:creationId xmlns:a16="http://schemas.microsoft.com/office/drawing/2014/main" id="{AB4B316D-3C31-2EE2-261E-FAC0B874D297}"/>
              </a:ext>
            </a:extLst>
          </p:cNvPr>
          <p:cNvSpPr txBox="1"/>
          <p:nvPr/>
        </p:nvSpPr>
        <p:spPr>
          <a:xfrm>
            <a:off x="8641785" y="2215228"/>
            <a:ext cx="632956" cy="230832"/>
          </a:xfrm>
          <a:prstGeom prst="rect">
            <a:avLst/>
          </a:prstGeom>
          <a:noFill/>
        </p:spPr>
        <p:txBody>
          <a:bodyPr wrap="square" rtlCol="0">
            <a:spAutoFit/>
          </a:bodyPr>
          <a:lstStyle/>
          <a:p>
            <a:pPr algn="ctr"/>
            <a:r>
              <a:rPr lang="en-GB" sz="900" b="1">
                <a:solidFill>
                  <a:schemeClr val="bg1"/>
                </a:solidFill>
              </a:rPr>
              <a:t>23.9%</a:t>
            </a:r>
          </a:p>
        </p:txBody>
      </p:sp>
      <p:sp>
        <p:nvSpPr>
          <p:cNvPr id="64" name="TextBox 63">
            <a:extLst>
              <a:ext uri="{FF2B5EF4-FFF2-40B4-BE49-F238E27FC236}">
                <a16:creationId xmlns:a16="http://schemas.microsoft.com/office/drawing/2014/main" id="{F26F4D90-12B3-0AD0-011B-CC33D69BB646}"/>
              </a:ext>
            </a:extLst>
          </p:cNvPr>
          <p:cNvSpPr txBox="1"/>
          <p:nvPr/>
        </p:nvSpPr>
        <p:spPr>
          <a:xfrm>
            <a:off x="8641785" y="2856780"/>
            <a:ext cx="632956" cy="230832"/>
          </a:xfrm>
          <a:prstGeom prst="rect">
            <a:avLst/>
          </a:prstGeom>
          <a:noFill/>
        </p:spPr>
        <p:txBody>
          <a:bodyPr wrap="square" rtlCol="0">
            <a:spAutoFit/>
          </a:bodyPr>
          <a:lstStyle/>
          <a:p>
            <a:pPr algn="ctr"/>
            <a:r>
              <a:rPr lang="en-GB" sz="900" b="1">
                <a:solidFill>
                  <a:schemeClr val="bg1"/>
                </a:solidFill>
              </a:rPr>
              <a:t>35.3%</a:t>
            </a:r>
          </a:p>
        </p:txBody>
      </p:sp>
    </p:spTree>
    <p:extLst>
      <p:ext uri="{BB962C8B-B14F-4D97-AF65-F5344CB8AC3E}">
        <p14:creationId xmlns:p14="http://schemas.microsoft.com/office/powerpoint/2010/main" val="41261569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1219200" y="1485000"/>
            <a:ext cx="9303434" cy="2429818"/>
          </a:xfrm>
        </p:spPr>
        <p:txBody>
          <a:bodyPr>
            <a:noAutofit/>
          </a:bodyPr>
          <a:lstStyle/>
          <a:p>
            <a:r>
              <a:rPr lang="en-US" sz="4400" dirty="0"/>
              <a:t>Neurological conditions are the leading source of disability worldwide, and the prevalence of Parkinson’s disease is increasing more rapidly than other neurological disorders</a:t>
            </a:r>
            <a:endParaRPr lang="en-GB" sz="4400" dirty="0"/>
          </a:p>
        </p:txBody>
      </p:sp>
      <p:sp>
        <p:nvSpPr>
          <p:cNvPr id="13" name="Text Placeholder 12"/>
          <p:cNvSpPr>
            <a:spLocks noGrp="1"/>
          </p:cNvSpPr>
          <p:nvPr>
            <p:ph type="body" idx="1"/>
          </p:nvPr>
        </p:nvSpPr>
        <p:spPr/>
        <p:txBody>
          <a:bodyPr/>
          <a:lstStyle/>
          <a:p>
            <a:r>
              <a:rPr lang="en-US"/>
              <a:t>Armstrong &amp; Okun. JAMA 2020;323(6):548–560</a:t>
            </a:r>
          </a:p>
        </p:txBody>
      </p:sp>
      <p:sp>
        <p:nvSpPr>
          <p:cNvPr id="4" name="Slide Number Placeholder 3"/>
          <p:cNvSpPr>
            <a:spLocks noGrp="1"/>
          </p:cNvSpPr>
          <p:nvPr>
            <p:ph type="sldNum" sz="quarter" idx="4"/>
          </p:nvPr>
        </p:nvSpPr>
        <p:spPr/>
        <p:txBody>
          <a:bodyPr/>
          <a:lstStyle/>
          <a:p>
            <a:fld id="{6DBC486D-4FAB-B746-8B02-8D7C842291C6}" type="slidenum">
              <a:rPr lang="en-GB" smtClean="0"/>
              <a:pPr/>
              <a:t>23</a:t>
            </a:fld>
            <a:endParaRPr lang="en-GB"/>
          </a:p>
        </p:txBody>
      </p:sp>
    </p:spTree>
    <p:extLst>
      <p:ext uri="{BB962C8B-B14F-4D97-AF65-F5344CB8AC3E}">
        <p14:creationId xmlns:p14="http://schemas.microsoft.com/office/powerpoint/2010/main" val="2353657500"/>
      </p:ext>
    </p:extLst>
  </p:cSld>
  <p:clrMapOvr>
    <a:masterClrMapping/>
  </p:clrMapOvr>
</p:sld>
</file>

<file path=ppt/theme/theme1.xml><?xml version="1.0" encoding="utf-8"?>
<a:theme xmlns:a="http://schemas.openxmlformats.org/drawingml/2006/main" name="Neurotorium - PowerPoint-Skabelon - 2022-01-28">
  <a:themeElements>
    <a:clrScheme name="Neurotorium - Light Brown">
      <a:dk1>
        <a:srgbClr val="3F1A01"/>
      </a:dk1>
      <a:lt1>
        <a:srgbClr val="FFFFFF"/>
      </a:lt1>
      <a:dk2>
        <a:srgbClr val="1A1A17"/>
      </a:dk2>
      <a:lt2>
        <a:srgbClr val="F0F0F0"/>
      </a:lt2>
      <a:accent1>
        <a:srgbClr val="717171"/>
      </a:accent1>
      <a:accent2>
        <a:srgbClr val="B59E5F"/>
      </a:accent2>
      <a:accent3>
        <a:srgbClr val="99B3A8"/>
      </a:accent3>
      <a:accent4>
        <a:srgbClr val="B2A499"/>
      </a:accent4>
      <a:accent5>
        <a:srgbClr val="7B9CBB"/>
      </a:accent5>
      <a:accent6>
        <a:srgbClr val="DADADA"/>
      </a:accent6>
      <a:hlink>
        <a:srgbClr val="B59E5F"/>
      </a:hlink>
      <a:folHlink>
        <a:srgbClr val="DADADA"/>
      </a:folHlink>
    </a:clrScheme>
    <a:fontScheme name="Neurotorium">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tx2"/>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Neurotorium - PowerPoint-Skabelon - Med slideeksempler" id="{B125BEC1-C9EF-40C8-ADC3-5EA0EC0C5B61}" vid="{3E446576-775D-4049-A944-33D0490B24B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28627d7c-4416-4bc1-86cf-ca6c3a42a8f2">
      <Terms xmlns="http://schemas.microsoft.com/office/infopath/2007/PartnerControls"/>
    </lcf76f155ced4ddcb4097134ff3c332f>
    <TaxCatchAll xmlns="08562aa6-c0ad-4fb9-8a82-15409d3a28b4"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2B393518E922946AD600E2E02326B8A" ma:contentTypeVersion="15" ma:contentTypeDescription="Create a new document." ma:contentTypeScope="" ma:versionID="f3e46bd671af22874b8b36d04e1c77ea">
  <xsd:schema xmlns:xsd="http://www.w3.org/2001/XMLSchema" xmlns:xs="http://www.w3.org/2001/XMLSchema" xmlns:p="http://schemas.microsoft.com/office/2006/metadata/properties" xmlns:ns2="28627d7c-4416-4bc1-86cf-ca6c3a42a8f2" xmlns:ns3="08562aa6-c0ad-4fb9-8a82-15409d3a28b4" targetNamespace="http://schemas.microsoft.com/office/2006/metadata/properties" ma:root="true" ma:fieldsID="9f69a753dd815c958e9a0d3771e06274" ns2:_="" ns3:_="">
    <xsd:import namespace="28627d7c-4416-4bc1-86cf-ca6c3a42a8f2"/>
    <xsd:import namespace="08562aa6-c0ad-4fb9-8a82-15409d3a28b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Location" minOccurs="0"/>
                <xsd:element ref="ns2:MediaServiceOCR" minOccurs="0"/>
                <xsd:element ref="ns2:MediaServiceGenerationTime" minOccurs="0"/>
                <xsd:element ref="ns2:MediaServiceEventHashCode" minOccurs="0"/>
                <xsd:element ref="ns2:MediaLengthInSecond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8627d7c-4416-4bc1-86cf-ca6c3a42a8f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fe078bdb-18a8-4b38-96d3-955d15450c4a"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Location" ma:index="16" nillable="true" ma:displayName="Location" ma:indexed="true" ma:internalName="MediaServiceLocatio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08562aa6-c0ad-4fb9-8a82-15409d3a28b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61de0876-55d8-41bd-b4f0-ce3da1a25b06}" ma:internalName="TaxCatchAll" ma:showField="CatchAllData" ma:web="08562aa6-c0ad-4fb9-8a82-15409d3a28b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CA54736-F421-4389-8445-9E9FD5052ED9}">
  <ds:schemaRefs>
    <ds:schemaRef ds:uri="http://schemas.microsoft.com/sharepoint/v3/contenttype/forms"/>
  </ds:schemaRefs>
</ds:datastoreItem>
</file>

<file path=customXml/itemProps2.xml><?xml version="1.0" encoding="utf-8"?>
<ds:datastoreItem xmlns:ds="http://schemas.openxmlformats.org/officeDocument/2006/customXml" ds:itemID="{162C3F01-CDA3-4485-93BD-717B506F6BA8}">
  <ds:schemaRefs>
    <ds:schemaRef ds:uri="http://schemas.microsoft.com/office/2006/metadata/properties"/>
    <ds:schemaRef ds:uri="08562aa6-c0ad-4fb9-8a82-15409d3a28b4"/>
    <ds:schemaRef ds:uri="http://purl.org/dc/terms/"/>
    <ds:schemaRef ds:uri="http://schemas.openxmlformats.org/package/2006/metadata/core-properties"/>
    <ds:schemaRef ds:uri="http://purl.org/dc/dcmitype/"/>
    <ds:schemaRef ds:uri="http://purl.org/dc/elements/1.1/"/>
    <ds:schemaRef ds:uri="http://schemas.microsoft.com/office/2006/documentManagement/types"/>
    <ds:schemaRef ds:uri="http://schemas.microsoft.com/office/infopath/2007/PartnerControls"/>
    <ds:schemaRef ds:uri="28627d7c-4416-4bc1-86cf-ca6c3a42a8f2"/>
    <ds:schemaRef ds:uri="http://www.w3.org/XML/1998/namespace"/>
  </ds:schemaRefs>
</ds:datastoreItem>
</file>

<file path=customXml/itemProps3.xml><?xml version="1.0" encoding="utf-8"?>
<ds:datastoreItem xmlns:ds="http://schemas.openxmlformats.org/officeDocument/2006/customXml" ds:itemID="{BEF920CF-1AB1-4F37-B424-2F0F95EE3C8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8627d7c-4416-4bc1-86cf-ca6c3a42a8f2"/>
    <ds:schemaRef ds:uri="08562aa6-c0ad-4fb9-8a82-15409d3a28b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Neurotorium - PowerPoint-Skabelon - 2022-01-28</Template>
  <TotalTime>23955</TotalTime>
  <Words>10837</Words>
  <Application>Microsoft Office PowerPoint</Application>
  <PresentationFormat>Widescreen</PresentationFormat>
  <Paragraphs>684</Paragraphs>
  <Slides>23</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MarkOT</vt:lpstr>
      <vt:lpstr>Times New Roman</vt:lpstr>
      <vt:lpstr>Neurotorium - PowerPoint-Skabelon - 2022-01-28</vt:lpstr>
      <vt:lpstr>PowerPoint Presentation</vt:lpstr>
      <vt:lpstr>Prevalence of  Parkinson’s disease</vt:lpstr>
      <vt:lpstr>Parkinson’s disease is a widespread public health issue</vt:lpstr>
      <vt:lpstr>Prevalence of Parkinson’s disease – North and South America</vt:lpstr>
      <vt:lpstr>Prevalence of Parkinson’s disease – Europe</vt:lpstr>
      <vt:lpstr>Prevalence of Parkinson’s disease – Africa</vt:lpstr>
      <vt:lpstr>Prevalence of Parkinson’s disease – Western Pacific Region and Southeast Asia</vt:lpstr>
      <vt:lpstr>Ethnic variations in Parkinson’s disease</vt:lpstr>
      <vt:lpstr>Prevalence of Parkinson’s disease by age</vt:lpstr>
      <vt:lpstr>Prevalence of Parkinson’s disease by sex</vt:lpstr>
      <vt:lpstr>Predictions of the increase in Parkinson’s disease prevalence</vt:lpstr>
      <vt:lpstr>Risk factors associated with Parkinson’s disease</vt:lpstr>
      <vt:lpstr>The burden of  Parkinson’s disease</vt:lpstr>
      <vt:lpstr>The economic burden of Parkinson’s disease</vt:lpstr>
      <vt:lpstr>The indirect costs of Parkinson’s disease</vt:lpstr>
      <vt:lpstr>The costs of hospitalization</vt:lpstr>
      <vt:lpstr>The increasing economic burden of Parkinson’s disease</vt:lpstr>
      <vt:lpstr>The predicted burden of Parkinson’s disease in the future</vt:lpstr>
      <vt:lpstr>The burden of Parkinson’s disease on the patient</vt:lpstr>
      <vt:lpstr>The burden of non-motor symptoms on the patient</vt:lpstr>
      <vt:lpstr>The burden of Parkinson’s disease on caregivers</vt:lpstr>
      <vt:lpstr>The burden of cognitive symptoms on caregivers</vt:lpstr>
      <vt:lpstr>Neurological conditions are the leading source of disability worldwide, and the prevalence of Parkinson’s disease is increasing more rapidly than other neurological disorders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Christopher Edge</dc:creator>
  <cp:lastModifiedBy>Bryn Farnsworth von Cederwald</cp:lastModifiedBy>
  <cp:revision>549</cp:revision>
  <cp:lastPrinted>2018-01-12T10:18:46Z</cp:lastPrinted>
  <dcterms:created xsi:type="dcterms:W3CDTF">2017-01-23T14:24:15Z</dcterms:created>
  <dcterms:modified xsi:type="dcterms:W3CDTF">2025-01-31T11:45:07Z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0x01010062B393518E922946AD600E2E02326B8A</vt:lpwstr>
  </property>
  <property fmtid="{D5CDD505-2E9C-101B-9397-08002B2CF9AE}" pid="3" name="MediaServiceImageTags">
    <vt:lpwstr/>
  </property>
</Properties>
</file>