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ppt/tags/tag16.xml" ContentType="application/vnd.openxmlformats-officedocument.presentationml.tags+xml"/>
  <Override PartName="/ppt/notesSlides/notesSlide15.xml" ContentType="application/vnd.openxmlformats-officedocument.presentationml.notesSlide+xml"/>
  <Override PartName="/ppt/tags/tag17.xml" ContentType="application/vnd.openxmlformats-officedocument.presentationml.tags+xml"/>
  <Override PartName="/ppt/notesSlides/notesSlide16.xml" ContentType="application/vnd.openxmlformats-officedocument.presentationml.notesSlide+xml"/>
  <Override PartName="/ppt/tags/tag18.xml" ContentType="application/vnd.openxmlformats-officedocument.presentationml.tags+xml"/>
  <Override PartName="/ppt/notesSlides/notesSlide17.xml" ContentType="application/vnd.openxmlformats-officedocument.presentationml.notesSlide+xml"/>
  <Override PartName="/ppt/tags/tag19.xml" ContentType="application/vnd.openxmlformats-officedocument.presentationml.tags+xml"/>
  <Override PartName="/ppt/notesSlides/notesSlide18.xml" ContentType="application/vnd.openxmlformats-officedocument.presentationml.notesSlide+xml"/>
  <Override PartName="/ppt/tags/tag20.xml" ContentType="application/vnd.openxmlformats-officedocument.presentationml.tags+xml"/>
  <Override PartName="/ppt/notesSlides/notesSlide19.xml" ContentType="application/vnd.openxmlformats-officedocument.presentationml.notesSlide+xml"/>
  <Override PartName="/ppt/tags/tag21.xml" ContentType="application/vnd.openxmlformats-officedocument.presentationml.tags+xml"/>
  <Override PartName="/ppt/notesSlides/notesSlide20.xml" ContentType="application/vnd.openxmlformats-officedocument.presentationml.notesSlide+xml"/>
  <Override PartName="/ppt/tags/tag22.xml" ContentType="application/vnd.openxmlformats-officedocument.presentationml.tags+xml"/>
  <Override PartName="/ppt/notesSlides/notesSlide21.xml" ContentType="application/vnd.openxmlformats-officedocument.presentationml.notesSlide+xml"/>
  <Override PartName="/ppt/tags/tag23.xml" ContentType="application/vnd.openxmlformats-officedocument.presentationml.tags+xml"/>
  <Override PartName="/ppt/notesSlides/notesSlide22.xml" ContentType="application/vnd.openxmlformats-officedocument.presentationml.notesSlide+xml"/>
  <Override PartName="/ppt/tags/tag24.xml" ContentType="application/vnd.openxmlformats-officedocument.presentationml.tags+xml"/>
  <Override PartName="/ppt/notesSlides/notesSlide23.xml" ContentType="application/vnd.openxmlformats-officedocument.presentationml.notesSlide+xml"/>
  <Override PartName="/ppt/tags/tag25.xml" ContentType="application/vnd.openxmlformats-officedocument.presentationml.tags+xml"/>
  <Override PartName="/ppt/notesSlides/notesSlide24.xml" ContentType="application/vnd.openxmlformats-officedocument.presentationml.notesSlide+xml"/>
  <Override PartName="/ppt/tags/tag26.xml" ContentType="application/vnd.openxmlformats-officedocument.presentationml.tags+xml"/>
  <Override PartName="/ppt/notesSlides/notesSlide25.xml" ContentType="application/vnd.openxmlformats-officedocument.presentationml.notesSlide+xml"/>
  <Override PartName="/ppt/tags/tag27.xml" ContentType="application/vnd.openxmlformats-officedocument.presentationml.tags+xml"/>
  <Override PartName="/ppt/notesSlides/notesSlide26.xml" ContentType="application/vnd.openxmlformats-officedocument.presentationml.notesSlide+xml"/>
  <Override PartName="/ppt/tags/tag28.xml" ContentType="application/vnd.openxmlformats-officedocument.presentationml.tags+xml"/>
  <Override PartName="/ppt/notesSlides/notesSlide27.xml" ContentType="application/vnd.openxmlformats-officedocument.presentationml.notesSlide+xml"/>
  <Override PartName="/ppt/tags/tag29.xml" ContentType="application/vnd.openxmlformats-officedocument.presentationml.tags+xml"/>
  <Override PartName="/ppt/notesSlides/notesSlide28.xml" ContentType="application/vnd.openxmlformats-officedocument.presentationml.notesSlide+xml"/>
  <Override PartName="/ppt/tags/tag30.xml" ContentType="application/vnd.openxmlformats-officedocument.presentationml.tags+xml"/>
  <Override PartName="/ppt/notesSlides/notesSlide29.xml" ContentType="application/vnd.openxmlformats-officedocument.presentationml.notesSlide+xml"/>
  <Override PartName="/ppt/tags/tag31.xml" ContentType="application/vnd.openxmlformats-officedocument.presentationml.tags+xml"/>
  <Override PartName="/ppt/notesSlides/notesSlide30.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tags/tag32.xml" ContentType="application/vnd.openxmlformats-officedocument.presentationml.tags+xml"/>
  <Override PartName="/ppt/notesSlides/notesSlide31.xml" ContentType="application/vnd.openxmlformats-officedocument.presentationml.notesSl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tags/tag33.xml" ContentType="application/vnd.openxmlformats-officedocument.presentationml.tags+xml"/>
  <Override PartName="/ppt/notesSlides/notesSlide32.xml" ContentType="application/vnd.openxmlformats-officedocument.presentationml.notesSlide+xml"/>
  <Override PartName="/ppt/tags/tag34.xml" ContentType="application/vnd.openxmlformats-officedocument.presentationml.tags+xml"/>
  <Override PartName="/ppt/notesSlides/notesSlide33.xml" ContentType="application/vnd.openxmlformats-officedocument.presentationml.notesSlide+xml"/>
  <Override PartName="/ppt/tags/tag35.xml" ContentType="application/vnd.openxmlformats-officedocument.presentationml.tags+xml"/>
  <Override PartName="/ppt/notesSlides/notesSlide34.xml" ContentType="application/vnd.openxmlformats-officedocument.presentationml.notesSlid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35.xml" ContentType="application/vnd.openxmlformats-officedocument.presentationml.notesSlide+xml"/>
  <Override PartName="/ppt/tags/tag36.xml" ContentType="application/vnd.openxmlformats-officedocument.presentationml.tags+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0" r:id="rId4"/>
  </p:sldMasterIdLst>
  <p:notesMasterIdLst>
    <p:notesMasterId r:id="rId43"/>
  </p:notesMasterIdLst>
  <p:handoutMasterIdLst>
    <p:handoutMasterId r:id="rId44"/>
  </p:handoutMasterIdLst>
  <p:sldIdLst>
    <p:sldId id="305" r:id="rId5"/>
    <p:sldId id="301" r:id="rId6"/>
    <p:sldId id="302" r:id="rId7"/>
    <p:sldId id="284" r:id="rId8"/>
    <p:sldId id="257" r:id="rId9"/>
    <p:sldId id="295" r:id="rId10"/>
    <p:sldId id="287" r:id="rId11"/>
    <p:sldId id="296" r:id="rId12"/>
    <p:sldId id="333" r:id="rId13"/>
    <p:sldId id="346" r:id="rId14"/>
    <p:sldId id="288" r:id="rId15"/>
    <p:sldId id="263" r:id="rId16"/>
    <p:sldId id="272" r:id="rId17"/>
    <p:sldId id="258" r:id="rId18"/>
    <p:sldId id="267" r:id="rId19"/>
    <p:sldId id="268" r:id="rId20"/>
    <p:sldId id="274" r:id="rId21"/>
    <p:sldId id="306" r:id="rId22"/>
    <p:sldId id="276" r:id="rId23"/>
    <p:sldId id="291" r:id="rId24"/>
    <p:sldId id="259" r:id="rId25"/>
    <p:sldId id="350" r:id="rId26"/>
    <p:sldId id="347" r:id="rId27"/>
    <p:sldId id="281" r:id="rId28"/>
    <p:sldId id="280" r:id="rId29"/>
    <p:sldId id="309" r:id="rId30"/>
    <p:sldId id="334" r:id="rId31"/>
    <p:sldId id="307" r:id="rId32"/>
    <p:sldId id="335" r:id="rId33"/>
    <p:sldId id="344" r:id="rId34"/>
    <p:sldId id="340" r:id="rId35"/>
    <p:sldId id="339" r:id="rId36"/>
    <p:sldId id="282" r:id="rId37"/>
    <p:sldId id="304" r:id="rId38"/>
    <p:sldId id="351" r:id="rId39"/>
    <p:sldId id="283" r:id="rId40"/>
    <p:sldId id="348" r:id="rId41"/>
    <p:sldId id="349" r:id="rId42"/>
  </p:sldIdLst>
  <p:sldSz cx="12192000" cy="6858000"/>
  <p:notesSz cx="6797675" cy="9874250"/>
  <p:custDataLst>
    <p:tags r:id="rId45"/>
  </p:custDataLst>
  <p:defaultText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EED461F-64E1-1B74-6E9D-3630168AFE00}" name="Per Borghammer" initials="" userId="S::au12348@uni.au.dk::1ce68f0c-769a-4f9a-80fe-0cc77298c8a0" providerId="AD"/>
  <p188:author id="{BAFB692C-2DFB-4433-BA2B-0D4F185CF30B}" name="Aoife Gratte" initials="AG" userId="S::Aoife.Gratte@primeglobalpeople.com::c48a97b4-164b-412e-b235-2ebf0a8f49bd" providerId="AD"/>
  <p188:author id="{BC910755-3805-7BFA-6DD6-38D0DEB42E74}" name="LIM SHEN-YANG" initials="LS" userId="S::limshenyang@365.um.edu.my::9cfd9c3b-c36f-4671-b1b7-eaf4a1f3db1d" providerId="AD"/>
  <p188:author id="{F286F46B-D11B-7411-908D-9B4A368D0C37}" name="Chris Edge" initials="CE" userId="S::Chris.Edge@primeglobalpeople.com::9878e1fe-fc43-4c11-846c-29f97c46eb4b" providerId="AD"/>
  <p188:author id="{147F2874-1246-3F60-FA90-4223E9C36F93}" name="Bryn Farnsworth von Cederwald" initials="Bv" userId="S::bfc@lundbeckfonden.com::827f453e-d371-4a1e-8a43-bba9e40cc001" providerId="AD"/>
  <p188:author id="{5ACDF9C1-C97A-4004-6B13-08511EB5CE41}" name="Rachel Jagger" initials="RJ" userId="S::Rachel.Jagger@primeglobalpeople.com::cf4acb15-657a-45e0-bad4-d602a69c1922"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Christopher Edge" initials="CE" lastIdx="181" clrIdx="0"/>
  <p:cmAuthor id="2" name="Chris Edge" initials="CE" lastIdx="9" clrIdx="1"/>
  <p:cmAuthor id="3" name="Audrey Dufour" initials="AD" lastIdx="25" clrIdx="2"/>
  <p:cmAuthor id="4" name="Ebru Karakoc Madsen" initials="EBKA" lastIdx="18" clrIdx="3"/>
  <p:cmAuthor id="5" name="Mikko Kuoppamäki" initials="MK" lastIdx="16" clrIdx="4">
    <p:extLst>
      <p:ext uri="{19B8F6BF-5375-455C-9EA6-DF929625EA0E}">
        <p15:presenceInfo xmlns:p15="http://schemas.microsoft.com/office/powerpoint/2012/main" userId="S-1-5-21-1839211835-619659539-556599288-223665" providerId="AD"/>
      </p:ext>
    </p:extLst>
  </p:cmAuthor>
  <p:cmAuthor id="6" name="User" initials="U" lastIdx="89" clrIdx="5">
    <p:extLst>
      <p:ext uri="{19B8F6BF-5375-455C-9EA6-DF929625EA0E}">
        <p15:presenceInfo xmlns:p15="http://schemas.microsoft.com/office/powerpoint/2012/main" userId="Us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1CC"/>
    <a:srgbClr val="000000"/>
    <a:srgbClr val="F0D2D0"/>
    <a:srgbClr val="B51C12"/>
    <a:srgbClr val="FFFFFF"/>
    <a:srgbClr val="ECC6C4"/>
    <a:srgbClr val="E8E7DE"/>
    <a:srgbClr val="A5A07B"/>
    <a:srgbClr val="F7E8E7"/>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18C543E-4048-4D10-8C90-D432B5EFB3A5}" v="3" dt="2025-03-05T15:52:05.43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491" autoAdjust="0"/>
    <p:restoredTop sz="85193" autoAdjust="0"/>
  </p:normalViewPr>
  <p:slideViewPr>
    <p:cSldViewPr snapToGrid="0" snapToObjects="1">
      <p:cViewPr>
        <p:scale>
          <a:sx n="75" d="100"/>
          <a:sy n="75" d="100"/>
        </p:scale>
        <p:origin x="3978" y="1734"/>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notesViewPr>
    <p:cSldViewPr snapToGrid="0" snapToObjects="1">
      <p:cViewPr varScale="1">
        <p:scale>
          <a:sx n="124" d="100"/>
          <a:sy n="124" d="100"/>
        </p:scale>
        <p:origin x="4710" y="96"/>
      </p:cViewPr>
      <p:guideLst/>
    </p:cSldViewPr>
  </p:notesViewPr>
  <p:gridSpacing cx="36004" cy="36004"/>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tags" Target="tags/tag1.xml"/><Relationship Id="rId53" Type="http://schemas.microsoft.com/office/2018/10/relationships/authors" Target="author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handoutMaster" Target="handoutMasters/handoutMaster1.xml"/><Relationship Id="rId52"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notesMaster" Target="notesMasters/notesMaster1.xml"/><Relationship Id="rId48" Type="http://schemas.openxmlformats.org/officeDocument/2006/relationships/viewProps" Target="viewProps.xml"/><Relationship Id="rId8" Type="http://schemas.openxmlformats.org/officeDocument/2006/relationships/slide" Target="slides/slide4.xml"/><Relationship Id="rId51"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commentAuthors" Target="commentAuthor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ris Edge" userId="9878e1fe-fc43-4c11-846c-29f97c46eb4b" providerId="ADAL" clId="{618C543E-4048-4D10-8C90-D432B5EFB3A5}"/>
    <pc:docChg chg="custSel modSld">
      <pc:chgData name="Chris Edge" userId="9878e1fe-fc43-4c11-846c-29f97c46eb4b" providerId="ADAL" clId="{618C543E-4048-4D10-8C90-D432B5EFB3A5}" dt="2025-03-05T15:56:40.241" v="46" actId="20577"/>
      <pc:docMkLst>
        <pc:docMk/>
      </pc:docMkLst>
      <pc:sldChg chg="modSp mod modNotes">
        <pc:chgData name="Chris Edge" userId="9878e1fe-fc43-4c11-846c-29f97c46eb4b" providerId="ADAL" clId="{618C543E-4048-4D10-8C90-D432B5EFB3A5}" dt="2025-03-05T15:52:42.439" v="33" actId="13926"/>
        <pc:sldMkLst>
          <pc:docMk/>
          <pc:sldMk cId="2122081046" sldId="258"/>
        </pc:sldMkLst>
        <pc:spChg chg="mod">
          <ac:chgData name="Chris Edge" userId="9878e1fe-fc43-4c11-846c-29f97c46eb4b" providerId="ADAL" clId="{618C543E-4048-4D10-8C90-D432B5EFB3A5}" dt="2025-03-05T15:51:21.403" v="11" actId="13926"/>
          <ac:spMkLst>
            <pc:docMk/>
            <pc:sldMk cId="2122081046" sldId="258"/>
            <ac:spMk id="2" creationId="{64FBF8C9-B7D3-4C78-8FEA-7E5ED8CB1463}"/>
          </ac:spMkLst>
        </pc:spChg>
        <pc:spChg chg="mod">
          <ac:chgData name="Chris Edge" userId="9878e1fe-fc43-4c11-846c-29f97c46eb4b" providerId="ADAL" clId="{618C543E-4048-4D10-8C90-D432B5EFB3A5}" dt="2025-03-05T15:51:21.403" v="11" actId="13926"/>
          <ac:spMkLst>
            <pc:docMk/>
            <pc:sldMk cId="2122081046" sldId="258"/>
            <ac:spMk id="6" creationId="{00000000-0000-0000-0000-000000000000}"/>
          </ac:spMkLst>
        </pc:spChg>
      </pc:sldChg>
      <pc:sldChg chg="modSp mod modNotes">
        <pc:chgData name="Chris Edge" userId="9878e1fe-fc43-4c11-846c-29f97c46eb4b" providerId="ADAL" clId="{618C543E-4048-4D10-8C90-D432B5EFB3A5}" dt="2025-03-05T15:52:45.092" v="34" actId="13926"/>
        <pc:sldMkLst>
          <pc:docMk/>
          <pc:sldMk cId="2581062078" sldId="267"/>
        </pc:sldMkLst>
        <pc:spChg chg="mod">
          <ac:chgData name="Chris Edge" userId="9878e1fe-fc43-4c11-846c-29f97c46eb4b" providerId="ADAL" clId="{618C543E-4048-4D10-8C90-D432B5EFB3A5}" dt="2025-03-05T15:51:24.559" v="12" actId="13926"/>
          <ac:spMkLst>
            <pc:docMk/>
            <pc:sldMk cId="2581062078" sldId="267"/>
            <ac:spMk id="3" creationId="{00000000-0000-0000-0000-000000000000}"/>
          </ac:spMkLst>
        </pc:spChg>
        <pc:spChg chg="mod">
          <ac:chgData name="Chris Edge" userId="9878e1fe-fc43-4c11-846c-29f97c46eb4b" providerId="ADAL" clId="{618C543E-4048-4D10-8C90-D432B5EFB3A5}" dt="2025-03-05T15:51:24.559" v="12" actId="13926"/>
          <ac:spMkLst>
            <pc:docMk/>
            <pc:sldMk cId="2581062078" sldId="267"/>
            <ac:spMk id="7" creationId="{892B9A29-B977-496B-90B0-7E24992C7968}"/>
          </ac:spMkLst>
        </pc:spChg>
      </pc:sldChg>
      <pc:sldChg chg="modNotes">
        <pc:chgData name="Chris Edge" userId="9878e1fe-fc43-4c11-846c-29f97c46eb4b" providerId="ADAL" clId="{618C543E-4048-4D10-8C90-D432B5EFB3A5}" dt="2025-03-05T15:52:47.596" v="35" actId="13926"/>
        <pc:sldMkLst>
          <pc:docMk/>
          <pc:sldMk cId="3240639138" sldId="268"/>
        </pc:sldMkLst>
      </pc:sldChg>
      <pc:sldChg chg="modSp mod modNotes">
        <pc:chgData name="Chris Edge" userId="9878e1fe-fc43-4c11-846c-29f97c46eb4b" providerId="ADAL" clId="{618C543E-4048-4D10-8C90-D432B5EFB3A5}" dt="2025-03-05T15:52:40.145" v="32" actId="13926"/>
        <pc:sldMkLst>
          <pc:docMk/>
          <pc:sldMk cId="3998998850" sldId="272"/>
        </pc:sldMkLst>
        <pc:spChg chg="mod">
          <ac:chgData name="Chris Edge" userId="9878e1fe-fc43-4c11-846c-29f97c46eb4b" providerId="ADAL" clId="{618C543E-4048-4D10-8C90-D432B5EFB3A5}" dt="2025-03-05T15:51:17.057" v="10" actId="13926"/>
          <ac:spMkLst>
            <pc:docMk/>
            <pc:sldMk cId="3998998850" sldId="272"/>
            <ac:spMk id="3" creationId="{00000000-0000-0000-0000-000000000000}"/>
          </ac:spMkLst>
        </pc:spChg>
      </pc:sldChg>
      <pc:sldChg chg="modSp mod modNotes">
        <pc:chgData name="Chris Edge" userId="9878e1fe-fc43-4c11-846c-29f97c46eb4b" providerId="ADAL" clId="{618C543E-4048-4D10-8C90-D432B5EFB3A5}" dt="2025-03-05T15:53:10.350" v="39" actId="13926"/>
        <pc:sldMkLst>
          <pc:docMk/>
          <pc:sldMk cId="3581688203" sldId="280"/>
        </pc:sldMkLst>
        <pc:spChg chg="mod">
          <ac:chgData name="Chris Edge" userId="9878e1fe-fc43-4c11-846c-29f97c46eb4b" providerId="ADAL" clId="{618C543E-4048-4D10-8C90-D432B5EFB3A5}" dt="2025-03-05T15:51:43.261" v="16" actId="13926"/>
          <ac:spMkLst>
            <pc:docMk/>
            <pc:sldMk cId="3581688203" sldId="280"/>
            <ac:spMk id="2" creationId="{00000000-0000-0000-0000-000000000000}"/>
          </ac:spMkLst>
        </pc:spChg>
        <pc:spChg chg="mod">
          <ac:chgData name="Chris Edge" userId="9878e1fe-fc43-4c11-846c-29f97c46eb4b" providerId="ADAL" clId="{618C543E-4048-4D10-8C90-D432B5EFB3A5}" dt="2025-03-05T15:51:43.261" v="16" actId="13926"/>
          <ac:spMkLst>
            <pc:docMk/>
            <pc:sldMk cId="3581688203" sldId="280"/>
            <ac:spMk id="3" creationId="{00000000-0000-0000-0000-000000000000}"/>
          </ac:spMkLst>
        </pc:spChg>
        <pc:spChg chg="mod">
          <ac:chgData name="Chris Edge" userId="9878e1fe-fc43-4c11-846c-29f97c46eb4b" providerId="ADAL" clId="{618C543E-4048-4D10-8C90-D432B5EFB3A5}" dt="2025-03-05T15:51:43.261" v="16" actId="13926"/>
          <ac:spMkLst>
            <pc:docMk/>
            <pc:sldMk cId="3581688203" sldId="280"/>
            <ac:spMk id="4" creationId="{00000000-0000-0000-0000-000000000000}"/>
          </ac:spMkLst>
        </pc:spChg>
        <pc:spChg chg="mod">
          <ac:chgData name="Chris Edge" userId="9878e1fe-fc43-4c11-846c-29f97c46eb4b" providerId="ADAL" clId="{618C543E-4048-4D10-8C90-D432B5EFB3A5}" dt="2025-03-05T15:51:43.261" v="16" actId="13926"/>
          <ac:spMkLst>
            <pc:docMk/>
            <pc:sldMk cId="3581688203" sldId="280"/>
            <ac:spMk id="5" creationId="{00000000-0000-0000-0000-000000000000}"/>
          </ac:spMkLst>
        </pc:spChg>
        <pc:spChg chg="mod">
          <ac:chgData name="Chris Edge" userId="9878e1fe-fc43-4c11-846c-29f97c46eb4b" providerId="ADAL" clId="{618C543E-4048-4D10-8C90-D432B5EFB3A5}" dt="2025-03-05T15:51:43.261" v="16" actId="13926"/>
          <ac:spMkLst>
            <pc:docMk/>
            <pc:sldMk cId="3581688203" sldId="280"/>
            <ac:spMk id="6" creationId="{00000000-0000-0000-0000-000000000000}"/>
          </ac:spMkLst>
        </pc:spChg>
        <pc:spChg chg="mod">
          <ac:chgData name="Chris Edge" userId="9878e1fe-fc43-4c11-846c-29f97c46eb4b" providerId="ADAL" clId="{618C543E-4048-4D10-8C90-D432B5EFB3A5}" dt="2025-03-05T15:51:43.261" v="16" actId="13926"/>
          <ac:spMkLst>
            <pc:docMk/>
            <pc:sldMk cId="3581688203" sldId="280"/>
            <ac:spMk id="7" creationId="{F4B7E46F-FF4C-44A1-9F11-FE27320B2A36}"/>
          </ac:spMkLst>
        </pc:spChg>
        <pc:spChg chg="mod">
          <ac:chgData name="Chris Edge" userId="9878e1fe-fc43-4c11-846c-29f97c46eb4b" providerId="ADAL" clId="{618C543E-4048-4D10-8C90-D432B5EFB3A5}" dt="2025-03-05T15:51:43.261" v="16" actId="13926"/>
          <ac:spMkLst>
            <pc:docMk/>
            <pc:sldMk cId="3581688203" sldId="280"/>
            <ac:spMk id="8" creationId="{00000000-0000-0000-0000-000000000000}"/>
          </ac:spMkLst>
        </pc:spChg>
      </pc:sldChg>
      <pc:sldChg chg="modNotes">
        <pc:chgData name="Chris Edge" userId="9878e1fe-fc43-4c11-846c-29f97c46eb4b" providerId="ADAL" clId="{618C543E-4048-4D10-8C90-D432B5EFB3A5}" dt="2025-03-05T15:53:01.180" v="38" actId="13926"/>
        <pc:sldMkLst>
          <pc:docMk/>
          <pc:sldMk cId="3944100807" sldId="281"/>
        </pc:sldMkLst>
      </pc:sldChg>
      <pc:sldChg chg="modNotes">
        <pc:chgData name="Chris Edge" userId="9878e1fe-fc43-4c11-846c-29f97c46eb4b" providerId="ADAL" clId="{618C543E-4048-4D10-8C90-D432B5EFB3A5}" dt="2025-03-05T15:52:25.592" v="28" actId="13926"/>
        <pc:sldMkLst>
          <pc:docMk/>
          <pc:sldMk cId="941299264" sldId="284"/>
        </pc:sldMkLst>
      </pc:sldChg>
      <pc:sldChg chg="modSp mod">
        <pc:chgData name="Chris Edge" userId="9878e1fe-fc43-4c11-846c-29f97c46eb4b" providerId="ADAL" clId="{618C543E-4048-4D10-8C90-D432B5EFB3A5}" dt="2025-03-05T15:51:29.655" v="13" actId="13926"/>
        <pc:sldMkLst>
          <pc:docMk/>
          <pc:sldMk cId="701926388" sldId="291"/>
        </pc:sldMkLst>
        <pc:spChg chg="mod">
          <ac:chgData name="Chris Edge" userId="9878e1fe-fc43-4c11-846c-29f97c46eb4b" providerId="ADAL" clId="{618C543E-4048-4D10-8C90-D432B5EFB3A5}" dt="2025-03-05T15:51:29.655" v="13" actId="13926"/>
          <ac:spMkLst>
            <pc:docMk/>
            <pc:sldMk cId="701926388" sldId="291"/>
            <ac:spMk id="11" creationId="{00000000-0000-0000-0000-000000000000}"/>
          </ac:spMkLst>
        </pc:spChg>
      </pc:sldChg>
      <pc:sldChg chg="modSp mod modNotes">
        <pc:chgData name="Chris Edge" userId="9878e1fe-fc43-4c11-846c-29f97c46eb4b" providerId="ADAL" clId="{618C543E-4048-4D10-8C90-D432B5EFB3A5}" dt="2025-03-05T15:52:28.651" v="29" actId="13926"/>
        <pc:sldMkLst>
          <pc:docMk/>
          <pc:sldMk cId="361734153" sldId="295"/>
        </pc:sldMkLst>
        <pc:spChg chg="mod">
          <ac:chgData name="Chris Edge" userId="9878e1fe-fc43-4c11-846c-29f97c46eb4b" providerId="ADAL" clId="{618C543E-4048-4D10-8C90-D432B5EFB3A5}" dt="2025-03-05T15:51:00.913" v="5" actId="13926"/>
          <ac:spMkLst>
            <pc:docMk/>
            <pc:sldMk cId="361734153" sldId="295"/>
            <ac:spMk id="2" creationId="{FA4A04E4-F5FE-4B4F-8A00-68192D5D3B67}"/>
          </ac:spMkLst>
        </pc:spChg>
        <pc:spChg chg="mod">
          <ac:chgData name="Chris Edge" userId="9878e1fe-fc43-4c11-846c-29f97c46eb4b" providerId="ADAL" clId="{618C543E-4048-4D10-8C90-D432B5EFB3A5}" dt="2025-03-05T15:50:57.640" v="4" actId="13926"/>
          <ac:spMkLst>
            <pc:docMk/>
            <pc:sldMk cId="361734153" sldId="295"/>
            <ac:spMk id="8" creationId="{CC4D3E42-FFAE-46AD-8816-A14695FA7BA9}"/>
          </ac:spMkLst>
        </pc:spChg>
      </pc:sldChg>
      <pc:sldChg chg="modSp mod modNotes">
        <pc:chgData name="Chris Edge" userId="9878e1fe-fc43-4c11-846c-29f97c46eb4b" providerId="ADAL" clId="{618C543E-4048-4D10-8C90-D432B5EFB3A5}" dt="2025-03-05T15:52:33.060" v="30" actId="13926"/>
        <pc:sldMkLst>
          <pc:docMk/>
          <pc:sldMk cId="1728827879" sldId="296"/>
        </pc:sldMkLst>
        <pc:spChg chg="mod">
          <ac:chgData name="Chris Edge" userId="9878e1fe-fc43-4c11-846c-29f97c46eb4b" providerId="ADAL" clId="{618C543E-4048-4D10-8C90-D432B5EFB3A5}" dt="2025-03-05T15:51:09.386" v="8" actId="13926"/>
          <ac:spMkLst>
            <pc:docMk/>
            <pc:sldMk cId="1728827879" sldId="296"/>
            <ac:spMk id="3" creationId="{0428FF85-6773-44E7-AD14-9AA7F860A625}"/>
          </ac:spMkLst>
        </pc:spChg>
        <pc:spChg chg="mod">
          <ac:chgData name="Chris Edge" userId="9878e1fe-fc43-4c11-846c-29f97c46eb4b" providerId="ADAL" clId="{618C543E-4048-4D10-8C90-D432B5EFB3A5}" dt="2025-03-05T15:51:04.536" v="6" actId="13926"/>
          <ac:spMkLst>
            <pc:docMk/>
            <pc:sldMk cId="1728827879" sldId="296"/>
            <ac:spMk id="9" creationId="{00000000-0000-0000-0000-000000000000}"/>
          </ac:spMkLst>
        </pc:spChg>
        <pc:spChg chg="mod">
          <ac:chgData name="Chris Edge" userId="9878e1fe-fc43-4c11-846c-29f97c46eb4b" providerId="ADAL" clId="{618C543E-4048-4D10-8C90-D432B5EFB3A5}" dt="2025-03-05T15:51:06.994" v="7" actId="13926"/>
          <ac:spMkLst>
            <pc:docMk/>
            <pc:sldMk cId="1728827879" sldId="296"/>
            <ac:spMk id="17" creationId="{DB087CB9-7B8B-4A91-9FE9-31461BF8762E}"/>
          </ac:spMkLst>
        </pc:spChg>
      </pc:sldChg>
      <pc:sldChg chg="modNotes">
        <pc:chgData name="Chris Edge" userId="9878e1fe-fc43-4c11-846c-29f97c46eb4b" providerId="ADAL" clId="{618C543E-4048-4D10-8C90-D432B5EFB3A5}" dt="2025-03-05T15:52:18.794" v="26" actId="13926"/>
        <pc:sldMkLst>
          <pc:docMk/>
          <pc:sldMk cId="2210993557" sldId="301"/>
        </pc:sldMkLst>
      </pc:sldChg>
      <pc:sldChg chg="modSp mod modNotes">
        <pc:chgData name="Chris Edge" userId="9878e1fe-fc43-4c11-846c-29f97c46eb4b" providerId="ADAL" clId="{618C543E-4048-4D10-8C90-D432B5EFB3A5}" dt="2025-03-05T15:52:23.084" v="27" actId="13926"/>
        <pc:sldMkLst>
          <pc:docMk/>
          <pc:sldMk cId="2383783862" sldId="302"/>
        </pc:sldMkLst>
        <pc:spChg chg="mod">
          <ac:chgData name="Chris Edge" userId="9878e1fe-fc43-4c11-846c-29f97c46eb4b" providerId="ADAL" clId="{618C543E-4048-4D10-8C90-D432B5EFB3A5}" dt="2025-03-05T15:50:53.258" v="3" actId="13926"/>
          <ac:spMkLst>
            <pc:docMk/>
            <pc:sldMk cId="2383783862" sldId="302"/>
            <ac:spMk id="5" creationId="{CA53F07D-538B-4CAF-9440-FFFEC2C80F63}"/>
          </ac:spMkLst>
        </pc:spChg>
        <pc:graphicFrameChg chg="modGraphic">
          <ac:chgData name="Chris Edge" userId="9878e1fe-fc43-4c11-846c-29f97c46eb4b" providerId="ADAL" clId="{618C543E-4048-4D10-8C90-D432B5EFB3A5}" dt="2025-03-05T15:50:47.513" v="2" actId="13926"/>
          <ac:graphicFrameMkLst>
            <pc:docMk/>
            <pc:sldMk cId="2383783862" sldId="302"/>
            <ac:graphicFrameMk id="9" creationId="{798A9C5B-665A-4A22-9360-1F9D3DE1C0D6}"/>
          </ac:graphicFrameMkLst>
        </pc:graphicFrameChg>
      </pc:sldChg>
      <pc:sldChg chg="modSp modNotes">
        <pc:chgData name="Chris Edge" userId="9878e1fe-fc43-4c11-846c-29f97c46eb4b" providerId="ADAL" clId="{618C543E-4048-4D10-8C90-D432B5EFB3A5}" dt="2025-03-05T15:53:31.250" v="44" actId="13926"/>
        <pc:sldMkLst>
          <pc:docMk/>
          <pc:sldMk cId="3933463740" sldId="304"/>
        </pc:sldMkLst>
        <pc:spChg chg="mod">
          <ac:chgData name="Chris Edge" userId="9878e1fe-fc43-4c11-846c-29f97c46eb4b" providerId="ADAL" clId="{618C543E-4048-4D10-8C90-D432B5EFB3A5}" dt="2025-03-05T15:52:05.437" v="24" actId="13926"/>
          <ac:spMkLst>
            <pc:docMk/>
            <pc:sldMk cId="3933463740" sldId="304"/>
            <ac:spMk id="2" creationId="{BB52BE93-86F0-4522-B2FE-C2CD94E7D0A5}"/>
          </ac:spMkLst>
        </pc:spChg>
        <pc:spChg chg="mod">
          <ac:chgData name="Chris Edge" userId="9878e1fe-fc43-4c11-846c-29f97c46eb4b" providerId="ADAL" clId="{618C543E-4048-4D10-8C90-D432B5EFB3A5}" dt="2025-03-05T15:52:05.437" v="24" actId="13926"/>
          <ac:spMkLst>
            <pc:docMk/>
            <pc:sldMk cId="3933463740" sldId="304"/>
            <ac:spMk id="4" creationId="{C83822F9-1A2D-4B37-B712-4C5868F74D36}"/>
          </ac:spMkLst>
        </pc:spChg>
        <pc:spChg chg="mod">
          <ac:chgData name="Chris Edge" userId="9878e1fe-fc43-4c11-846c-29f97c46eb4b" providerId="ADAL" clId="{618C543E-4048-4D10-8C90-D432B5EFB3A5}" dt="2025-03-05T15:52:05.437" v="24" actId="13926"/>
          <ac:spMkLst>
            <pc:docMk/>
            <pc:sldMk cId="3933463740" sldId="304"/>
            <ac:spMk id="5" creationId="{46A90CF2-0A7B-4BB0-A1B7-A3975784F5F5}"/>
          </ac:spMkLst>
        </pc:spChg>
        <pc:spChg chg="mod">
          <ac:chgData name="Chris Edge" userId="9878e1fe-fc43-4c11-846c-29f97c46eb4b" providerId="ADAL" clId="{618C543E-4048-4D10-8C90-D432B5EFB3A5}" dt="2025-03-05T15:52:05.437" v="24" actId="13926"/>
          <ac:spMkLst>
            <pc:docMk/>
            <pc:sldMk cId="3933463740" sldId="304"/>
            <ac:spMk id="8" creationId="{BC072737-E243-B6E6-1DA9-12D45C700F2C}"/>
          </ac:spMkLst>
        </pc:spChg>
        <pc:spChg chg="mod">
          <ac:chgData name="Chris Edge" userId="9878e1fe-fc43-4c11-846c-29f97c46eb4b" providerId="ADAL" clId="{618C543E-4048-4D10-8C90-D432B5EFB3A5}" dt="2025-03-05T15:52:05.437" v="24" actId="13926"/>
          <ac:spMkLst>
            <pc:docMk/>
            <pc:sldMk cId="3933463740" sldId="304"/>
            <ac:spMk id="9" creationId="{9643BC00-17B1-48B4-8958-DAB3B87EC4A7}"/>
          </ac:spMkLst>
        </pc:spChg>
        <pc:spChg chg="mod">
          <ac:chgData name="Chris Edge" userId="9878e1fe-fc43-4c11-846c-29f97c46eb4b" providerId="ADAL" clId="{618C543E-4048-4D10-8C90-D432B5EFB3A5}" dt="2025-03-05T15:52:05.437" v="24" actId="13926"/>
          <ac:spMkLst>
            <pc:docMk/>
            <pc:sldMk cId="3933463740" sldId="304"/>
            <ac:spMk id="10" creationId="{EBBC5B06-C8B4-DE23-8FBC-D296F145E113}"/>
          </ac:spMkLst>
        </pc:spChg>
        <pc:spChg chg="mod">
          <ac:chgData name="Chris Edge" userId="9878e1fe-fc43-4c11-846c-29f97c46eb4b" providerId="ADAL" clId="{618C543E-4048-4D10-8C90-D432B5EFB3A5}" dt="2025-03-05T15:52:05.437" v="24" actId="13926"/>
          <ac:spMkLst>
            <pc:docMk/>
            <pc:sldMk cId="3933463740" sldId="304"/>
            <ac:spMk id="24" creationId="{2253E97B-3E0A-460B-933A-2D88CEECBB7B}"/>
          </ac:spMkLst>
        </pc:spChg>
        <pc:graphicFrameChg chg="mod">
          <ac:chgData name="Chris Edge" userId="9878e1fe-fc43-4c11-846c-29f97c46eb4b" providerId="ADAL" clId="{618C543E-4048-4D10-8C90-D432B5EFB3A5}" dt="2025-03-05T15:52:05.437" v="24" actId="13926"/>
          <ac:graphicFrameMkLst>
            <pc:docMk/>
            <pc:sldMk cId="3933463740" sldId="304"/>
            <ac:graphicFrameMk id="23" creationId="{BBFA3D66-CA43-4777-AE21-714F5735E5EE}"/>
          </ac:graphicFrameMkLst>
        </pc:graphicFrameChg>
        <pc:cxnChg chg="mod">
          <ac:chgData name="Chris Edge" userId="9878e1fe-fc43-4c11-846c-29f97c46eb4b" providerId="ADAL" clId="{618C543E-4048-4D10-8C90-D432B5EFB3A5}" dt="2025-03-05T15:52:05.437" v="24" actId="13926"/>
          <ac:cxnSpMkLst>
            <pc:docMk/>
            <pc:sldMk cId="3933463740" sldId="304"/>
            <ac:cxnSpMk id="3" creationId="{84819E58-6C23-6120-79A3-12348F003072}"/>
          </ac:cxnSpMkLst>
        </pc:cxnChg>
      </pc:sldChg>
      <pc:sldChg chg="modSp mod">
        <pc:chgData name="Chris Edge" userId="9878e1fe-fc43-4c11-846c-29f97c46eb4b" providerId="ADAL" clId="{618C543E-4048-4D10-8C90-D432B5EFB3A5}" dt="2025-03-05T15:56:40.241" v="46" actId="20577"/>
        <pc:sldMkLst>
          <pc:docMk/>
          <pc:sldMk cId="2482240306" sldId="305"/>
        </pc:sldMkLst>
        <pc:spChg chg="mod">
          <ac:chgData name="Chris Edge" userId="9878e1fe-fc43-4c11-846c-29f97c46eb4b" providerId="ADAL" clId="{618C543E-4048-4D10-8C90-D432B5EFB3A5}" dt="2025-03-05T15:56:40.241" v="46" actId="20577"/>
          <ac:spMkLst>
            <pc:docMk/>
            <pc:sldMk cId="2482240306" sldId="305"/>
            <ac:spMk id="6" creationId="{1EC55AAA-1D66-4291-8F15-34B82597B32A}"/>
          </ac:spMkLst>
        </pc:spChg>
      </pc:sldChg>
      <pc:sldChg chg="modSp mod modNotes">
        <pc:chgData name="Chris Edge" userId="9878e1fe-fc43-4c11-846c-29f97c46eb4b" providerId="ADAL" clId="{618C543E-4048-4D10-8C90-D432B5EFB3A5}" dt="2025-03-05T15:53:15.969" v="41" actId="13926"/>
        <pc:sldMkLst>
          <pc:docMk/>
          <pc:sldMk cId="1874805301" sldId="307"/>
        </pc:sldMkLst>
        <pc:spChg chg="mod">
          <ac:chgData name="Chris Edge" userId="9878e1fe-fc43-4c11-846c-29f97c46eb4b" providerId="ADAL" clId="{618C543E-4048-4D10-8C90-D432B5EFB3A5}" dt="2025-03-05T15:51:48.615" v="18" actId="13926"/>
          <ac:spMkLst>
            <pc:docMk/>
            <pc:sldMk cId="1874805301" sldId="307"/>
            <ac:spMk id="2" creationId="{00000000-0000-0000-0000-000000000000}"/>
          </ac:spMkLst>
        </pc:spChg>
        <pc:spChg chg="mod">
          <ac:chgData name="Chris Edge" userId="9878e1fe-fc43-4c11-846c-29f97c46eb4b" providerId="ADAL" clId="{618C543E-4048-4D10-8C90-D432B5EFB3A5}" dt="2025-03-05T15:51:48.615" v="18" actId="13926"/>
          <ac:spMkLst>
            <pc:docMk/>
            <pc:sldMk cId="1874805301" sldId="307"/>
            <ac:spMk id="3" creationId="{00000000-0000-0000-0000-000000000000}"/>
          </ac:spMkLst>
        </pc:spChg>
        <pc:spChg chg="mod">
          <ac:chgData name="Chris Edge" userId="9878e1fe-fc43-4c11-846c-29f97c46eb4b" providerId="ADAL" clId="{618C543E-4048-4D10-8C90-D432B5EFB3A5}" dt="2025-03-05T15:51:48.615" v="18" actId="13926"/>
          <ac:spMkLst>
            <pc:docMk/>
            <pc:sldMk cId="1874805301" sldId="307"/>
            <ac:spMk id="4" creationId="{00000000-0000-0000-0000-000000000000}"/>
          </ac:spMkLst>
        </pc:spChg>
        <pc:spChg chg="mod">
          <ac:chgData name="Chris Edge" userId="9878e1fe-fc43-4c11-846c-29f97c46eb4b" providerId="ADAL" clId="{618C543E-4048-4D10-8C90-D432B5EFB3A5}" dt="2025-03-05T15:51:48.615" v="18" actId="13926"/>
          <ac:spMkLst>
            <pc:docMk/>
            <pc:sldMk cId="1874805301" sldId="307"/>
            <ac:spMk id="5" creationId="{00000000-0000-0000-0000-000000000000}"/>
          </ac:spMkLst>
        </pc:spChg>
        <pc:spChg chg="mod">
          <ac:chgData name="Chris Edge" userId="9878e1fe-fc43-4c11-846c-29f97c46eb4b" providerId="ADAL" clId="{618C543E-4048-4D10-8C90-D432B5EFB3A5}" dt="2025-03-05T15:51:48.615" v="18" actId="13926"/>
          <ac:spMkLst>
            <pc:docMk/>
            <pc:sldMk cId="1874805301" sldId="307"/>
            <ac:spMk id="6" creationId="{00000000-0000-0000-0000-000000000000}"/>
          </ac:spMkLst>
        </pc:spChg>
        <pc:spChg chg="mod">
          <ac:chgData name="Chris Edge" userId="9878e1fe-fc43-4c11-846c-29f97c46eb4b" providerId="ADAL" clId="{618C543E-4048-4D10-8C90-D432B5EFB3A5}" dt="2025-03-05T15:51:48.615" v="18" actId="13926"/>
          <ac:spMkLst>
            <pc:docMk/>
            <pc:sldMk cId="1874805301" sldId="307"/>
            <ac:spMk id="7" creationId="{00000000-0000-0000-0000-000000000000}"/>
          </ac:spMkLst>
        </pc:spChg>
        <pc:spChg chg="mod">
          <ac:chgData name="Chris Edge" userId="9878e1fe-fc43-4c11-846c-29f97c46eb4b" providerId="ADAL" clId="{618C543E-4048-4D10-8C90-D432B5EFB3A5}" dt="2025-03-05T15:51:48.615" v="18" actId="13926"/>
          <ac:spMkLst>
            <pc:docMk/>
            <pc:sldMk cId="1874805301" sldId="307"/>
            <ac:spMk id="8" creationId="{897905DC-9E50-4DE7-BF2F-225BF07129E6}"/>
          </ac:spMkLst>
        </pc:spChg>
      </pc:sldChg>
      <pc:sldChg chg="modSp mod modNotes">
        <pc:chgData name="Chris Edge" userId="9878e1fe-fc43-4c11-846c-29f97c46eb4b" providerId="ADAL" clId="{618C543E-4048-4D10-8C90-D432B5EFB3A5}" dt="2025-03-05T15:53:13.021" v="40" actId="13926"/>
        <pc:sldMkLst>
          <pc:docMk/>
          <pc:sldMk cId="2245001904" sldId="309"/>
        </pc:sldMkLst>
        <pc:spChg chg="mod">
          <ac:chgData name="Chris Edge" userId="9878e1fe-fc43-4c11-846c-29f97c46eb4b" providerId="ADAL" clId="{618C543E-4048-4D10-8C90-D432B5EFB3A5}" dt="2025-03-05T15:51:46.086" v="17" actId="13926"/>
          <ac:spMkLst>
            <pc:docMk/>
            <pc:sldMk cId="2245001904" sldId="309"/>
            <ac:spMk id="2" creationId="{63A523BF-9755-42AB-9A73-FB4BD1114909}"/>
          </ac:spMkLst>
        </pc:spChg>
        <pc:spChg chg="mod">
          <ac:chgData name="Chris Edge" userId="9878e1fe-fc43-4c11-846c-29f97c46eb4b" providerId="ADAL" clId="{618C543E-4048-4D10-8C90-D432B5EFB3A5}" dt="2025-03-05T15:51:46.086" v="17" actId="13926"/>
          <ac:spMkLst>
            <pc:docMk/>
            <pc:sldMk cId="2245001904" sldId="309"/>
            <ac:spMk id="3" creationId="{00000000-0000-0000-0000-000000000000}"/>
          </ac:spMkLst>
        </pc:spChg>
        <pc:spChg chg="mod">
          <ac:chgData name="Chris Edge" userId="9878e1fe-fc43-4c11-846c-29f97c46eb4b" providerId="ADAL" clId="{618C543E-4048-4D10-8C90-D432B5EFB3A5}" dt="2025-03-05T15:51:46.086" v="17" actId="13926"/>
          <ac:spMkLst>
            <pc:docMk/>
            <pc:sldMk cId="2245001904" sldId="309"/>
            <ac:spMk id="5" creationId="{00000000-0000-0000-0000-000000000000}"/>
          </ac:spMkLst>
        </pc:spChg>
        <pc:spChg chg="mod">
          <ac:chgData name="Chris Edge" userId="9878e1fe-fc43-4c11-846c-29f97c46eb4b" providerId="ADAL" clId="{618C543E-4048-4D10-8C90-D432B5EFB3A5}" dt="2025-03-05T15:51:46.086" v="17" actId="13926"/>
          <ac:spMkLst>
            <pc:docMk/>
            <pc:sldMk cId="2245001904" sldId="309"/>
            <ac:spMk id="6" creationId="{00000000-0000-0000-0000-000000000000}"/>
          </ac:spMkLst>
        </pc:spChg>
        <pc:spChg chg="mod">
          <ac:chgData name="Chris Edge" userId="9878e1fe-fc43-4c11-846c-29f97c46eb4b" providerId="ADAL" clId="{618C543E-4048-4D10-8C90-D432B5EFB3A5}" dt="2025-03-05T15:51:46.086" v="17" actId="13926"/>
          <ac:spMkLst>
            <pc:docMk/>
            <pc:sldMk cId="2245001904" sldId="309"/>
            <ac:spMk id="8" creationId="{00000000-0000-0000-0000-000000000000}"/>
          </ac:spMkLst>
        </pc:spChg>
        <pc:spChg chg="mod">
          <ac:chgData name="Chris Edge" userId="9878e1fe-fc43-4c11-846c-29f97c46eb4b" providerId="ADAL" clId="{618C543E-4048-4D10-8C90-D432B5EFB3A5}" dt="2025-03-05T15:51:46.086" v="17" actId="13926"/>
          <ac:spMkLst>
            <pc:docMk/>
            <pc:sldMk cId="2245001904" sldId="309"/>
            <ac:spMk id="11" creationId="{00000000-0000-0000-0000-000000000000}"/>
          </ac:spMkLst>
        </pc:spChg>
        <pc:spChg chg="mod">
          <ac:chgData name="Chris Edge" userId="9878e1fe-fc43-4c11-846c-29f97c46eb4b" providerId="ADAL" clId="{618C543E-4048-4D10-8C90-D432B5EFB3A5}" dt="2025-03-05T15:51:46.086" v="17" actId="13926"/>
          <ac:spMkLst>
            <pc:docMk/>
            <pc:sldMk cId="2245001904" sldId="309"/>
            <ac:spMk id="14" creationId="{6B4EB3DB-AD51-47DD-B590-1540B0D60324}"/>
          </ac:spMkLst>
        </pc:spChg>
      </pc:sldChg>
      <pc:sldChg chg="delSp modSp mod modNotes">
        <pc:chgData name="Chris Edge" userId="9878e1fe-fc43-4c11-846c-29f97c46eb4b" providerId="ADAL" clId="{618C543E-4048-4D10-8C90-D432B5EFB3A5}" dt="2025-03-05T15:53:20.063" v="42" actId="13926"/>
        <pc:sldMkLst>
          <pc:docMk/>
          <pc:sldMk cId="2783391303" sldId="335"/>
        </pc:sldMkLst>
        <pc:spChg chg="mod">
          <ac:chgData name="Chris Edge" userId="9878e1fe-fc43-4c11-846c-29f97c46eb4b" providerId="ADAL" clId="{618C543E-4048-4D10-8C90-D432B5EFB3A5}" dt="2025-03-05T15:51:50.898" v="19" actId="13926"/>
          <ac:spMkLst>
            <pc:docMk/>
            <pc:sldMk cId="2783391303" sldId="335"/>
            <ac:spMk id="2" creationId="{9C43465B-0D69-4903-B3D5-CCE6E6F9D61A}"/>
          </ac:spMkLst>
        </pc:spChg>
        <pc:spChg chg="del mod">
          <ac:chgData name="Chris Edge" userId="9878e1fe-fc43-4c11-846c-29f97c46eb4b" providerId="ADAL" clId="{618C543E-4048-4D10-8C90-D432B5EFB3A5}" dt="2025-03-05T15:51:56.162" v="21" actId="478"/>
          <ac:spMkLst>
            <pc:docMk/>
            <pc:sldMk cId="2783391303" sldId="335"/>
            <ac:spMk id="3" creationId="{78D26E42-E23D-46F3-8A1B-347492044C00}"/>
          </ac:spMkLst>
        </pc:spChg>
        <pc:spChg chg="mod">
          <ac:chgData name="Chris Edge" userId="9878e1fe-fc43-4c11-846c-29f97c46eb4b" providerId="ADAL" clId="{618C543E-4048-4D10-8C90-D432B5EFB3A5}" dt="2025-03-05T15:51:50.898" v="19" actId="13926"/>
          <ac:spMkLst>
            <pc:docMk/>
            <pc:sldMk cId="2783391303" sldId="335"/>
            <ac:spMk id="4" creationId="{F695E60F-111A-4D0C-859C-265C652ECFF7}"/>
          </ac:spMkLst>
        </pc:spChg>
        <pc:spChg chg="mod">
          <ac:chgData name="Chris Edge" userId="9878e1fe-fc43-4c11-846c-29f97c46eb4b" providerId="ADAL" clId="{618C543E-4048-4D10-8C90-D432B5EFB3A5}" dt="2025-03-05T15:51:50.898" v="19" actId="13926"/>
          <ac:spMkLst>
            <pc:docMk/>
            <pc:sldMk cId="2783391303" sldId="335"/>
            <ac:spMk id="5" creationId="{2F162681-1C03-4261-8A2E-E255376050A3}"/>
          </ac:spMkLst>
        </pc:spChg>
        <pc:spChg chg="mod">
          <ac:chgData name="Chris Edge" userId="9878e1fe-fc43-4c11-846c-29f97c46eb4b" providerId="ADAL" clId="{618C543E-4048-4D10-8C90-D432B5EFB3A5}" dt="2025-03-05T15:51:50.898" v="19" actId="13926"/>
          <ac:spMkLst>
            <pc:docMk/>
            <pc:sldMk cId="2783391303" sldId="335"/>
            <ac:spMk id="6" creationId="{18966003-8E2D-42C3-A557-A105A83208CF}"/>
          </ac:spMkLst>
        </pc:spChg>
        <pc:spChg chg="mod">
          <ac:chgData name="Chris Edge" userId="9878e1fe-fc43-4c11-846c-29f97c46eb4b" providerId="ADAL" clId="{618C543E-4048-4D10-8C90-D432B5EFB3A5}" dt="2025-03-05T15:51:50.898" v="19" actId="13926"/>
          <ac:spMkLst>
            <pc:docMk/>
            <pc:sldMk cId="2783391303" sldId="335"/>
            <ac:spMk id="13" creationId="{77EF986E-1B26-4663-AE27-C60AF8267A4F}"/>
          </ac:spMkLst>
        </pc:spChg>
        <pc:spChg chg="mod">
          <ac:chgData name="Chris Edge" userId="9878e1fe-fc43-4c11-846c-29f97c46eb4b" providerId="ADAL" clId="{618C543E-4048-4D10-8C90-D432B5EFB3A5}" dt="2025-03-05T15:51:50.898" v="19" actId="13926"/>
          <ac:spMkLst>
            <pc:docMk/>
            <pc:sldMk cId="2783391303" sldId="335"/>
            <ac:spMk id="14" creationId="{E7C47147-EED0-42EF-98C0-E69D6A4171C3}"/>
          </ac:spMkLst>
        </pc:spChg>
        <pc:spChg chg="mod">
          <ac:chgData name="Chris Edge" userId="9878e1fe-fc43-4c11-846c-29f97c46eb4b" providerId="ADAL" clId="{618C543E-4048-4D10-8C90-D432B5EFB3A5}" dt="2025-03-05T15:51:50.898" v="19" actId="13926"/>
          <ac:spMkLst>
            <pc:docMk/>
            <pc:sldMk cId="2783391303" sldId="335"/>
            <ac:spMk id="19" creationId="{C13294E5-B402-426A-9794-806DAD547A7E}"/>
          </ac:spMkLst>
        </pc:spChg>
        <pc:spChg chg="mod">
          <ac:chgData name="Chris Edge" userId="9878e1fe-fc43-4c11-846c-29f97c46eb4b" providerId="ADAL" clId="{618C543E-4048-4D10-8C90-D432B5EFB3A5}" dt="2025-03-05T15:51:50.898" v="19" actId="13926"/>
          <ac:spMkLst>
            <pc:docMk/>
            <pc:sldMk cId="2783391303" sldId="335"/>
            <ac:spMk id="21" creationId="{745DE818-9F31-49C4-A50E-7F954E0C9FC9}"/>
          </ac:spMkLst>
        </pc:spChg>
        <pc:spChg chg="mod">
          <ac:chgData name="Chris Edge" userId="9878e1fe-fc43-4c11-846c-29f97c46eb4b" providerId="ADAL" clId="{618C543E-4048-4D10-8C90-D432B5EFB3A5}" dt="2025-03-05T15:51:50.898" v="19" actId="13926"/>
          <ac:spMkLst>
            <pc:docMk/>
            <pc:sldMk cId="2783391303" sldId="335"/>
            <ac:spMk id="22" creationId="{6CE5DF2B-8497-4816-9BCB-3315BF5D5185}"/>
          </ac:spMkLst>
        </pc:spChg>
      </pc:sldChg>
      <pc:sldChg chg="modSp mod modNotes">
        <pc:chgData name="Chris Edge" userId="9878e1fe-fc43-4c11-846c-29f97c46eb4b" providerId="ADAL" clId="{618C543E-4048-4D10-8C90-D432B5EFB3A5}" dt="2025-03-05T15:53:26.925" v="43" actId="13926"/>
        <pc:sldMkLst>
          <pc:docMk/>
          <pc:sldMk cId="3911032753" sldId="339"/>
        </pc:sldMkLst>
        <pc:spChg chg="mod">
          <ac:chgData name="Chris Edge" userId="9878e1fe-fc43-4c11-846c-29f97c46eb4b" providerId="ADAL" clId="{618C543E-4048-4D10-8C90-D432B5EFB3A5}" dt="2025-03-05T15:52:01.591" v="23" actId="13926"/>
          <ac:spMkLst>
            <pc:docMk/>
            <pc:sldMk cId="3911032753" sldId="339"/>
            <ac:spMk id="2" creationId="{C0C5E811-832B-46B8-9179-8433E6EEDD89}"/>
          </ac:spMkLst>
        </pc:spChg>
        <pc:spChg chg="mod">
          <ac:chgData name="Chris Edge" userId="9878e1fe-fc43-4c11-846c-29f97c46eb4b" providerId="ADAL" clId="{618C543E-4048-4D10-8C90-D432B5EFB3A5}" dt="2025-03-05T15:52:01.591" v="23" actId="13926"/>
          <ac:spMkLst>
            <pc:docMk/>
            <pc:sldMk cId="3911032753" sldId="339"/>
            <ac:spMk id="3" creationId="{0D4E6B63-7DA0-49B3-99AB-1141A0EBA1BF}"/>
          </ac:spMkLst>
        </pc:spChg>
        <pc:spChg chg="mod">
          <ac:chgData name="Chris Edge" userId="9878e1fe-fc43-4c11-846c-29f97c46eb4b" providerId="ADAL" clId="{618C543E-4048-4D10-8C90-D432B5EFB3A5}" dt="2025-03-05T15:52:01.591" v="23" actId="13926"/>
          <ac:spMkLst>
            <pc:docMk/>
            <pc:sldMk cId="3911032753" sldId="339"/>
            <ac:spMk id="4" creationId="{67388238-C0B6-49FC-9B99-2AEBBC442666}"/>
          </ac:spMkLst>
        </pc:spChg>
        <pc:spChg chg="mod">
          <ac:chgData name="Chris Edge" userId="9878e1fe-fc43-4c11-846c-29f97c46eb4b" providerId="ADAL" clId="{618C543E-4048-4D10-8C90-D432B5EFB3A5}" dt="2025-03-05T15:52:01.591" v="23" actId="13926"/>
          <ac:spMkLst>
            <pc:docMk/>
            <pc:sldMk cId="3911032753" sldId="339"/>
            <ac:spMk id="5" creationId="{0B7951B5-DB29-42D2-8CE0-84D3D3821E31}"/>
          </ac:spMkLst>
        </pc:spChg>
        <pc:spChg chg="mod">
          <ac:chgData name="Chris Edge" userId="9878e1fe-fc43-4c11-846c-29f97c46eb4b" providerId="ADAL" clId="{618C543E-4048-4D10-8C90-D432B5EFB3A5}" dt="2025-03-05T15:52:01.591" v="23" actId="13926"/>
          <ac:spMkLst>
            <pc:docMk/>
            <pc:sldMk cId="3911032753" sldId="339"/>
            <ac:spMk id="6" creationId="{C0DF3994-B5D1-4701-A0D7-6232CFAA0AFB}"/>
          </ac:spMkLst>
        </pc:spChg>
        <pc:spChg chg="mod">
          <ac:chgData name="Chris Edge" userId="9878e1fe-fc43-4c11-846c-29f97c46eb4b" providerId="ADAL" clId="{618C543E-4048-4D10-8C90-D432B5EFB3A5}" dt="2025-03-05T15:52:01.591" v="23" actId="13926"/>
          <ac:spMkLst>
            <pc:docMk/>
            <pc:sldMk cId="3911032753" sldId="339"/>
            <ac:spMk id="7" creationId="{AD34E83C-86DE-452A-81BD-DC6BA0A604D5}"/>
          </ac:spMkLst>
        </pc:spChg>
        <pc:spChg chg="mod">
          <ac:chgData name="Chris Edge" userId="9878e1fe-fc43-4c11-846c-29f97c46eb4b" providerId="ADAL" clId="{618C543E-4048-4D10-8C90-D432B5EFB3A5}" dt="2025-03-05T15:52:01.591" v="23" actId="13926"/>
          <ac:spMkLst>
            <pc:docMk/>
            <pc:sldMk cId="3911032753" sldId="339"/>
            <ac:spMk id="31" creationId="{C53DD6CF-04C7-4A51-A785-CC58863B1F4B}"/>
          </ac:spMkLst>
        </pc:spChg>
      </pc:sldChg>
      <pc:sldChg chg="modSp">
        <pc:chgData name="Chris Edge" userId="9878e1fe-fc43-4c11-846c-29f97c46eb4b" providerId="ADAL" clId="{618C543E-4048-4D10-8C90-D432B5EFB3A5}" dt="2025-03-05T15:51:59.438" v="22" actId="13926"/>
        <pc:sldMkLst>
          <pc:docMk/>
          <pc:sldMk cId="1176983090" sldId="340"/>
        </pc:sldMkLst>
        <pc:spChg chg="mod">
          <ac:chgData name="Chris Edge" userId="9878e1fe-fc43-4c11-846c-29f97c46eb4b" providerId="ADAL" clId="{618C543E-4048-4D10-8C90-D432B5EFB3A5}" dt="2025-03-05T15:51:59.438" v="22" actId="13926"/>
          <ac:spMkLst>
            <pc:docMk/>
            <pc:sldMk cId="1176983090" sldId="340"/>
            <ac:spMk id="2" creationId="{B2F6E00B-1A58-48F1-BF5A-DFAF0F33060A}"/>
          </ac:spMkLst>
        </pc:spChg>
        <pc:spChg chg="mod">
          <ac:chgData name="Chris Edge" userId="9878e1fe-fc43-4c11-846c-29f97c46eb4b" providerId="ADAL" clId="{618C543E-4048-4D10-8C90-D432B5EFB3A5}" dt="2025-03-05T15:51:59.438" v="22" actId="13926"/>
          <ac:spMkLst>
            <pc:docMk/>
            <pc:sldMk cId="1176983090" sldId="340"/>
            <ac:spMk id="3" creationId="{E8F47780-D503-4F53-B2D8-A99DE8657C81}"/>
          </ac:spMkLst>
        </pc:spChg>
        <pc:spChg chg="mod">
          <ac:chgData name="Chris Edge" userId="9878e1fe-fc43-4c11-846c-29f97c46eb4b" providerId="ADAL" clId="{618C543E-4048-4D10-8C90-D432B5EFB3A5}" dt="2025-03-05T15:51:59.438" v="22" actId="13926"/>
          <ac:spMkLst>
            <pc:docMk/>
            <pc:sldMk cId="1176983090" sldId="340"/>
            <ac:spMk id="4" creationId="{DC6828A6-2597-42F2-965C-E7B0A4DE16B4}"/>
          </ac:spMkLst>
        </pc:spChg>
        <pc:spChg chg="mod">
          <ac:chgData name="Chris Edge" userId="9878e1fe-fc43-4c11-846c-29f97c46eb4b" providerId="ADAL" clId="{618C543E-4048-4D10-8C90-D432B5EFB3A5}" dt="2025-03-05T15:51:59.438" v="22" actId="13926"/>
          <ac:spMkLst>
            <pc:docMk/>
            <pc:sldMk cId="1176983090" sldId="340"/>
            <ac:spMk id="5" creationId="{B76B3B8C-4458-4114-9DEA-B17B4034C607}"/>
          </ac:spMkLst>
        </pc:spChg>
        <pc:spChg chg="mod">
          <ac:chgData name="Chris Edge" userId="9878e1fe-fc43-4c11-846c-29f97c46eb4b" providerId="ADAL" clId="{618C543E-4048-4D10-8C90-D432B5EFB3A5}" dt="2025-03-05T15:51:59.438" v="22" actId="13926"/>
          <ac:spMkLst>
            <pc:docMk/>
            <pc:sldMk cId="1176983090" sldId="340"/>
            <ac:spMk id="6" creationId="{2617EF20-FF52-49E2-9E32-9BEF75B2DE25}"/>
          </ac:spMkLst>
        </pc:spChg>
        <pc:spChg chg="mod">
          <ac:chgData name="Chris Edge" userId="9878e1fe-fc43-4c11-846c-29f97c46eb4b" providerId="ADAL" clId="{618C543E-4048-4D10-8C90-D432B5EFB3A5}" dt="2025-03-05T15:51:59.438" v="22" actId="13926"/>
          <ac:spMkLst>
            <pc:docMk/>
            <pc:sldMk cId="1176983090" sldId="340"/>
            <ac:spMk id="7" creationId="{B5C0BB66-6DC9-4C88-8F61-7D4029CF43DF}"/>
          </ac:spMkLst>
        </pc:spChg>
        <pc:spChg chg="mod">
          <ac:chgData name="Chris Edge" userId="9878e1fe-fc43-4c11-846c-29f97c46eb4b" providerId="ADAL" clId="{618C543E-4048-4D10-8C90-D432B5EFB3A5}" dt="2025-03-05T15:51:59.438" v="22" actId="13926"/>
          <ac:spMkLst>
            <pc:docMk/>
            <pc:sldMk cId="1176983090" sldId="340"/>
            <ac:spMk id="10" creationId="{EDB9D1B1-53A0-4024-A56C-27444C65AB51}"/>
          </ac:spMkLst>
        </pc:spChg>
        <pc:spChg chg="mod">
          <ac:chgData name="Chris Edge" userId="9878e1fe-fc43-4c11-846c-29f97c46eb4b" providerId="ADAL" clId="{618C543E-4048-4D10-8C90-D432B5EFB3A5}" dt="2025-03-05T15:51:59.438" v="22" actId="13926"/>
          <ac:spMkLst>
            <pc:docMk/>
            <pc:sldMk cId="1176983090" sldId="340"/>
            <ac:spMk id="11" creationId="{87CA8991-8F8F-4913-87F4-774451CA3249}"/>
          </ac:spMkLst>
        </pc:spChg>
        <pc:spChg chg="mod">
          <ac:chgData name="Chris Edge" userId="9878e1fe-fc43-4c11-846c-29f97c46eb4b" providerId="ADAL" clId="{618C543E-4048-4D10-8C90-D432B5EFB3A5}" dt="2025-03-05T15:51:59.438" v="22" actId="13926"/>
          <ac:spMkLst>
            <pc:docMk/>
            <pc:sldMk cId="1176983090" sldId="340"/>
            <ac:spMk id="13" creationId="{3C054A07-75E2-40B6-A110-D44C88BDF0C9}"/>
          </ac:spMkLst>
        </pc:spChg>
        <pc:spChg chg="mod">
          <ac:chgData name="Chris Edge" userId="9878e1fe-fc43-4c11-846c-29f97c46eb4b" providerId="ADAL" clId="{618C543E-4048-4D10-8C90-D432B5EFB3A5}" dt="2025-03-05T15:51:59.438" v="22" actId="13926"/>
          <ac:spMkLst>
            <pc:docMk/>
            <pc:sldMk cId="1176983090" sldId="340"/>
            <ac:spMk id="14" creationId="{9DA9547B-41EE-4591-8C43-815AD3A74768}"/>
          </ac:spMkLst>
        </pc:spChg>
      </pc:sldChg>
      <pc:sldChg chg="modSp">
        <pc:chgData name="Chris Edge" userId="9878e1fe-fc43-4c11-846c-29f97c46eb4b" providerId="ADAL" clId="{618C543E-4048-4D10-8C90-D432B5EFB3A5}" dt="2025-03-05T15:51:53.275" v="20" actId="13926"/>
        <pc:sldMkLst>
          <pc:docMk/>
          <pc:sldMk cId="561918150" sldId="344"/>
        </pc:sldMkLst>
        <pc:spChg chg="mod">
          <ac:chgData name="Chris Edge" userId="9878e1fe-fc43-4c11-846c-29f97c46eb4b" providerId="ADAL" clId="{618C543E-4048-4D10-8C90-D432B5EFB3A5}" dt="2025-03-05T15:51:53.275" v="20" actId="13926"/>
          <ac:spMkLst>
            <pc:docMk/>
            <pc:sldMk cId="561918150" sldId="344"/>
            <ac:spMk id="2" creationId="{688AA68B-2100-47F4-8F02-783DCF7051A8}"/>
          </ac:spMkLst>
        </pc:spChg>
        <pc:spChg chg="mod">
          <ac:chgData name="Chris Edge" userId="9878e1fe-fc43-4c11-846c-29f97c46eb4b" providerId="ADAL" clId="{618C543E-4048-4D10-8C90-D432B5EFB3A5}" dt="2025-03-05T15:51:53.275" v="20" actId="13926"/>
          <ac:spMkLst>
            <pc:docMk/>
            <pc:sldMk cId="561918150" sldId="344"/>
            <ac:spMk id="4" creationId="{65A8FCE8-951B-453C-B06D-730491E7ED64}"/>
          </ac:spMkLst>
        </pc:spChg>
        <pc:spChg chg="mod">
          <ac:chgData name="Chris Edge" userId="9878e1fe-fc43-4c11-846c-29f97c46eb4b" providerId="ADAL" clId="{618C543E-4048-4D10-8C90-D432B5EFB3A5}" dt="2025-03-05T15:51:53.275" v="20" actId="13926"/>
          <ac:spMkLst>
            <pc:docMk/>
            <pc:sldMk cId="561918150" sldId="344"/>
            <ac:spMk id="5" creationId="{A38A7E69-CFE3-4D89-978D-70180605E5C5}"/>
          </ac:spMkLst>
        </pc:spChg>
        <pc:spChg chg="mod">
          <ac:chgData name="Chris Edge" userId="9878e1fe-fc43-4c11-846c-29f97c46eb4b" providerId="ADAL" clId="{618C543E-4048-4D10-8C90-D432B5EFB3A5}" dt="2025-03-05T15:51:53.275" v="20" actId="13926"/>
          <ac:spMkLst>
            <pc:docMk/>
            <pc:sldMk cId="561918150" sldId="344"/>
            <ac:spMk id="6" creationId="{6AD54336-15E0-4053-98F4-5FFEC4C5E429}"/>
          </ac:spMkLst>
        </pc:spChg>
        <pc:spChg chg="mod">
          <ac:chgData name="Chris Edge" userId="9878e1fe-fc43-4c11-846c-29f97c46eb4b" providerId="ADAL" clId="{618C543E-4048-4D10-8C90-D432B5EFB3A5}" dt="2025-03-05T15:51:53.275" v="20" actId="13926"/>
          <ac:spMkLst>
            <pc:docMk/>
            <pc:sldMk cId="561918150" sldId="344"/>
            <ac:spMk id="7" creationId="{D51E38A0-14D1-46DC-9064-7525D9EBBF47}"/>
          </ac:spMkLst>
        </pc:spChg>
        <pc:spChg chg="mod">
          <ac:chgData name="Chris Edge" userId="9878e1fe-fc43-4c11-846c-29f97c46eb4b" providerId="ADAL" clId="{618C543E-4048-4D10-8C90-D432B5EFB3A5}" dt="2025-03-05T15:51:53.275" v="20" actId="13926"/>
          <ac:spMkLst>
            <pc:docMk/>
            <pc:sldMk cId="561918150" sldId="344"/>
            <ac:spMk id="38" creationId="{875E9911-2CA9-426F-95EA-9C845B25625C}"/>
          </ac:spMkLst>
        </pc:spChg>
        <pc:spChg chg="mod">
          <ac:chgData name="Chris Edge" userId="9878e1fe-fc43-4c11-846c-29f97c46eb4b" providerId="ADAL" clId="{618C543E-4048-4D10-8C90-D432B5EFB3A5}" dt="2025-03-05T15:51:53.275" v="20" actId="13926"/>
          <ac:spMkLst>
            <pc:docMk/>
            <pc:sldMk cId="561918150" sldId="344"/>
            <ac:spMk id="39" creationId="{E4D41F70-628A-47B9-A876-F41FCD404A79}"/>
          </ac:spMkLst>
        </pc:spChg>
        <pc:graphicFrameChg chg="mod">
          <ac:chgData name="Chris Edge" userId="9878e1fe-fc43-4c11-846c-29f97c46eb4b" providerId="ADAL" clId="{618C543E-4048-4D10-8C90-D432B5EFB3A5}" dt="2025-03-05T15:51:53.275" v="20" actId="13926"/>
          <ac:graphicFrameMkLst>
            <pc:docMk/>
            <pc:sldMk cId="561918150" sldId="344"/>
            <ac:graphicFrameMk id="44" creationId="{407D5C50-FC05-4BCA-A083-BEF48EE6AC0D}"/>
          </ac:graphicFrameMkLst>
        </pc:graphicFrameChg>
        <pc:graphicFrameChg chg="mod">
          <ac:chgData name="Chris Edge" userId="9878e1fe-fc43-4c11-846c-29f97c46eb4b" providerId="ADAL" clId="{618C543E-4048-4D10-8C90-D432B5EFB3A5}" dt="2025-03-05T15:51:53.275" v="20" actId="13926"/>
          <ac:graphicFrameMkLst>
            <pc:docMk/>
            <pc:sldMk cId="561918150" sldId="344"/>
            <ac:graphicFrameMk id="45" creationId="{475B36CA-6F5F-43D1-B6C3-838BA93A2DFC}"/>
          </ac:graphicFrameMkLst>
        </pc:graphicFrameChg>
        <pc:graphicFrameChg chg="mod">
          <ac:chgData name="Chris Edge" userId="9878e1fe-fc43-4c11-846c-29f97c46eb4b" providerId="ADAL" clId="{618C543E-4048-4D10-8C90-D432B5EFB3A5}" dt="2025-03-05T15:51:53.275" v="20" actId="13926"/>
          <ac:graphicFrameMkLst>
            <pc:docMk/>
            <pc:sldMk cId="561918150" sldId="344"/>
            <ac:graphicFrameMk id="46" creationId="{3590FA3B-54A0-42D7-976C-9B864179AEF0}"/>
          </ac:graphicFrameMkLst>
        </pc:graphicFrameChg>
      </pc:sldChg>
      <pc:sldChg chg="modSp mod modNotes">
        <pc:chgData name="Chris Edge" userId="9878e1fe-fc43-4c11-846c-29f97c46eb4b" providerId="ADAL" clId="{618C543E-4048-4D10-8C90-D432B5EFB3A5}" dt="2025-03-05T15:52:36.506" v="31" actId="13926"/>
        <pc:sldMkLst>
          <pc:docMk/>
          <pc:sldMk cId="1733442412" sldId="346"/>
        </pc:sldMkLst>
        <pc:spChg chg="mod">
          <ac:chgData name="Chris Edge" userId="9878e1fe-fc43-4c11-846c-29f97c46eb4b" providerId="ADAL" clId="{618C543E-4048-4D10-8C90-D432B5EFB3A5}" dt="2025-03-05T15:51:13.186" v="9" actId="13926"/>
          <ac:spMkLst>
            <pc:docMk/>
            <pc:sldMk cId="1733442412" sldId="346"/>
            <ac:spMk id="7" creationId="{81764B9B-1842-4F15-AE0A-627B26F54510}"/>
          </ac:spMkLst>
        </pc:spChg>
      </pc:sldChg>
      <pc:sldChg chg="modNotes">
        <pc:chgData name="Chris Edge" userId="9878e1fe-fc43-4c11-846c-29f97c46eb4b" providerId="ADAL" clId="{618C543E-4048-4D10-8C90-D432B5EFB3A5}" dt="2025-03-05T15:52:58.306" v="37" actId="13926"/>
        <pc:sldMkLst>
          <pc:docMk/>
          <pc:sldMk cId="2615752373" sldId="347"/>
        </pc:sldMkLst>
      </pc:sldChg>
      <pc:sldChg chg="delSp mod">
        <pc:chgData name="Chris Edge" userId="9878e1fe-fc43-4c11-846c-29f97c46eb4b" providerId="ADAL" clId="{618C543E-4048-4D10-8C90-D432B5EFB3A5}" dt="2025-03-05T15:50:29.468" v="1" actId="478"/>
        <pc:sldMkLst>
          <pc:docMk/>
          <pc:sldMk cId="2171583882" sldId="348"/>
        </pc:sldMkLst>
        <pc:spChg chg="del">
          <ac:chgData name="Chris Edge" userId="9878e1fe-fc43-4c11-846c-29f97c46eb4b" providerId="ADAL" clId="{618C543E-4048-4D10-8C90-D432B5EFB3A5}" dt="2025-03-05T15:50:29.468" v="1" actId="478"/>
          <ac:spMkLst>
            <pc:docMk/>
            <pc:sldMk cId="2171583882" sldId="348"/>
            <ac:spMk id="2" creationId="{E7BAB83C-8834-E2C1-A842-CBB729638ACA}"/>
          </ac:spMkLst>
        </pc:spChg>
      </pc:sldChg>
      <pc:sldChg chg="delSp modSp mod">
        <pc:chgData name="Chris Edge" userId="9878e1fe-fc43-4c11-846c-29f97c46eb4b" providerId="ADAL" clId="{618C543E-4048-4D10-8C90-D432B5EFB3A5}" dt="2025-03-05T15:52:10.819" v="25" actId="13926"/>
        <pc:sldMkLst>
          <pc:docMk/>
          <pc:sldMk cId="3415042170" sldId="349"/>
        </pc:sldMkLst>
        <pc:spChg chg="del">
          <ac:chgData name="Chris Edge" userId="9878e1fe-fc43-4c11-846c-29f97c46eb4b" providerId="ADAL" clId="{618C543E-4048-4D10-8C90-D432B5EFB3A5}" dt="2025-03-05T15:50:27.251" v="0" actId="478"/>
          <ac:spMkLst>
            <pc:docMk/>
            <pc:sldMk cId="3415042170" sldId="349"/>
            <ac:spMk id="2" creationId="{26B9BFC4-997D-1E16-2B6B-6DC38F3D2215}"/>
          </ac:spMkLst>
        </pc:spChg>
        <pc:spChg chg="mod">
          <ac:chgData name="Chris Edge" userId="9878e1fe-fc43-4c11-846c-29f97c46eb4b" providerId="ADAL" clId="{618C543E-4048-4D10-8C90-D432B5EFB3A5}" dt="2025-03-05T15:52:10.819" v="25" actId="13926"/>
          <ac:spMkLst>
            <pc:docMk/>
            <pc:sldMk cId="3415042170" sldId="349"/>
            <ac:spMk id="4" creationId="{C11A8D49-97A4-2352-1C75-5F0D4D3E3A77}"/>
          </ac:spMkLst>
        </pc:spChg>
        <pc:spChg chg="mod">
          <ac:chgData name="Chris Edge" userId="9878e1fe-fc43-4c11-846c-29f97c46eb4b" providerId="ADAL" clId="{618C543E-4048-4D10-8C90-D432B5EFB3A5}" dt="2025-03-05T15:52:10.819" v="25" actId="13926"/>
          <ac:spMkLst>
            <pc:docMk/>
            <pc:sldMk cId="3415042170" sldId="349"/>
            <ac:spMk id="5" creationId="{CD31CEDC-4307-F684-BE1C-0479D2B0A7B1}"/>
          </ac:spMkLst>
        </pc:spChg>
        <pc:spChg chg="mod">
          <ac:chgData name="Chris Edge" userId="9878e1fe-fc43-4c11-846c-29f97c46eb4b" providerId="ADAL" clId="{618C543E-4048-4D10-8C90-D432B5EFB3A5}" dt="2025-03-05T15:52:10.819" v="25" actId="13926"/>
          <ac:spMkLst>
            <pc:docMk/>
            <pc:sldMk cId="3415042170" sldId="349"/>
            <ac:spMk id="6" creationId="{3C805818-425B-1E7E-7EF3-4DFC424B8118}"/>
          </ac:spMkLst>
        </pc:spChg>
        <pc:spChg chg="mod">
          <ac:chgData name="Chris Edge" userId="9878e1fe-fc43-4c11-846c-29f97c46eb4b" providerId="ADAL" clId="{618C543E-4048-4D10-8C90-D432B5EFB3A5}" dt="2025-03-05T15:52:10.819" v="25" actId="13926"/>
          <ac:spMkLst>
            <pc:docMk/>
            <pc:sldMk cId="3415042170" sldId="349"/>
            <ac:spMk id="7" creationId="{81CADADD-7C8A-EE92-54E2-04CE82C1DDE0}"/>
          </ac:spMkLst>
        </pc:spChg>
        <pc:spChg chg="mod">
          <ac:chgData name="Chris Edge" userId="9878e1fe-fc43-4c11-846c-29f97c46eb4b" providerId="ADAL" clId="{618C543E-4048-4D10-8C90-D432B5EFB3A5}" dt="2025-03-05T15:52:10.819" v="25" actId="13926"/>
          <ac:spMkLst>
            <pc:docMk/>
            <pc:sldMk cId="3415042170" sldId="349"/>
            <ac:spMk id="8" creationId="{AAFA78A4-E9FA-4774-B02A-E13280B317F3}"/>
          </ac:spMkLst>
        </pc:spChg>
      </pc:sldChg>
      <pc:sldChg chg="modSp mod modNotes">
        <pc:chgData name="Chris Edge" userId="9878e1fe-fc43-4c11-846c-29f97c46eb4b" providerId="ADAL" clId="{618C543E-4048-4D10-8C90-D432B5EFB3A5}" dt="2025-03-05T15:52:55.648" v="36" actId="13926"/>
        <pc:sldMkLst>
          <pc:docMk/>
          <pc:sldMk cId="2426406125" sldId="350"/>
        </pc:sldMkLst>
        <pc:spChg chg="mod">
          <ac:chgData name="Chris Edge" userId="9878e1fe-fc43-4c11-846c-29f97c46eb4b" providerId="ADAL" clId="{618C543E-4048-4D10-8C90-D432B5EFB3A5}" dt="2025-03-05T15:51:33.840" v="14" actId="13926"/>
          <ac:spMkLst>
            <pc:docMk/>
            <pc:sldMk cId="2426406125" sldId="350"/>
            <ac:spMk id="2" creationId="{52CC4A36-9F9D-4BC3-9497-B6919D5E7D79}"/>
          </ac:spMkLst>
        </pc:spChg>
        <pc:spChg chg="mod">
          <ac:chgData name="Chris Edge" userId="9878e1fe-fc43-4c11-846c-29f97c46eb4b" providerId="ADAL" clId="{618C543E-4048-4D10-8C90-D432B5EFB3A5}" dt="2025-03-05T15:51:33.840" v="14" actId="13926"/>
          <ac:spMkLst>
            <pc:docMk/>
            <pc:sldMk cId="2426406125" sldId="350"/>
            <ac:spMk id="6" creationId="{00000000-0000-0000-0000-000000000000}"/>
          </ac:spMkLst>
        </pc:spChg>
        <pc:spChg chg="mod">
          <ac:chgData name="Chris Edge" userId="9878e1fe-fc43-4c11-846c-29f97c46eb4b" providerId="ADAL" clId="{618C543E-4048-4D10-8C90-D432B5EFB3A5}" dt="2025-03-05T15:51:33.840" v="14" actId="13926"/>
          <ac:spMkLst>
            <pc:docMk/>
            <pc:sldMk cId="2426406125" sldId="350"/>
            <ac:spMk id="7" creationId="{00000000-0000-0000-0000-000000000000}"/>
          </ac:spMkLst>
        </pc:spChg>
        <pc:spChg chg="mod">
          <ac:chgData name="Chris Edge" userId="9878e1fe-fc43-4c11-846c-29f97c46eb4b" providerId="ADAL" clId="{618C543E-4048-4D10-8C90-D432B5EFB3A5}" dt="2025-03-05T15:51:37.394" v="15" actId="13926"/>
          <ac:spMkLst>
            <pc:docMk/>
            <pc:sldMk cId="2426406125" sldId="350"/>
            <ac:spMk id="27" creationId="{ED375197-6F40-8004-4965-B1C9E26E1C3E}"/>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Column1</c:v>
                </c:pt>
              </c:strCache>
            </c:strRef>
          </c:tx>
          <c:explosion val="7"/>
          <c:dPt>
            <c:idx val="0"/>
            <c:bubble3D val="0"/>
            <c:spPr>
              <a:solidFill>
                <a:schemeClr val="accent5"/>
              </a:solidFill>
              <a:ln w="19050">
                <a:solidFill>
                  <a:schemeClr val="lt1"/>
                </a:solidFill>
              </a:ln>
              <a:effectLst/>
            </c:spPr>
            <c:extLst>
              <c:ext xmlns:c16="http://schemas.microsoft.com/office/drawing/2014/chart" uri="{C3380CC4-5D6E-409C-BE32-E72D297353CC}">
                <c16:uniqueId val="{00000001-F5E3-4451-838C-495B47AB416A}"/>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F5E3-4451-838C-495B47AB416A}"/>
              </c:ext>
            </c:extLst>
          </c:dPt>
          <c:cat>
            <c:strRef>
              <c:f>Sheet1!$A$2:$A$3</c:f>
              <c:strCache>
                <c:ptCount val="2"/>
                <c:pt idx="0">
                  <c:v>MCI</c:v>
                </c:pt>
                <c:pt idx="1">
                  <c:v>Total</c:v>
                </c:pt>
              </c:strCache>
            </c:strRef>
          </c:cat>
          <c:val>
            <c:numRef>
              <c:f>Sheet1!$B$2:$B$3</c:f>
              <c:numCache>
                <c:formatCode>General</c:formatCode>
                <c:ptCount val="2"/>
                <c:pt idx="0">
                  <c:v>40</c:v>
                </c:pt>
                <c:pt idx="1">
                  <c:v>60</c:v>
                </c:pt>
              </c:numCache>
            </c:numRef>
          </c:val>
          <c:extLst>
            <c:ext xmlns:c16="http://schemas.microsoft.com/office/drawing/2014/chart" uri="{C3380CC4-5D6E-409C-BE32-E72D297353CC}">
              <c16:uniqueId val="{00000004-F5E3-4451-838C-495B47AB416A}"/>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0487750284017722"/>
          <c:y val="1.8623146966964328E-2"/>
          <c:w val="0.75982166361884318"/>
          <c:h val="0.94969251748559347"/>
        </c:manualLayout>
      </c:layout>
      <c:pieChart>
        <c:varyColors val="1"/>
        <c:ser>
          <c:idx val="0"/>
          <c:order val="0"/>
          <c:tx>
            <c:strRef>
              <c:f>Sheet1!$B$1</c:f>
              <c:strCache>
                <c:ptCount val="1"/>
                <c:pt idx="0">
                  <c:v>Physical activity</c:v>
                </c:pt>
              </c:strCache>
            </c:strRef>
          </c:tx>
          <c:spPr>
            <a:solidFill>
              <a:schemeClr val="bg1"/>
            </a:solidFill>
            <a:ln w="9525">
              <a:solidFill>
                <a:schemeClr val="tx1"/>
              </a:solidFill>
            </a:ln>
          </c:spPr>
          <c:dPt>
            <c:idx val="0"/>
            <c:bubble3D val="0"/>
            <c:spPr>
              <a:solidFill>
                <a:schemeClr val="accent5"/>
              </a:solidFill>
              <a:ln w="9525">
                <a:solidFill>
                  <a:schemeClr val="tx1"/>
                </a:solidFill>
              </a:ln>
              <a:effectLst/>
            </c:spPr>
            <c:extLst>
              <c:ext xmlns:c16="http://schemas.microsoft.com/office/drawing/2014/chart" uri="{C3380CC4-5D6E-409C-BE32-E72D297353CC}">
                <c16:uniqueId val="{00000001-5590-449C-BD48-03B2A0F0838D}"/>
              </c:ext>
            </c:extLst>
          </c:dPt>
          <c:dPt>
            <c:idx val="1"/>
            <c:bubble3D val="0"/>
            <c:spPr>
              <a:solidFill>
                <a:schemeClr val="bg1"/>
              </a:solidFill>
              <a:ln w="9525">
                <a:solidFill>
                  <a:schemeClr val="tx1"/>
                </a:solidFill>
              </a:ln>
              <a:effectLst/>
            </c:spPr>
            <c:extLst>
              <c:ext xmlns:c16="http://schemas.microsoft.com/office/drawing/2014/chart" uri="{C3380CC4-5D6E-409C-BE32-E72D297353CC}">
                <c16:uniqueId val="{00000003-2B36-44AB-82FB-420B61A1153D}"/>
              </c:ext>
            </c:extLst>
          </c:dPt>
          <c:cat>
            <c:strRef>
              <c:f>Sheet1!$A$2:$A$3</c:f>
              <c:strCache>
                <c:ptCount val="2"/>
                <c:pt idx="0">
                  <c:v>Yes</c:v>
                </c:pt>
                <c:pt idx="1">
                  <c:v>No</c:v>
                </c:pt>
              </c:strCache>
            </c:strRef>
          </c:cat>
          <c:val>
            <c:numRef>
              <c:f>Sheet1!$B$2:$B$3</c:f>
              <c:numCache>
                <c:formatCode>General</c:formatCode>
                <c:ptCount val="2"/>
                <c:pt idx="0">
                  <c:v>53</c:v>
                </c:pt>
                <c:pt idx="1">
                  <c:v>47</c:v>
                </c:pt>
              </c:numCache>
            </c:numRef>
          </c:val>
          <c:extLst>
            <c:ext xmlns:c16="http://schemas.microsoft.com/office/drawing/2014/chart" uri="{C3380CC4-5D6E-409C-BE32-E72D297353CC}">
              <c16:uniqueId val="{00000000-5590-449C-BD48-03B2A0F0838D}"/>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0487750284017722"/>
          <c:y val="1.8623146966964328E-2"/>
          <c:w val="0.75982166361884318"/>
          <c:h val="0.94969251748559347"/>
        </c:manualLayout>
      </c:layout>
      <c:pieChart>
        <c:varyColors val="1"/>
        <c:ser>
          <c:idx val="0"/>
          <c:order val="0"/>
          <c:tx>
            <c:strRef>
              <c:f>Sheet1!$B$1</c:f>
              <c:strCache>
                <c:ptCount val="1"/>
                <c:pt idx="0">
                  <c:v>Housework</c:v>
                </c:pt>
              </c:strCache>
            </c:strRef>
          </c:tx>
          <c:spPr>
            <a:solidFill>
              <a:schemeClr val="bg1"/>
            </a:solidFill>
            <a:ln w="9525">
              <a:solidFill>
                <a:schemeClr val="tx1"/>
              </a:solidFill>
            </a:ln>
          </c:spPr>
          <c:dPt>
            <c:idx val="0"/>
            <c:bubble3D val="0"/>
            <c:spPr>
              <a:solidFill>
                <a:schemeClr val="accent5"/>
              </a:solidFill>
              <a:ln w="9525">
                <a:solidFill>
                  <a:schemeClr val="tx1"/>
                </a:solidFill>
              </a:ln>
              <a:effectLst/>
            </c:spPr>
            <c:extLst>
              <c:ext xmlns:c16="http://schemas.microsoft.com/office/drawing/2014/chart" uri="{C3380CC4-5D6E-409C-BE32-E72D297353CC}">
                <c16:uniqueId val="{00000001-38A1-44D4-BD4C-56F0DA5EB5F3}"/>
              </c:ext>
            </c:extLst>
          </c:dPt>
          <c:dPt>
            <c:idx val="1"/>
            <c:bubble3D val="0"/>
            <c:spPr>
              <a:solidFill>
                <a:schemeClr val="bg1"/>
              </a:solidFill>
              <a:ln w="9525">
                <a:solidFill>
                  <a:schemeClr val="tx1"/>
                </a:solidFill>
              </a:ln>
              <a:effectLst/>
            </c:spPr>
            <c:extLst>
              <c:ext xmlns:c16="http://schemas.microsoft.com/office/drawing/2014/chart" uri="{C3380CC4-5D6E-409C-BE32-E72D297353CC}">
                <c16:uniqueId val="{00000003-38A1-44D4-BD4C-56F0DA5EB5F3}"/>
              </c:ext>
            </c:extLst>
          </c:dPt>
          <c:cat>
            <c:strRef>
              <c:f>Sheet1!$A$2:$A$3</c:f>
              <c:strCache>
                <c:ptCount val="2"/>
                <c:pt idx="0">
                  <c:v>Yes</c:v>
                </c:pt>
                <c:pt idx="1">
                  <c:v>No</c:v>
                </c:pt>
              </c:strCache>
            </c:strRef>
          </c:cat>
          <c:val>
            <c:numRef>
              <c:f>Sheet1!$B$2:$B$3</c:f>
              <c:numCache>
                <c:formatCode>General</c:formatCode>
                <c:ptCount val="2"/>
                <c:pt idx="0">
                  <c:v>47</c:v>
                </c:pt>
                <c:pt idx="1">
                  <c:v>53</c:v>
                </c:pt>
              </c:numCache>
            </c:numRef>
          </c:val>
          <c:extLst>
            <c:ext xmlns:c16="http://schemas.microsoft.com/office/drawing/2014/chart" uri="{C3380CC4-5D6E-409C-BE32-E72D297353CC}">
              <c16:uniqueId val="{00000004-38A1-44D4-BD4C-56F0DA5EB5F3}"/>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0487750284017722"/>
          <c:y val="1.8623146966964328E-2"/>
          <c:w val="0.75982166361884318"/>
          <c:h val="0.94969251748559347"/>
        </c:manualLayout>
      </c:layout>
      <c:pieChart>
        <c:varyColors val="1"/>
        <c:ser>
          <c:idx val="0"/>
          <c:order val="0"/>
          <c:tx>
            <c:strRef>
              <c:f>Sheet1!$B$1</c:f>
              <c:strCache>
                <c:ptCount val="1"/>
                <c:pt idx="0">
                  <c:v>Travelling</c:v>
                </c:pt>
              </c:strCache>
            </c:strRef>
          </c:tx>
          <c:spPr>
            <a:solidFill>
              <a:schemeClr val="bg1"/>
            </a:solidFill>
            <a:ln w="9525">
              <a:solidFill>
                <a:schemeClr val="tx1"/>
              </a:solidFill>
            </a:ln>
          </c:spPr>
          <c:dPt>
            <c:idx val="0"/>
            <c:bubble3D val="0"/>
            <c:spPr>
              <a:solidFill>
                <a:schemeClr val="accent5"/>
              </a:solidFill>
              <a:ln w="9525">
                <a:solidFill>
                  <a:schemeClr val="tx1"/>
                </a:solidFill>
              </a:ln>
              <a:effectLst/>
            </c:spPr>
            <c:extLst>
              <c:ext xmlns:c16="http://schemas.microsoft.com/office/drawing/2014/chart" uri="{C3380CC4-5D6E-409C-BE32-E72D297353CC}">
                <c16:uniqueId val="{00000001-5726-4DD9-B5B4-559EB8282DAF}"/>
              </c:ext>
            </c:extLst>
          </c:dPt>
          <c:dPt>
            <c:idx val="1"/>
            <c:bubble3D val="0"/>
            <c:spPr>
              <a:solidFill>
                <a:schemeClr val="bg1"/>
              </a:solidFill>
              <a:ln w="9525">
                <a:solidFill>
                  <a:schemeClr val="tx1"/>
                </a:solidFill>
              </a:ln>
              <a:effectLst/>
            </c:spPr>
            <c:extLst>
              <c:ext xmlns:c16="http://schemas.microsoft.com/office/drawing/2014/chart" uri="{C3380CC4-5D6E-409C-BE32-E72D297353CC}">
                <c16:uniqueId val="{00000003-5726-4DD9-B5B4-559EB8282DAF}"/>
              </c:ext>
            </c:extLst>
          </c:dPt>
          <c:cat>
            <c:strRef>
              <c:f>Sheet1!$A$2:$A$3</c:f>
              <c:strCache>
                <c:ptCount val="2"/>
                <c:pt idx="0">
                  <c:v>Yes</c:v>
                </c:pt>
                <c:pt idx="1">
                  <c:v>No</c:v>
                </c:pt>
              </c:strCache>
            </c:strRef>
          </c:cat>
          <c:val>
            <c:numRef>
              <c:f>Sheet1!$B$2:$B$3</c:f>
              <c:numCache>
                <c:formatCode>General</c:formatCode>
                <c:ptCount val="2"/>
                <c:pt idx="0">
                  <c:v>47</c:v>
                </c:pt>
                <c:pt idx="1">
                  <c:v>53</c:v>
                </c:pt>
              </c:numCache>
            </c:numRef>
          </c:val>
          <c:extLst>
            <c:ext xmlns:c16="http://schemas.microsoft.com/office/drawing/2014/chart" uri="{C3380CC4-5D6E-409C-BE32-E72D297353CC}">
              <c16:uniqueId val="{00000004-5726-4DD9-B5B4-559EB8282DAF}"/>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0487750284017722"/>
          <c:y val="1.8623146966964328E-2"/>
          <c:w val="0.75982166361884318"/>
          <c:h val="0.94969251748559347"/>
        </c:manualLayout>
      </c:layout>
      <c:pieChart>
        <c:varyColors val="1"/>
        <c:ser>
          <c:idx val="0"/>
          <c:order val="0"/>
          <c:tx>
            <c:strRef>
              <c:f>Sheet1!$B$1</c:f>
              <c:strCache>
                <c:ptCount val="1"/>
                <c:pt idx="0">
                  <c:v>Running errands</c:v>
                </c:pt>
              </c:strCache>
            </c:strRef>
          </c:tx>
          <c:spPr>
            <a:solidFill>
              <a:schemeClr val="bg1"/>
            </a:solidFill>
            <a:ln w="9525">
              <a:solidFill>
                <a:schemeClr val="tx1"/>
              </a:solidFill>
            </a:ln>
          </c:spPr>
          <c:dPt>
            <c:idx val="0"/>
            <c:bubble3D val="0"/>
            <c:spPr>
              <a:solidFill>
                <a:schemeClr val="accent5"/>
              </a:solidFill>
              <a:ln w="9525">
                <a:solidFill>
                  <a:schemeClr val="tx1"/>
                </a:solidFill>
              </a:ln>
              <a:effectLst/>
            </c:spPr>
            <c:extLst>
              <c:ext xmlns:c16="http://schemas.microsoft.com/office/drawing/2014/chart" uri="{C3380CC4-5D6E-409C-BE32-E72D297353CC}">
                <c16:uniqueId val="{00000001-B462-4EF1-AD47-266DCFBF4435}"/>
              </c:ext>
            </c:extLst>
          </c:dPt>
          <c:dPt>
            <c:idx val="1"/>
            <c:bubble3D val="0"/>
            <c:spPr>
              <a:solidFill>
                <a:schemeClr val="bg1"/>
              </a:solidFill>
              <a:ln w="9525">
                <a:solidFill>
                  <a:schemeClr val="tx1"/>
                </a:solidFill>
              </a:ln>
              <a:effectLst/>
            </c:spPr>
            <c:extLst>
              <c:ext xmlns:c16="http://schemas.microsoft.com/office/drawing/2014/chart" uri="{C3380CC4-5D6E-409C-BE32-E72D297353CC}">
                <c16:uniqueId val="{00000003-B462-4EF1-AD47-266DCFBF4435}"/>
              </c:ext>
            </c:extLst>
          </c:dPt>
          <c:cat>
            <c:strRef>
              <c:f>Sheet1!$A$2:$A$3</c:f>
              <c:strCache>
                <c:ptCount val="2"/>
                <c:pt idx="0">
                  <c:v>Yes</c:v>
                </c:pt>
                <c:pt idx="1">
                  <c:v>No</c:v>
                </c:pt>
              </c:strCache>
            </c:strRef>
          </c:cat>
          <c:val>
            <c:numRef>
              <c:f>Sheet1!$B$2:$B$3</c:f>
              <c:numCache>
                <c:formatCode>General</c:formatCode>
                <c:ptCount val="2"/>
                <c:pt idx="0">
                  <c:v>46</c:v>
                </c:pt>
                <c:pt idx="1">
                  <c:v>54</c:v>
                </c:pt>
              </c:numCache>
            </c:numRef>
          </c:val>
          <c:extLst>
            <c:ext xmlns:c16="http://schemas.microsoft.com/office/drawing/2014/chart" uri="{C3380CC4-5D6E-409C-BE32-E72D297353CC}">
              <c16:uniqueId val="{00000004-B462-4EF1-AD47-266DCFBF4435}"/>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0487750284017722"/>
          <c:y val="1.8623146966964328E-2"/>
          <c:w val="0.75982166361884318"/>
          <c:h val="0.94969251748559347"/>
        </c:manualLayout>
      </c:layout>
      <c:pieChart>
        <c:varyColors val="1"/>
        <c:ser>
          <c:idx val="0"/>
          <c:order val="0"/>
          <c:tx>
            <c:strRef>
              <c:f>Sheet1!$B$1</c:f>
              <c:strCache>
                <c:ptCount val="1"/>
                <c:pt idx="0">
                  <c:v>Socialising</c:v>
                </c:pt>
              </c:strCache>
            </c:strRef>
          </c:tx>
          <c:spPr>
            <a:solidFill>
              <a:schemeClr val="bg1"/>
            </a:solidFill>
            <a:ln w="9525">
              <a:solidFill>
                <a:schemeClr val="tx1"/>
              </a:solidFill>
            </a:ln>
          </c:spPr>
          <c:dPt>
            <c:idx val="0"/>
            <c:bubble3D val="0"/>
            <c:spPr>
              <a:solidFill>
                <a:schemeClr val="accent5"/>
              </a:solidFill>
              <a:ln w="9525">
                <a:solidFill>
                  <a:schemeClr val="tx1"/>
                </a:solidFill>
              </a:ln>
              <a:effectLst/>
            </c:spPr>
            <c:extLst>
              <c:ext xmlns:c16="http://schemas.microsoft.com/office/drawing/2014/chart" uri="{C3380CC4-5D6E-409C-BE32-E72D297353CC}">
                <c16:uniqueId val="{00000001-BE32-46BC-AA11-ACB26964F6FD}"/>
              </c:ext>
            </c:extLst>
          </c:dPt>
          <c:dPt>
            <c:idx val="1"/>
            <c:bubble3D val="0"/>
            <c:spPr>
              <a:solidFill>
                <a:schemeClr val="bg1"/>
              </a:solidFill>
              <a:ln w="9525">
                <a:solidFill>
                  <a:schemeClr val="tx1"/>
                </a:solidFill>
              </a:ln>
              <a:effectLst/>
            </c:spPr>
            <c:extLst>
              <c:ext xmlns:c16="http://schemas.microsoft.com/office/drawing/2014/chart" uri="{C3380CC4-5D6E-409C-BE32-E72D297353CC}">
                <c16:uniqueId val="{00000003-BE32-46BC-AA11-ACB26964F6FD}"/>
              </c:ext>
            </c:extLst>
          </c:dPt>
          <c:cat>
            <c:strRef>
              <c:f>Sheet1!$A$2:$A$3</c:f>
              <c:strCache>
                <c:ptCount val="2"/>
                <c:pt idx="0">
                  <c:v>Yes</c:v>
                </c:pt>
                <c:pt idx="1">
                  <c:v>No</c:v>
                </c:pt>
              </c:strCache>
            </c:strRef>
          </c:cat>
          <c:val>
            <c:numRef>
              <c:f>Sheet1!$B$2:$B$3</c:f>
              <c:numCache>
                <c:formatCode>General</c:formatCode>
                <c:ptCount val="2"/>
                <c:pt idx="0">
                  <c:v>45</c:v>
                </c:pt>
                <c:pt idx="1">
                  <c:v>55</c:v>
                </c:pt>
              </c:numCache>
            </c:numRef>
          </c:val>
          <c:extLst>
            <c:ext xmlns:c16="http://schemas.microsoft.com/office/drawing/2014/chart" uri="{C3380CC4-5D6E-409C-BE32-E72D297353CC}">
              <c16:uniqueId val="{00000004-BE32-46BC-AA11-ACB26964F6FD}"/>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Patients (%)</c:v>
                </c:pt>
              </c:strCache>
            </c:strRef>
          </c:tx>
          <c:spPr>
            <a:solidFill>
              <a:schemeClr val="accent5"/>
            </a:solidFill>
            <a:ln>
              <a:noFill/>
            </a:ln>
            <a:effectLst/>
          </c:spPr>
          <c:invertIfNegative val="0"/>
          <c:dLbls>
            <c:delete val="1"/>
          </c:dLbls>
          <c:errBars>
            <c:errBarType val="both"/>
            <c:errValType val="cust"/>
            <c:noEndCap val="0"/>
            <c:plus>
              <c:numRef>
                <c:f>Sheet1!$F$2:$F$3</c:f>
                <c:numCache>
                  <c:formatCode>General</c:formatCode>
                  <c:ptCount val="2"/>
                  <c:pt idx="0">
                    <c:v>0.29499999999999998</c:v>
                  </c:pt>
                  <c:pt idx="1">
                    <c:v>0.26</c:v>
                  </c:pt>
                </c:numCache>
              </c:numRef>
            </c:plus>
            <c:minus>
              <c:numRef>
                <c:f>Sheet1!$E$2:$E$3</c:f>
                <c:numCache>
                  <c:formatCode>General</c:formatCode>
                  <c:ptCount val="2"/>
                  <c:pt idx="0">
                    <c:v>0.255</c:v>
                  </c:pt>
                  <c:pt idx="1">
                    <c:v>0.21</c:v>
                  </c:pt>
                </c:numCache>
              </c:numRef>
            </c:minus>
            <c:spPr>
              <a:noFill/>
              <a:ln w="19050" cap="flat" cmpd="sng" algn="ctr">
                <a:solidFill>
                  <a:schemeClr val="tx1"/>
                </a:solidFill>
                <a:round/>
              </a:ln>
              <a:effectLst/>
            </c:spPr>
          </c:errBars>
          <c:cat>
            <c:strRef>
              <c:f>Sheet1!$A$2:$A$3</c:f>
              <c:strCache>
                <c:ptCount val="2"/>
                <c:pt idx="0">
                  <c:v>Experienced at least 1 fall</c:v>
                </c:pt>
                <c:pt idx="1">
                  <c:v>Recurrent falls</c:v>
                </c:pt>
              </c:strCache>
            </c:strRef>
          </c:cat>
          <c:val>
            <c:numRef>
              <c:f>Sheet1!$B$2:$B$3</c:f>
              <c:numCache>
                <c:formatCode>0%</c:formatCode>
                <c:ptCount val="2"/>
                <c:pt idx="0" formatCode="0.00%">
                  <c:v>0.60499999999999998</c:v>
                </c:pt>
                <c:pt idx="1">
                  <c:v>0.39</c:v>
                </c:pt>
              </c:numCache>
            </c:numRef>
          </c:val>
          <c:extLst>
            <c:ext xmlns:c16="http://schemas.microsoft.com/office/drawing/2014/chart" uri="{C3380CC4-5D6E-409C-BE32-E72D297353CC}">
              <c16:uniqueId val="{00000000-EE9B-4DA7-BF07-AD7F7AA815C7}"/>
            </c:ext>
          </c:extLst>
        </c:ser>
        <c:dLbls>
          <c:dLblPos val="outEnd"/>
          <c:showLegendKey val="0"/>
          <c:showVal val="1"/>
          <c:showCatName val="0"/>
          <c:showSerName val="0"/>
          <c:showPercent val="0"/>
          <c:showBubbleSize val="0"/>
        </c:dLbls>
        <c:gapWidth val="219"/>
        <c:overlap val="-27"/>
        <c:axId val="673186520"/>
        <c:axId val="673190128"/>
      </c:barChart>
      <c:catAx>
        <c:axId val="673186520"/>
        <c:scaling>
          <c:orientation val="minMax"/>
        </c:scaling>
        <c:delete val="0"/>
        <c:axPos val="b"/>
        <c:numFmt formatCode="General" sourceLinked="1"/>
        <c:majorTickMark val="out"/>
        <c:minorTickMark val="none"/>
        <c:tickLblPos val="nextTo"/>
        <c:spPr>
          <a:noFill/>
          <a:ln w="19050" cap="flat" cmpd="sng" algn="ctr">
            <a:solidFill>
              <a:schemeClr val="tx2"/>
            </a:solidFill>
            <a:round/>
          </a:ln>
          <a:effectLst/>
        </c:spPr>
        <c:txPr>
          <a:bodyPr rot="-60000000" spcFirstLastPara="1" vertOverflow="ellipsis" vert="horz" wrap="square" anchor="ctr" anchorCtr="1"/>
          <a:lstStyle/>
          <a:p>
            <a:pPr>
              <a:defRPr sz="1200" b="0" i="0" u="none" strike="noStrike" kern="1200" baseline="0">
                <a:solidFill>
                  <a:schemeClr val="tx2"/>
                </a:solidFill>
                <a:latin typeface="Arial" panose="020B0604020202020204" pitchFamily="34" charset="0"/>
                <a:ea typeface="+mn-ea"/>
                <a:cs typeface="Arial" panose="020B0604020202020204" pitchFamily="34" charset="0"/>
              </a:defRPr>
            </a:pPr>
            <a:endParaRPr lang="en-US"/>
          </a:p>
        </c:txPr>
        <c:crossAx val="673190128"/>
        <c:crosses val="autoZero"/>
        <c:auto val="1"/>
        <c:lblAlgn val="ctr"/>
        <c:lblOffset val="100"/>
        <c:noMultiLvlLbl val="0"/>
      </c:catAx>
      <c:valAx>
        <c:axId val="673190128"/>
        <c:scaling>
          <c:orientation val="minMax"/>
          <c:max val="1"/>
        </c:scaling>
        <c:delete val="0"/>
        <c:axPos val="l"/>
        <c:majorGridlines>
          <c:spPr>
            <a:ln w="9525" cap="flat" cmpd="sng" algn="ctr">
              <a:solidFill>
                <a:schemeClr val="bg1">
                  <a:lumMod val="85000"/>
                </a:schemeClr>
              </a:solidFill>
              <a:round/>
            </a:ln>
            <a:effectLst/>
          </c:spPr>
        </c:majorGridlines>
        <c:title>
          <c:tx>
            <c:rich>
              <a:bodyPr rot="-5400000" spcFirstLastPara="1" vertOverflow="ellipsis" vert="horz" wrap="square" anchor="ctr" anchorCtr="1"/>
              <a:lstStyle/>
              <a:p>
                <a:pPr>
                  <a:defRPr sz="1200" b="1" i="0" u="none" strike="noStrike" kern="1200" baseline="0">
                    <a:solidFill>
                      <a:schemeClr val="tx2"/>
                    </a:solidFill>
                    <a:latin typeface="Arial" panose="020B0604020202020204" pitchFamily="34" charset="0"/>
                    <a:ea typeface="+mn-ea"/>
                    <a:cs typeface="Arial" panose="020B0604020202020204" pitchFamily="34" charset="0"/>
                  </a:defRPr>
                </a:pPr>
                <a:r>
                  <a:rPr lang="en-GB" b="1">
                    <a:solidFill>
                      <a:schemeClr val="tx2"/>
                    </a:solidFill>
                  </a:rPr>
                  <a:t>Patients (%, range)</a:t>
                </a:r>
              </a:p>
            </c:rich>
          </c:tx>
          <c:overlay val="0"/>
          <c:spPr>
            <a:noFill/>
            <a:ln>
              <a:noFill/>
            </a:ln>
            <a:effectLst/>
          </c:spPr>
          <c:txPr>
            <a:bodyPr rot="-5400000" spcFirstLastPara="1" vertOverflow="ellipsis" vert="horz" wrap="square" anchor="ctr" anchorCtr="1"/>
            <a:lstStyle/>
            <a:p>
              <a:pPr>
                <a:defRPr sz="1200" b="1" i="0" u="none" strike="noStrike" kern="1200" baseline="0">
                  <a:solidFill>
                    <a:schemeClr val="tx2"/>
                  </a:solidFill>
                  <a:latin typeface="Arial" panose="020B0604020202020204" pitchFamily="34" charset="0"/>
                  <a:ea typeface="+mn-ea"/>
                  <a:cs typeface="Arial" panose="020B0604020202020204" pitchFamily="34" charset="0"/>
                </a:defRPr>
              </a:pPr>
              <a:endParaRPr lang="en-US"/>
            </a:p>
          </c:txPr>
        </c:title>
        <c:numFmt formatCode="0%" sourceLinked="0"/>
        <c:majorTickMark val="out"/>
        <c:minorTickMark val="none"/>
        <c:tickLblPos val="nextTo"/>
        <c:spPr>
          <a:noFill/>
          <a:ln w="19050">
            <a:solidFill>
              <a:schemeClr val="tx2"/>
            </a:solidFill>
          </a:ln>
          <a:effectLst/>
        </c:spPr>
        <c:txPr>
          <a:bodyPr rot="-60000000" spcFirstLastPara="1" vertOverflow="ellipsis" vert="horz" wrap="square" anchor="ctr" anchorCtr="1"/>
          <a:lstStyle/>
          <a:p>
            <a:pPr>
              <a:defRPr sz="1200" b="0" i="0" u="none" strike="noStrike" kern="1200" baseline="0">
                <a:solidFill>
                  <a:schemeClr val="tx2"/>
                </a:solidFill>
                <a:latin typeface="Arial" panose="020B0604020202020204" pitchFamily="34" charset="0"/>
                <a:ea typeface="+mn-ea"/>
                <a:cs typeface="Arial" panose="020B0604020202020204" pitchFamily="34" charset="0"/>
              </a:defRPr>
            </a:pPr>
            <a:endParaRPr lang="en-US"/>
          </a:p>
        </c:txPr>
        <c:crossAx val="673186520"/>
        <c:crosses val="autoZero"/>
        <c:crossBetween val="between"/>
        <c:majorUnit val="0.2"/>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200">
          <a:solidFill>
            <a:schemeClr val="tx1"/>
          </a:solidFill>
          <a:latin typeface="Arial" panose="020B0604020202020204" pitchFamily="34" charset="0"/>
          <a:cs typeface="Arial" panose="020B0604020202020204" pitchFamily="34" charset="0"/>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30654113887937923"/>
          <c:y val="1.5141735373127746E-2"/>
          <c:w val="0.67613697744303702"/>
          <c:h val="0.88922026389782138"/>
        </c:manualLayout>
      </c:layout>
      <c:barChart>
        <c:barDir val="bar"/>
        <c:grouping val="clustered"/>
        <c:varyColors val="0"/>
        <c:ser>
          <c:idx val="0"/>
          <c:order val="0"/>
          <c:tx>
            <c:strRef>
              <c:f>Sheet1!$B$1</c:f>
              <c:strCache>
                <c:ptCount val="1"/>
                <c:pt idx="0">
                  <c:v>Risk ratio</c:v>
                </c:pt>
              </c:strCache>
            </c:strRef>
          </c:tx>
          <c:spPr>
            <a:solidFill>
              <a:schemeClr val="accent2"/>
            </a:solidFill>
            <a:ln>
              <a:noFill/>
            </a:ln>
            <a:effectLst/>
          </c:spPr>
          <c:invertIfNegative val="0"/>
          <c:dLbls>
            <c:numFmt formatCode="#,##0.00" sourceLinked="0"/>
            <c:spPr>
              <a:noFill/>
              <a:ln>
                <a:noFill/>
              </a:ln>
              <a:effectLst/>
            </c:spPr>
            <c:txPr>
              <a:bodyPr rot="0" spcFirstLastPara="1" vertOverflow="ellipsis" vert="horz" wrap="square" anchor="ctr" anchorCtr="1"/>
              <a:lstStyle/>
              <a:p>
                <a:pPr>
                  <a:defRPr sz="800" b="1"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Sheet1!$A$2:$A$31</c:f>
              <c:strCache>
                <c:ptCount val="30"/>
                <c:pt idx="0">
                  <c:v>Constipation </c:v>
                </c:pt>
                <c:pt idx="1">
                  <c:v>Viral hepatitis </c:v>
                </c:pt>
                <c:pt idx="2">
                  <c:v>Epilepsy</c:v>
                </c:pt>
                <c:pt idx="3">
                  <c:v>Multiple sclerosis </c:v>
                </c:pt>
                <c:pt idx="4">
                  <c:v>Visual impairment</c:v>
                </c:pt>
                <c:pt idx="5">
                  <c:v>Stroke or transient ischaemic attack </c:v>
                </c:pt>
                <c:pt idx="6">
                  <c:v>Painful condition</c:v>
                </c:pt>
                <c:pt idx="7">
                  <c:v>Irritable bowel syndrome</c:v>
                </c:pt>
                <c:pt idx="8">
                  <c:v>Cirrhosis/chronic liver disease/alcoholic liver disease </c:v>
                </c:pt>
                <c:pt idx="9">
                  <c:v>Coronary heart disease</c:v>
                </c:pt>
                <c:pt idx="10">
                  <c:v>Prostate disease</c:v>
                </c:pt>
                <c:pt idx="11">
                  <c:v>Heart failure</c:v>
                </c:pt>
                <c:pt idx="12">
                  <c:v>Any new cancer in the last 5 years </c:v>
                </c:pt>
                <c:pt idx="13">
                  <c:v>Thyrotoxicosis/thyroid disorders incl. hypothyroidism </c:v>
                </c:pt>
                <c:pt idx="14">
                  <c:v>Glaucoma</c:v>
                </c:pt>
                <c:pt idx="15">
                  <c:v>Dyspepsia</c:v>
                </c:pt>
                <c:pt idx="16">
                  <c:v>Peripheral vascular disease (PVO) </c:v>
                </c:pt>
                <c:pt idx="17">
                  <c:v>Oiverticular disease</c:v>
                </c:pt>
                <c:pt idx="18">
                  <c:v>Atrial fibrillation</c:v>
                </c:pt>
                <c:pt idx="19">
                  <c:v>Diabetes</c:v>
                </c:pt>
                <c:pt idx="20">
                  <c:v>Inflammatory arthritis and related conditions incl. gout </c:v>
                </c:pt>
                <c:pt idx="21">
                  <c:v>Inflammatory bowel disease</c:v>
                </c:pt>
                <c:pt idx="22">
                  <c:v>Hearing loss </c:v>
                </c:pt>
                <c:pt idx="23">
                  <c:v>Psoriasis or eczema </c:v>
                </c:pt>
                <c:pt idx="24">
                  <c:v>Chronic sinusitis </c:v>
                </c:pt>
                <c:pt idx="25">
                  <c:v>Active asthma </c:v>
                </c:pt>
                <c:pt idx="26">
                  <c:v>Migraine </c:v>
                </c:pt>
                <c:pt idx="27">
                  <c:v>Hypertension </c:v>
                </c:pt>
                <c:pt idx="28">
                  <c:v>Bronchiectasis</c:v>
                </c:pt>
                <c:pt idx="29">
                  <c:v>Chronic kidney disease</c:v>
                </c:pt>
              </c:strCache>
            </c:strRef>
          </c:cat>
          <c:val>
            <c:numRef>
              <c:f>Sheet1!$B$2:$B$31</c:f>
              <c:numCache>
                <c:formatCode>General</c:formatCode>
                <c:ptCount val="30"/>
                <c:pt idx="0">
                  <c:v>3.92</c:v>
                </c:pt>
                <c:pt idx="1">
                  <c:v>2.0299999999999998</c:v>
                </c:pt>
                <c:pt idx="2">
                  <c:v>1.79</c:v>
                </c:pt>
                <c:pt idx="3">
                  <c:v>1.53</c:v>
                </c:pt>
                <c:pt idx="4">
                  <c:v>1.37</c:v>
                </c:pt>
                <c:pt idx="5">
                  <c:v>1.37</c:v>
                </c:pt>
                <c:pt idx="6">
                  <c:v>1.34</c:v>
                </c:pt>
                <c:pt idx="7">
                  <c:v>1.33</c:v>
                </c:pt>
                <c:pt idx="8">
                  <c:v>1.27</c:v>
                </c:pt>
                <c:pt idx="9">
                  <c:v>1.22</c:v>
                </c:pt>
                <c:pt idx="10">
                  <c:v>1.25</c:v>
                </c:pt>
                <c:pt idx="11">
                  <c:v>1.17</c:v>
                </c:pt>
                <c:pt idx="12">
                  <c:v>1.1599999999999999</c:v>
                </c:pt>
                <c:pt idx="13">
                  <c:v>1.1499999999999999</c:v>
                </c:pt>
                <c:pt idx="14">
                  <c:v>1.1499999999999999</c:v>
                </c:pt>
                <c:pt idx="15">
                  <c:v>1.1299999999999999</c:v>
                </c:pt>
                <c:pt idx="16">
                  <c:v>1.08</c:v>
                </c:pt>
                <c:pt idx="17">
                  <c:v>1.06</c:v>
                </c:pt>
                <c:pt idx="18">
                  <c:v>1.03</c:v>
                </c:pt>
                <c:pt idx="19">
                  <c:v>1.02</c:v>
                </c:pt>
                <c:pt idx="20">
                  <c:v>1.02</c:v>
                </c:pt>
                <c:pt idx="21">
                  <c:v>1.02</c:v>
                </c:pt>
                <c:pt idx="22">
                  <c:v>1.01</c:v>
                </c:pt>
                <c:pt idx="23">
                  <c:v>0.93</c:v>
                </c:pt>
                <c:pt idx="24">
                  <c:v>0.91</c:v>
                </c:pt>
                <c:pt idx="25">
                  <c:v>0.88</c:v>
                </c:pt>
                <c:pt idx="26">
                  <c:v>0.84</c:v>
                </c:pt>
                <c:pt idx="27">
                  <c:v>0.82</c:v>
                </c:pt>
                <c:pt idx="28">
                  <c:v>0.81</c:v>
                </c:pt>
                <c:pt idx="29">
                  <c:v>0.8</c:v>
                </c:pt>
              </c:numCache>
            </c:numRef>
          </c:val>
          <c:extLst>
            <c:ext xmlns:c16="http://schemas.microsoft.com/office/drawing/2014/chart" uri="{C3380CC4-5D6E-409C-BE32-E72D297353CC}">
              <c16:uniqueId val="{00000000-D296-4AE5-988B-EA3446932DD1}"/>
            </c:ext>
          </c:extLst>
        </c:ser>
        <c:dLbls>
          <c:showLegendKey val="0"/>
          <c:showVal val="0"/>
          <c:showCatName val="0"/>
          <c:showSerName val="0"/>
          <c:showPercent val="0"/>
          <c:showBubbleSize val="0"/>
        </c:dLbls>
        <c:gapWidth val="100"/>
        <c:axId val="902562552"/>
        <c:axId val="902568128"/>
      </c:barChart>
      <c:catAx>
        <c:axId val="902562552"/>
        <c:scaling>
          <c:orientation val="maxMin"/>
        </c:scaling>
        <c:delete val="0"/>
        <c:axPos val="l"/>
        <c:numFmt formatCode="General" sourceLinked="1"/>
        <c:majorTickMark val="out"/>
        <c:minorTickMark val="none"/>
        <c:tickLblPos val="nextTo"/>
        <c:spPr>
          <a:noFill/>
          <a:ln w="19050" cap="flat" cmpd="sng" algn="ctr">
            <a:solidFill>
              <a:schemeClr val="tx2"/>
            </a:solidFill>
            <a:round/>
          </a:ln>
          <a:effectLst/>
        </c:spPr>
        <c:txPr>
          <a:bodyPr rot="-60000000" spcFirstLastPara="1" vertOverflow="ellipsis" vert="horz" wrap="square" anchor="ctr" anchorCtr="1"/>
          <a:lstStyle/>
          <a:p>
            <a:pPr>
              <a:defRPr sz="9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902568128"/>
        <c:crosses val="autoZero"/>
        <c:auto val="1"/>
        <c:lblAlgn val="ctr"/>
        <c:lblOffset val="100"/>
        <c:noMultiLvlLbl val="0"/>
      </c:catAx>
      <c:valAx>
        <c:axId val="902568128"/>
        <c:scaling>
          <c:orientation val="minMax"/>
          <c:max val="4"/>
        </c:scaling>
        <c:delete val="0"/>
        <c:axPos val="b"/>
        <c:majorGridlines>
          <c:spPr>
            <a:ln w="9525" cap="flat" cmpd="sng" algn="ctr">
              <a:noFill/>
              <a:round/>
            </a:ln>
            <a:effectLst/>
          </c:spPr>
        </c:majorGridlines>
        <c:numFmt formatCode="#,##0.0" sourceLinked="0"/>
        <c:majorTickMark val="out"/>
        <c:minorTickMark val="none"/>
        <c:tickLblPos val="nextTo"/>
        <c:spPr>
          <a:noFill/>
          <a:ln w="19050">
            <a:solidFill>
              <a:schemeClr val="tx2"/>
            </a:solidFill>
          </a:ln>
          <a:effectLst/>
        </c:spPr>
        <c:txPr>
          <a:bodyPr rot="-60000000" spcFirstLastPara="1" vertOverflow="ellipsis" vert="horz" wrap="square" anchor="ctr" anchorCtr="1"/>
          <a:lstStyle/>
          <a:p>
            <a:pPr>
              <a:defRPr sz="12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902562552"/>
        <c:crosses val="max"/>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200">
          <a:solidFill>
            <a:schemeClr val="tx1"/>
          </a:solidFill>
          <a:latin typeface="Arial" panose="020B0604020202020204" pitchFamily="34" charset="0"/>
          <a:cs typeface="Arial" panose="020B0604020202020204" pitchFamily="34" charset="0"/>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3" y="1"/>
            <a:ext cx="2945659" cy="495427"/>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sz="quarter" idx="1"/>
          </p:nvPr>
        </p:nvSpPr>
        <p:spPr>
          <a:xfrm>
            <a:off x="3850446" y="1"/>
            <a:ext cx="2945659" cy="495427"/>
          </a:xfrm>
          <a:prstGeom prst="rect">
            <a:avLst/>
          </a:prstGeom>
        </p:spPr>
        <p:txBody>
          <a:bodyPr vert="horz" lIns="91440" tIns="45720" rIns="91440" bIns="45720" rtlCol="0"/>
          <a:lstStyle>
            <a:lvl1pPr algn="r">
              <a:defRPr sz="1200"/>
            </a:lvl1pPr>
          </a:lstStyle>
          <a:p>
            <a:fld id="{3B6579D3-62B4-4809-8D0C-4876020E209D}" type="datetimeFigureOut">
              <a:rPr lang="en-GB" smtClean="0"/>
              <a:t>05/03/2025</a:t>
            </a:fld>
            <a:endParaRPr lang="en-GB" dirty="0"/>
          </a:p>
        </p:txBody>
      </p:sp>
      <p:sp>
        <p:nvSpPr>
          <p:cNvPr id="4" name="Footer Placeholder 3"/>
          <p:cNvSpPr>
            <a:spLocks noGrp="1"/>
          </p:cNvSpPr>
          <p:nvPr>
            <p:ph type="ftr" sz="quarter" idx="2"/>
          </p:nvPr>
        </p:nvSpPr>
        <p:spPr>
          <a:xfrm>
            <a:off x="3" y="9378824"/>
            <a:ext cx="2945659" cy="495426"/>
          </a:xfrm>
          <a:prstGeom prst="rect">
            <a:avLst/>
          </a:prstGeom>
        </p:spPr>
        <p:txBody>
          <a:bodyPr vert="horz" lIns="91440" tIns="45720" rIns="91440" bIns="45720" rtlCol="0" anchor="b"/>
          <a:lstStyle>
            <a:lvl1pPr algn="l">
              <a:defRPr sz="1200"/>
            </a:lvl1pPr>
          </a:lstStyle>
          <a:p>
            <a:endParaRPr lang="en-GB" dirty="0"/>
          </a:p>
        </p:txBody>
      </p:sp>
      <p:sp>
        <p:nvSpPr>
          <p:cNvPr id="5" name="Slide Number Placeholder 4"/>
          <p:cNvSpPr>
            <a:spLocks noGrp="1"/>
          </p:cNvSpPr>
          <p:nvPr>
            <p:ph type="sldNum" sz="quarter" idx="3"/>
          </p:nvPr>
        </p:nvSpPr>
        <p:spPr>
          <a:xfrm>
            <a:off x="3850446" y="9378824"/>
            <a:ext cx="2945659" cy="495426"/>
          </a:xfrm>
          <a:prstGeom prst="rect">
            <a:avLst/>
          </a:prstGeom>
        </p:spPr>
        <p:txBody>
          <a:bodyPr vert="horz" lIns="91440" tIns="45720" rIns="91440" bIns="45720" rtlCol="0" anchor="b"/>
          <a:lstStyle>
            <a:lvl1pPr algn="r">
              <a:defRPr sz="1200"/>
            </a:lvl1pPr>
          </a:lstStyle>
          <a:p>
            <a:fld id="{0BF24BB8-5B68-4097-BC86-B79371C4510A}" type="slidenum">
              <a:rPr lang="en-GB" smtClean="0"/>
              <a:t>‹#›</a:t>
            </a:fld>
            <a:endParaRPr lang="en-GB" dirty="0"/>
          </a:p>
        </p:txBody>
      </p:sp>
    </p:spTree>
    <p:extLst>
      <p:ext uri="{BB962C8B-B14F-4D97-AF65-F5344CB8AC3E}">
        <p14:creationId xmlns:p14="http://schemas.microsoft.com/office/powerpoint/2010/main" val="205820211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3" y="1"/>
            <a:ext cx="2945659" cy="495427"/>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50446" y="1"/>
            <a:ext cx="2945659" cy="495427"/>
          </a:xfrm>
          <a:prstGeom prst="rect">
            <a:avLst/>
          </a:prstGeom>
        </p:spPr>
        <p:txBody>
          <a:bodyPr vert="horz" lIns="91440" tIns="45720" rIns="91440" bIns="45720" rtlCol="0"/>
          <a:lstStyle>
            <a:lvl1pPr algn="r">
              <a:defRPr sz="1200"/>
            </a:lvl1pPr>
          </a:lstStyle>
          <a:p>
            <a:fld id="{799FA8D8-D74F-5A4A-BB10-7F88E22CEF6D}" type="datetimeFigureOut">
              <a:t>3/5/2025</a:t>
            </a:fld>
            <a:endParaRPr lang="en-US" dirty="0"/>
          </a:p>
        </p:txBody>
      </p:sp>
      <p:sp>
        <p:nvSpPr>
          <p:cNvPr id="4" name="Slide Image Placeholder 3"/>
          <p:cNvSpPr>
            <a:spLocks noGrp="1" noRot="1" noChangeAspect="1"/>
          </p:cNvSpPr>
          <p:nvPr>
            <p:ph type="sldImg" idx="2"/>
          </p:nvPr>
        </p:nvSpPr>
        <p:spPr>
          <a:xfrm>
            <a:off x="438150" y="1235075"/>
            <a:ext cx="5921375" cy="3330575"/>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79768" y="4751983"/>
            <a:ext cx="5438140" cy="3887986"/>
          </a:xfrm>
          <a:prstGeom prst="rect">
            <a:avLst/>
          </a:prstGeom>
        </p:spPr>
        <p:txBody>
          <a:bodyPr vert="horz" lIns="91440" tIns="45720" rIns="91440" bIns="45720" rtlCol="0"/>
          <a:lstStyle/>
          <a:p>
            <a:pPr lvl="0"/>
            <a:r>
              <a:rPr lang="da-DK"/>
              <a:t>Click to edit Master text styles</a:t>
            </a:r>
          </a:p>
          <a:p>
            <a:pPr lvl="1"/>
            <a:r>
              <a:rPr lang="da-DK"/>
              <a:t>Second level</a:t>
            </a:r>
          </a:p>
          <a:p>
            <a:pPr lvl="2"/>
            <a:r>
              <a:rPr lang="da-DK"/>
              <a:t>Third level</a:t>
            </a:r>
          </a:p>
          <a:p>
            <a:pPr lvl="3"/>
            <a:r>
              <a:rPr lang="da-DK"/>
              <a:t>Fourth level</a:t>
            </a:r>
          </a:p>
          <a:p>
            <a:pPr lvl="4"/>
            <a:r>
              <a:rPr lang="da-DK"/>
              <a:t>Fifth level</a:t>
            </a:r>
            <a:endParaRPr lang="en-US"/>
          </a:p>
        </p:txBody>
      </p:sp>
      <p:sp>
        <p:nvSpPr>
          <p:cNvPr id="6" name="Footer Placeholder 5"/>
          <p:cNvSpPr>
            <a:spLocks noGrp="1"/>
          </p:cNvSpPr>
          <p:nvPr>
            <p:ph type="ftr" sz="quarter" idx="4"/>
          </p:nvPr>
        </p:nvSpPr>
        <p:spPr>
          <a:xfrm>
            <a:off x="3" y="9378824"/>
            <a:ext cx="2945659" cy="495426"/>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50446" y="9378824"/>
            <a:ext cx="2945659" cy="495426"/>
          </a:xfrm>
          <a:prstGeom prst="rect">
            <a:avLst/>
          </a:prstGeom>
        </p:spPr>
        <p:txBody>
          <a:bodyPr vert="horz" lIns="91440" tIns="45720" rIns="91440" bIns="45720" rtlCol="0" anchor="b"/>
          <a:lstStyle>
            <a:lvl1pPr algn="r">
              <a:defRPr sz="1200"/>
            </a:lvl1pPr>
          </a:lstStyle>
          <a:p>
            <a:fld id="{037C2873-EBE5-CF42-9E30-7832FC02D1D9}" type="slidenum">
              <a:t>‹#›</a:t>
            </a:fld>
            <a:endParaRPr lang="en-US" dirty="0"/>
          </a:p>
        </p:txBody>
      </p:sp>
    </p:spTree>
    <p:extLst>
      <p:ext uri="{BB962C8B-B14F-4D97-AF65-F5344CB8AC3E}">
        <p14:creationId xmlns:p14="http://schemas.microsoft.com/office/powerpoint/2010/main" val="47269356"/>
      </p:ext>
    </p:extLst>
  </p:cSld>
  <p:clrMap bg1="lt1" tx1="dk1" bg2="lt2" tx2="dk2" accent1="accent1" accent2="accent2" accent3="accent3" accent4="accent4" accent5="accent5" accent6="accent6" hlink="hlink" folHlink="folHlink"/>
  <p:notesStyle>
    <a:lvl1pPr marL="0" algn="l" defTabSz="914400" rtl="0" eaLnBrk="1" latinLnBrk="0" hangingPunct="1">
      <a:spcBef>
        <a:spcPts val="360"/>
      </a:spcBef>
      <a:defRPr sz="1000" kern="1200">
        <a:solidFill>
          <a:schemeClr val="tx1"/>
        </a:solidFill>
        <a:latin typeface="+mn-lt"/>
        <a:ea typeface="+mn-ea"/>
        <a:cs typeface="+mn-cs"/>
      </a:defRPr>
    </a:lvl1pPr>
    <a:lvl2pPr marL="457200" algn="l" defTabSz="914400" rtl="0" eaLnBrk="1" latinLnBrk="0" hangingPunct="1">
      <a:spcBef>
        <a:spcPts val="360"/>
      </a:spcBef>
      <a:defRPr sz="1000" kern="1200">
        <a:solidFill>
          <a:schemeClr val="tx1"/>
        </a:solidFill>
        <a:latin typeface="+mn-lt"/>
        <a:ea typeface="+mn-ea"/>
        <a:cs typeface="+mn-cs"/>
      </a:defRPr>
    </a:lvl2pPr>
    <a:lvl3pPr marL="914400" algn="l" defTabSz="914400" rtl="0" eaLnBrk="1" latinLnBrk="0" hangingPunct="1">
      <a:spcBef>
        <a:spcPts val="360"/>
      </a:spcBef>
      <a:defRPr sz="1000" kern="1200">
        <a:solidFill>
          <a:schemeClr val="tx1"/>
        </a:solidFill>
        <a:latin typeface="+mn-lt"/>
        <a:ea typeface="+mn-ea"/>
        <a:cs typeface="+mn-cs"/>
      </a:defRPr>
    </a:lvl3pPr>
    <a:lvl4pPr marL="1371600" algn="l" defTabSz="914400" rtl="0" eaLnBrk="1" latinLnBrk="0" hangingPunct="1">
      <a:spcBef>
        <a:spcPts val="360"/>
      </a:spcBef>
      <a:defRPr sz="1000" kern="1200">
        <a:solidFill>
          <a:schemeClr val="tx1"/>
        </a:solidFill>
        <a:latin typeface="+mn-lt"/>
        <a:ea typeface="+mn-ea"/>
        <a:cs typeface="+mn-cs"/>
      </a:defRPr>
    </a:lvl4pPr>
    <a:lvl5pPr marL="1828800" algn="l" defTabSz="914400" rtl="0" eaLnBrk="1" latinLnBrk="0" hangingPunct="1">
      <a:spcBef>
        <a:spcPts val="360"/>
      </a:spcBef>
      <a:defRPr sz="10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p:cNvSpPr>
            <a:spLocks noGrp="1"/>
          </p:cNvSpPr>
          <p:nvPr>
            <p:ph type="sldNum" sz="quarter" idx="10"/>
          </p:nvPr>
        </p:nvSpPr>
        <p:spPr/>
        <p:txBody>
          <a:bodyPr/>
          <a:lstStyle/>
          <a:p>
            <a:fld id="{037C2873-EBE5-CF42-9E30-7832FC02D1D9}" type="slidenum">
              <a:rPr lang="en-GB" smtClean="0"/>
              <a:t>1</a:t>
            </a:fld>
            <a:endParaRPr lang="en-GB"/>
          </a:p>
        </p:txBody>
      </p:sp>
    </p:spTree>
    <p:extLst>
      <p:ext uri="{BB962C8B-B14F-4D97-AF65-F5344CB8AC3E}">
        <p14:creationId xmlns:p14="http://schemas.microsoft.com/office/powerpoint/2010/main" val="26305336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768" y="4726148"/>
            <a:ext cx="5438140" cy="4224482"/>
          </a:xfrm>
        </p:spPr>
        <p:txBody>
          <a:bodyPr/>
          <a:lstStyle/>
          <a:p>
            <a:r>
              <a:rPr lang="en-GB" dirty="0"/>
              <a:t>Nearly all patients with Parkinson’s disease (PD) experience non-motor symptoms at some stage of the disease.</a:t>
            </a:r>
            <a:r>
              <a:rPr lang="en-GB" baseline="30000" dirty="0"/>
              <a:t>2</a:t>
            </a:r>
            <a:r>
              <a:rPr lang="en-GB" dirty="0"/>
              <a:t> Psychiatric symptoms are the most frequent non-motor symptoms, reported by approximately two-thirds of patients with PD.</a:t>
            </a:r>
            <a:r>
              <a:rPr lang="en-GB" baseline="30000" dirty="0"/>
              <a:t>2</a:t>
            </a:r>
            <a:r>
              <a:rPr lang="en-GB" dirty="0"/>
              <a:t> These symptoms may include dementia, psychosis, depression, anxiety, apathy, impulse control disorders, and fatigue.</a:t>
            </a:r>
            <a:r>
              <a:rPr lang="en-GB" baseline="30000" dirty="0"/>
              <a:t>2</a:t>
            </a:r>
            <a:endParaRPr lang="en-GB" dirty="0"/>
          </a:p>
          <a:p>
            <a:r>
              <a:rPr lang="en-GB" dirty="0"/>
              <a:t>Psychosis and dementia are often found together in PD, and both contribute to reduced quality of life, increase the risk of morbidity and mortality, and reduce the ability of patients to perform everyday tasks and live independently.</a:t>
            </a:r>
            <a:r>
              <a:rPr lang="en-GB" baseline="30000" dirty="0"/>
              <a:t>2</a:t>
            </a:r>
            <a:endParaRPr lang="en-GB" dirty="0"/>
          </a:p>
          <a:p>
            <a:r>
              <a:rPr lang="en-GB" dirty="0"/>
              <a:t>PD is associated with numerous non-motor symptoms – caused by damage to the autonomic nervous system – leading to impaired control of internal organs, such as the bladder, gastrointestinal tract, and the cardiovascular system.</a:t>
            </a:r>
            <a:r>
              <a:rPr lang="en-GB" baseline="30000" dirty="0"/>
              <a:t>3</a:t>
            </a:r>
            <a:endParaRPr lang="en-GB" dirty="0"/>
          </a:p>
          <a:p>
            <a:r>
              <a:rPr lang="en-GB" dirty="0"/>
              <a:t>It can be difficult to know whether or not non-motor symptoms are directly attributable to PD-related neurodegeneration, since many of the symptoms are found in people of a similar age without the disease.</a:t>
            </a:r>
            <a:r>
              <a:rPr lang="en-GB" baseline="30000" dirty="0"/>
              <a:t>3</a:t>
            </a:r>
            <a:r>
              <a:rPr lang="en-GB" dirty="0"/>
              <a:t> Some authors, therefore, refer to non-motor symptoms as PD-associated ‘comorbidities’ – i.e., health problems that occur at the same time as PD – rather than ‘symptoms’</a:t>
            </a:r>
            <a:r>
              <a:rPr lang="en-GB" baseline="0" dirty="0"/>
              <a:t>.</a:t>
            </a:r>
            <a:r>
              <a:rPr lang="en-GB" baseline="30000" dirty="0"/>
              <a:t>3</a:t>
            </a:r>
            <a:endParaRPr lang="en-GB" baseline="0" dirty="0"/>
          </a:p>
          <a:p>
            <a:r>
              <a:rPr lang="en-GB" dirty="0"/>
              <a:t> </a:t>
            </a:r>
          </a:p>
          <a:p>
            <a:r>
              <a:rPr lang="en-GB" dirty="0"/>
              <a:t>References:</a:t>
            </a:r>
          </a:p>
          <a:p>
            <a:pPr marL="228600" indent="-228600">
              <a:buFont typeface="+mj-lt"/>
              <a:buAutoNum type="arabicPeriod"/>
            </a:pPr>
            <a:r>
              <a:rPr lang="it-IT" dirty="0"/>
              <a:t>Barone P, Antonini A, Colosimo C, et al. </a:t>
            </a:r>
            <a:r>
              <a:rPr lang="en-GB" dirty="0"/>
              <a:t>The PRIAMO study: a </a:t>
            </a:r>
            <a:r>
              <a:rPr lang="en-GB" dirty="0" err="1"/>
              <a:t>multicenter</a:t>
            </a:r>
            <a:r>
              <a:rPr lang="en-GB" dirty="0"/>
              <a:t> assessment of nonmotor symptoms and their impact on quality of life in Parkinson’s disease. Mov </a:t>
            </a:r>
            <a:r>
              <a:rPr lang="en-GB" dirty="0" err="1"/>
              <a:t>Disord</a:t>
            </a:r>
            <a:r>
              <a:rPr lang="en-GB" dirty="0"/>
              <a:t> 2009; 24 (11): 1641–1649.</a:t>
            </a:r>
          </a:p>
          <a:p>
            <a:pPr marL="228600" indent="-228600">
              <a:buFont typeface="+mj-lt"/>
              <a:buAutoNum type="arabicPeriod"/>
            </a:pPr>
            <a:r>
              <a:rPr lang="en-GB" dirty="0"/>
              <a:t>Goldman JG, Holden S. Treatment of psychosis and dementia in Parkinson’s disease. </a:t>
            </a:r>
            <a:r>
              <a:rPr lang="en-GB" dirty="0" err="1"/>
              <a:t>Curr</a:t>
            </a:r>
            <a:r>
              <a:rPr lang="en-GB" dirty="0"/>
              <a:t> Treat Options </a:t>
            </a:r>
            <a:r>
              <a:rPr lang="en-GB" dirty="0" err="1"/>
              <a:t>Neurol</a:t>
            </a:r>
            <a:r>
              <a:rPr lang="en-GB" dirty="0"/>
              <a:t> 2014; 16 (3): 281.</a:t>
            </a:r>
          </a:p>
          <a:p>
            <a:pPr marL="228600" indent="-228600">
              <a:buFont typeface="+mj-lt"/>
              <a:buAutoNum type="arabicPeriod"/>
            </a:pPr>
            <a:r>
              <a:rPr lang="en-GB" dirty="0"/>
              <a:t>Pfeiffer RF. Non-motor symptoms in Parkinson’s disease. Parkinsonism </a:t>
            </a:r>
            <a:r>
              <a:rPr lang="en-GB" dirty="0" err="1"/>
              <a:t>Relat</a:t>
            </a:r>
            <a:r>
              <a:rPr lang="en-GB" dirty="0"/>
              <a:t> </a:t>
            </a:r>
            <a:r>
              <a:rPr lang="en-GB" dirty="0" err="1"/>
              <a:t>Disord</a:t>
            </a:r>
            <a:r>
              <a:rPr lang="en-GB" dirty="0"/>
              <a:t> 2016; (</a:t>
            </a:r>
            <a:r>
              <a:rPr lang="en-GB" dirty="0" err="1"/>
              <a:t>Suppl</a:t>
            </a:r>
            <a:r>
              <a:rPr lang="en-GB" dirty="0"/>
              <a:t> 1): S119–S122. </a:t>
            </a:r>
          </a:p>
          <a:p>
            <a:pPr marL="228600" indent="-228600">
              <a:buFont typeface="+mj-lt"/>
              <a:buAutoNum type="arabicPeriod"/>
            </a:pPr>
            <a:r>
              <a:rPr lang="en-US" dirty="0"/>
              <a:t>Martinez-Martin P, Rodriguez-</a:t>
            </a:r>
            <a:r>
              <a:rPr lang="en-US" dirty="0" err="1"/>
              <a:t>Blazquez</a:t>
            </a:r>
            <a:r>
              <a:rPr lang="en-US" dirty="0"/>
              <a:t> C, Kurtis MM, et al. The impact of non-motor symptoms on health-related quality of life of patients with Parkinson’s disease. Mov </a:t>
            </a:r>
            <a:r>
              <a:rPr lang="en-US" dirty="0" err="1"/>
              <a:t>Disord</a:t>
            </a:r>
            <a:r>
              <a:rPr lang="en-US" dirty="0"/>
              <a:t> 2011; 26 (3): 399–406.</a:t>
            </a:r>
          </a:p>
          <a:p>
            <a:pPr marL="228600" indent="-228600">
              <a:buFont typeface="+mj-lt"/>
              <a:buAutoNum type="arabicPeriod"/>
            </a:pPr>
            <a:r>
              <a:rPr lang="en-US" dirty="0"/>
              <a:t>Lim SY, Lang AE.</a:t>
            </a:r>
            <a:r>
              <a:rPr lang="en-GB" dirty="0"/>
              <a:t> </a:t>
            </a:r>
            <a:r>
              <a:rPr lang="en-US" dirty="0"/>
              <a:t>The nonmotor symptoms of Parkinson’s disease – an overview. Mov </a:t>
            </a:r>
            <a:r>
              <a:rPr lang="en-US" dirty="0" err="1"/>
              <a:t>Disord</a:t>
            </a:r>
            <a:r>
              <a:rPr lang="en-US" dirty="0"/>
              <a:t> 2010; 25 (Suppl 1): S123–130. </a:t>
            </a:r>
          </a:p>
          <a:p>
            <a:pPr marL="228600" indent="-228600">
              <a:buFont typeface="+mj-lt"/>
              <a:buAutoNum type="arabicPeriod"/>
            </a:pPr>
            <a:r>
              <a:rPr lang="en-GB" dirty="0" err="1"/>
              <a:t>Litvan</a:t>
            </a:r>
            <a:r>
              <a:rPr lang="en-GB" dirty="0"/>
              <a:t> I, Goldman JG, </a:t>
            </a:r>
            <a:r>
              <a:rPr lang="en-GB" dirty="0" err="1"/>
              <a:t>Tröster</a:t>
            </a:r>
            <a:r>
              <a:rPr lang="en-GB" dirty="0"/>
              <a:t> AI, et al. Diagnostic criteria for mild cognitive impairment in Parkinson’s disease: Movement Disorder Society task force guidelines. Mov </a:t>
            </a:r>
            <a:r>
              <a:rPr lang="en-GB" dirty="0" err="1"/>
              <a:t>Disord</a:t>
            </a:r>
            <a:r>
              <a:rPr lang="en-GB" dirty="0"/>
              <a:t> 2012; 27 (3): 349–356.</a:t>
            </a:r>
          </a:p>
        </p:txBody>
      </p:sp>
      <p:sp>
        <p:nvSpPr>
          <p:cNvPr id="4" name="Slide Number Placeholder 3"/>
          <p:cNvSpPr>
            <a:spLocks noGrp="1"/>
          </p:cNvSpPr>
          <p:nvPr>
            <p:ph type="sldNum" sz="quarter" idx="10"/>
          </p:nvPr>
        </p:nvSpPr>
        <p:spPr/>
        <p:txBody>
          <a:bodyPr/>
          <a:lstStyle/>
          <a:p>
            <a:fld id="{037C2873-EBE5-CF42-9E30-7832FC02D1D9}" type="slidenum">
              <a:rPr lang="en-GB" smtClean="0"/>
              <a:t>2</a:t>
            </a:fld>
            <a:endParaRPr lang="en-GB" dirty="0"/>
          </a:p>
        </p:txBody>
      </p:sp>
    </p:spTree>
    <p:extLst>
      <p:ext uri="{BB962C8B-B14F-4D97-AF65-F5344CB8AC3E}">
        <p14:creationId xmlns:p14="http://schemas.microsoft.com/office/powerpoint/2010/main" val="15394302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768" y="4726150"/>
            <a:ext cx="5438140" cy="4252750"/>
          </a:xfrm>
        </p:spPr>
        <p:txBody>
          <a:bodyPr/>
          <a:lstStyle/>
          <a:p>
            <a:r>
              <a:rPr lang="en-GB" dirty="0"/>
              <a:t>The non-motor symptoms of PD can be grouped into four domains: autonomic (including gastrointestinal, genitourinary, and cardiovascular symptoms), sleep disorders; neuropsychiatric disorders; and sensory and other symptoms (including pain and fatigue).</a:t>
            </a:r>
            <a:r>
              <a:rPr lang="en-GB" baseline="30000" dirty="0"/>
              <a:t>1-4</a:t>
            </a:r>
            <a:r>
              <a:rPr lang="en-GB" dirty="0"/>
              <a:t> Many of these symptoms are treatable, mostly with drug therapy, but sometimes with non-pharmacological approaches.</a:t>
            </a:r>
            <a:r>
              <a:rPr lang="en-GB" baseline="30000" dirty="0"/>
              <a:t>1,2</a:t>
            </a:r>
            <a:r>
              <a:rPr lang="en-GB" dirty="0"/>
              <a:t> Routine screening of patients with validated questionnaires may help to identify and treat symptoms effectively, as they arise.</a:t>
            </a:r>
            <a:r>
              <a:rPr lang="en-GB" baseline="30000" dirty="0"/>
              <a:t>5,6</a:t>
            </a:r>
            <a:endParaRPr lang="en-GB" dirty="0"/>
          </a:p>
          <a:p>
            <a:r>
              <a:rPr lang="en-GB" dirty="0"/>
              <a:t> </a:t>
            </a:r>
          </a:p>
          <a:p>
            <a:r>
              <a:rPr lang="en-GB" dirty="0"/>
              <a:t>References:</a:t>
            </a:r>
          </a:p>
          <a:p>
            <a:pPr marL="228600" indent="-228600">
              <a:buFont typeface="+mj-lt"/>
              <a:buAutoNum type="arabicPeriod"/>
            </a:pPr>
            <a:r>
              <a:rPr lang="en-GB" dirty="0" err="1"/>
              <a:t>Erro</a:t>
            </a:r>
            <a:r>
              <a:rPr lang="en-GB" dirty="0"/>
              <a:t> R, Santangelo G, Barone P, Vitale C. Nonmotor symptoms of Parkinson’s disease: classification and management. J Parkinson Restless Leg </a:t>
            </a:r>
            <a:r>
              <a:rPr lang="en-GB" dirty="0" err="1"/>
              <a:t>Synd</a:t>
            </a:r>
            <a:r>
              <a:rPr lang="en-GB" dirty="0"/>
              <a:t> 2015; 5: 1–10.</a:t>
            </a:r>
          </a:p>
          <a:p>
            <a:pPr marL="228600" indent="-228600">
              <a:buFont typeface="+mj-lt"/>
              <a:buAutoNum type="arabicPeriod"/>
            </a:pPr>
            <a:r>
              <a:rPr lang="en-GB" dirty="0" err="1"/>
              <a:t>Schapira</a:t>
            </a:r>
            <a:r>
              <a:rPr lang="en-GB" dirty="0"/>
              <a:t> AHV, Chaudhuri KR, Jenner P. Non-motor features of Parkinson disease. Nat Rev </a:t>
            </a:r>
            <a:r>
              <a:rPr lang="en-GB" dirty="0" err="1"/>
              <a:t>Neurosci</a:t>
            </a:r>
            <a:r>
              <a:rPr lang="en-GB" dirty="0"/>
              <a:t> 2017; 18 (7): 435–450.</a:t>
            </a:r>
          </a:p>
          <a:p>
            <a:pPr marL="228600" indent="-228600">
              <a:buFont typeface="+mj-lt"/>
              <a:buAutoNum type="arabicPeriod"/>
            </a:pPr>
            <a:r>
              <a:rPr lang="en-GB" dirty="0"/>
              <a:t>Schrag A, </a:t>
            </a:r>
            <a:r>
              <a:rPr lang="en-GB" dirty="0" err="1"/>
              <a:t>Bohlken</a:t>
            </a:r>
            <a:r>
              <a:rPr lang="en-GB" dirty="0"/>
              <a:t> J, </a:t>
            </a:r>
            <a:r>
              <a:rPr lang="en-GB" dirty="0" err="1"/>
              <a:t>Dammertz</a:t>
            </a:r>
            <a:r>
              <a:rPr lang="en-GB" dirty="0"/>
              <a:t> L, et al. Widening the spectrum of risk factors, comorbidities, and prodromal features of Parkinson disease. JAMA </a:t>
            </a:r>
            <a:r>
              <a:rPr lang="en-GB" dirty="0" err="1"/>
              <a:t>Neurol</a:t>
            </a:r>
            <a:r>
              <a:rPr lang="en-GB" dirty="0"/>
              <a:t> 2023; 80 (2): 161–171.</a:t>
            </a:r>
          </a:p>
          <a:p>
            <a:pPr marL="228600" indent="-228600">
              <a:buFont typeface="+mj-lt"/>
              <a:buAutoNum type="arabicPeriod"/>
            </a:pPr>
            <a:r>
              <a:rPr lang="en-GB" dirty="0"/>
              <a:t>Rodriguez-</a:t>
            </a:r>
            <a:r>
              <a:rPr lang="en-GB" dirty="0" err="1"/>
              <a:t>Blazquez</a:t>
            </a:r>
            <a:r>
              <a:rPr lang="en-GB" dirty="0"/>
              <a:t> C, Schrag A, </a:t>
            </a:r>
            <a:r>
              <a:rPr lang="en-GB" dirty="0" err="1"/>
              <a:t>Rizos</a:t>
            </a:r>
            <a:r>
              <a:rPr lang="en-GB" dirty="0"/>
              <a:t> A, et al. Prevalence of non-motor symptoms and non-motor fluctuations in Parkinson’s disease using the MDS-NMS. Mov </a:t>
            </a:r>
            <a:r>
              <a:rPr lang="en-GB" dirty="0" err="1"/>
              <a:t>Disord</a:t>
            </a:r>
            <a:r>
              <a:rPr lang="en-GB" dirty="0"/>
              <a:t> Clin </a:t>
            </a:r>
            <a:r>
              <a:rPr lang="en-GB" dirty="0" err="1"/>
              <a:t>Pract</a:t>
            </a:r>
            <a:r>
              <a:rPr lang="en-GB" dirty="0"/>
              <a:t> 2020; 8 (2): 231–239.</a:t>
            </a:r>
          </a:p>
          <a:p>
            <a:pPr marL="228600" indent="-228600">
              <a:buFont typeface="+mj-lt"/>
              <a:buAutoNum type="arabicPeriod"/>
            </a:pPr>
            <a:r>
              <a:rPr lang="en-GB" dirty="0"/>
              <a:t>Chaudhuri KR, </a:t>
            </a:r>
            <a:r>
              <a:rPr lang="en-GB" dirty="0" err="1"/>
              <a:t>Sauerbier</a:t>
            </a:r>
            <a:r>
              <a:rPr lang="en-GB" dirty="0"/>
              <a:t> A, Rojo JM, et al. The burden of non-motor symptoms in Parkinson’s disease using a self-completed non-motor questionnaire: a simple grading system. Parkinsonism </a:t>
            </a:r>
            <a:r>
              <a:rPr lang="en-GB" dirty="0" err="1"/>
              <a:t>Relat</a:t>
            </a:r>
            <a:r>
              <a:rPr lang="en-GB" dirty="0"/>
              <a:t> </a:t>
            </a:r>
            <a:r>
              <a:rPr lang="en-GB" dirty="0" err="1"/>
              <a:t>Disord</a:t>
            </a:r>
            <a:r>
              <a:rPr lang="en-GB" dirty="0"/>
              <a:t> 2015; 21 (3): 287–291. </a:t>
            </a:r>
          </a:p>
          <a:p>
            <a:pPr marL="228600" indent="-228600">
              <a:buFont typeface="+mj-lt"/>
              <a:buAutoNum type="arabicPeriod"/>
            </a:pPr>
            <a:r>
              <a:rPr lang="en-GB" dirty="0"/>
              <a:t>Parkinson’s UK website. Non-motor symptoms questionnaire (‘</a:t>
            </a:r>
            <a:r>
              <a:rPr lang="en-GB" dirty="0" err="1"/>
              <a:t>NMSQuest</a:t>
            </a:r>
            <a:r>
              <a:rPr lang="en-GB" dirty="0"/>
              <a:t>’). https://www.parkinsons.org.uk/sites/default/files/publications/download/english/nms_questionnaire.pdf. Accessed February 2025.</a:t>
            </a:r>
          </a:p>
        </p:txBody>
      </p:sp>
      <p:sp>
        <p:nvSpPr>
          <p:cNvPr id="4" name="Slide Number Placeholder 3"/>
          <p:cNvSpPr>
            <a:spLocks noGrp="1"/>
          </p:cNvSpPr>
          <p:nvPr>
            <p:ph type="sldNum" sz="quarter" idx="10"/>
          </p:nvPr>
        </p:nvSpPr>
        <p:spPr/>
        <p:txBody>
          <a:bodyPr/>
          <a:lstStyle/>
          <a:p>
            <a:fld id="{037C2873-EBE5-CF42-9E30-7832FC02D1D9}" type="slidenum">
              <a:rPr lang="en-GB" smtClean="0"/>
              <a:t>3</a:t>
            </a:fld>
            <a:endParaRPr lang="en-GB"/>
          </a:p>
        </p:txBody>
      </p:sp>
    </p:spTree>
    <p:extLst>
      <p:ext uri="{BB962C8B-B14F-4D97-AF65-F5344CB8AC3E}">
        <p14:creationId xmlns:p14="http://schemas.microsoft.com/office/powerpoint/2010/main" val="9623117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768" y="4751982"/>
            <a:ext cx="5438140" cy="4521557"/>
          </a:xfrm>
        </p:spPr>
        <p:txBody>
          <a:bodyPr/>
          <a:lstStyle/>
          <a:p>
            <a:r>
              <a:rPr lang="en-GB" dirty="0"/>
              <a:t>One of the main principles of caring for patients with PD is to preserve quality of life as much as possible, particularly during the later stages of the disease.</a:t>
            </a:r>
            <a:r>
              <a:rPr lang="en-GB" baseline="30000" dirty="0"/>
              <a:t>1</a:t>
            </a:r>
            <a:r>
              <a:rPr lang="en-GB" dirty="0"/>
              <a:t> </a:t>
            </a:r>
            <a:r>
              <a:rPr lang="en-US" dirty="0"/>
              <a:t>Historically, the focus of clinical care has been on the detection and control of motor symptoms, but there is now a greater recognition that non-motor symptoms also need to be identified and treated.</a:t>
            </a:r>
            <a:r>
              <a:rPr lang="en-GB" baseline="30000" dirty="0"/>
              <a:t>1</a:t>
            </a:r>
            <a:endParaRPr lang="en-GB" dirty="0"/>
          </a:p>
          <a:p>
            <a:r>
              <a:rPr lang="en-GB" dirty="0"/>
              <a:t>Not all non-motor symptoms have an equal impact of quality of life, however.</a:t>
            </a:r>
            <a:r>
              <a:rPr lang="en-GB" baseline="30000" dirty="0"/>
              <a:t>1</a:t>
            </a:r>
            <a:r>
              <a:rPr lang="en-GB" dirty="0"/>
              <a:t> Studies suggest that sleep disorders – and the fatigue they can lead to – are common and have a significant negative impact on quality of life.</a:t>
            </a:r>
            <a:r>
              <a:rPr lang="en-GB" baseline="30000" dirty="0"/>
              <a:t>1</a:t>
            </a:r>
            <a:r>
              <a:rPr lang="en-GB" dirty="0"/>
              <a:t> Mood disorders and cognitive decline are also particularly important determinants of quality of life in people living with PD, both patients and caregivers.</a:t>
            </a:r>
            <a:r>
              <a:rPr lang="en-GB" baseline="30000" dirty="0"/>
              <a:t>3-5</a:t>
            </a:r>
            <a:endParaRPr lang="en-GB" dirty="0"/>
          </a:p>
          <a:p>
            <a:r>
              <a:rPr lang="en-GB" dirty="0"/>
              <a:t> </a:t>
            </a:r>
          </a:p>
          <a:p>
            <a:r>
              <a:rPr lang="en-GB" dirty="0"/>
              <a:t>References:</a:t>
            </a:r>
          </a:p>
          <a:p>
            <a:pPr marL="228600" indent="-228600">
              <a:buFont typeface="+mj-lt"/>
              <a:buAutoNum type="arabicPeriod"/>
            </a:pPr>
            <a:r>
              <a:rPr lang="en-GB" dirty="0"/>
              <a:t>Prakash KM, Nadkarni NV, Lye WK, et al. The impact of non-motor symptoms on the quality of life of Parkinson’s disease patients: a longitudinal study. </a:t>
            </a:r>
            <a:r>
              <a:rPr lang="en-GB" dirty="0" err="1"/>
              <a:t>Eur</a:t>
            </a:r>
            <a:r>
              <a:rPr lang="en-GB" dirty="0"/>
              <a:t> J </a:t>
            </a:r>
            <a:r>
              <a:rPr lang="en-GB" dirty="0" err="1"/>
              <a:t>Neurol</a:t>
            </a:r>
            <a:r>
              <a:rPr lang="en-GB" dirty="0"/>
              <a:t> 2016; 23 (5): 854–860.</a:t>
            </a:r>
          </a:p>
          <a:p>
            <a:pPr marL="228600" indent="-228600">
              <a:buFont typeface="+mj-lt"/>
              <a:buAutoNum type="arabicPeriod"/>
            </a:pPr>
            <a:r>
              <a:rPr lang="nl-NL" dirty="0"/>
              <a:t>Duncan GW, Khoo TK, Yarnall AJ, et al. </a:t>
            </a:r>
            <a:r>
              <a:rPr lang="en-GB" dirty="0"/>
              <a:t>Health-related quality of life in early Parkinson’s disease: the impact of nonmotor symptoms. </a:t>
            </a:r>
            <a:r>
              <a:rPr lang="nl-NL" dirty="0"/>
              <a:t>Mov Disord 2014; 29 (2): 195–202.</a:t>
            </a:r>
            <a:endParaRPr lang="en-GB" dirty="0"/>
          </a:p>
          <a:p>
            <a:pPr marL="228600" indent="-228600">
              <a:buFont typeface="+mj-lt"/>
              <a:buAutoNum type="arabicPeriod"/>
            </a:pPr>
            <a:r>
              <a:rPr lang="en-US" dirty="0"/>
              <a:t>Connolly B, Fox SH. Treatment of cognitive, psychiatric, and affective disorders associated with Parkinson's disease. Neurotherapeutics 2014; 11 (1): 78–91.</a:t>
            </a:r>
          </a:p>
          <a:p>
            <a:pPr marL="228600" indent="-228600">
              <a:buFont typeface="+mj-lt"/>
              <a:buAutoNum type="arabicPeriod"/>
            </a:pPr>
            <a:r>
              <a:rPr lang="en-GB" dirty="0"/>
              <a:t>Jones AJ, </a:t>
            </a:r>
            <a:r>
              <a:rPr lang="en-GB" dirty="0" err="1"/>
              <a:t>Kuijer</a:t>
            </a:r>
            <a:r>
              <a:rPr lang="en-GB" dirty="0"/>
              <a:t> RG, Livingston L, et al. Caregiver burden is increased in Parkinson’s disease with mild cognitive impairment (PD-MCI). </a:t>
            </a:r>
            <a:r>
              <a:rPr lang="en-GB" dirty="0" err="1"/>
              <a:t>Transl</a:t>
            </a:r>
            <a:r>
              <a:rPr lang="en-GB" dirty="0"/>
              <a:t> </a:t>
            </a:r>
            <a:r>
              <a:rPr lang="en-GB" dirty="0" err="1"/>
              <a:t>Neurodegener</a:t>
            </a:r>
            <a:r>
              <a:rPr lang="en-GB" dirty="0"/>
              <a:t> 2017; 6: 17.</a:t>
            </a:r>
          </a:p>
          <a:p>
            <a:pPr marL="228600" indent="-228600">
              <a:buFont typeface="+mj-lt"/>
              <a:buAutoNum type="arabicPeriod"/>
            </a:pPr>
            <a:r>
              <a:rPr lang="en-US" dirty="0"/>
              <a:t>Lim SY, Tan AH, Fox SH, et al. Integrating patient concerns into Parkinson’s disease management. Curr Neurol </a:t>
            </a:r>
            <a:r>
              <a:rPr lang="en-US" dirty="0" err="1"/>
              <a:t>Neurosci</a:t>
            </a:r>
            <a:r>
              <a:rPr lang="en-US" dirty="0"/>
              <a:t> Rep 2017; 17 (1): 3.</a:t>
            </a:r>
          </a:p>
        </p:txBody>
      </p:sp>
      <p:sp>
        <p:nvSpPr>
          <p:cNvPr id="4" name="Slide Number Placeholder 3"/>
          <p:cNvSpPr>
            <a:spLocks noGrp="1"/>
          </p:cNvSpPr>
          <p:nvPr>
            <p:ph type="sldNum" sz="quarter" idx="10"/>
          </p:nvPr>
        </p:nvSpPr>
        <p:spPr/>
        <p:txBody>
          <a:bodyPr/>
          <a:lstStyle/>
          <a:p>
            <a:fld id="{037C2873-EBE5-CF42-9E30-7832FC02D1D9}" type="slidenum">
              <a:rPr lang="en-GB" smtClean="0"/>
              <a:t>4</a:t>
            </a:fld>
            <a:endParaRPr lang="en-GB" dirty="0"/>
          </a:p>
        </p:txBody>
      </p:sp>
    </p:spTree>
    <p:extLst>
      <p:ext uri="{BB962C8B-B14F-4D97-AF65-F5344CB8AC3E}">
        <p14:creationId xmlns:p14="http://schemas.microsoft.com/office/powerpoint/2010/main" val="6733593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037C2873-EBE5-CF42-9E30-7832FC02D1D9}" type="slidenum">
              <a:rPr lang="en-GB" smtClean="0"/>
              <a:t>5</a:t>
            </a:fld>
            <a:endParaRPr lang="en-GB"/>
          </a:p>
        </p:txBody>
      </p:sp>
    </p:spTree>
    <p:extLst>
      <p:ext uri="{BB962C8B-B14F-4D97-AF65-F5344CB8AC3E}">
        <p14:creationId xmlns:p14="http://schemas.microsoft.com/office/powerpoint/2010/main" val="31281811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768" y="4726151"/>
            <a:ext cx="5438140" cy="4281012"/>
          </a:xfrm>
        </p:spPr>
        <p:txBody>
          <a:bodyPr/>
          <a:lstStyle/>
          <a:p>
            <a:r>
              <a:rPr lang="en-GB" dirty="0"/>
              <a:t>Although the neuropathology underlying cognitive impairments in PD broadly conforms to what is termed a ‘subcortical’ syndrome, there is considerable inter-patient heterogeneity.</a:t>
            </a:r>
            <a:r>
              <a:rPr lang="en-GB" baseline="30000" dirty="0"/>
              <a:t>6</a:t>
            </a:r>
            <a:r>
              <a:rPr lang="en-GB" dirty="0"/>
              <a:t> This variation has led to the suggestion that patients with PD and cognitive impairments can be categorised into those with either </a:t>
            </a:r>
            <a:r>
              <a:rPr lang="en-GB" dirty="0" err="1"/>
              <a:t>frontostriatal</a:t>
            </a:r>
            <a:r>
              <a:rPr lang="en-GB" dirty="0"/>
              <a:t>, or posterior cortical, disruption.</a:t>
            </a:r>
            <a:r>
              <a:rPr lang="en-GB" baseline="30000" dirty="0"/>
              <a:t>6-9</a:t>
            </a:r>
            <a:r>
              <a:rPr lang="en-GB" dirty="0"/>
              <a:t> Interestingly, it has been suggested that the pathology underlying a patient’s cognitive impairment can predict the subsequent development of dementia.</a:t>
            </a:r>
            <a:r>
              <a:rPr lang="en-GB" baseline="30000" dirty="0"/>
              <a:t>9</a:t>
            </a:r>
            <a:r>
              <a:rPr lang="en-GB" dirty="0"/>
              <a:t> The five-year ‘</a:t>
            </a:r>
            <a:r>
              <a:rPr lang="en-GB" dirty="0" err="1"/>
              <a:t>CamPaIGN</a:t>
            </a:r>
            <a:r>
              <a:rPr lang="en-GB" dirty="0"/>
              <a:t>’ cohort study observed that patients with ‘frontal–executive’ impairments (linked to </a:t>
            </a:r>
            <a:r>
              <a:rPr lang="en-GB" i="1" dirty="0"/>
              <a:t>COMT</a:t>
            </a:r>
            <a:r>
              <a:rPr lang="en-GB" dirty="0"/>
              <a:t> genotype and dopaminergic medication) are significantly less likely to develop dementia, whereas patients with ‘posterior–cortical’ impairments (linked to </a:t>
            </a:r>
            <a:r>
              <a:rPr lang="en-GB" i="1" dirty="0"/>
              <a:t>MAPT</a:t>
            </a:r>
            <a:r>
              <a:rPr lang="en-GB" dirty="0"/>
              <a:t> genotype and ageing) are more likely to develop dementia.</a:t>
            </a:r>
            <a:r>
              <a:rPr lang="en-GB" baseline="30000" dirty="0"/>
              <a:t>9</a:t>
            </a:r>
            <a:r>
              <a:rPr lang="en-GB" dirty="0"/>
              <a:t> It is questionable, however, to what extent this distinction can be used to discriminate whether individual patients are likely to progress to developing dementia or not.</a:t>
            </a:r>
            <a:r>
              <a:rPr lang="en-GB" baseline="30000" dirty="0"/>
              <a:t>7</a:t>
            </a:r>
            <a:endParaRPr lang="en-GB" dirty="0"/>
          </a:p>
          <a:p>
            <a:endParaRPr lang="en-GB" dirty="0"/>
          </a:p>
          <a:p>
            <a:r>
              <a:rPr lang="en-GB" dirty="0"/>
              <a:t>References:</a:t>
            </a:r>
          </a:p>
          <a:p>
            <a:pPr marL="228600" indent="-228600">
              <a:buFont typeface="+mj-lt"/>
              <a:buAutoNum type="arabicPeriod"/>
            </a:pPr>
            <a:r>
              <a:rPr lang="en-GB" dirty="0" err="1"/>
              <a:t>Litvan</a:t>
            </a:r>
            <a:r>
              <a:rPr lang="en-GB" dirty="0"/>
              <a:t> I, Goldman JG, </a:t>
            </a:r>
            <a:r>
              <a:rPr lang="en-GB" dirty="0" err="1"/>
              <a:t>Tröster</a:t>
            </a:r>
            <a:r>
              <a:rPr lang="en-GB" dirty="0"/>
              <a:t> AI, et al. Diagnostic criteria for mild cognitive impairment in Parkinson’s disease: Movement Disorder Society task force guidelines. Mov </a:t>
            </a:r>
            <a:r>
              <a:rPr lang="en-GB" dirty="0" err="1"/>
              <a:t>Disord</a:t>
            </a:r>
            <a:r>
              <a:rPr lang="en-GB" dirty="0"/>
              <a:t> 2012; 27 (3): 349–356.</a:t>
            </a:r>
          </a:p>
          <a:p>
            <a:pPr marL="228600" indent="-228600">
              <a:buFont typeface="+mj-lt"/>
              <a:buAutoNum type="arabicPeriod"/>
            </a:pPr>
            <a:r>
              <a:rPr lang="en-GB" dirty="0"/>
              <a:t>Emre M, </a:t>
            </a:r>
            <a:r>
              <a:rPr lang="en-GB" dirty="0" err="1"/>
              <a:t>Aarsland</a:t>
            </a:r>
            <a:r>
              <a:rPr lang="en-GB" dirty="0"/>
              <a:t> D, Brown R, et al. Clinical diagnostic criteria for dementia associated with Parkinson’s disease. Mov </a:t>
            </a:r>
            <a:r>
              <a:rPr lang="en-GB" dirty="0" err="1"/>
              <a:t>Disord</a:t>
            </a:r>
            <a:r>
              <a:rPr lang="en-GB" dirty="0"/>
              <a:t> 2007; 22 (12): 1689–1707.</a:t>
            </a:r>
          </a:p>
          <a:p>
            <a:pPr marL="228600" indent="-228600">
              <a:buFont typeface="+mj-lt"/>
              <a:buAutoNum type="arabicPeriod"/>
            </a:pPr>
            <a:r>
              <a:rPr lang="en-GB" dirty="0"/>
              <a:t>Weil RS, Costantini AA, Schrag AE. Mild cognitive impairment in Parkinson’s disease – what is it? Curr </a:t>
            </a:r>
            <a:r>
              <a:rPr lang="en-GB" dirty="0" err="1"/>
              <a:t>Neurol</a:t>
            </a:r>
            <a:r>
              <a:rPr lang="en-GB" dirty="0"/>
              <a:t> </a:t>
            </a:r>
            <a:r>
              <a:rPr lang="en-GB" dirty="0" err="1"/>
              <a:t>Neurosci</a:t>
            </a:r>
            <a:r>
              <a:rPr lang="en-GB" dirty="0"/>
              <a:t> Rep 2018; 18 (4): 17.</a:t>
            </a:r>
          </a:p>
          <a:p>
            <a:pPr marL="228600" indent="-228600">
              <a:buFont typeface="+mj-lt"/>
              <a:buAutoNum type="arabicPeriod"/>
            </a:pPr>
            <a:r>
              <a:rPr lang="en-GB" dirty="0"/>
              <a:t>Irwin DJ, Grossman M, Weintraub D, et al. Neuropathological and genetic correlates of survival and dementia onset in </a:t>
            </a:r>
            <a:r>
              <a:rPr lang="en-GB" dirty="0" err="1"/>
              <a:t>synucleinopathies</a:t>
            </a:r>
            <a:r>
              <a:rPr lang="en-GB" dirty="0"/>
              <a:t>: a retrospective analysis. Lancet </a:t>
            </a:r>
            <a:r>
              <a:rPr lang="en-GB" dirty="0" err="1"/>
              <a:t>Neurol</a:t>
            </a:r>
            <a:r>
              <a:rPr lang="en-GB" dirty="0"/>
              <a:t> 2017; 16 (1): 55–65.</a:t>
            </a:r>
          </a:p>
          <a:p>
            <a:pPr marL="228600" indent="-228600">
              <a:buFont typeface="+mj-lt"/>
              <a:buAutoNum type="arabicPeriod"/>
            </a:pPr>
            <a:r>
              <a:rPr lang="en-GB" dirty="0"/>
              <a:t>Petrou M, </a:t>
            </a:r>
            <a:r>
              <a:rPr lang="en-GB" dirty="0" err="1"/>
              <a:t>Dwamena</a:t>
            </a:r>
            <a:r>
              <a:rPr lang="en-GB" dirty="0"/>
              <a:t> BA, Foerster BR, et al. Amyloid deposition in Parkinson’s disease and cognitive impairment: a systematic review. Mov </a:t>
            </a:r>
            <a:r>
              <a:rPr lang="en-GB" dirty="0" err="1"/>
              <a:t>Disord</a:t>
            </a:r>
            <a:r>
              <a:rPr lang="en-GB" dirty="0"/>
              <a:t> 2015; 30 (7): 928–935.</a:t>
            </a:r>
          </a:p>
          <a:p>
            <a:pPr marL="228600" indent="-228600">
              <a:buFont typeface="+mj-lt"/>
              <a:buAutoNum type="arabicPeriod"/>
            </a:pPr>
            <a:r>
              <a:rPr lang="en-GB" dirty="0"/>
              <a:t>Fields JA. Cognitive and neuropsychiatric features in Parkinson’s and Lewy body dementias. Arch Clin </a:t>
            </a:r>
            <a:r>
              <a:rPr lang="en-GB" dirty="0" err="1"/>
              <a:t>Neuropsychol</a:t>
            </a:r>
            <a:r>
              <a:rPr lang="en-GB" dirty="0"/>
              <a:t> 2017; 32 (7): 786–801.</a:t>
            </a:r>
          </a:p>
          <a:p>
            <a:pPr marL="228600" indent="-228600">
              <a:buFont typeface="+mj-lt"/>
              <a:buAutoNum type="arabicPeriod"/>
            </a:pPr>
            <a:r>
              <a:rPr lang="en-GB" dirty="0" err="1"/>
              <a:t>Biundo</a:t>
            </a:r>
            <a:r>
              <a:rPr lang="en-GB" dirty="0"/>
              <a:t> R, Weis L, Antonini A. Cognitive decline in Parkinson’s disease: the complex picture. NPJ Parkinson’s Disease 2016; 2: 16018.</a:t>
            </a:r>
          </a:p>
          <a:p>
            <a:pPr marL="228600" indent="-228600">
              <a:buFont typeface="+mj-lt"/>
              <a:buAutoNum type="arabicPeriod"/>
            </a:pPr>
            <a:r>
              <a:rPr lang="en-GB" dirty="0"/>
              <a:t>Goldman JG, </a:t>
            </a:r>
            <a:r>
              <a:rPr lang="en-GB" dirty="0" err="1"/>
              <a:t>Litvan</a:t>
            </a:r>
            <a:r>
              <a:rPr lang="en-GB" dirty="0"/>
              <a:t> I. Mild cognitive impairment in Parkinson’s disease. Minerva Med 2011; 102 (6): 441–459.</a:t>
            </a:r>
          </a:p>
          <a:p>
            <a:pPr marL="228600" indent="-228600">
              <a:buFont typeface="+mj-lt"/>
              <a:buAutoNum type="arabicPeriod"/>
            </a:pPr>
            <a:r>
              <a:rPr lang="en-GB" dirty="0"/>
              <a:t>Williams-</a:t>
            </a:r>
            <a:r>
              <a:rPr lang="en-GB" dirty="0" err="1"/>
              <a:t>Gray</a:t>
            </a:r>
            <a:r>
              <a:rPr lang="en-GB" dirty="0"/>
              <a:t> CH, Evans JR, Goris A, et al. The distinct cognitive syndromes of Parkinson’s disease: 5 year follow-up of the </a:t>
            </a:r>
            <a:r>
              <a:rPr lang="en-GB" dirty="0" err="1"/>
              <a:t>CamPaIGN</a:t>
            </a:r>
            <a:r>
              <a:rPr lang="en-GB" dirty="0"/>
              <a:t> cohort. Brain 2009; 132 (Pt 11): 2958–2969.</a:t>
            </a:r>
          </a:p>
        </p:txBody>
      </p:sp>
      <p:sp>
        <p:nvSpPr>
          <p:cNvPr id="4" name="Slide Number Placeholder 3"/>
          <p:cNvSpPr>
            <a:spLocks noGrp="1"/>
          </p:cNvSpPr>
          <p:nvPr>
            <p:ph type="sldNum" sz="quarter" idx="10"/>
          </p:nvPr>
        </p:nvSpPr>
        <p:spPr/>
        <p:txBody>
          <a:bodyPr/>
          <a:lstStyle/>
          <a:p>
            <a:fld id="{037C2873-EBE5-CF42-9E30-7832FC02D1D9}" type="slidenum">
              <a:rPr lang="en-GB" smtClean="0"/>
              <a:t>6</a:t>
            </a:fld>
            <a:endParaRPr lang="en-GB"/>
          </a:p>
        </p:txBody>
      </p:sp>
    </p:spTree>
    <p:extLst>
      <p:ext uri="{BB962C8B-B14F-4D97-AF65-F5344CB8AC3E}">
        <p14:creationId xmlns:p14="http://schemas.microsoft.com/office/powerpoint/2010/main" val="12356317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MDS diagnostic criteria for MCI in PD represent an attempt to harmonise the various definitions of MCI in PD that have been used in the past.</a:t>
            </a:r>
            <a:r>
              <a:rPr lang="en-GB" baseline="30000" dirty="0"/>
              <a:t>1</a:t>
            </a:r>
            <a:r>
              <a:rPr lang="en-GB" dirty="0"/>
              <a:t> A uniform definition allows identification of:</a:t>
            </a:r>
            <a:r>
              <a:rPr lang="en-GB" baseline="30000" dirty="0"/>
              <a:t>1</a:t>
            </a:r>
            <a:endParaRPr lang="en-GB" dirty="0"/>
          </a:p>
          <a:p>
            <a:pPr marL="228600" indent="-228600">
              <a:buFont typeface="Arial" panose="020B0604020202020204" pitchFamily="34" charset="0"/>
              <a:buChar char="•"/>
            </a:pPr>
            <a:r>
              <a:rPr lang="en-GB" dirty="0"/>
              <a:t>the clinical characteristics of the earliest stage of PD cognitive impairment</a:t>
            </a:r>
          </a:p>
          <a:p>
            <a:pPr marL="228600" indent="-228600">
              <a:buFont typeface="Arial" panose="020B0604020202020204" pitchFamily="34" charset="0"/>
              <a:buChar char="•"/>
            </a:pPr>
            <a:r>
              <a:rPr lang="en-GB" dirty="0"/>
              <a:t>the best predictors of conversion from PD–MCI to PD dementia</a:t>
            </a:r>
          </a:p>
          <a:p>
            <a:pPr marL="228600" indent="-228600">
              <a:buFont typeface="Arial" panose="020B0604020202020204" pitchFamily="34" charset="0"/>
              <a:buChar char="•"/>
            </a:pPr>
            <a:r>
              <a:rPr lang="en-GB" dirty="0"/>
              <a:t>the effects of PD–MCI on the quality of life and day-to-day functioning of patients with PD</a:t>
            </a:r>
          </a:p>
          <a:p>
            <a:pPr marL="228600" indent="-228600">
              <a:buFont typeface="Arial" panose="020B0604020202020204" pitchFamily="34" charset="0"/>
              <a:buChar char="•"/>
            </a:pPr>
            <a:r>
              <a:rPr lang="en-GB" dirty="0"/>
              <a:t>a well-characterised patient population, and a potential outcome measure, for clinical trials</a:t>
            </a:r>
          </a:p>
          <a:p>
            <a:pPr marL="228600" indent="-228600">
              <a:buFont typeface="Arial" panose="020B0604020202020204" pitchFamily="34" charset="0"/>
              <a:buChar char="•"/>
            </a:pPr>
            <a:r>
              <a:rPr lang="en-GB" dirty="0"/>
              <a:t>a useful clinical entity that will allow clinicians, patients, caregivers, and researchers to communicate better, thereby improving patient care and research efforts.</a:t>
            </a:r>
          </a:p>
          <a:p>
            <a:endParaRPr lang="en-GB" dirty="0"/>
          </a:p>
          <a:p>
            <a:r>
              <a:rPr lang="en-GB" dirty="0"/>
              <a:t>References:</a:t>
            </a:r>
          </a:p>
          <a:p>
            <a:pPr marL="228600" indent="-228600">
              <a:buFont typeface="+mj-lt"/>
              <a:buAutoNum type="arabicPeriod"/>
            </a:pPr>
            <a:r>
              <a:rPr lang="en-GB" dirty="0" err="1"/>
              <a:t>Litvan</a:t>
            </a:r>
            <a:r>
              <a:rPr lang="en-GB" dirty="0"/>
              <a:t> I, Goldman JG, </a:t>
            </a:r>
            <a:r>
              <a:rPr lang="en-GB" dirty="0" err="1"/>
              <a:t>Tröster</a:t>
            </a:r>
            <a:r>
              <a:rPr lang="en-GB" dirty="0"/>
              <a:t> AI, et al. Diagnostic criteria for mild cognitive impairment in Parkinson’s disease: Movement Disorder Society task force guidelines. </a:t>
            </a:r>
            <a:r>
              <a:rPr lang="en-GB" dirty="0" err="1"/>
              <a:t>Mov</a:t>
            </a:r>
            <a:r>
              <a:rPr lang="en-GB" dirty="0"/>
              <a:t> </a:t>
            </a:r>
            <a:r>
              <a:rPr lang="en-GB" dirty="0" err="1"/>
              <a:t>Disord</a:t>
            </a:r>
            <a:r>
              <a:rPr lang="en-GB" dirty="0"/>
              <a:t> 2012; 27 (3): 349–356.</a:t>
            </a:r>
          </a:p>
          <a:p>
            <a:pPr marL="228600" indent="-228600">
              <a:buFont typeface="+mj-lt"/>
              <a:buAutoNum type="arabicPeriod"/>
            </a:pPr>
            <a:r>
              <a:rPr lang="en-GB" dirty="0"/>
              <a:t>Emre M, </a:t>
            </a:r>
            <a:r>
              <a:rPr lang="en-GB" dirty="0" err="1"/>
              <a:t>Aarsland</a:t>
            </a:r>
            <a:r>
              <a:rPr lang="en-GB" dirty="0"/>
              <a:t> D, Brown R, et al. Clinical diagnostic criteria for dementia associated with Parkinson’s disease. Mov </a:t>
            </a:r>
            <a:r>
              <a:rPr lang="en-GB" dirty="0" err="1"/>
              <a:t>Disord</a:t>
            </a:r>
            <a:r>
              <a:rPr lang="en-GB" dirty="0"/>
              <a:t> 2007; 22 (12): 1689–1707.</a:t>
            </a:r>
          </a:p>
        </p:txBody>
      </p:sp>
      <p:sp>
        <p:nvSpPr>
          <p:cNvPr id="4" name="Slide Number Placeholder 3"/>
          <p:cNvSpPr>
            <a:spLocks noGrp="1"/>
          </p:cNvSpPr>
          <p:nvPr>
            <p:ph type="sldNum" sz="quarter" idx="10"/>
          </p:nvPr>
        </p:nvSpPr>
        <p:spPr/>
        <p:txBody>
          <a:bodyPr/>
          <a:lstStyle/>
          <a:p>
            <a:fld id="{037C2873-EBE5-CF42-9E30-7832FC02D1D9}" type="slidenum">
              <a:rPr lang="en-GB" smtClean="0"/>
              <a:t>7</a:t>
            </a:fld>
            <a:endParaRPr lang="en-GB"/>
          </a:p>
        </p:txBody>
      </p:sp>
    </p:spTree>
    <p:extLst>
      <p:ext uri="{BB962C8B-B14F-4D97-AF65-F5344CB8AC3E}">
        <p14:creationId xmlns:p14="http://schemas.microsoft.com/office/powerpoint/2010/main" val="21357747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768" y="4726149"/>
            <a:ext cx="5438140" cy="4365464"/>
          </a:xfrm>
        </p:spPr>
        <p:txBody>
          <a:bodyPr/>
          <a:lstStyle/>
          <a:p>
            <a:r>
              <a:rPr lang="en-GB" dirty="0"/>
              <a:t>One of the problems that researchers have when studying impaired cognition in PD is the wide variation in criteria used to define MCI, which can make comparisons between studies challenging.</a:t>
            </a:r>
            <a:r>
              <a:rPr lang="en-GB" baseline="30000" dirty="0"/>
              <a:t>1,2</a:t>
            </a:r>
            <a:r>
              <a:rPr lang="en-GB" dirty="0"/>
              <a:t> A meta-analysis of studies investigating the prevalence and clinical aspects of MCI and PD found 41 studies, from which a pooled prevalence of 40% was calculated.</a:t>
            </a:r>
            <a:r>
              <a:rPr lang="en-GB" baseline="30000" dirty="0"/>
              <a:t>3</a:t>
            </a:r>
            <a:r>
              <a:rPr lang="en-GB" dirty="0"/>
              <a:t> The presence of MCI in people with PD was associated with many factors, including older age, lower education, severity of motor symptoms, and the presence of apathy and depression.</a:t>
            </a:r>
            <a:r>
              <a:rPr lang="en-GB" baseline="30000" dirty="0"/>
              <a:t>3</a:t>
            </a:r>
            <a:endParaRPr lang="en-GB" dirty="0"/>
          </a:p>
          <a:p>
            <a:r>
              <a:rPr lang="en-GB" dirty="0"/>
              <a:t>Another study harmonized data from various cohorts by applying the MDS diagnostic criteria.</a:t>
            </a:r>
            <a:r>
              <a:rPr lang="en-GB" baseline="30000" dirty="0"/>
              <a:t>2</a:t>
            </a:r>
            <a:r>
              <a:rPr lang="en-GB" dirty="0"/>
              <a:t> In doing so, it was possible to pool data from eight cohorts into a group large enough to explore MCI in subgroups based on age, sex, and duration and stage of PD.</a:t>
            </a:r>
            <a:r>
              <a:rPr lang="en-GB" baseline="30000" dirty="0"/>
              <a:t>2</a:t>
            </a:r>
            <a:r>
              <a:rPr lang="en-GB" dirty="0"/>
              <a:t> MCI was associated with increasing age at the time of assessment and at disease onset, increasing duration of disease, severity of motor symptoms and disease stage, presence of depression, and lower proportion of dopamine agonist use.</a:t>
            </a:r>
            <a:r>
              <a:rPr lang="en-GB" baseline="30000" dirty="0"/>
              <a:t>2</a:t>
            </a:r>
            <a:r>
              <a:rPr lang="en-GB" dirty="0"/>
              <a:t> Among the three cognitive domains (memory, attention/executive, visuospatial), memory impairment was the most common deficit (13.3%), followed by visuospatial impairment (11.0%) and then attention/executive function impairment (10.1%).</a:t>
            </a:r>
            <a:r>
              <a:rPr lang="en-GB" baseline="30000" dirty="0"/>
              <a:t>2</a:t>
            </a:r>
            <a:r>
              <a:rPr lang="en-GB" dirty="0"/>
              <a:t> Impairment in only one of the three domains occurred in 19.5% of patients, while 5.4% had impairment in two domains, and 0.9% had impairment in all three domains.</a:t>
            </a:r>
            <a:r>
              <a:rPr lang="en-GB" baseline="30000" dirty="0"/>
              <a:t>2</a:t>
            </a:r>
            <a:endParaRPr lang="en-GB" dirty="0"/>
          </a:p>
          <a:p>
            <a:endParaRPr lang="en-GB" dirty="0"/>
          </a:p>
          <a:p>
            <a:r>
              <a:rPr lang="en-GB" dirty="0"/>
              <a:t>References:</a:t>
            </a:r>
          </a:p>
          <a:p>
            <a:pPr marL="228600" indent="-228600">
              <a:buFont typeface="+mj-lt"/>
              <a:buAutoNum type="arabicPeriod"/>
            </a:pPr>
            <a:r>
              <a:rPr lang="en-GB" dirty="0"/>
              <a:t>Meireles J, </a:t>
            </a:r>
            <a:r>
              <a:rPr lang="en-GB" dirty="0" err="1"/>
              <a:t>Massano</a:t>
            </a:r>
            <a:r>
              <a:rPr lang="en-GB" dirty="0"/>
              <a:t> J. Cognitive impairment and dementia in Parkinson’s disease: clinical features, diagnosis, and management. Front </a:t>
            </a:r>
            <a:r>
              <a:rPr lang="en-GB" dirty="0" err="1"/>
              <a:t>Neurol</a:t>
            </a:r>
            <a:r>
              <a:rPr lang="en-GB" dirty="0"/>
              <a:t> 2012; 3: 88.</a:t>
            </a:r>
          </a:p>
          <a:p>
            <a:pPr marL="228600" indent="-228600">
              <a:buFont typeface="+mj-lt"/>
              <a:buAutoNum type="arabicPeriod"/>
            </a:pPr>
            <a:r>
              <a:rPr lang="en-GB" dirty="0" err="1"/>
              <a:t>Aarsland</a:t>
            </a:r>
            <a:r>
              <a:rPr lang="en-GB" dirty="0"/>
              <a:t> D, </a:t>
            </a:r>
            <a:r>
              <a:rPr lang="en-GB" dirty="0" err="1"/>
              <a:t>Bronnick</a:t>
            </a:r>
            <a:r>
              <a:rPr lang="en-GB" dirty="0"/>
              <a:t> K, Williams-Gray C, et al. Mild cognitive impairment in Parkinson disease: a </a:t>
            </a:r>
            <a:r>
              <a:rPr lang="en-GB" dirty="0" err="1"/>
              <a:t>multicenter</a:t>
            </a:r>
            <a:r>
              <a:rPr lang="en-GB" dirty="0"/>
              <a:t> pooled analysis. Neurology 2010; 75 (12): 1062–1069.</a:t>
            </a:r>
          </a:p>
          <a:p>
            <a:pPr marL="228600" indent="-228600">
              <a:buFont typeface="+mj-lt"/>
              <a:buAutoNum type="arabicPeriod"/>
            </a:pPr>
            <a:r>
              <a:rPr lang="en-GB" dirty="0" err="1"/>
              <a:t>Baiano</a:t>
            </a:r>
            <a:r>
              <a:rPr lang="en-GB" dirty="0"/>
              <a:t> C, Barone P, </a:t>
            </a:r>
            <a:r>
              <a:rPr lang="en-GB" dirty="0" err="1"/>
              <a:t>Trojano</a:t>
            </a:r>
            <a:r>
              <a:rPr lang="en-GB" dirty="0"/>
              <a:t> L, Santangelo G. Prevalence and clinical aspects of mild cognitive impairment in Parkinson's disease: a meta-analysis. Mov </a:t>
            </a:r>
            <a:r>
              <a:rPr lang="en-GB" dirty="0" err="1"/>
              <a:t>Disord</a:t>
            </a:r>
            <a:r>
              <a:rPr lang="en-GB" dirty="0"/>
              <a:t> 2020; 35 (1): 45–54.</a:t>
            </a:r>
          </a:p>
        </p:txBody>
      </p:sp>
      <p:sp>
        <p:nvSpPr>
          <p:cNvPr id="4" name="Slide Number Placeholder 3"/>
          <p:cNvSpPr>
            <a:spLocks noGrp="1"/>
          </p:cNvSpPr>
          <p:nvPr>
            <p:ph type="sldNum" sz="quarter" idx="10"/>
          </p:nvPr>
        </p:nvSpPr>
        <p:spPr/>
        <p:txBody>
          <a:bodyPr/>
          <a:lstStyle/>
          <a:p>
            <a:fld id="{037C2873-EBE5-CF42-9E30-7832FC02D1D9}" type="slidenum">
              <a:rPr lang="en-GB" smtClean="0"/>
              <a:t>8</a:t>
            </a:fld>
            <a:endParaRPr lang="en-GB"/>
          </a:p>
        </p:txBody>
      </p:sp>
    </p:spTree>
    <p:extLst>
      <p:ext uri="{BB962C8B-B14F-4D97-AF65-F5344CB8AC3E}">
        <p14:creationId xmlns:p14="http://schemas.microsoft.com/office/powerpoint/2010/main" val="721603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768" y="4726150"/>
            <a:ext cx="5438140" cy="4153818"/>
          </a:xfrm>
        </p:spPr>
        <p:txBody>
          <a:bodyPr/>
          <a:lstStyle/>
          <a:p>
            <a:r>
              <a:rPr lang="en-GB" dirty="0"/>
              <a:t>While developing the new guidelines for diagnosis of dementia in PD, the MDS task force conducted a comprehensive and systematic review of studies in this area.</a:t>
            </a:r>
            <a:r>
              <a:rPr lang="en-GB" baseline="30000" dirty="0"/>
              <a:t>2</a:t>
            </a:r>
            <a:r>
              <a:rPr lang="en-GB" dirty="0"/>
              <a:t> The task force examined dementia over the course of PD, including its epidemiology; its effects on different aspects of cognition; its behavioural and psychiatric symptoms; and its relationship to motor and other non-motor symptoms.</a:t>
            </a:r>
            <a:r>
              <a:rPr lang="en-GB" baseline="30000" dirty="0"/>
              <a:t>2</a:t>
            </a:r>
            <a:endParaRPr lang="en-GB" dirty="0"/>
          </a:p>
          <a:p>
            <a:endParaRPr lang="en-GB" dirty="0"/>
          </a:p>
          <a:p>
            <a:r>
              <a:rPr lang="en-GB" dirty="0"/>
              <a:t>References:</a:t>
            </a:r>
          </a:p>
          <a:p>
            <a:pPr marL="228600" indent="-228600">
              <a:buFont typeface="+mj-lt"/>
              <a:buAutoNum type="arabicPeriod"/>
            </a:pPr>
            <a:r>
              <a:rPr lang="en-GB" dirty="0" err="1"/>
              <a:t>Poewe</a:t>
            </a:r>
            <a:r>
              <a:rPr lang="en-GB" dirty="0"/>
              <a:t> W, Gauthier S, </a:t>
            </a:r>
            <a:r>
              <a:rPr lang="en-GB" dirty="0" err="1"/>
              <a:t>Aarsland</a:t>
            </a:r>
            <a:r>
              <a:rPr lang="en-GB" dirty="0"/>
              <a:t> D, et al. Diagnosis and management of Parkinson’s disease dementia. Int J Clin </a:t>
            </a:r>
            <a:r>
              <a:rPr lang="en-GB" dirty="0" err="1"/>
              <a:t>Pract</a:t>
            </a:r>
            <a:r>
              <a:rPr lang="en-GB" dirty="0"/>
              <a:t> 2008; 62 (10): 1581–1587. </a:t>
            </a:r>
          </a:p>
          <a:p>
            <a:pPr marL="228600" indent="-228600">
              <a:buFont typeface="+mj-lt"/>
              <a:buAutoNum type="arabicPeriod"/>
            </a:pPr>
            <a:r>
              <a:rPr lang="en-GB" dirty="0"/>
              <a:t>Emre M, </a:t>
            </a:r>
            <a:r>
              <a:rPr lang="en-GB" dirty="0" err="1"/>
              <a:t>Aarsland</a:t>
            </a:r>
            <a:r>
              <a:rPr lang="en-GB" dirty="0"/>
              <a:t> D, Brown R, et al. Clinical diagnostic criteria for dementia associated with Parkinson’s disease. </a:t>
            </a:r>
            <a:r>
              <a:rPr lang="en-GB" dirty="0" err="1"/>
              <a:t>Mov</a:t>
            </a:r>
            <a:r>
              <a:rPr lang="en-GB" dirty="0"/>
              <a:t> </a:t>
            </a:r>
            <a:r>
              <a:rPr lang="en-GB" dirty="0" err="1"/>
              <a:t>Disord</a:t>
            </a:r>
            <a:r>
              <a:rPr lang="en-GB" dirty="0"/>
              <a:t> 2007; 22 (12): 1689–1707.</a:t>
            </a:r>
          </a:p>
          <a:p>
            <a:pPr marL="228600" indent="-228600">
              <a:buFont typeface="+mj-lt"/>
              <a:buAutoNum type="arabicPeriod"/>
            </a:pPr>
            <a:r>
              <a:rPr lang="en-GB" dirty="0"/>
              <a:t>Dubois B, Burn D, Goetz C, et al. Diagnostic procedures for Parkinson’s disease dementia: recommendations from the Movement Disorder Society task force. </a:t>
            </a:r>
            <a:r>
              <a:rPr lang="en-GB" dirty="0" err="1"/>
              <a:t>Mov</a:t>
            </a:r>
            <a:r>
              <a:rPr lang="en-GB" dirty="0"/>
              <a:t> </a:t>
            </a:r>
            <a:r>
              <a:rPr lang="en-GB" dirty="0" err="1"/>
              <a:t>Disord</a:t>
            </a:r>
            <a:r>
              <a:rPr lang="en-GB" dirty="0"/>
              <a:t> 2007; 22 (16): 2314–2324. </a:t>
            </a:r>
          </a:p>
          <a:p>
            <a:pPr marL="228600" indent="-228600">
              <a:buFont typeface="+mj-lt"/>
              <a:buAutoNum type="arabicPeriod"/>
            </a:pPr>
            <a:endParaRPr lang="en-GB" dirty="0"/>
          </a:p>
          <a:p>
            <a:endParaRPr lang="en-GB" dirty="0"/>
          </a:p>
        </p:txBody>
      </p:sp>
      <p:sp>
        <p:nvSpPr>
          <p:cNvPr id="4" name="Slide Number Placeholder 3"/>
          <p:cNvSpPr>
            <a:spLocks noGrp="1"/>
          </p:cNvSpPr>
          <p:nvPr>
            <p:ph type="sldNum" sz="quarter" idx="10"/>
          </p:nvPr>
        </p:nvSpPr>
        <p:spPr/>
        <p:txBody>
          <a:bodyPr/>
          <a:lstStyle/>
          <a:p>
            <a:fld id="{037C2873-EBE5-CF42-9E30-7832FC02D1D9}" type="slidenum">
              <a:rPr lang="en-GB" smtClean="0"/>
              <a:t>9</a:t>
            </a:fld>
            <a:endParaRPr lang="en-GB"/>
          </a:p>
        </p:txBody>
      </p:sp>
    </p:spTree>
    <p:extLst>
      <p:ext uri="{BB962C8B-B14F-4D97-AF65-F5344CB8AC3E}">
        <p14:creationId xmlns:p14="http://schemas.microsoft.com/office/powerpoint/2010/main" val="41354522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risk factors for PD dementia can be grouped into clinical, molecular, and structural/functional imaging risk factors – as depicted on the slide.</a:t>
            </a:r>
            <a:r>
              <a:rPr lang="en-GB" baseline="30000" dirty="0"/>
              <a:t>1</a:t>
            </a:r>
            <a:endParaRPr lang="en-GB" dirty="0"/>
          </a:p>
          <a:p>
            <a:r>
              <a:rPr lang="en-GB" dirty="0"/>
              <a:t>Several potential therapies and interventions have been proposed or researched to tackle the cognitive symptoms of PD, and whilst there is now some good evidence that certain pharmacotherapies are effective in patients with PD and cognitive symptoms, more good-quality placebo-controlled trials are needed.</a:t>
            </a:r>
            <a:r>
              <a:rPr lang="en-GB" baseline="30000" dirty="0"/>
              <a:t>1-4</a:t>
            </a:r>
            <a:r>
              <a:rPr lang="en-GB" dirty="0"/>
              <a:t> A disease-modifying therapy that can slow the progression of PD, and delay the onset of dementia, is an urgent unmet need.</a:t>
            </a:r>
            <a:r>
              <a:rPr lang="en-GB" baseline="30000" dirty="0"/>
              <a:t>1,5</a:t>
            </a:r>
            <a:endParaRPr lang="en-GB" dirty="0"/>
          </a:p>
          <a:p>
            <a:endParaRPr lang="en-GB" dirty="0"/>
          </a:p>
          <a:p>
            <a:r>
              <a:rPr lang="en-GB" dirty="0"/>
              <a:t>References:</a:t>
            </a:r>
          </a:p>
          <a:p>
            <a:pPr marL="228600" indent="-228600">
              <a:buFont typeface="+mj-lt"/>
              <a:buAutoNum type="arabicPeriod"/>
            </a:pPr>
            <a:r>
              <a:rPr lang="en-GB" dirty="0" err="1"/>
              <a:t>Aarsland</a:t>
            </a:r>
            <a:r>
              <a:rPr lang="en-GB" dirty="0"/>
              <a:t> D, </a:t>
            </a:r>
            <a:r>
              <a:rPr lang="en-GB" dirty="0" err="1"/>
              <a:t>Creese</a:t>
            </a:r>
            <a:r>
              <a:rPr lang="en-GB" dirty="0"/>
              <a:t> B, </a:t>
            </a:r>
            <a:r>
              <a:rPr lang="en-GB" dirty="0" err="1"/>
              <a:t>Politis</a:t>
            </a:r>
            <a:r>
              <a:rPr lang="en-GB" dirty="0"/>
              <a:t> M, et al. Cognitive decline in Parkinson disease. Nat Rev </a:t>
            </a:r>
            <a:r>
              <a:rPr lang="en-GB" dirty="0" err="1"/>
              <a:t>Neurol</a:t>
            </a:r>
            <a:r>
              <a:rPr lang="en-GB" dirty="0"/>
              <a:t> 2017; 13 (4): 217–231.</a:t>
            </a:r>
          </a:p>
          <a:p>
            <a:pPr marL="228600" indent="-228600">
              <a:buFont typeface="+mj-lt"/>
              <a:buAutoNum type="arabicPeriod"/>
            </a:pPr>
            <a:r>
              <a:rPr lang="en-GB" dirty="0"/>
              <a:t>Seppi K, Ray Chaudhuri K, Coelho M, et al. Update on treatments for nonmotor symptoms of Parkinson’s disease – an evidence-based medicine review. Mov </a:t>
            </a:r>
            <a:r>
              <a:rPr lang="en-GB" dirty="0" err="1"/>
              <a:t>Disord</a:t>
            </a:r>
            <a:r>
              <a:rPr lang="en-GB" dirty="0"/>
              <a:t> 2019; 34 (2): 180–198.</a:t>
            </a:r>
          </a:p>
          <a:p>
            <a:pPr marL="228600" indent="-228600">
              <a:buFont typeface="+mj-lt"/>
              <a:buAutoNum type="arabicPeriod"/>
            </a:pPr>
            <a:r>
              <a:rPr lang="en-GB" dirty="0"/>
              <a:t>Chen JH, Huang TW, Hong CT. Cholinesterase inhibitors for gait, balance, and fall in Parkinson disease: a meta-analysis. NPJ </a:t>
            </a:r>
            <a:r>
              <a:rPr lang="en-GB" dirty="0" err="1"/>
              <a:t>Parkinsons</a:t>
            </a:r>
            <a:r>
              <a:rPr lang="en-GB" dirty="0"/>
              <a:t> Dis 2021; 7 (1): 103.</a:t>
            </a:r>
          </a:p>
          <a:p>
            <a:pPr marL="228600" indent="-228600">
              <a:buFont typeface="+mj-lt"/>
              <a:buAutoNum type="arabicPeriod"/>
            </a:pPr>
            <a:r>
              <a:rPr lang="en-GB" dirty="0"/>
              <a:t>Weintraub D, </a:t>
            </a:r>
            <a:r>
              <a:rPr lang="en-GB" dirty="0" err="1"/>
              <a:t>Mamikonyan</a:t>
            </a:r>
            <a:r>
              <a:rPr lang="en-GB" dirty="0"/>
              <a:t> E. The neuropsychiatry of Parkinson disease: a perfect storm. Am J </a:t>
            </a:r>
            <a:r>
              <a:rPr lang="en-GB" dirty="0" err="1"/>
              <a:t>Geriatr</a:t>
            </a:r>
            <a:r>
              <a:rPr lang="en-GB" dirty="0"/>
              <a:t> Psychiatry 2019; 27 (9): 998–1018.</a:t>
            </a:r>
          </a:p>
          <a:p>
            <a:pPr marL="228600" indent="-228600">
              <a:buFont typeface="+mj-lt"/>
              <a:buAutoNum type="arabicPeriod"/>
            </a:pPr>
            <a:r>
              <a:rPr lang="en-GB" dirty="0"/>
              <a:t>Chaudhuri KR, </a:t>
            </a:r>
            <a:r>
              <a:rPr lang="en-GB" dirty="0" err="1"/>
              <a:t>Bhidayasiri</a:t>
            </a:r>
            <a:r>
              <a:rPr lang="en-GB" dirty="0"/>
              <a:t> R, van Laar T. Unmet needs in Parkinson’s disease: new horizons in a changing landscape. Parkinsonism </a:t>
            </a:r>
            <a:r>
              <a:rPr lang="en-GB" dirty="0" err="1"/>
              <a:t>Relat</a:t>
            </a:r>
            <a:r>
              <a:rPr lang="en-GB" dirty="0"/>
              <a:t> </a:t>
            </a:r>
            <a:r>
              <a:rPr lang="en-GB" dirty="0" err="1"/>
              <a:t>Disord</a:t>
            </a:r>
            <a:r>
              <a:rPr lang="en-GB" dirty="0"/>
              <a:t> 2016; 33 (</a:t>
            </a:r>
            <a:r>
              <a:rPr lang="en-GB" dirty="0" err="1"/>
              <a:t>Suppl</a:t>
            </a:r>
            <a:r>
              <a:rPr lang="en-GB" dirty="0"/>
              <a:t> 1): S2–S8.</a:t>
            </a:r>
          </a:p>
        </p:txBody>
      </p:sp>
      <p:sp>
        <p:nvSpPr>
          <p:cNvPr id="4" name="Slide Number Placeholder 3"/>
          <p:cNvSpPr>
            <a:spLocks noGrp="1"/>
          </p:cNvSpPr>
          <p:nvPr>
            <p:ph type="sldNum" sz="quarter" idx="5"/>
          </p:nvPr>
        </p:nvSpPr>
        <p:spPr/>
        <p:txBody>
          <a:bodyPr/>
          <a:lstStyle/>
          <a:p>
            <a:fld id="{037C2873-EBE5-CF42-9E30-7832FC02D1D9}" type="slidenum">
              <a:rPr lang="en-GB" smtClean="0"/>
              <a:t>10</a:t>
            </a:fld>
            <a:endParaRPr lang="en-GB"/>
          </a:p>
        </p:txBody>
      </p:sp>
    </p:spTree>
    <p:extLst>
      <p:ext uri="{BB962C8B-B14F-4D97-AF65-F5344CB8AC3E}">
        <p14:creationId xmlns:p14="http://schemas.microsoft.com/office/powerpoint/2010/main" val="17112665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Reference used on slide:</a:t>
            </a:r>
          </a:p>
          <a:p>
            <a:r>
              <a:rPr lang="en-GB" dirty="0"/>
              <a:t>Lawson RA, </a:t>
            </a:r>
            <a:r>
              <a:rPr lang="en-GB" dirty="0" err="1"/>
              <a:t>Yarnall</a:t>
            </a:r>
            <a:r>
              <a:rPr lang="en-GB" dirty="0"/>
              <a:t> AJ, Duncan GW, et al. Severity of mild cognitive impairment in early Parkinson’s disease contributes to poorer quality of life. Parkinsonism </a:t>
            </a:r>
            <a:r>
              <a:rPr lang="en-GB" dirty="0" err="1"/>
              <a:t>Relat</a:t>
            </a:r>
            <a:r>
              <a:rPr lang="en-GB" dirty="0"/>
              <a:t> </a:t>
            </a:r>
            <a:r>
              <a:rPr lang="en-GB" dirty="0" err="1"/>
              <a:t>Disord</a:t>
            </a:r>
            <a:r>
              <a:rPr lang="en-GB" dirty="0"/>
              <a:t> 2014; 20 (10): 1071–1075.</a:t>
            </a:r>
          </a:p>
        </p:txBody>
      </p:sp>
      <p:sp>
        <p:nvSpPr>
          <p:cNvPr id="4" name="Slide Number Placeholder 3"/>
          <p:cNvSpPr>
            <a:spLocks noGrp="1"/>
          </p:cNvSpPr>
          <p:nvPr>
            <p:ph type="sldNum" sz="quarter" idx="10"/>
          </p:nvPr>
        </p:nvSpPr>
        <p:spPr/>
        <p:txBody>
          <a:bodyPr/>
          <a:lstStyle/>
          <a:p>
            <a:fld id="{037C2873-EBE5-CF42-9E30-7832FC02D1D9}" type="slidenum">
              <a:rPr lang="en-GB" smtClean="0"/>
              <a:t>11</a:t>
            </a:fld>
            <a:endParaRPr lang="en-GB"/>
          </a:p>
        </p:txBody>
      </p:sp>
    </p:spTree>
    <p:extLst>
      <p:ext uri="{BB962C8B-B14F-4D97-AF65-F5344CB8AC3E}">
        <p14:creationId xmlns:p14="http://schemas.microsoft.com/office/powerpoint/2010/main" val="39708145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037C2873-EBE5-CF42-9E30-7832FC02D1D9}" type="slidenum">
              <a:rPr lang="en-GB" smtClean="0"/>
              <a:t>12</a:t>
            </a:fld>
            <a:endParaRPr lang="en-GB"/>
          </a:p>
        </p:txBody>
      </p:sp>
    </p:spTree>
    <p:extLst>
      <p:ext uri="{BB962C8B-B14F-4D97-AF65-F5344CB8AC3E}">
        <p14:creationId xmlns:p14="http://schemas.microsoft.com/office/powerpoint/2010/main" val="10525073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768" y="4726150"/>
            <a:ext cx="5438140" cy="3941830"/>
          </a:xfrm>
        </p:spPr>
        <p:txBody>
          <a:bodyPr/>
          <a:lstStyle/>
          <a:p>
            <a:r>
              <a:rPr lang="en-GB" dirty="0"/>
              <a:t>Mood disorders have been associated with significant morbidity and mortality in patients with PD, and are a major determinant of quality of life.</a:t>
            </a:r>
            <a:r>
              <a:rPr lang="en-GB" baseline="30000" dirty="0"/>
              <a:t>5</a:t>
            </a:r>
            <a:endParaRPr lang="en-GB" dirty="0"/>
          </a:p>
          <a:p>
            <a:r>
              <a:rPr lang="en-GB" dirty="0"/>
              <a:t>Depression, anxiety, and apathy are common in PD and may precede the appearance of motor symptoms in some patients.</a:t>
            </a:r>
            <a:r>
              <a:rPr lang="en-GB" baseline="30000" dirty="0"/>
              <a:t>5-7</a:t>
            </a:r>
            <a:r>
              <a:rPr lang="en-GB" dirty="0"/>
              <a:t> The onset of depression and anxiety probably reflects changes to the production and effect of several key neurotransmitters.</a:t>
            </a:r>
            <a:r>
              <a:rPr lang="en-GB" baseline="30000" dirty="0"/>
              <a:t>5</a:t>
            </a:r>
            <a:r>
              <a:rPr lang="en-GB" dirty="0"/>
              <a:t> During later stages of PD, ‘OFF’ periods associated with low levels of dopamine in the brain can trigger anxiety, occasionally so severely as to induce panic attacks that require emergency care.</a:t>
            </a:r>
            <a:r>
              <a:rPr lang="en-GB" baseline="30000" dirty="0"/>
              <a:t>5</a:t>
            </a:r>
            <a:endParaRPr lang="en-GB" dirty="0"/>
          </a:p>
          <a:p>
            <a:r>
              <a:rPr lang="en-GB" dirty="0"/>
              <a:t>Apathy refers to a set of behavioural, emotional and cognitive features that involve reduced interest and motivation in goal-directed behaviours, indifference, and flattened mood.</a:t>
            </a:r>
            <a:r>
              <a:rPr lang="en-GB" baseline="30000" dirty="0"/>
              <a:t>1</a:t>
            </a:r>
            <a:r>
              <a:rPr lang="en-GB" dirty="0"/>
              <a:t> Although these features are often experienced during clinical depression, they can also exist by themselves and may therefore be considered a distinct clinical entity.</a:t>
            </a:r>
            <a:r>
              <a:rPr lang="en-GB" baseline="30000" dirty="0"/>
              <a:t>2</a:t>
            </a:r>
            <a:endParaRPr lang="en-GB" dirty="0"/>
          </a:p>
          <a:p>
            <a:r>
              <a:rPr lang="en-GB" dirty="0"/>
              <a:t> </a:t>
            </a:r>
          </a:p>
          <a:p>
            <a:r>
              <a:rPr lang="en-GB" dirty="0"/>
              <a:t>References:</a:t>
            </a:r>
          </a:p>
          <a:p>
            <a:pPr marL="228600" indent="-228600">
              <a:buFont typeface="+mj-lt"/>
              <a:buAutoNum type="arabicPeriod"/>
            </a:pPr>
            <a:r>
              <a:rPr lang="en-GB" dirty="0"/>
              <a:t>Tan LC.</a:t>
            </a:r>
            <a:r>
              <a:rPr lang="en-GB" b="1" dirty="0"/>
              <a:t> </a:t>
            </a:r>
            <a:r>
              <a:rPr lang="en-GB" dirty="0"/>
              <a:t>Mood disorders in Parkinson’s disease. Parkinsonism </a:t>
            </a:r>
            <a:r>
              <a:rPr lang="en-GB" dirty="0" err="1"/>
              <a:t>Relat</a:t>
            </a:r>
            <a:r>
              <a:rPr lang="en-GB" dirty="0"/>
              <a:t> </a:t>
            </a:r>
            <a:r>
              <a:rPr lang="en-GB" dirty="0" err="1"/>
              <a:t>Disord</a:t>
            </a:r>
            <a:r>
              <a:rPr lang="en-GB" dirty="0"/>
              <a:t> 2012; 18 (</a:t>
            </a:r>
            <a:r>
              <a:rPr lang="en-GB" dirty="0" err="1"/>
              <a:t>Suppl</a:t>
            </a:r>
            <a:r>
              <a:rPr lang="en-GB" dirty="0"/>
              <a:t> 1): S74–S76.</a:t>
            </a:r>
          </a:p>
          <a:p>
            <a:pPr marL="228600" indent="-228600">
              <a:buFont typeface="+mj-lt"/>
              <a:buAutoNum type="arabicPeriod"/>
            </a:pPr>
            <a:r>
              <a:rPr lang="en-GB" dirty="0"/>
              <a:t>Wen MC, Chan LL, Tan LC, Tan EK. Depression, anxiety, and apathy in Parkinson’s disease: insights from neuroimaging studies. </a:t>
            </a:r>
            <a:r>
              <a:rPr lang="en-GB" dirty="0" err="1"/>
              <a:t>Eur</a:t>
            </a:r>
            <a:r>
              <a:rPr lang="en-GB" dirty="0"/>
              <a:t> J </a:t>
            </a:r>
            <a:r>
              <a:rPr lang="en-GB" dirty="0" err="1"/>
              <a:t>Neurol</a:t>
            </a:r>
            <a:r>
              <a:rPr lang="en-GB" dirty="0"/>
              <a:t> 2016; 23 (6): 1001–1019.</a:t>
            </a:r>
          </a:p>
          <a:p>
            <a:pPr marL="228600" indent="-228600">
              <a:buFont typeface="+mj-lt"/>
              <a:buAutoNum type="arabicPeriod"/>
            </a:pPr>
            <a:r>
              <a:rPr lang="en-GB" dirty="0" err="1"/>
              <a:t>Schapira</a:t>
            </a:r>
            <a:r>
              <a:rPr lang="en-GB" dirty="0"/>
              <a:t> AHV, Chaudhuri KR, Jenner P. Non-motor features of Parkinson disease. Nat Rev </a:t>
            </a:r>
            <a:r>
              <a:rPr lang="en-GB" dirty="0" err="1"/>
              <a:t>Neurosci</a:t>
            </a:r>
            <a:r>
              <a:rPr lang="en-GB" dirty="0"/>
              <a:t> 2017; 18 (7): 435–450.</a:t>
            </a:r>
          </a:p>
          <a:p>
            <a:pPr marL="228600" indent="-228600">
              <a:buFont typeface="+mj-lt"/>
              <a:buAutoNum type="arabicPeriod"/>
            </a:pPr>
            <a:r>
              <a:rPr lang="en-GB" dirty="0" err="1"/>
              <a:t>Aarsland</a:t>
            </a:r>
            <a:r>
              <a:rPr lang="en-GB" dirty="0"/>
              <a:t> D, </a:t>
            </a:r>
            <a:r>
              <a:rPr lang="en-GB" dirty="0" err="1"/>
              <a:t>Påhlhagen</a:t>
            </a:r>
            <a:r>
              <a:rPr lang="en-GB" dirty="0"/>
              <a:t> S, Ballard CG, et al. Depression in Parkinson disease – epidemiology, mechanisms and management. Nat Rev </a:t>
            </a:r>
            <a:r>
              <a:rPr lang="en-GB" dirty="0" err="1"/>
              <a:t>Neurol</a:t>
            </a:r>
            <a:r>
              <a:rPr lang="en-GB" dirty="0"/>
              <a:t> 2011; 8 (1): 35–47. </a:t>
            </a:r>
          </a:p>
          <a:p>
            <a:pPr marL="228600" indent="-228600">
              <a:buFont typeface="+mj-lt"/>
              <a:buAutoNum type="arabicPeriod"/>
            </a:pPr>
            <a:r>
              <a:rPr lang="en-GB" dirty="0"/>
              <a:t>Connolly B, Fox SH. Treatment of cognitive, psychiatric, and affective disorders associated with Parkinson’s disease. Neurotherapeutics 2014; 11 (1): 78–91.</a:t>
            </a:r>
          </a:p>
          <a:p>
            <a:pPr marL="228600" indent="-228600">
              <a:buFont typeface="+mj-lt"/>
              <a:buAutoNum type="arabicPeriod"/>
            </a:pPr>
            <a:r>
              <a:rPr lang="en-GB" dirty="0" err="1"/>
              <a:t>Blesa</a:t>
            </a:r>
            <a:r>
              <a:rPr lang="en-GB" dirty="0"/>
              <a:t> J, </a:t>
            </a:r>
            <a:r>
              <a:rPr lang="en-GB" dirty="0" err="1"/>
              <a:t>Foffani</a:t>
            </a:r>
            <a:r>
              <a:rPr lang="en-GB" dirty="0"/>
              <a:t> G, </a:t>
            </a:r>
            <a:r>
              <a:rPr lang="en-GB" dirty="0" err="1"/>
              <a:t>Dehay</a:t>
            </a:r>
            <a:r>
              <a:rPr lang="en-GB" dirty="0"/>
              <a:t> B, et al. Motor and non-motor circuit disturbances in early Parkinson disease: which happens first? Nat Rev </a:t>
            </a:r>
            <a:r>
              <a:rPr lang="en-GB" dirty="0" err="1"/>
              <a:t>Neurosci</a:t>
            </a:r>
            <a:r>
              <a:rPr lang="en-GB" dirty="0"/>
              <a:t> 2022; 23 (2): 115–128.</a:t>
            </a:r>
          </a:p>
          <a:p>
            <a:pPr marL="228600" indent="-228600">
              <a:buFont typeface="+mj-lt"/>
              <a:buAutoNum type="arabicPeriod"/>
            </a:pPr>
            <a:r>
              <a:rPr lang="en-US" dirty="0"/>
              <a:t>Schrag A, Horsfall L, Walters K, et al. </a:t>
            </a:r>
            <a:r>
              <a:rPr lang="en-US" dirty="0" err="1"/>
              <a:t>Prediagnostic</a:t>
            </a:r>
            <a:r>
              <a:rPr lang="en-US" dirty="0"/>
              <a:t> presentations of Parkinson’s disease in primary care: a case-control study. Lancet Neurol 2015; 14 (1): 57–64.</a:t>
            </a:r>
          </a:p>
        </p:txBody>
      </p:sp>
      <p:sp>
        <p:nvSpPr>
          <p:cNvPr id="4" name="Slide Number Placeholder 3"/>
          <p:cNvSpPr>
            <a:spLocks noGrp="1"/>
          </p:cNvSpPr>
          <p:nvPr>
            <p:ph type="sldNum" sz="quarter" idx="10"/>
          </p:nvPr>
        </p:nvSpPr>
        <p:spPr/>
        <p:txBody>
          <a:bodyPr/>
          <a:lstStyle/>
          <a:p>
            <a:fld id="{037C2873-EBE5-CF42-9E30-7832FC02D1D9}" type="slidenum">
              <a:rPr lang="en-GB" smtClean="0"/>
              <a:t>13</a:t>
            </a:fld>
            <a:endParaRPr lang="en-GB"/>
          </a:p>
        </p:txBody>
      </p:sp>
    </p:spTree>
    <p:extLst>
      <p:ext uri="{BB962C8B-B14F-4D97-AF65-F5344CB8AC3E}">
        <p14:creationId xmlns:p14="http://schemas.microsoft.com/office/powerpoint/2010/main" val="38314618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768" y="4726148"/>
            <a:ext cx="5438140" cy="3998361"/>
          </a:xfrm>
        </p:spPr>
        <p:txBody>
          <a:bodyPr/>
          <a:lstStyle/>
          <a:p>
            <a:r>
              <a:rPr lang="en-GB" dirty="0"/>
              <a:t>Depression is highly prevalent in PD; 35% of patients with PD report clinically significant depressive symptoms, and 17% have major depressive disorder.</a:t>
            </a:r>
            <a:r>
              <a:rPr lang="en-GB" baseline="30000" dirty="0"/>
              <a:t>2,3</a:t>
            </a:r>
            <a:r>
              <a:rPr lang="en-GB" dirty="0"/>
              <a:t> The symptoms of depression may often go unrecognised and, thus, untreated.</a:t>
            </a:r>
            <a:r>
              <a:rPr lang="en-GB" baseline="30000" dirty="0"/>
              <a:t>6</a:t>
            </a:r>
            <a:r>
              <a:rPr lang="en-GB" dirty="0"/>
              <a:t> The reduced facial expression (hypomimia) and general slowness of movement associated with bradykinesia may mask certain aspects of depression, complicating the diagnosis.</a:t>
            </a:r>
            <a:r>
              <a:rPr lang="en-GB" baseline="30000" dirty="0"/>
              <a:t>7</a:t>
            </a:r>
            <a:r>
              <a:rPr lang="en-GB" dirty="0"/>
              <a:t> Depression is a key determinant of reduced quality of life in patients with PD.</a:t>
            </a:r>
            <a:r>
              <a:rPr lang="en-GB" baseline="30000" dirty="0"/>
              <a:t>1</a:t>
            </a:r>
            <a:r>
              <a:rPr lang="en-GB" dirty="0"/>
              <a:t> It is associated with sleep disturbances, fatigue, decreased functional ability, and reduced ability to perform activities of daily living.</a:t>
            </a:r>
            <a:r>
              <a:rPr lang="en-GB" baseline="30000" dirty="0"/>
              <a:t>1</a:t>
            </a:r>
            <a:endParaRPr lang="en-GB" dirty="0"/>
          </a:p>
          <a:p>
            <a:r>
              <a:rPr lang="en-GB" dirty="0"/>
              <a:t>The underlying cause of PD-related depression can be difficult to identify.</a:t>
            </a:r>
            <a:r>
              <a:rPr lang="en-GB" baseline="30000" dirty="0"/>
              <a:t>1</a:t>
            </a:r>
            <a:r>
              <a:rPr lang="en-GB" dirty="0"/>
              <a:t> In some cases, it may be a reactive state in which an individual struggles with their condition.</a:t>
            </a:r>
            <a:r>
              <a:rPr lang="en-GB" baseline="30000" dirty="0"/>
              <a:t>1</a:t>
            </a:r>
            <a:r>
              <a:rPr lang="en-GB" dirty="0"/>
              <a:t> Depression may also occur as an intrinsic part of the neurodegenerative pathology of PD (perhaps explaining the high risk of depression prior to the onset of clinical motor symptoms).</a:t>
            </a:r>
            <a:r>
              <a:rPr lang="en-GB" baseline="30000" dirty="0"/>
              <a:t>1,8</a:t>
            </a:r>
            <a:endParaRPr lang="en-GB" dirty="0"/>
          </a:p>
          <a:p>
            <a:r>
              <a:rPr lang="en-GB" dirty="0"/>
              <a:t>Treatment of depression in PD is broadly similar to treatment of depression in people without PD.</a:t>
            </a:r>
            <a:r>
              <a:rPr lang="en-GB" baseline="30000" dirty="0"/>
              <a:t>1,6</a:t>
            </a:r>
            <a:r>
              <a:rPr lang="en-GB" dirty="0"/>
              <a:t> This comprises a mixture of pharmacological therapies,</a:t>
            </a:r>
            <a:r>
              <a:rPr lang="en-GB" baseline="30000" dirty="0"/>
              <a:t>1</a:t>
            </a:r>
            <a:r>
              <a:rPr lang="en-GB" dirty="0"/>
              <a:t> and non-pharmacological therapies (e.g., patient support groups,</a:t>
            </a:r>
            <a:r>
              <a:rPr lang="en-GB" baseline="30000" dirty="0"/>
              <a:t>1</a:t>
            </a:r>
            <a:r>
              <a:rPr lang="en-GB" dirty="0"/>
              <a:t> cognitive behavioural therapy,</a:t>
            </a:r>
            <a:r>
              <a:rPr lang="en-GB" baseline="30000" dirty="0"/>
              <a:t>1</a:t>
            </a:r>
            <a:r>
              <a:rPr lang="en-GB" dirty="0"/>
              <a:t> mindfulness training,</a:t>
            </a:r>
            <a:r>
              <a:rPr lang="en-GB" baseline="30000" dirty="0"/>
              <a:t>9</a:t>
            </a:r>
            <a:r>
              <a:rPr lang="en-GB" dirty="0"/>
              <a:t> and exercise</a:t>
            </a:r>
            <a:r>
              <a:rPr lang="en-GB" baseline="30000" dirty="0"/>
              <a:t>10</a:t>
            </a:r>
            <a:r>
              <a:rPr lang="en-GB" dirty="0"/>
              <a:t>). Patients may also benefit from adjusting their dopaminergic medication, since depressive symptoms can be worse during periods of dopamine deficiency (‘OFF’ periods).</a:t>
            </a:r>
            <a:r>
              <a:rPr lang="en-GB" baseline="30000" dirty="0"/>
              <a:t>6</a:t>
            </a:r>
            <a:endParaRPr lang="en-GB" dirty="0"/>
          </a:p>
          <a:p>
            <a:r>
              <a:rPr lang="en-GB" dirty="0"/>
              <a:t> </a:t>
            </a:r>
          </a:p>
          <a:p>
            <a:r>
              <a:rPr lang="en-GB" dirty="0"/>
              <a:t>References:</a:t>
            </a:r>
          </a:p>
          <a:p>
            <a:pPr marL="228600" indent="-228600">
              <a:buFont typeface="+mj-lt"/>
              <a:buAutoNum type="arabicPeriod"/>
            </a:pPr>
            <a:r>
              <a:rPr lang="en-GB" dirty="0"/>
              <a:t>Tan LC. Mood disorders in Parkinson’s disease. Parkinsonism </a:t>
            </a:r>
            <a:r>
              <a:rPr lang="en-GB" dirty="0" err="1"/>
              <a:t>Relat</a:t>
            </a:r>
            <a:r>
              <a:rPr lang="en-GB" dirty="0"/>
              <a:t> </a:t>
            </a:r>
            <a:r>
              <a:rPr lang="en-GB" dirty="0" err="1"/>
              <a:t>Disord</a:t>
            </a:r>
            <a:r>
              <a:rPr lang="en-GB" dirty="0"/>
              <a:t> 2012; 18 (</a:t>
            </a:r>
            <a:r>
              <a:rPr lang="en-GB" dirty="0" err="1"/>
              <a:t>Suppl</a:t>
            </a:r>
            <a:r>
              <a:rPr lang="en-GB" dirty="0"/>
              <a:t> 1): S74–S76.</a:t>
            </a:r>
          </a:p>
          <a:p>
            <a:pPr marL="228600" indent="-228600">
              <a:buFont typeface="+mj-lt"/>
              <a:buAutoNum type="arabicPeriod"/>
            </a:pPr>
            <a:r>
              <a:rPr lang="en-GB" dirty="0"/>
              <a:t>Reijnders JS, </a:t>
            </a:r>
            <a:r>
              <a:rPr lang="en-GB" dirty="0" err="1"/>
              <a:t>Ehrt</a:t>
            </a:r>
            <a:r>
              <a:rPr lang="en-GB" dirty="0"/>
              <a:t> U, Weber WE, et al. A systematic review of prevalence studies of depression in Parkinson’s disease. Mov </a:t>
            </a:r>
            <a:r>
              <a:rPr lang="en-GB" dirty="0" err="1"/>
              <a:t>Disord</a:t>
            </a:r>
            <a:r>
              <a:rPr lang="en-GB" dirty="0"/>
              <a:t> 2008; 23 (2): 183–189.</a:t>
            </a:r>
          </a:p>
          <a:p>
            <a:pPr marL="228600" indent="-228600">
              <a:buFont typeface="+mj-lt"/>
              <a:buAutoNum type="arabicPeriod"/>
            </a:pPr>
            <a:r>
              <a:rPr lang="nl-NL" dirty="0"/>
              <a:t>Schrag A. </a:t>
            </a:r>
            <a:r>
              <a:rPr lang="en-GB" dirty="0"/>
              <a:t>Quality of life and depression in Parkinson’s disease. </a:t>
            </a:r>
            <a:r>
              <a:rPr lang="nl-NL" dirty="0"/>
              <a:t>J Neurol Sci 2006; 248 (1–2): 151–157.</a:t>
            </a:r>
            <a:endParaRPr lang="en-GB" dirty="0"/>
          </a:p>
          <a:p>
            <a:pPr marL="228600" indent="-228600">
              <a:buFont typeface="+mj-lt"/>
              <a:buAutoNum type="arabicPeriod"/>
            </a:pPr>
            <a:r>
              <a:rPr lang="en-GB" dirty="0"/>
              <a:t>Schrag A, </a:t>
            </a:r>
            <a:r>
              <a:rPr lang="en-GB" dirty="0" err="1"/>
              <a:t>Bohlken</a:t>
            </a:r>
            <a:r>
              <a:rPr lang="en-GB" dirty="0"/>
              <a:t> J, </a:t>
            </a:r>
            <a:r>
              <a:rPr lang="en-GB" dirty="0" err="1"/>
              <a:t>Dammertz</a:t>
            </a:r>
            <a:r>
              <a:rPr lang="en-GB" dirty="0"/>
              <a:t> L, et al. Widening the spectrum of risk factors, comorbidities, and prodromal features of Parkinson disease. JAMA </a:t>
            </a:r>
            <a:r>
              <a:rPr lang="en-GB" dirty="0" err="1"/>
              <a:t>Neurol</a:t>
            </a:r>
            <a:r>
              <a:rPr lang="en-GB" dirty="0"/>
              <a:t> 2023; 80 (2): 161–171.</a:t>
            </a:r>
          </a:p>
          <a:p>
            <a:pPr marL="228600" indent="-228600">
              <a:buFont typeface="+mj-lt"/>
              <a:buAutoNum type="arabicPeriod"/>
            </a:pPr>
            <a:r>
              <a:rPr lang="nl-NL" dirty="0"/>
              <a:t>Aarsland D, Påhlhagen S, Ballard CG, et al. Depression in Parkinson disease – epidemiology, mechanisms and management. Nat Rev Neurol 2011; 8 (1): 35–47.</a:t>
            </a:r>
          </a:p>
          <a:p>
            <a:pPr marL="228600" indent="-228600">
              <a:buFont typeface="+mj-lt"/>
              <a:buAutoNum type="arabicPeriod"/>
            </a:pPr>
            <a:r>
              <a:rPr lang="en-GB" dirty="0"/>
              <a:t>Connolly B, Fox SH. Treatment of cognitive, psychiatric, and affective disorders associated with Parkinson’s disease. Neurotherapeutics 2014; 11 (1): 78–91.</a:t>
            </a:r>
          </a:p>
          <a:p>
            <a:pPr marL="228600" indent="-228600">
              <a:buFont typeface="+mj-lt"/>
              <a:buAutoNum type="arabicPeriod"/>
            </a:pPr>
            <a:r>
              <a:rPr lang="en-GB" dirty="0"/>
              <a:t>Weiss HD, </a:t>
            </a:r>
            <a:r>
              <a:rPr lang="en-GB" dirty="0" err="1"/>
              <a:t>Pontone</a:t>
            </a:r>
            <a:r>
              <a:rPr lang="en-GB" dirty="0"/>
              <a:t> GM. “Pseudo-syndromes” associated with Parkinson disease, dementia, apathy, anxiety, and depression. </a:t>
            </a:r>
            <a:r>
              <a:rPr lang="en-GB" dirty="0" err="1"/>
              <a:t>Neurol</a:t>
            </a:r>
            <a:r>
              <a:rPr lang="en-GB" dirty="0"/>
              <a:t> Clin </a:t>
            </a:r>
            <a:r>
              <a:rPr lang="en-GB" dirty="0" err="1"/>
              <a:t>Pract</a:t>
            </a:r>
            <a:r>
              <a:rPr lang="en-GB" dirty="0"/>
              <a:t> 2019; 9 (4): 354–359.</a:t>
            </a:r>
          </a:p>
          <a:p>
            <a:pPr marL="228600" indent="-228600">
              <a:buFont typeface="+mj-lt"/>
              <a:buAutoNum type="arabicPeriod"/>
            </a:pPr>
            <a:r>
              <a:rPr lang="en-US" dirty="0"/>
              <a:t>Schrag A, Horsfall L, Walters K, et al. </a:t>
            </a:r>
            <a:r>
              <a:rPr lang="en-US" dirty="0" err="1"/>
              <a:t>Prediagnostic</a:t>
            </a:r>
            <a:r>
              <a:rPr lang="en-US" dirty="0"/>
              <a:t> presentations of Parkinson’s disease in primary care: a case-control study. Lancet Neurol 2015; 14 (1): 57–64.</a:t>
            </a:r>
          </a:p>
          <a:p>
            <a:pPr marL="228600" indent="-228600">
              <a:buFont typeface="+mj-lt"/>
              <a:buAutoNum type="arabicPeriod"/>
            </a:pPr>
            <a:r>
              <a:rPr lang="en-GB" dirty="0" err="1"/>
              <a:t>Dissanayaka</a:t>
            </a:r>
            <a:r>
              <a:rPr lang="en-GB" dirty="0"/>
              <a:t> NNW, </a:t>
            </a:r>
            <a:r>
              <a:rPr lang="en-GB" dirty="0" err="1"/>
              <a:t>Jion</a:t>
            </a:r>
            <a:r>
              <a:rPr lang="en-GB" dirty="0"/>
              <a:t> FI, </a:t>
            </a:r>
            <a:r>
              <a:rPr lang="en-GB" dirty="0" err="1"/>
              <a:t>Pachana</a:t>
            </a:r>
            <a:r>
              <a:rPr lang="en-GB" dirty="0"/>
              <a:t> NA, et al. Mindfulness for motor and nonmotor dysfunctions in Parkinson’s disease. </a:t>
            </a:r>
            <a:r>
              <a:rPr lang="en-GB" dirty="0" err="1"/>
              <a:t>Parkinsons</a:t>
            </a:r>
            <a:r>
              <a:rPr lang="en-GB" dirty="0"/>
              <a:t> Dis 2016; 2016: 7109052.</a:t>
            </a:r>
          </a:p>
          <a:p>
            <a:pPr marL="228600" indent="-228600">
              <a:buFont typeface="+mj-lt"/>
              <a:buAutoNum type="arabicPeriod"/>
            </a:pPr>
            <a:r>
              <a:rPr lang="en-GB" dirty="0"/>
              <a:t>Reynolds GO, Otto MW, Ellis TD, et al. The therapeutic potential of exercise to improve mood, cognition, and sleep in Parkinson’s disease. Mov </a:t>
            </a:r>
            <a:r>
              <a:rPr lang="en-GB" dirty="0" err="1"/>
              <a:t>Disord</a:t>
            </a:r>
            <a:r>
              <a:rPr lang="en-GB" dirty="0"/>
              <a:t> 2016; 31 (1): 23–38.</a:t>
            </a:r>
          </a:p>
        </p:txBody>
      </p:sp>
      <p:sp>
        <p:nvSpPr>
          <p:cNvPr id="4" name="Slide Number Placeholder 3"/>
          <p:cNvSpPr>
            <a:spLocks noGrp="1"/>
          </p:cNvSpPr>
          <p:nvPr>
            <p:ph type="sldNum" sz="quarter" idx="10"/>
          </p:nvPr>
        </p:nvSpPr>
        <p:spPr/>
        <p:txBody>
          <a:bodyPr/>
          <a:lstStyle/>
          <a:p>
            <a:fld id="{037C2873-EBE5-CF42-9E30-7832FC02D1D9}" type="slidenum">
              <a:rPr lang="en-GB" smtClean="0"/>
              <a:t>14</a:t>
            </a:fld>
            <a:endParaRPr lang="en-GB"/>
          </a:p>
        </p:txBody>
      </p:sp>
    </p:spTree>
    <p:extLst>
      <p:ext uri="{BB962C8B-B14F-4D97-AF65-F5344CB8AC3E}">
        <p14:creationId xmlns:p14="http://schemas.microsoft.com/office/powerpoint/2010/main" val="38249219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768" y="4726151"/>
            <a:ext cx="5438140" cy="3542073"/>
          </a:xfrm>
        </p:spPr>
        <p:txBody>
          <a:bodyPr/>
          <a:lstStyle/>
          <a:p>
            <a:r>
              <a:rPr lang="en-GB" dirty="0"/>
              <a:t>Anxiety is a common comorbidity in patients with PD and is likely to be underdiagnosed and undertreated.</a:t>
            </a:r>
            <a:r>
              <a:rPr lang="en-GB" baseline="30000" dirty="0"/>
              <a:t>2,3</a:t>
            </a:r>
            <a:r>
              <a:rPr lang="en-GB" dirty="0"/>
              <a:t> Anxiety may take several forms, including panic disorder, obsessive–compulsive disorder, generalised anxiety disorder (GAD), and social phobias, and often occurs alongside other mental health disorders, particularly depression.</a:t>
            </a:r>
            <a:r>
              <a:rPr lang="en-GB" baseline="30000" dirty="0"/>
              <a:t>4</a:t>
            </a:r>
            <a:r>
              <a:rPr lang="en-GB" dirty="0"/>
              <a:t> In some cases, anxiety precedes the onset of motor symptoms.</a:t>
            </a:r>
            <a:r>
              <a:rPr lang="en-GB" baseline="30000" dirty="0"/>
              <a:t>4,5</a:t>
            </a:r>
            <a:endParaRPr lang="en-GB" dirty="0"/>
          </a:p>
          <a:p>
            <a:r>
              <a:rPr lang="en-GB" dirty="0"/>
              <a:t>High levels of anxiety are associated with more severe motor symptoms, and reduced ability to perform activities of daily living.</a:t>
            </a:r>
            <a:r>
              <a:rPr lang="en-GB" baseline="30000" dirty="0"/>
              <a:t>4</a:t>
            </a:r>
            <a:r>
              <a:rPr lang="en-GB" dirty="0"/>
              <a:t> However, the extent to which a loss of independence increases anxiety, or greater levels of anxiety results in a loss of independence, remains unclear.</a:t>
            </a:r>
            <a:r>
              <a:rPr lang="en-GB" baseline="30000" dirty="0"/>
              <a:t>4</a:t>
            </a:r>
            <a:r>
              <a:rPr lang="en-GB" dirty="0"/>
              <a:t> It is certainly plausible that neurodegeneration in the brainstem during early PD may have mood-altering effects, including increased anxiety and panic disorders.</a:t>
            </a:r>
            <a:r>
              <a:rPr lang="en-GB" baseline="30000" dirty="0"/>
              <a:t>1</a:t>
            </a:r>
            <a:endParaRPr lang="en-GB" dirty="0"/>
          </a:p>
          <a:p>
            <a:r>
              <a:rPr lang="en-GB" dirty="0"/>
              <a:t>Anxiety may be present almost continuously, or only during or either side of ‘OFF’ periods.</a:t>
            </a:r>
            <a:r>
              <a:rPr lang="en-GB" baseline="30000" dirty="0"/>
              <a:t>6</a:t>
            </a:r>
            <a:r>
              <a:rPr lang="en-GB" dirty="0"/>
              <a:t> The dose of levodopa does not appear to affect the likelihood of anxiety, although the presence of drug-related complications, such as dyskinesias and ON/OFF fluctuations, may be a factor.</a:t>
            </a:r>
            <a:r>
              <a:rPr lang="en-GB" baseline="30000" dirty="0"/>
              <a:t>4</a:t>
            </a:r>
            <a:r>
              <a:rPr lang="en-GB" dirty="0"/>
              <a:t> Alterations to the drug regimen that reduce these side effects may therefore help to reduce anxiety.</a:t>
            </a:r>
            <a:r>
              <a:rPr lang="en-GB" baseline="30000" dirty="0"/>
              <a:t>6</a:t>
            </a:r>
            <a:endParaRPr lang="en-GB" dirty="0"/>
          </a:p>
          <a:p>
            <a:r>
              <a:rPr lang="en-GB" dirty="0"/>
              <a:t>There is currently no proven drug therapy for the treatment of anxiety in PD.</a:t>
            </a:r>
            <a:r>
              <a:rPr lang="en-GB" baseline="30000" dirty="0"/>
              <a:t>6,7</a:t>
            </a:r>
            <a:r>
              <a:rPr lang="en-GB" dirty="0"/>
              <a:t> Common approaches to its management include the use of antidepressant medication, counselling, education-based strategies, and relaxation techniques.</a:t>
            </a:r>
            <a:r>
              <a:rPr lang="en-GB" baseline="30000" dirty="0"/>
              <a:t>6</a:t>
            </a:r>
            <a:r>
              <a:rPr lang="en-GB" dirty="0"/>
              <a:t> However, currently there is little evidence from clinical trials demonstrating the effectiveness of these interventions.</a:t>
            </a:r>
            <a:r>
              <a:rPr lang="en-GB" baseline="30000" dirty="0"/>
              <a:t>6</a:t>
            </a:r>
            <a:endParaRPr lang="en-GB" dirty="0"/>
          </a:p>
          <a:p>
            <a:endParaRPr lang="en-GB" dirty="0"/>
          </a:p>
          <a:p>
            <a:r>
              <a:rPr lang="en-GB" dirty="0"/>
              <a:t>References:</a:t>
            </a:r>
          </a:p>
          <a:p>
            <a:pPr marL="228600" indent="-228600">
              <a:buFont typeface="+mj-lt"/>
              <a:buAutoNum type="arabicPeriod"/>
            </a:pPr>
            <a:r>
              <a:rPr lang="en-GB" dirty="0"/>
              <a:t>Tan LC. Mood disorders in Parkinson’s disease. Parkinsonism </a:t>
            </a:r>
            <a:r>
              <a:rPr lang="en-GB" dirty="0" err="1"/>
              <a:t>Relat</a:t>
            </a:r>
            <a:r>
              <a:rPr lang="en-GB" dirty="0"/>
              <a:t> </a:t>
            </a:r>
            <a:r>
              <a:rPr lang="en-GB" dirty="0" err="1"/>
              <a:t>Disord</a:t>
            </a:r>
            <a:r>
              <a:rPr lang="en-GB" dirty="0"/>
              <a:t> 2012; 18 (</a:t>
            </a:r>
            <a:r>
              <a:rPr lang="en-GB" dirty="0" err="1"/>
              <a:t>Suppl</a:t>
            </a:r>
            <a:r>
              <a:rPr lang="en-GB" dirty="0"/>
              <a:t> 1): S74–S76. </a:t>
            </a:r>
          </a:p>
          <a:p>
            <a:pPr marL="228600" indent="-228600">
              <a:buFont typeface="+mj-lt"/>
              <a:buAutoNum type="arabicPeriod"/>
            </a:pPr>
            <a:r>
              <a:rPr lang="en-GB" dirty="0" err="1"/>
              <a:t>Pontone</a:t>
            </a:r>
            <a:r>
              <a:rPr lang="en-GB" dirty="0"/>
              <a:t> GM, Williams JR, Anderson KE, et al. Prevalence of anxiety disorders and anxiety subtypes in patients with Parkinson’s disease. Mov </a:t>
            </a:r>
            <a:r>
              <a:rPr lang="en-GB" dirty="0" err="1"/>
              <a:t>Disord</a:t>
            </a:r>
            <a:r>
              <a:rPr lang="en-GB" dirty="0"/>
              <a:t> 2009; 24 (9): 1333–1338. </a:t>
            </a:r>
          </a:p>
          <a:p>
            <a:pPr marL="228600" indent="-228600">
              <a:buFont typeface="+mj-lt"/>
              <a:buAutoNum type="arabicPeriod"/>
            </a:pPr>
            <a:r>
              <a:rPr lang="en-GB" dirty="0"/>
              <a:t>Schrag A, </a:t>
            </a:r>
            <a:r>
              <a:rPr lang="en-GB" dirty="0" err="1"/>
              <a:t>Bohlken</a:t>
            </a:r>
            <a:r>
              <a:rPr lang="en-GB" dirty="0"/>
              <a:t> J, </a:t>
            </a:r>
            <a:r>
              <a:rPr lang="en-GB" dirty="0" err="1"/>
              <a:t>Dammertz</a:t>
            </a:r>
            <a:r>
              <a:rPr lang="en-GB" dirty="0"/>
              <a:t> L, et al. Widening the spectrum of risk factors, comorbidities, and prodromal features of Parkinson disease. JAMA </a:t>
            </a:r>
            <a:r>
              <a:rPr lang="en-GB" dirty="0" err="1"/>
              <a:t>Neurol</a:t>
            </a:r>
            <a:r>
              <a:rPr lang="en-GB" dirty="0"/>
              <a:t> 2023; 80 (2): 161–171.</a:t>
            </a:r>
          </a:p>
          <a:p>
            <a:pPr marL="228600" indent="-228600">
              <a:buFont typeface="+mj-lt"/>
              <a:buAutoNum type="arabicPeriod"/>
            </a:pPr>
            <a:r>
              <a:rPr lang="en-GB" dirty="0" err="1"/>
              <a:t>Dissanayaka</a:t>
            </a:r>
            <a:r>
              <a:rPr lang="en-GB" dirty="0"/>
              <a:t> NN, </a:t>
            </a:r>
            <a:r>
              <a:rPr lang="en-GB" dirty="0" err="1"/>
              <a:t>Sellbach</a:t>
            </a:r>
            <a:r>
              <a:rPr lang="en-GB" dirty="0"/>
              <a:t> A, Matheson S, et al. Anxiety disorders in Parkinson’s disease: prevalence and risk factors. Mov </a:t>
            </a:r>
            <a:r>
              <a:rPr lang="en-GB" dirty="0" err="1"/>
              <a:t>Disord</a:t>
            </a:r>
            <a:r>
              <a:rPr lang="en-GB" dirty="0"/>
              <a:t> 2010; 25 (7): 838–845.</a:t>
            </a:r>
          </a:p>
          <a:p>
            <a:pPr marL="228600" indent="-228600">
              <a:buFont typeface="+mj-lt"/>
              <a:buAutoNum type="arabicPeriod"/>
            </a:pPr>
            <a:r>
              <a:rPr lang="en-US" dirty="0"/>
              <a:t>Schrag A, Horsfall L, Walters K, et al. </a:t>
            </a:r>
            <a:r>
              <a:rPr lang="en-US" dirty="0" err="1"/>
              <a:t>Prediagnostic</a:t>
            </a:r>
            <a:r>
              <a:rPr lang="en-US" dirty="0"/>
              <a:t> presentations of Parkinson’s disease in primary care: a case-control study. Lancet Neurol 2015; 14 (1): 57–64.</a:t>
            </a:r>
          </a:p>
          <a:p>
            <a:pPr marL="228600" indent="-228600">
              <a:buFont typeface="+mj-lt"/>
              <a:buAutoNum type="arabicPeriod"/>
            </a:pPr>
            <a:r>
              <a:rPr lang="en-GB" dirty="0"/>
              <a:t>Connolly B, Fox SH. Treatment of cognitive, psychiatric, and affective disorders associated with Parkinson’s disease. Neurotherapeutics 2014; 11 (1): 78–91.</a:t>
            </a:r>
          </a:p>
          <a:p>
            <a:pPr marL="228600" indent="-228600">
              <a:buFont typeface="+mj-lt"/>
              <a:buAutoNum type="arabicPeriod"/>
            </a:pPr>
            <a:r>
              <a:rPr lang="en-GB" dirty="0"/>
              <a:t>Seppi K, Ray Chaudhuri K, Coelho M, et al. Update on treatments for nonmotor symptoms of Parkinson’s disease – an evidence-based medicine review. Mov </a:t>
            </a:r>
            <a:r>
              <a:rPr lang="en-GB" dirty="0" err="1"/>
              <a:t>Disord</a:t>
            </a:r>
            <a:r>
              <a:rPr lang="en-GB" dirty="0"/>
              <a:t> 2019; 34 (2): 180–198.</a:t>
            </a:r>
          </a:p>
        </p:txBody>
      </p:sp>
      <p:sp>
        <p:nvSpPr>
          <p:cNvPr id="4" name="Slide Number Placeholder 3"/>
          <p:cNvSpPr>
            <a:spLocks noGrp="1"/>
          </p:cNvSpPr>
          <p:nvPr>
            <p:ph type="sldNum" sz="quarter" idx="10"/>
          </p:nvPr>
        </p:nvSpPr>
        <p:spPr/>
        <p:txBody>
          <a:bodyPr/>
          <a:lstStyle/>
          <a:p>
            <a:fld id="{037C2873-EBE5-CF42-9E30-7832FC02D1D9}" type="slidenum">
              <a:rPr lang="en-GB" smtClean="0"/>
              <a:t>15</a:t>
            </a:fld>
            <a:endParaRPr lang="en-GB"/>
          </a:p>
        </p:txBody>
      </p:sp>
    </p:spTree>
    <p:extLst>
      <p:ext uri="{BB962C8B-B14F-4D97-AF65-F5344CB8AC3E}">
        <p14:creationId xmlns:p14="http://schemas.microsoft.com/office/powerpoint/2010/main" val="34388604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768" y="4726149"/>
            <a:ext cx="5438140" cy="4601688"/>
          </a:xfrm>
        </p:spPr>
        <p:txBody>
          <a:bodyPr/>
          <a:lstStyle/>
          <a:p>
            <a:r>
              <a:rPr lang="en-GB" dirty="0"/>
              <a:t>Apathy refers to a set of behavioural, emotional and cognitive features that involve reduced interest and motivation in goal-directed behaviours, indifference, and flattened mood.</a:t>
            </a:r>
            <a:r>
              <a:rPr lang="en-GB" baseline="30000" dirty="0"/>
              <a:t>1,2</a:t>
            </a:r>
            <a:r>
              <a:rPr lang="en-GB" dirty="0"/>
              <a:t> Essentially, the individual lacks motivation and they appear to be emotionally numb.</a:t>
            </a:r>
            <a:r>
              <a:rPr lang="en-GB" baseline="30000" dirty="0"/>
              <a:t>1,2</a:t>
            </a:r>
            <a:r>
              <a:rPr lang="en-GB" dirty="0"/>
              <a:t> Apathy in patients with PD is associated with poor quality of life, impaired daily functioning, medication non-compliance, and increased mortality.</a:t>
            </a:r>
            <a:r>
              <a:rPr lang="en-GB" baseline="30000" dirty="0"/>
              <a:t>7,8</a:t>
            </a:r>
            <a:endParaRPr lang="en-GB" dirty="0"/>
          </a:p>
          <a:p>
            <a:r>
              <a:rPr lang="en-GB" dirty="0"/>
              <a:t>Apathy can be a component of depression, but it is not uncommon to find apathy in patients who do not suffer from depression.</a:t>
            </a:r>
            <a:r>
              <a:rPr lang="en-GB" baseline="30000" dirty="0"/>
              <a:t>3 </a:t>
            </a:r>
            <a:r>
              <a:rPr lang="en-GB" dirty="0"/>
              <a:t>Apathy may also be one of the more frequent and distressing neuropsychiatric symptoms of PD for caregivers and next of kin.</a:t>
            </a:r>
            <a:r>
              <a:rPr lang="en-GB" baseline="30000" dirty="0"/>
              <a:t>8</a:t>
            </a:r>
            <a:endParaRPr lang="en-GB" dirty="0"/>
          </a:p>
          <a:p>
            <a:r>
              <a:rPr lang="en-US" dirty="0"/>
              <a:t>There is emerging evidence from clinical studies for pharmacological treatments including medications that enhance cholinergic and/or dopaminergic neurotransmission.</a:t>
            </a:r>
            <a:r>
              <a:rPr lang="en-US" baseline="30000" dirty="0"/>
              <a:t>2,6</a:t>
            </a:r>
            <a:r>
              <a:rPr lang="en-US" dirty="0"/>
              <a:t> </a:t>
            </a:r>
            <a:r>
              <a:rPr lang="en-GB" dirty="0"/>
              <a:t>Some studies have reported that motivation is greater during ‘ON’ states when levodopa levels are at their most effective, suggesting that optimising dopaminergic medication may prove beneficial.</a:t>
            </a:r>
            <a:r>
              <a:rPr lang="en-GB" baseline="30000" dirty="0"/>
              <a:t>8</a:t>
            </a:r>
            <a:endParaRPr lang="en-GB" dirty="0"/>
          </a:p>
          <a:p>
            <a:r>
              <a:rPr lang="en-GB" dirty="0"/>
              <a:t> </a:t>
            </a:r>
          </a:p>
          <a:p>
            <a:r>
              <a:rPr lang="en-GB" dirty="0"/>
              <a:t>References:</a:t>
            </a:r>
          </a:p>
          <a:p>
            <a:pPr marL="228600" indent="-228600">
              <a:buFont typeface="+mj-lt"/>
              <a:buAutoNum type="arabicPeriod"/>
            </a:pPr>
            <a:r>
              <a:rPr lang="en-GB" dirty="0"/>
              <a:t>Tan LC.</a:t>
            </a:r>
            <a:r>
              <a:rPr lang="en-GB" b="1" dirty="0"/>
              <a:t> </a:t>
            </a:r>
            <a:r>
              <a:rPr lang="en-GB" dirty="0"/>
              <a:t>Mood disorders in Parkinson’s disease. Parkinsonism </a:t>
            </a:r>
            <a:r>
              <a:rPr lang="en-GB" dirty="0" err="1"/>
              <a:t>Relat</a:t>
            </a:r>
            <a:r>
              <a:rPr lang="en-GB" dirty="0"/>
              <a:t> </a:t>
            </a:r>
            <a:r>
              <a:rPr lang="en-GB" dirty="0" err="1"/>
              <a:t>Disord</a:t>
            </a:r>
            <a:r>
              <a:rPr lang="en-GB" dirty="0"/>
              <a:t> 2012; 18 (</a:t>
            </a:r>
            <a:r>
              <a:rPr lang="en-GB" dirty="0" err="1"/>
              <a:t>Suppl</a:t>
            </a:r>
            <a:r>
              <a:rPr lang="en-GB" dirty="0"/>
              <a:t> 1): S74–S76.</a:t>
            </a:r>
          </a:p>
          <a:p>
            <a:pPr marL="228600" indent="-228600">
              <a:buFont typeface="+mj-lt"/>
              <a:buAutoNum type="arabicPeriod"/>
            </a:pPr>
            <a:r>
              <a:rPr lang="en-GB" dirty="0" err="1"/>
              <a:t>Pagonabarraga</a:t>
            </a:r>
            <a:r>
              <a:rPr lang="en-GB" dirty="0"/>
              <a:t> J, </a:t>
            </a:r>
            <a:r>
              <a:rPr lang="en-GB" dirty="0" err="1"/>
              <a:t>Kulisevsky</a:t>
            </a:r>
            <a:r>
              <a:rPr lang="en-GB" dirty="0"/>
              <a:t> J, </a:t>
            </a:r>
            <a:r>
              <a:rPr lang="en-GB" dirty="0" err="1"/>
              <a:t>Strafella</a:t>
            </a:r>
            <a:r>
              <a:rPr lang="en-GB" dirty="0"/>
              <a:t> AP, Krack P. Apathy in Parkinson’s disease: clinical features, neural substrates, diagnosis, and treatment. Lancet </a:t>
            </a:r>
            <a:r>
              <a:rPr lang="en-GB" dirty="0" err="1"/>
              <a:t>Neurol</a:t>
            </a:r>
            <a:r>
              <a:rPr lang="en-GB" dirty="0"/>
              <a:t> 2015; 14 (5): 518–531.</a:t>
            </a:r>
          </a:p>
          <a:p>
            <a:pPr marL="228600" indent="-228600">
              <a:buFont typeface="+mj-lt"/>
              <a:buAutoNum type="arabicPeriod"/>
            </a:pPr>
            <a:r>
              <a:rPr lang="en-GB" dirty="0"/>
              <a:t>American Psychiatric Association. Diagnostic and statistical manual of mental disorders, 5</a:t>
            </a:r>
            <a:r>
              <a:rPr lang="en-GB" baseline="30000" dirty="0"/>
              <a:t>th</a:t>
            </a:r>
            <a:r>
              <a:rPr lang="en-GB" dirty="0"/>
              <a:t> edition text revision. Arlington, VA: American Psychiatric Publishing, 2022.</a:t>
            </a:r>
          </a:p>
          <a:p>
            <a:pPr marL="228600" indent="-228600">
              <a:buFont typeface="+mj-lt"/>
              <a:buAutoNum type="arabicPeriod"/>
            </a:pPr>
            <a:r>
              <a:rPr lang="nb-NO" dirty="0"/>
              <a:t>Dujardin K, Sockeel P, Delliaux M, et al. </a:t>
            </a:r>
            <a:r>
              <a:rPr lang="en-GB" dirty="0"/>
              <a:t>Apathy may herald cognitive decline and dementia in Parkinson’s disease. </a:t>
            </a:r>
            <a:r>
              <a:rPr lang="nb-NO" dirty="0"/>
              <a:t>Mov Disord 2009; 24 (16): 2391–2397.</a:t>
            </a:r>
          </a:p>
          <a:p>
            <a:pPr marL="228600" indent="-228600">
              <a:buFont typeface="+mj-lt"/>
              <a:buAutoNum type="arabicPeriod"/>
            </a:pPr>
            <a:r>
              <a:rPr lang="nb-NO" dirty="0"/>
              <a:t>Aarsland D, Marsh L, Schrag A. </a:t>
            </a:r>
            <a:r>
              <a:rPr lang="en-GB" dirty="0"/>
              <a:t>Neuropsychiatric symptoms in Parkinson’s disease. </a:t>
            </a:r>
            <a:r>
              <a:rPr lang="nb-NO" dirty="0"/>
              <a:t>Mov Disord 2009; 24 (15): 2175–2186.</a:t>
            </a:r>
            <a:endParaRPr lang="en-GB" dirty="0"/>
          </a:p>
          <a:p>
            <a:pPr marL="228600" indent="-228600">
              <a:buFont typeface="+mj-lt"/>
              <a:buAutoNum type="arabicPeriod"/>
            </a:pPr>
            <a:r>
              <a:rPr lang="en-GB" dirty="0"/>
              <a:t>Seppi K, Ray Chaudhuri K, Coelho M, et al. Update on treatments for nonmotor symptoms of Parkinson’s disease – an evidence-based medicine review. Mov </a:t>
            </a:r>
            <a:r>
              <a:rPr lang="en-GB" dirty="0" err="1"/>
              <a:t>Disord</a:t>
            </a:r>
            <a:r>
              <a:rPr lang="en-GB" dirty="0"/>
              <a:t> 2019; 34 (2): 180–198.</a:t>
            </a:r>
          </a:p>
          <a:p>
            <a:pPr marL="228600" indent="-228600">
              <a:buFont typeface="+mj-lt"/>
              <a:buAutoNum type="arabicPeriod"/>
            </a:pPr>
            <a:r>
              <a:rPr lang="en-GB" dirty="0"/>
              <a:t>Barone P, Antonini A, Colosimo C, et al. The PRIAMO study: a </a:t>
            </a:r>
            <a:r>
              <a:rPr lang="en-GB" dirty="0" err="1"/>
              <a:t>multicenter</a:t>
            </a:r>
            <a:r>
              <a:rPr lang="en-GB" dirty="0"/>
              <a:t> assessment of nonmotor symptoms and their impact on quality of life in Parkinson’s disease. </a:t>
            </a:r>
            <a:r>
              <a:rPr lang="en-GB" dirty="0" err="1"/>
              <a:t>Mov</a:t>
            </a:r>
            <a:r>
              <a:rPr lang="en-GB" dirty="0"/>
              <a:t> </a:t>
            </a:r>
            <a:r>
              <a:rPr lang="en-GB" dirty="0" err="1"/>
              <a:t>Disord</a:t>
            </a:r>
            <a:r>
              <a:rPr lang="en-GB" dirty="0"/>
              <a:t> 2009; 24 (11): 1641–1649.</a:t>
            </a:r>
          </a:p>
          <a:p>
            <a:pPr marL="228600" indent="-228600">
              <a:buFont typeface="+mj-lt"/>
              <a:buAutoNum type="arabicPeriod"/>
            </a:pPr>
            <a:r>
              <a:rPr lang="en-GB" dirty="0"/>
              <a:t>Connolly B, Fox SH. Treatment of cognitive, psychiatric, and affective disorders associated with Parkinson’s disease. Neurotherapeutics 2014; 11 (1): 78–91.</a:t>
            </a:r>
          </a:p>
        </p:txBody>
      </p:sp>
      <p:sp>
        <p:nvSpPr>
          <p:cNvPr id="4" name="Slide Number Placeholder 3"/>
          <p:cNvSpPr>
            <a:spLocks noGrp="1"/>
          </p:cNvSpPr>
          <p:nvPr>
            <p:ph type="sldNum" sz="quarter" idx="10"/>
          </p:nvPr>
        </p:nvSpPr>
        <p:spPr/>
        <p:txBody>
          <a:bodyPr/>
          <a:lstStyle/>
          <a:p>
            <a:fld id="{037C2873-EBE5-CF42-9E30-7832FC02D1D9}" type="slidenum">
              <a:rPr lang="en-GB" smtClean="0"/>
              <a:t>16</a:t>
            </a:fld>
            <a:endParaRPr lang="en-GB"/>
          </a:p>
        </p:txBody>
      </p:sp>
    </p:spTree>
    <p:extLst>
      <p:ext uri="{BB962C8B-B14F-4D97-AF65-F5344CB8AC3E}">
        <p14:creationId xmlns:p14="http://schemas.microsoft.com/office/powerpoint/2010/main" val="37829005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037C2873-EBE5-CF42-9E30-7832FC02D1D9}" type="slidenum">
              <a:rPr lang="en-GB" smtClean="0"/>
              <a:t>17</a:t>
            </a:fld>
            <a:endParaRPr lang="en-GB"/>
          </a:p>
        </p:txBody>
      </p:sp>
    </p:spTree>
    <p:extLst>
      <p:ext uri="{BB962C8B-B14F-4D97-AF65-F5344CB8AC3E}">
        <p14:creationId xmlns:p14="http://schemas.microsoft.com/office/powerpoint/2010/main" val="12475408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768" y="4726148"/>
            <a:ext cx="5438140" cy="4368948"/>
          </a:xfrm>
        </p:spPr>
        <p:txBody>
          <a:bodyPr/>
          <a:lstStyle/>
          <a:p>
            <a:r>
              <a:rPr lang="en-GB" dirty="0"/>
              <a:t>Psychotic symptoms are a frequent feature of PD as the disease progresses, and can have a major effect on patient quality of life, as well as that of caregivers.</a:t>
            </a:r>
            <a:r>
              <a:rPr lang="en-GB" baseline="30000" dirty="0"/>
              <a:t>1</a:t>
            </a:r>
            <a:r>
              <a:rPr lang="en-GB" dirty="0"/>
              <a:t> Treatment of psychotic symptoms in patients with PD is complicated by their close relationship with dopaminergic medication.</a:t>
            </a:r>
            <a:r>
              <a:rPr lang="en-GB" baseline="30000" dirty="0"/>
              <a:t>1,5,6</a:t>
            </a:r>
            <a:r>
              <a:rPr lang="en-GB" dirty="0"/>
              <a:t> Psychotic symptoms may be relieved by decreasing the doses or frequency of PD medications, but this may lead to an unacceptable worsening of motor symptoms, such as bradykinesia, tremor, and muscular rigidity.</a:t>
            </a:r>
            <a:r>
              <a:rPr lang="en-GB" baseline="30000" dirty="0"/>
              <a:t>1,5</a:t>
            </a:r>
            <a:r>
              <a:rPr lang="en-GB" dirty="0"/>
              <a:t> Clinicians, therefore, often choose to use low-dose antipsychotic medications to relieve symptoms.</a:t>
            </a:r>
            <a:r>
              <a:rPr lang="en-GB" baseline="30000" dirty="0"/>
              <a:t>1</a:t>
            </a:r>
            <a:endParaRPr lang="en-GB" dirty="0"/>
          </a:p>
          <a:p>
            <a:r>
              <a:rPr lang="en-GB" dirty="0"/>
              <a:t> </a:t>
            </a:r>
          </a:p>
          <a:p>
            <a:r>
              <a:rPr lang="en-GB" dirty="0"/>
              <a:t>References:</a:t>
            </a:r>
          </a:p>
          <a:p>
            <a:pPr marL="228600" indent="-228600">
              <a:buFont typeface="+mj-lt"/>
              <a:buAutoNum type="arabicPeriod"/>
            </a:pPr>
            <a:r>
              <a:rPr lang="en-GB" dirty="0"/>
              <a:t>Samudra N, Patel N, Womack KB, et al. Psychosis in Parkinson disease: a review of </a:t>
            </a:r>
            <a:r>
              <a:rPr lang="en-GB" dirty="0" err="1"/>
              <a:t>etiology</a:t>
            </a:r>
            <a:r>
              <a:rPr lang="en-GB" dirty="0"/>
              <a:t>, phenomenology, and management. Drugs Aging 2016; 33 (12): 855–863.</a:t>
            </a:r>
          </a:p>
          <a:p>
            <a:pPr marL="228600" indent="-228600">
              <a:buFont typeface="+mj-lt"/>
              <a:buAutoNum type="arabicPeriod"/>
            </a:pPr>
            <a:r>
              <a:rPr lang="en-GB" dirty="0" err="1"/>
              <a:t>Taddei</a:t>
            </a:r>
            <a:r>
              <a:rPr lang="en-GB" dirty="0"/>
              <a:t> RN, </a:t>
            </a:r>
            <a:r>
              <a:rPr lang="en-GB" dirty="0" err="1"/>
              <a:t>Cankaya</a:t>
            </a:r>
            <a:r>
              <a:rPr lang="en-GB" dirty="0"/>
              <a:t> S, Dhaliwal S, Chaudhuri KR. Management of psychosis in Parkinson’s disease: emphasizing clinical subtypes and pathophysiological mechanisms of the condition. </a:t>
            </a:r>
            <a:r>
              <a:rPr lang="en-GB" dirty="0" err="1"/>
              <a:t>Parkinsons</a:t>
            </a:r>
            <a:r>
              <a:rPr lang="en-GB" dirty="0"/>
              <a:t> Dis 2017; 2017: 3256542.</a:t>
            </a:r>
          </a:p>
          <a:p>
            <a:pPr marL="228600" indent="-228600">
              <a:buFont typeface="+mj-lt"/>
              <a:buAutoNum type="arabicPeriod"/>
            </a:pPr>
            <a:r>
              <a:rPr lang="en-GB" dirty="0"/>
              <a:t>Friedman JH. Parkinson disease psychosis: update. </a:t>
            </a:r>
            <a:r>
              <a:rPr lang="en-GB" dirty="0" err="1"/>
              <a:t>Behav</a:t>
            </a:r>
            <a:r>
              <a:rPr lang="en-GB" dirty="0"/>
              <a:t> </a:t>
            </a:r>
            <a:r>
              <a:rPr lang="en-GB" dirty="0" err="1"/>
              <a:t>Neurol</a:t>
            </a:r>
            <a:r>
              <a:rPr lang="en-GB" dirty="0"/>
              <a:t> 2013; 27 (4): 469–477. </a:t>
            </a:r>
          </a:p>
          <a:p>
            <a:pPr marL="228600" indent="-228600">
              <a:buFont typeface="+mj-lt"/>
              <a:buAutoNum type="arabicPeriod"/>
            </a:pPr>
            <a:r>
              <a:rPr lang="en-GB" dirty="0"/>
              <a:t>Fénelon G, Alves G. Epidemiology of psychosis in Parkinson’s disease. J </a:t>
            </a:r>
            <a:r>
              <a:rPr lang="en-GB" dirty="0" err="1"/>
              <a:t>Neurol</a:t>
            </a:r>
            <a:r>
              <a:rPr lang="en-GB" dirty="0"/>
              <a:t> Sci 2010; 289 (1–2): 12–17.</a:t>
            </a:r>
          </a:p>
          <a:p>
            <a:pPr marL="228600" indent="-228600">
              <a:buFont typeface="+mj-lt"/>
              <a:buAutoNum type="arabicPeriod"/>
            </a:pPr>
            <a:r>
              <a:rPr lang="en-US" dirty="0"/>
              <a:t>Goldman JG, Holden S.</a:t>
            </a:r>
            <a:r>
              <a:rPr lang="en-GB" dirty="0"/>
              <a:t> </a:t>
            </a:r>
            <a:r>
              <a:rPr lang="en-US" dirty="0"/>
              <a:t>Treatment of psychosis and dementia in Parkinson’s disease. </a:t>
            </a:r>
            <a:r>
              <a:rPr lang="en-US" dirty="0" err="1"/>
              <a:t>Curr</a:t>
            </a:r>
            <a:r>
              <a:rPr lang="en-US" dirty="0"/>
              <a:t> Treat Options Neurol 2014; 16 (3): 281. </a:t>
            </a:r>
          </a:p>
          <a:p>
            <a:pPr marL="228600" indent="-228600">
              <a:buFont typeface="+mj-lt"/>
              <a:buAutoNum type="arabicPeriod"/>
            </a:pPr>
            <a:r>
              <a:rPr lang="en-GB" dirty="0"/>
              <a:t>Weintraub D, </a:t>
            </a:r>
            <a:r>
              <a:rPr lang="en-GB" dirty="0" err="1"/>
              <a:t>Mamikonyan</a:t>
            </a:r>
            <a:r>
              <a:rPr lang="en-GB" dirty="0"/>
              <a:t> E. The neuropsychiatry of Parkinson disease: a perfect storm. Am J </a:t>
            </a:r>
            <a:r>
              <a:rPr lang="en-GB" dirty="0" err="1"/>
              <a:t>Geriatr</a:t>
            </a:r>
            <a:r>
              <a:rPr lang="en-GB" dirty="0"/>
              <a:t> Psychiatry 2019; 27 (9): 998–1018.</a:t>
            </a:r>
          </a:p>
        </p:txBody>
      </p:sp>
      <p:sp>
        <p:nvSpPr>
          <p:cNvPr id="4" name="Slide Number Placeholder 3"/>
          <p:cNvSpPr>
            <a:spLocks noGrp="1"/>
          </p:cNvSpPr>
          <p:nvPr>
            <p:ph type="sldNum" sz="quarter" idx="10"/>
          </p:nvPr>
        </p:nvSpPr>
        <p:spPr/>
        <p:txBody>
          <a:bodyPr/>
          <a:lstStyle/>
          <a:p>
            <a:fld id="{037C2873-EBE5-CF42-9E30-7832FC02D1D9}" type="slidenum">
              <a:rPr lang="en-GB" smtClean="0"/>
              <a:t>18</a:t>
            </a:fld>
            <a:endParaRPr lang="en-GB"/>
          </a:p>
        </p:txBody>
      </p:sp>
    </p:spTree>
    <p:extLst>
      <p:ext uri="{BB962C8B-B14F-4D97-AF65-F5344CB8AC3E}">
        <p14:creationId xmlns:p14="http://schemas.microsoft.com/office/powerpoint/2010/main" val="8577334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768" y="4726149"/>
            <a:ext cx="5438140" cy="3758107"/>
          </a:xfrm>
        </p:spPr>
        <p:txBody>
          <a:bodyPr/>
          <a:lstStyle/>
          <a:p>
            <a:r>
              <a:rPr lang="en-GB" dirty="0"/>
              <a:t>Visual hallucinations appear to be the most common psychotic symptom in PD; estimates suggest that 16–38% of patients experience them at some point.</a:t>
            </a:r>
            <a:r>
              <a:rPr lang="en-GB" baseline="30000" dirty="0"/>
              <a:t>1</a:t>
            </a:r>
            <a:r>
              <a:rPr lang="en-GB" dirty="0"/>
              <a:t> Auditory hallucinations are less common (0–22%) and usually occur alongside visual hallucinations.</a:t>
            </a:r>
            <a:r>
              <a:rPr lang="en-GB" baseline="30000" dirty="0"/>
              <a:t>1</a:t>
            </a:r>
            <a:endParaRPr lang="en-GB" dirty="0"/>
          </a:p>
          <a:p>
            <a:r>
              <a:rPr lang="en-GB" dirty="0"/>
              <a:t>Delusions are least common (1–7%), but occur more often in patients with dementia.</a:t>
            </a:r>
            <a:r>
              <a:rPr lang="en-GB" baseline="30000" dirty="0"/>
              <a:t>1</a:t>
            </a:r>
            <a:r>
              <a:rPr lang="en-GB" dirty="0"/>
              <a:t>They are probably the most significant and disabling of all the psychotic symptoms.</a:t>
            </a:r>
            <a:r>
              <a:rPr lang="en-GB" baseline="30000" dirty="0"/>
              <a:t>1</a:t>
            </a:r>
            <a:r>
              <a:rPr lang="en-GB" dirty="0"/>
              <a:t> Often paranoid in nature, delusions may cause great distress to the patient and their caregivers.</a:t>
            </a:r>
            <a:r>
              <a:rPr lang="en-GB" baseline="30000" dirty="0"/>
              <a:t>3</a:t>
            </a:r>
            <a:endParaRPr lang="en-GB" dirty="0"/>
          </a:p>
          <a:p>
            <a:r>
              <a:rPr lang="en-GB" dirty="0"/>
              <a:t>A study that assessed patients with PD after 12 years of follow-up found that 60% had evidence of hallucinations or delusions.</a:t>
            </a:r>
            <a:r>
              <a:rPr lang="en-GB" baseline="30000" dirty="0"/>
              <a:t>4</a:t>
            </a:r>
            <a:r>
              <a:rPr lang="en-GB" dirty="0"/>
              <a:t> Those most likely to develop psychotic symptoms later during the disease were patients who:</a:t>
            </a:r>
            <a:r>
              <a:rPr lang="en-GB" baseline="30000" dirty="0"/>
              <a:t>4</a:t>
            </a:r>
            <a:endParaRPr lang="en-GB" dirty="0"/>
          </a:p>
          <a:p>
            <a:pPr marL="171450" indent="-171450">
              <a:buFont typeface="Arial" panose="020B0604020202020204" pitchFamily="34" charset="0"/>
              <a:buChar char="•"/>
            </a:pPr>
            <a:r>
              <a:rPr lang="en-GB" dirty="0"/>
              <a:t>were older at the onset of motor symptoms</a:t>
            </a:r>
          </a:p>
          <a:p>
            <a:pPr marL="171450" indent="-171450">
              <a:buFont typeface="Arial" panose="020B0604020202020204" pitchFamily="34" charset="0"/>
              <a:buChar char="•"/>
            </a:pPr>
            <a:r>
              <a:rPr lang="en-GB" dirty="0"/>
              <a:t>had a higher initial levodopa dose</a:t>
            </a:r>
          </a:p>
          <a:p>
            <a:pPr marL="171450" indent="-171450">
              <a:buFont typeface="Arial" panose="020B0604020202020204" pitchFamily="34" charset="0"/>
              <a:buChar char="•"/>
            </a:pPr>
            <a:r>
              <a:rPr lang="en-GB" dirty="0"/>
              <a:t>who had been suffering from REM sleep behaviour disorder (RBD).</a:t>
            </a:r>
          </a:p>
          <a:p>
            <a:r>
              <a:rPr lang="en-GB" dirty="0"/>
              <a:t> </a:t>
            </a:r>
          </a:p>
          <a:p>
            <a:r>
              <a:rPr lang="en-GB" dirty="0"/>
              <a:t>References:</a:t>
            </a:r>
          </a:p>
          <a:p>
            <a:pPr marL="228600" indent="-228600">
              <a:buFont typeface="+mj-lt"/>
              <a:buAutoNum type="arabicPeriod"/>
            </a:pPr>
            <a:r>
              <a:rPr lang="en-GB" dirty="0"/>
              <a:t>Chang A, Fox SH. Psychosis in Parkinson’s disease: epidemiology, pathophysiology, and management. Drugs 2016; 76 (11): 1093–1118. </a:t>
            </a:r>
          </a:p>
          <a:p>
            <a:pPr marL="228600" indent="-228600">
              <a:buFont typeface="+mj-lt"/>
              <a:buAutoNum type="arabicPeriod"/>
            </a:pPr>
            <a:r>
              <a:rPr lang="en-GB" dirty="0"/>
              <a:t>Mack J, </a:t>
            </a:r>
            <a:r>
              <a:rPr lang="en-GB" dirty="0" err="1"/>
              <a:t>Rabins</a:t>
            </a:r>
            <a:r>
              <a:rPr lang="en-GB" dirty="0"/>
              <a:t> P, Anderson K, et al. Prevalence of psychotic symptoms in a community-based Parkinson disease sample. Am J </a:t>
            </a:r>
            <a:r>
              <a:rPr lang="en-GB" dirty="0" err="1"/>
              <a:t>Geriatr</a:t>
            </a:r>
            <a:r>
              <a:rPr lang="en-GB" dirty="0"/>
              <a:t> Psychiatry 2012; 20 (2): 123–132.</a:t>
            </a:r>
          </a:p>
          <a:p>
            <a:pPr marL="228600" indent="-228600">
              <a:buFont typeface="+mj-lt"/>
              <a:buAutoNum type="arabicPeriod"/>
            </a:pPr>
            <a:r>
              <a:rPr lang="en-GB" dirty="0"/>
              <a:t>Friedman JH. Parkinson disease psychosis: update. </a:t>
            </a:r>
            <a:r>
              <a:rPr lang="en-GB" dirty="0" err="1"/>
              <a:t>Behav</a:t>
            </a:r>
            <a:r>
              <a:rPr lang="en-GB" dirty="0"/>
              <a:t> </a:t>
            </a:r>
            <a:r>
              <a:rPr lang="en-GB" dirty="0" err="1"/>
              <a:t>Neurol</a:t>
            </a:r>
            <a:r>
              <a:rPr lang="en-GB" dirty="0"/>
              <a:t> 2013; 27 (4): 469–477. </a:t>
            </a:r>
          </a:p>
          <a:p>
            <a:pPr marL="228600" indent="-228600">
              <a:buFont typeface="+mj-lt"/>
              <a:buAutoNum type="arabicPeriod"/>
            </a:pPr>
            <a:r>
              <a:rPr lang="en-GB" dirty="0" err="1"/>
              <a:t>Forsaa</a:t>
            </a:r>
            <a:r>
              <a:rPr lang="en-GB" dirty="0"/>
              <a:t> EB, Larsen JP, Wentzel-Larsen T, et al. A 12-year population-based study of psychosis in Parkinson disease. Arch </a:t>
            </a:r>
            <a:r>
              <a:rPr lang="en-GB" dirty="0" err="1"/>
              <a:t>Neurol</a:t>
            </a:r>
            <a:r>
              <a:rPr lang="en-GB" dirty="0"/>
              <a:t> 2010; 67 (8): 996–1001. </a:t>
            </a:r>
          </a:p>
        </p:txBody>
      </p:sp>
      <p:sp>
        <p:nvSpPr>
          <p:cNvPr id="4" name="Slide Number Placeholder 3"/>
          <p:cNvSpPr>
            <a:spLocks noGrp="1"/>
          </p:cNvSpPr>
          <p:nvPr>
            <p:ph type="sldNum" sz="quarter" idx="10"/>
          </p:nvPr>
        </p:nvSpPr>
        <p:spPr/>
        <p:txBody>
          <a:bodyPr/>
          <a:lstStyle/>
          <a:p>
            <a:fld id="{037C2873-EBE5-CF42-9E30-7832FC02D1D9}" type="slidenum">
              <a:rPr lang="en-GB" smtClean="0"/>
              <a:t>19</a:t>
            </a:fld>
            <a:endParaRPr lang="en-GB"/>
          </a:p>
        </p:txBody>
      </p:sp>
    </p:spTree>
    <p:extLst>
      <p:ext uri="{BB962C8B-B14F-4D97-AF65-F5344CB8AC3E}">
        <p14:creationId xmlns:p14="http://schemas.microsoft.com/office/powerpoint/2010/main" val="41432696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768" y="4751982"/>
            <a:ext cx="5438140" cy="4354937"/>
          </a:xfrm>
        </p:spPr>
        <p:txBody>
          <a:bodyPr/>
          <a:lstStyle/>
          <a:p>
            <a:r>
              <a:rPr lang="en-GB" dirty="0"/>
              <a:t>One of the main challenges of treating psychotic symptoms in PD is that many antipsychotic medications have an anti-dopaminergic effect, i.e., they block the action of dopamine.</a:t>
            </a:r>
            <a:r>
              <a:rPr lang="en-GB" baseline="30000" dirty="0"/>
              <a:t>1</a:t>
            </a:r>
            <a:r>
              <a:rPr lang="en-GB" dirty="0"/>
              <a:t> In doing so, antipsychotics counteract the action of levodopa and can worsen the control of motor symptoms.</a:t>
            </a:r>
            <a:r>
              <a:rPr lang="en-GB" baseline="30000" dirty="0"/>
              <a:t>1</a:t>
            </a:r>
            <a:r>
              <a:rPr lang="en-GB" dirty="0"/>
              <a:t> Patients are therefore caught ‘between a rock and a hard place’, feeling unable to take antipsychotic medications without incurring a worsening of physical symptoms.</a:t>
            </a:r>
            <a:r>
              <a:rPr lang="en-GB" baseline="30000" dirty="0"/>
              <a:t>1</a:t>
            </a:r>
            <a:r>
              <a:rPr lang="en-GB" dirty="0"/>
              <a:t> Newer drugs can be effective in treating psychotic symptoms, but with a less potent dopamine-blocking action.</a:t>
            </a:r>
            <a:r>
              <a:rPr lang="en-GB" baseline="30000" dirty="0"/>
              <a:t>1</a:t>
            </a:r>
            <a:r>
              <a:rPr lang="en-GB" dirty="0"/>
              <a:t> These are sometimes referred to as ‘atypical antipsychotics’.</a:t>
            </a:r>
            <a:r>
              <a:rPr lang="en-GB" baseline="30000" dirty="0"/>
              <a:t>3</a:t>
            </a:r>
            <a:endParaRPr lang="en-GB" dirty="0"/>
          </a:p>
          <a:p>
            <a:r>
              <a:rPr lang="en-GB" dirty="0"/>
              <a:t>The symptoms of psychosis are thought to be more complex than aberrant dopamine signalling.</a:t>
            </a:r>
            <a:r>
              <a:rPr lang="en-GB" baseline="30000" dirty="0"/>
              <a:t>4</a:t>
            </a:r>
            <a:r>
              <a:rPr lang="en-GB" dirty="0"/>
              <a:t> In patients with PD, there is evidence for acetylcholine and serotonin signalling, as well as dopamine neurotransmission, being involved in the pathophysiology of psychosis.</a:t>
            </a:r>
            <a:r>
              <a:rPr lang="en-GB" baseline="30000" dirty="0"/>
              <a:t>3</a:t>
            </a:r>
            <a:endParaRPr lang="en-GB" dirty="0"/>
          </a:p>
          <a:p>
            <a:endParaRPr lang="en-GB" dirty="0"/>
          </a:p>
          <a:p>
            <a:r>
              <a:rPr lang="en-GB" dirty="0"/>
              <a:t>References:</a:t>
            </a:r>
          </a:p>
          <a:p>
            <a:pPr marL="228600" indent="-228600">
              <a:buFont typeface="+mj-lt"/>
              <a:buAutoNum type="arabicPeriod"/>
            </a:pPr>
            <a:r>
              <a:rPr lang="en-GB" dirty="0"/>
              <a:t>Divac N, Stojanović R, Savić Vujović K, et al. The efficacy and safety of antipsychotic medications in the treatment of psychosis in patients with Parkinson’s disease. Behav Neurol 2016; 2016: 4938154.</a:t>
            </a:r>
          </a:p>
          <a:p>
            <a:pPr marL="228600" indent="-228600">
              <a:buFont typeface="+mj-lt"/>
              <a:buAutoNum type="arabicPeriod"/>
            </a:pPr>
            <a:r>
              <a:rPr lang="en-GB" dirty="0" err="1"/>
              <a:t>Braak</a:t>
            </a:r>
            <a:r>
              <a:rPr lang="en-GB" dirty="0"/>
              <a:t> H, </a:t>
            </a:r>
            <a:r>
              <a:rPr lang="en-GB" dirty="0" err="1"/>
              <a:t>Ghebremedhin</a:t>
            </a:r>
            <a:r>
              <a:rPr lang="en-GB" dirty="0"/>
              <a:t> E, </a:t>
            </a:r>
            <a:r>
              <a:rPr lang="en-GB" dirty="0" err="1"/>
              <a:t>Rüb</a:t>
            </a:r>
            <a:r>
              <a:rPr lang="en-GB" dirty="0"/>
              <a:t> U, et al. Stages in the development of Parkinson’s disease-related pathology. Cell Tissue Res 2004; 318 (1): 121–134.</a:t>
            </a:r>
          </a:p>
          <a:p>
            <a:pPr marL="228600" indent="-228600">
              <a:buFont typeface="+mj-lt"/>
              <a:buAutoNum type="arabicPeriod"/>
            </a:pPr>
            <a:r>
              <a:rPr lang="en-GB" dirty="0"/>
              <a:t>Samudra N, Patel N, Womack KB, et al. Psychosis in Parkinson disease: a review of etiology, phenomenology, and management. Drugs Aging 2016; 33 (12): 855–863.</a:t>
            </a:r>
          </a:p>
          <a:p>
            <a:pPr marL="228600" indent="-228600">
              <a:buFont typeface="+mj-lt"/>
              <a:buAutoNum type="arabicPeriod"/>
            </a:pPr>
            <a:r>
              <a:rPr lang="en-GB" dirty="0"/>
              <a:t>Rolland B, Jardri R, Amad A, et al. Pharmacology of hallucinations: several mechanisms for one single symptom? Biomed Res Int 2014; 2014: 307106.</a:t>
            </a:r>
          </a:p>
        </p:txBody>
      </p:sp>
      <p:sp>
        <p:nvSpPr>
          <p:cNvPr id="4" name="Slide Number Placeholder 3"/>
          <p:cNvSpPr>
            <a:spLocks noGrp="1"/>
          </p:cNvSpPr>
          <p:nvPr>
            <p:ph type="sldNum" sz="quarter" idx="10"/>
          </p:nvPr>
        </p:nvSpPr>
        <p:spPr/>
        <p:txBody>
          <a:bodyPr/>
          <a:lstStyle/>
          <a:p>
            <a:fld id="{037C2873-EBE5-CF42-9E30-7832FC02D1D9}" type="slidenum">
              <a:rPr lang="en-GB" smtClean="0"/>
              <a:t>20</a:t>
            </a:fld>
            <a:endParaRPr lang="en-GB" dirty="0"/>
          </a:p>
        </p:txBody>
      </p:sp>
    </p:spTree>
    <p:extLst>
      <p:ext uri="{BB962C8B-B14F-4D97-AF65-F5344CB8AC3E}">
        <p14:creationId xmlns:p14="http://schemas.microsoft.com/office/powerpoint/2010/main" val="3483686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037C2873-EBE5-CF42-9E30-7832FC02D1D9}" type="slidenum">
              <a:rPr lang="en-GB" smtClean="0"/>
              <a:t>21</a:t>
            </a:fld>
            <a:endParaRPr lang="en-GB" dirty="0"/>
          </a:p>
        </p:txBody>
      </p:sp>
    </p:spTree>
    <p:extLst>
      <p:ext uri="{BB962C8B-B14F-4D97-AF65-F5344CB8AC3E}">
        <p14:creationId xmlns:p14="http://schemas.microsoft.com/office/powerpoint/2010/main" val="64352363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768" y="4751984"/>
            <a:ext cx="5438140" cy="4474931"/>
          </a:xfrm>
        </p:spPr>
        <p:txBody>
          <a:bodyPr/>
          <a:lstStyle/>
          <a:p>
            <a:r>
              <a:rPr lang="en-GB" dirty="0"/>
              <a:t>Gastrointestinal (GI) symptoms are commonly experienced by patients with PD, particularly difficulties with swallowing (dysphagia), drooling, and constipation.</a:t>
            </a:r>
            <a:r>
              <a:rPr lang="en-GB" baseline="30000" dirty="0"/>
              <a:t>1</a:t>
            </a:r>
            <a:endParaRPr lang="en-GB" dirty="0"/>
          </a:p>
          <a:p>
            <a:r>
              <a:rPr lang="en-GB" dirty="0"/>
              <a:t>Drooling, where saliva is involuntarily lost from the mouth, is an embarrassing problem with a severe impact on social functioning.</a:t>
            </a:r>
            <a:r>
              <a:rPr lang="en-GB" baseline="30000" dirty="0"/>
              <a:t>9</a:t>
            </a:r>
            <a:r>
              <a:rPr lang="en-GB" dirty="0"/>
              <a:t> It affects approximately half of all patients with PD, but may be managed with the use of behavioural techniques, and with training from a speech therapist who will help the patient to swallow.</a:t>
            </a:r>
            <a:r>
              <a:rPr lang="en-GB" baseline="30000" dirty="0"/>
              <a:t>9</a:t>
            </a:r>
            <a:endParaRPr lang="en-GB" dirty="0"/>
          </a:p>
          <a:p>
            <a:r>
              <a:rPr lang="en-GB" dirty="0"/>
              <a:t>Constipation is often evident several years, or even decades, prior to the onset of motor symptoms.</a:t>
            </a:r>
            <a:r>
              <a:rPr lang="en-GB" baseline="30000" dirty="0"/>
              <a:t>1</a:t>
            </a:r>
            <a:r>
              <a:rPr lang="en-GB" dirty="0"/>
              <a:t> The pathological mechanisms behind constipation in PD remain unclear, however, although there is some evidence of greater α-synuclein accumulation in the colons of patients with PD.</a:t>
            </a:r>
            <a:r>
              <a:rPr lang="en-GB" baseline="30000" dirty="0"/>
              <a:t>10</a:t>
            </a:r>
            <a:r>
              <a:rPr lang="en-GB" dirty="0"/>
              <a:t> Some medications used to treat PD, particularly anticholinergics and dopamine agonists, may increase the likelihood of suffering from constipation, but there is also likely to be a loss of GI function caused by the disease process itself.</a:t>
            </a:r>
            <a:r>
              <a:rPr lang="en-GB" baseline="30000" dirty="0"/>
              <a:t>1,11</a:t>
            </a:r>
            <a:endParaRPr lang="en-GB" dirty="0"/>
          </a:p>
          <a:p>
            <a:r>
              <a:rPr lang="en-GB" dirty="0"/>
              <a:t>Standard treatment options include: a high-fibre diet (including psyllium supplements), increased fluid intake, the use of laxatives, and neuromuscular training in the form of ‘biofeedback therapy’.</a:t>
            </a:r>
            <a:r>
              <a:rPr lang="en-GB" baseline="30000" dirty="0"/>
              <a:t>1,11</a:t>
            </a:r>
            <a:endParaRPr lang="en-GB" dirty="0"/>
          </a:p>
          <a:p>
            <a:r>
              <a:rPr lang="en-GB" dirty="0"/>
              <a:t> </a:t>
            </a:r>
          </a:p>
          <a:p>
            <a:r>
              <a:rPr lang="en-GB" dirty="0"/>
              <a:t>References:</a:t>
            </a:r>
          </a:p>
          <a:p>
            <a:pPr marL="228600" indent="-228600">
              <a:buFont typeface="+mj-lt"/>
              <a:buAutoNum type="arabicPeriod"/>
            </a:pPr>
            <a:r>
              <a:rPr lang="en-GB" dirty="0"/>
              <a:t>Fasano A, Visanji NP, Liu LW, et al. Gastrointestinal dysfunction in Parkinson’s disease. Lancet Neurol 2015; 14 (6): 625–639.</a:t>
            </a:r>
          </a:p>
          <a:p>
            <a:pPr marL="228600" indent="-228600">
              <a:buFont typeface="+mj-lt"/>
              <a:buAutoNum type="arabicPeriod"/>
            </a:pPr>
            <a:r>
              <a:rPr lang="en-US" dirty="0"/>
              <a:t>Pfeiffer RF. Gastrointestinal dysfunction in Parkinson’s disease. Curr Treat Options Neurol 2018; 20 (12): 54. </a:t>
            </a:r>
          </a:p>
          <a:p>
            <a:pPr marL="228600" indent="-228600">
              <a:buFont typeface="+mj-lt"/>
              <a:buAutoNum type="arabicPeriod"/>
            </a:pPr>
            <a:r>
              <a:rPr lang="en-GB" dirty="0"/>
              <a:t>Todorova A, Jenner P, Ray Chaudhuri K. Non-motor Parkinson’s: integral to motor Parkinson’s, yet often neglected. </a:t>
            </a:r>
            <a:r>
              <a:rPr lang="en-GB" dirty="0" err="1"/>
              <a:t>Pract</a:t>
            </a:r>
            <a:r>
              <a:rPr lang="en-GB" dirty="0"/>
              <a:t> </a:t>
            </a:r>
            <a:r>
              <a:rPr lang="en-GB" dirty="0" err="1"/>
              <a:t>Neurol</a:t>
            </a:r>
            <a:r>
              <a:rPr lang="en-GB" dirty="0"/>
              <a:t> 2014; 14 (5): 310–322.</a:t>
            </a:r>
          </a:p>
          <a:p>
            <a:pPr marL="228600" indent="-228600">
              <a:buFont typeface="+mj-lt"/>
              <a:buAutoNum type="arabicPeriod"/>
            </a:pPr>
            <a:r>
              <a:rPr lang="en-US" dirty="0"/>
              <a:t>Knudsen K, Fedorova TD, Bekker AC, et al. Objective colonic dysfunction is far more prevalent than subjective constipation in Parkinson’s disease: a colon transit and volume study. J </a:t>
            </a:r>
            <a:r>
              <a:rPr lang="en-US" dirty="0" err="1"/>
              <a:t>Parkinsons</a:t>
            </a:r>
            <a:r>
              <a:rPr lang="en-US" dirty="0"/>
              <a:t> Dis 2017; 7 (2): 359–367.</a:t>
            </a:r>
          </a:p>
          <a:p>
            <a:pPr marL="228600" indent="-228600">
              <a:buFont typeface="+mj-lt"/>
              <a:buAutoNum type="arabicPeriod"/>
            </a:pPr>
            <a:r>
              <a:rPr lang="en-GB" dirty="0"/>
              <a:t>Tan AH, </a:t>
            </a:r>
            <a:r>
              <a:rPr lang="en-GB" dirty="0" err="1"/>
              <a:t>Chuah</a:t>
            </a:r>
            <a:r>
              <a:rPr lang="en-GB" dirty="0"/>
              <a:t> KH, Beh YY, </a:t>
            </a:r>
            <a:r>
              <a:rPr lang="en-GB" dirty="0" err="1"/>
              <a:t>Schee</a:t>
            </a:r>
            <a:r>
              <a:rPr lang="en-GB" dirty="0"/>
              <a:t> JP, Mahadeva S, Lim SY. Gastrointestinal dysfunction in Parkinson’s disease: </a:t>
            </a:r>
            <a:r>
              <a:rPr lang="en-GB" dirty="0" err="1"/>
              <a:t>neurogastroenterology</a:t>
            </a:r>
            <a:r>
              <a:rPr lang="en-GB" dirty="0"/>
              <a:t> perspectives on a multifaceted problem. J Mov </a:t>
            </a:r>
            <a:r>
              <a:rPr lang="en-GB" dirty="0" err="1"/>
              <a:t>Disord</a:t>
            </a:r>
            <a:r>
              <a:rPr lang="en-GB" dirty="0"/>
              <a:t> 2023; 16 (2): 138–151. </a:t>
            </a:r>
          </a:p>
          <a:p>
            <a:pPr marL="228600" indent="-228600">
              <a:buFont typeface="+mj-lt"/>
              <a:buAutoNum type="arabicPeriod"/>
            </a:pPr>
            <a:r>
              <a:rPr lang="en-US" dirty="0"/>
              <a:t>Adams-Carr KL, Bestwick JP, Shribman S, et al. Constipation preceding Parkinson’s disease: a systematic review and meta-analysis. J Neurol </a:t>
            </a:r>
            <a:r>
              <a:rPr lang="en-US" dirty="0" err="1"/>
              <a:t>Neurosurg</a:t>
            </a:r>
            <a:r>
              <a:rPr lang="en-US" dirty="0"/>
              <a:t> Psychiatry 2016; 87 (7): 710–716.</a:t>
            </a:r>
          </a:p>
          <a:p>
            <a:pPr marL="228600" indent="-228600">
              <a:buFont typeface="+mj-lt"/>
              <a:buAutoNum type="arabicPeriod"/>
            </a:pPr>
            <a:r>
              <a:rPr lang="en-GB" dirty="0"/>
              <a:t>Schrag A, </a:t>
            </a:r>
            <a:r>
              <a:rPr lang="en-GB" dirty="0" err="1"/>
              <a:t>Bohlken</a:t>
            </a:r>
            <a:r>
              <a:rPr lang="en-GB" dirty="0"/>
              <a:t> J, </a:t>
            </a:r>
            <a:r>
              <a:rPr lang="en-GB" dirty="0" err="1"/>
              <a:t>Dammertz</a:t>
            </a:r>
            <a:r>
              <a:rPr lang="en-GB" dirty="0"/>
              <a:t> L, et al. Widening the spectrum of risk factors, comorbidities, and prodromal features of Parkinson disease. JAMA </a:t>
            </a:r>
            <a:r>
              <a:rPr lang="en-GB" dirty="0" err="1"/>
              <a:t>Neurol</a:t>
            </a:r>
            <a:r>
              <a:rPr lang="en-GB" dirty="0"/>
              <a:t> 2023; 80 (2): 161–171.</a:t>
            </a:r>
          </a:p>
          <a:p>
            <a:pPr marL="228600" indent="-228600">
              <a:buFont typeface="+mj-lt"/>
              <a:buAutoNum type="arabicPeriod"/>
            </a:pPr>
            <a:r>
              <a:rPr lang="en-US" dirty="0"/>
              <a:t>Knudsen K, Krogh K, </a:t>
            </a:r>
            <a:r>
              <a:rPr lang="en-US" dirty="0" err="1"/>
              <a:t>Østergaard</a:t>
            </a:r>
            <a:r>
              <a:rPr lang="en-US" dirty="0"/>
              <a:t> K, </a:t>
            </a:r>
            <a:r>
              <a:rPr lang="en-US" dirty="0" err="1"/>
              <a:t>Borghammer</a:t>
            </a:r>
            <a:r>
              <a:rPr lang="en-US" dirty="0"/>
              <a:t> P. Constipation in Parkinson’s disease: subjective symptoms, objective markers, and new perspectives. Mov </a:t>
            </a:r>
            <a:r>
              <a:rPr lang="en-US" dirty="0" err="1"/>
              <a:t>Disord</a:t>
            </a:r>
            <a:r>
              <a:rPr lang="en-US" dirty="0"/>
              <a:t> 2017; 32 (1): 94–105.</a:t>
            </a:r>
          </a:p>
          <a:p>
            <a:pPr marL="228600" indent="-228600">
              <a:buFont typeface="+mj-lt"/>
              <a:buAutoNum type="arabicPeriod"/>
            </a:pPr>
            <a:r>
              <a:rPr lang="en-GB" dirty="0"/>
              <a:t>Kalf JG, de Swart BJ, Borm GF, et al. Prevalence and definition of drooling in Parkinson’s disease: a systematic review. J Neurol 2009; 256 (9): 1391–1396.</a:t>
            </a:r>
          </a:p>
          <a:p>
            <a:pPr marL="228600" indent="-228600">
              <a:buFont typeface="+mj-lt"/>
              <a:buAutoNum type="arabicPeriod"/>
            </a:pPr>
            <a:r>
              <a:rPr lang="en-GB" dirty="0"/>
              <a:t>Lebouvier T, Chaumette T, Damier P, et al. Pathological lesions in colonic biopsies during Parkinson’s disease. Gut 2008; 57: 1741–1743.</a:t>
            </a:r>
          </a:p>
          <a:p>
            <a:pPr marL="228600" indent="-228600">
              <a:buFont typeface="+mj-lt"/>
              <a:buAutoNum type="arabicPeriod"/>
            </a:pPr>
            <a:r>
              <a:rPr lang="en-GB" dirty="0"/>
              <a:t>Mukherjee A, Biswas A, Das SK. Gut dysfunction in Parkinson’s disease. World J Gastroenterol 2016; 22 (25): 5742–5752.</a:t>
            </a:r>
          </a:p>
        </p:txBody>
      </p:sp>
      <p:sp>
        <p:nvSpPr>
          <p:cNvPr id="4" name="Slide Number Placeholder 3"/>
          <p:cNvSpPr>
            <a:spLocks noGrp="1"/>
          </p:cNvSpPr>
          <p:nvPr>
            <p:ph type="sldNum" sz="quarter" idx="10"/>
          </p:nvPr>
        </p:nvSpPr>
        <p:spPr/>
        <p:txBody>
          <a:bodyPr/>
          <a:lstStyle/>
          <a:p>
            <a:fld id="{037C2873-EBE5-CF42-9E30-7832FC02D1D9}" type="slidenum">
              <a:rPr lang="en-GB" smtClean="0"/>
              <a:t>22</a:t>
            </a:fld>
            <a:endParaRPr lang="en-GB" dirty="0"/>
          </a:p>
        </p:txBody>
      </p:sp>
    </p:spTree>
    <p:extLst>
      <p:ext uri="{BB962C8B-B14F-4D97-AF65-F5344CB8AC3E}">
        <p14:creationId xmlns:p14="http://schemas.microsoft.com/office/powerpoint/2010/main" val="322677691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768" y="4751982"/>
            <a:ext cx="5438140" cy="4626841"/>
          </a:xfrm>
        </p:spPr>
        <p:txBody>
          <a:bodyPr/>
          <a:lstStyle/>
          <a:p>
            <a:r>
              <a:rPr lang="en-GB" dirty="0"/>
              <a:t>At first, problems with speech may not be noticeable to the affected individual but, as the disease progresses, they may become more difficult to understand as their words become slurred or slow.</a:t>
            </a:r>
            <a:r>
              <a:rPr lang="en-GB" baseline="30000" dirty="0"/>
              <a:t>1</a:t>
            </a:r>
            <a:r>
              <a:rPr lang="en-GB" dirty="0"/>
              <a:t> The pitch and loudness of the voice become more monotonous, and generally quieter than usual (hypophonia).</a:t>
            </a:r>
            <a:r>
              <a:rPr lang="en-GB" baseline="30000" dirty="0"/>
              <a:t>1</a:t>
            </a:r>
            <a:r>
              <a:rPr lang="en-GB" dirty="0"/>
              <a:t> Sentences may be cut short by inappropriate silences, and the pace of words is either too rushed or too slow, compared to normal speech.</a:t>
            </a:r>
            <a:r>
              <a:rPr lang="en-GB" baseline="30000" dirty="0"/>
              <a:t>1</a:t>
            </a:r>
            <a:r>
              <a:rPr lang="en-GB" dirty="0"/>
              <a:t> Occasionally, the tone of the voice itself may change, becoming more nasal, harsh, or breathy.</a:t>
            </a:r>
            <a:r>
              <a:rPr lang="en-GB" baseline="30000" dirty="0"/>
              <a:t>1</a:t>
            </a:r>
            <a:endParaRPr lang="en-GB" dirty="0"/>
          </a:p>
          <a:p>
            <a:r>
              <a:rPr lang="en-GB" dirty="0"/>
              <a:t>The communication problems faced by patients with PD often run deeper than speech; patients can also experience problems with word retrieval.</a:t>
            </a:r>
            <a:r>
              <a:rPr lang="en-GB" baseline="30000" dirty="0"/>
              <a:t>5</a:t>
            </a:r>
            <a:r>
              <a:rPr lang="en-GB" dirty="0"/>
              <a:t> One qualitative analysis highlighted the multifaceted nature of the communication problems that patients with PD face in everyday conversations.</a:t>
            </a:r>
            <a:r>
              <a:rPr lang="en-GB" baseline="30000" dirty="0"/>
              <a:t>5</a:t>
            </a:r>
            <a:r>
              <a:rPr lang="en-GB" dirty="0"/>
              <a:t> Examples include patients failing to communicate the essential information of a sentence, mixing up words, and using atypical words or phrases.</a:t>
            </a:r>
            <a:r>
              <a:rPr lang="en-GB" baseline="30000" dirty="0"/>
              <a:t>5</a:t>
            </a:r>
            <a:endParaRPr lang="en-GB" dirty="0"/>
          </a:p>
          <a:p>
            <a:endParaRPr lang="en-GB" dirty="0"/>
          </a:p>
          <a:p>
            <a:r>
              <a:rPr lang="en-GB" dirty="0"/>
              <a:t>References:</a:t>
            </a:r>
          </a:p>
          <a:p>
            <a:pPr marL="228600" indent="-228600">
              <a:buFont typeface="+mj-lt"/>
              <a:buAutoNum type="arabicPeriod"/>
            </a:pPr>
            <a:r>
              <a:rPr lang="en-GB" dirty="0"/>
              <a:t>Tjaden K. Speech and swallowing in Parkinson’s disease. Top </a:t>
            </a:r>
            <a:r>
              <a:rPr lang="en-GB" dirty="0" err="1"/>
              <a:t>Geriatr</a:t>
            </a:r>
            <a:r>
              <a:rPr lang="en-GB" dirty="0"/>
              <a:t> </a:t>
            </a:r>
            <a:r>
              <a:rPr lang="en-GB" dirty="0" err="1"/>
              <a:t>Rehabil</a:t>
            </a:r>
            <a:r>
              <a:rPr lang="en-GB" dirty="0"/>
              <a:t> 2008; 24 (2): 115–126.</a:t>
            </a:r>
          </a:p>
          <a:p>
            <a:pPr marL="228600" indent="-228600">
              <a:buFont typeface="+mj-lt"/>
              <a:buAutoNum type="arabicPeriod"/>
            </a:pPr>
            <a:r>
              <a:rPr lang="en-GB" dirty="0" err="1"/>
              <a:t>Schalling</a:t>
            </a:r>
            <a:r>
              <a:rPr lang="en-GB" dirty="0"/>
              <a:t> E, Johansson K, </a:t>
            </a:r>
            <a:r>
              <a:rPr lang="en-GB" dirty="0" err="1"/>
              <a:t>Hartelius</a:t>
            </a:r>
            <a:r>
              <a:rPr lang="en-GB" dirty="0"/>
              <a:t> L. Speech and communication changes reported by people with Parkinson’s disease. Folia </a:t>
            </a:r>
            <a:r>
              <a:rPr lang="en-GB" dirty="0" err="1"/>
              <a:t>Phoniatr</a:t>
            </a:r>
            <a:r>
              <a:rPr lang="en-GB" dirty="0"/>
              <a:t> </a:t>
            </a:r>
            <a:r>
              <a:rPr lang="en-GB" dirty="0" err="1"/>
              <a:t>Logop</a:t>
            </a:r>
            <a:r>
              <a:rPr lang="en-GB" dirty="0"/>
              <a:t> 2017; 69 (3): 131–141.</a:t>
            </a:r>
          </a:p>
          <a:p>
            <a:pPr marL="228600" indent="-228600">
              <a:buFont typeface="+mj-lt"/>
              <a:buAutoNum type="arabicPeriod"/>
            </a:pPr>
            <a:r>
              <a:rPr lang="en-US" dirty="0"/>
              <a:t>Tamplin J, Morris ME, </a:t>
            </a:r>
            <a:r>
              <a:rPr lang="en-US" dirty="0" err="1"/>
              <a:t>Marigliani</a:t>
            </a:r>
            <a:r>
              <a:rPr lang="en-US" dirty="0"/>
              <a:t> C, et al. </a:t>
            </a:r>
            <a:r>
              <a:rPr lang="en-US" dirty="0" err="1"/>
              <a:t>ParkinSong</a:t>
            </a:r>
            <a:r>
              <a:rPr lang="en-US" dirty="0"/>
              <a:t>: a controlled trial of singing-based therapy for Parkinson’s disease. </a:t>
            </a:r>
            <a:r>
              <a:rPr lang="en-US" dirty="0" err="1"/>
              <a:t>Neurorehabil</a:t>
            </a:r>
            <a:r>
              <a:rPr lang="en-US" dirty="0"/>
              <a:t> Neural Repair 2019; 33 (6): 453–463.</a:t>
            </a:r>
          </a:p>
          <a:p>
            <a:pPr marL="228600" indent="-228600">
              <a:buFont typeface="+mj-lt"/>
              <a:buAutoNum type="arabicPeriod"/>
            </a:pPr>
            <a:r>
              <a:rPr lang="en-US" dirty="0" err="1"/>
              <a:t>Ramig</a:t>
            </a:r>
            <a:r>
              <a:rPr lang="en-US" dirty="0"/>
              <a:t> L, Halpern A, Spielman J, et al. Speech treatment in Parkinson’s disease: randomized controlled trial (RCT). Mov </a:t>
            </a:r>
            <a:r>
              <a:rPr lang="en-US" dirty="0" err="1"/>
              <a:t>Disord</a:t>
            </a:r>
            <a:r>
              <a:rPr lang="en-US" dirty="0"/>
              <a:t> 2018; 33 (11): 1777–1791.</a:t>
            </a:r>
          </a:p>
          <a:p>
            <a:pPr marL="228600" indent="-228600">
              <a:buFont typeface="+mj-lt"/>
              <a:buAutoNum type="arabicPeriod"/>
            </a:pPr>
            <a:r>
              <a:rPr lang="en-US" dirty="0" err="1"/>
              <a:t>Saldert</a:t>
            </a:r>
            <a:r>
              <a:rPr lang="en-US" dirty="0"/>
              <a:t> C, Bauer M. Multifaceted communication problems in everyday conversations involving people with Parkinson’s disease. Brain Sci 2017; 7 (10).</a:t>
            </a:r>
            <a:endParaRPr lang="en-GB" dirty="0"/>
          </a:p>
        </p:txBody>
      </p:sp>
      <p:sp>
        <p:nvSpPr>
          <p:cNvPr id="4" name="Slide Number Placeholder 3"/>
          <p:cNvSpPr>
            <a:spLocks noGrp="1"/>
          </p:cNvSpPr>
          <p:nvPr>
            <p:ph type="sldNum" sz="quarter" idx="5"/>
          </p:nvPr>
        </p:nvSpPr>
        <p:spPr/>
        <p:txBody>
          <a:bodyPr/>
          <a:lstStyle/>
          <a:p>
            <a:fld id="{037C2873-EBE5-CF42-9E30-7832FC02D1D9}" type="slidenum">
              <a:rPr lang="en-GB" smtClean="0"/>
              <a:t>23</a:t>
            </a:fld>
            <a:endParaRPr lang="en-GB" dirty="0"/>
          </a:p>
        </p:txBody>
      </p:sp>
    </p:spTree>
    <p:extLst>
      <p:ext uri="{BB962C8B-B14F-4D97-AF65-F5344CB8AC3E}">
        <p14:creationId xmlns:p14="http://schemas.microsoft.com/office/powerpoint/2010/main" val="253097812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768" y="4751983"/>
            <a:ext cx="5438140" cy="4856837"/>
          </a:xfrm>
        </p:spPr>
        <p:txBody>
          <a:bodyPr/>
          <a:lstStyle/>
          <a:p>
            <a:r>
              <a:rPr lang="en-GB" dirty="0"/>
              <a:t>Problems with the swallowing of foods, liquids or saliva (dysphagia) may occur at any stage of PD and affect 40–95% of patients.</a:t>
            </a:r>
            <a:r>
              <a:rPr lang="en-GB" baseline="30000" dirty="0"/>
              <a:t>5</a:t>
            </a:r>
            <a:r>
              <a:rPr lang="en-GB" dirty="0"/>
              <a:t> This can have serious consequences, particularly if foods or liquids are taken into the respiratory tract (aspiration) where they can cause infections, such as pneumonia.</a:t>
            </a:r>
            <a:r>
              <a:rPr lang="en-GB" baseline="30000" dirty="0"/>
              <a:t>2</a:t>
            </a:r>
            <a:r>
              <a:rPr lang="en-GB" dirty="0"/>
              <a:t> Dysphagia also increases the risk of dehydration and malnutrition.</a:t>
            </a:r>
            <a:r>
              <a:rPr lang="en-GB" baseline="30000" dirty="0"/>
              <a:t>5</a:t>
            </a:r>
            <a:r>
              <a:rPr lang="en-GB" dirty="0"/>
              <a:t> Dysphagia in PD is complex and highly variable in nature and severity,</a:t>
            </a:r>
            <a:r>
              <a:rPr lang="en-GB" baseline="30000" dirty="0"/>
              <a:t>5</a:t>
            </a:r>
            <a:r>
              <a:rPr lang="en-GB" dirty="0"/>
              <a:t> making clinical assessment challenging and sometimes unreliable.</a:t>
            </a:r>
            <a:r>
              <a:rPr lang="en-GB" baseline="30000" dirty="0"/>
              <a:t>1</a:t>
            </a:r>
            <a:endParaRPr lang="en-GB" dirty="0"/>
          </a:p>
          <a:p>
            <a:r>
              <a:rPr lang="en-GB" dirty="0"/>
              <a:t> </a:t>
            </a:r>
          </a:p>
          <a:p>
            <a:r>
              <a:rPr lang="en-GB" dirty="0"/>
              <a:t>References:</a:t>
            </a:r>
          </a:p>
          <a:p>
            <a:pPr marL="228600" indent="-228600">
              <a:buFont typeface="+mj-lt"/>
              <a:buAutoNum type="arabicPeriod"/>
            </a:pPr>
            <a:r>
              <a:rPr lang="en-GB" dirty="0" err="1"/>
              <a:t>Suttrup</a:t>
            </a:r>
            <a:r>
              <a:rPr lang="en-GB" dirty="0"/>
              <a:t> I, Warnecke T. Dysphagia in Parkinson’s disease. Dysphagia 2016; 31 (1): 24–32.</a:t>
            </a:r>
          </a:p>
          <a:p>
            <a:pPr marL="228600" indent="-228600">
              <a:buFont typeface="+mj-lt"/>
              <a:buAutoNum type="arabicPeriod"/>
            </a:pPr>
            <a:r>
              <a:rPr lang="en-GB" dirty="0"/>
              <a:t>Fasano A, Visanji NP, Liu LW, et al. Gastrointestinal dysfunction in Parkinson’s disease. Lancet Neurol 2015; 14 (6): 625–639.</a:t>
            </a:r>
          </a:p>
          <a:p>
            <a:pPr marL="228600" indent="-228600">
              <a:buFont typeface="+mj-lt"/>
              <a:buAutoNum type="arabicPeriod"/>
            </a:pPr>
            <a:r>
              <a:rPr lang="en-US" dirty="0" err="1"/>
              <a:t>Dziewas</a:t>
            </a:r>
            <a:r>
              <a:rPr lang="en-US" dirty="0"/>
              <a:t> R, Beck AM, Clave P, et al. Recognizing the importance of dysphagia: stumbling blocks and stepping stones in the twenty-first century. Dysphagia 2017; 32 (1): 78–82.</a:t>
            </a:r>
          </a:p>
          <a:p>
            <a:pPr marL="228600" indent="-228600">
              <a:buFont typeface="+mj-lt"/>
              <a:buAutoNum type="arabicPeriod"/>
            </a:pPr>
            <a:r>
              <a:rPr lang="en-GB" dirty="0"/>
              <a:t>Kwon M, Lee JH. Oro-pharyngeal dysphagia in Parkinson’s disease and related movement disorders. J Mov </a:t>
            </a:r>
            <a:r>
              <a:rPr lang="en-GB" dirty="0" err="1"/>
              <a:t>Disord</a:t>
            </a:r>
            <a:r>
              <a:rPr lang="en-GB" dirty="0"/>
              <a:t> 2019; 12 (3): 152–160.</a:t>
            </a:r>
          </a:p>
          <a:p>
            <a:pPr marL="228600" indent="-228600">
              <a:buFont typeface="+mj-lt"/>
              <a:buAutoNum type="arabicPeriod"/>
            </a:pPr>
            <a:r>
              <a:rPr lang="en-GB" dirty="0"/>
              <a:t>Tjaden K. Speech and swallowing in Parkinson’s disease. Top Geriatr Rehabil 2008; 24 (2): 115–126.</a:t>
            </a:r>
          </a:p>
        </p:txBody>
      </p:sp>
      <p:sp>
        <p:nvSpPr>
          <p:cNvPr id="4" name="Slide Number Placeholder 3"/>
          <p:cNvSpPr>
            <a:spLocks noGrp="1"/>
          </p:cNvSpPr>
          <p:nvPr>
            <p:ph type="sldNum" sz="quarter" idx="10"/>
          </p:nvPr>
        </p:nvSpPr>
        <p:spPr/>
        <p:txBody>
          <a:bodyPr/>
          <a:lstStyle/>
          <a:p>
            <a:fld id="{037C2873-EBE5-CF42-9E30-7832FC02D1D9}" type="slidenum">
              <a:rPr lang="en-GB" smtClean="0"/>
              <a:t>24</a:t>
            </a:fld>
            <a:endParaRPr lang="en-GB" dirty="0"/>
          </a:p>
        </p:txBody>
      </p:sp>
    </p:spTree>
    <p:extLst>
      <p:ext uri="{BB962C8B-B14F-4D97-AF65-F5344CB8AC3E}">
        <p14:creationId xmlns:p14="http://schemas.microsoft.com/office/powerpoint/2010/main" val="331928107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768" y="4751983"/>
            <a:ext cx="5438140" cy="4626842"/>
          </a:xfrm>
        </p:spPr>
        <p:txBody>
          <a:bodyPr/>
          <a:lstStyle/>
          <a:p>
            <a:r>
              <a:rPr lang="en-GB" dirty="0"/>
              <a:t>Sleep disturbances are amongst the most troublesome of the non-motor symptoms of PD, affecting 60–90% of patients at some point in the disease course.</a:t>
            </a:r>
            <a:r>
              <a:rPr lang="en-GB" baseline="30000" dirty="0"/>
              <a:t>2</a:t>
            </a:r>
            <a:r>
              <a:rPr lang="en-GB" dirty="0"/>
              <a:t> Sleep disturbances can take the form of insomnia, excessive daytime sleepiness, restless legs syndrome (where the patient has an urge to move), and rapid eye movement (REM) sleep behaviour disorder (RBD).</a:t>
            </a:r>
            <a:r>
              <a:rPr lang="en-GB" baseline="30000" dirty="0"/>
              <a:t>1</a:t>
            </a:r>
            <a:endParaRPr lang="en-GB" dirty="0"/>
          </a:p>
          <a:p>
            <a:r>
              <a:rPr lang="en-GB" dirty="0"/>
              <a:t>RBD is a characteristic feature of PD and may precede the onset of motor symptoms by many years.</a:t>
            </a:r>
            <a:r>
              <a:rPr lang="en-GB" baseline="30000" dirty="0"/>
              <a:t>7,10,11</a:t>
            </a:r>
            <a:r>
              <a:rPr lang="en-GB" dirty="0"/>
              <a:t> It is highly prevalent in patients with PD,</a:t>
            </a:r>
            <a:r>
              <a:rPr lang="en-GB" baseline="30000" dirty="0"/>
              <a:t>1</a:t>
            </a:r>
            <a:r>
              <a:rPr lang="en-GB" dirty="0"/>
              <a:t> and involves the loss of normal atonia (muscle paralysis) of REM sleep, resulting in an apparent acting out of dreams.</a:t>
            </a:r>
            <a:r>
              <a:rPr lang="en-GB" baseline="30000" dirty="0"/>
              <a:t>10</a:t>
            </a:r>
            <a:r>
              <a:rPr lang="en-GB" dirty="0"/>
              <a:t> The presence of RBD in prodromal PD may be caused by the underlying Lewy pathology in the lower brainstem, which tends to occur before the pathology moves up into the substantia nigra.</a:t>
            </a:r>
            <a:r>
              <a:rPr lang="en-GB" baseline="30000" dirty="0"/>
              <a:t>10,11</a:t>
            </a:r>
            <a:r>
              <a:rPr lang="en-GB" dirty="0"/>
              <a:t> As well as RBD, several different disorders of sleep appear to be more common among people who go on to develop PD compared with controls, including anosmia, parasomnias, and sleep apnoea.</a:t>
            </a:r>
            <a:r>
              <a:rPr lang="en-GB" baseline="30000" dirty="0"/>
              <a:t>7</a:t>
            </a:r>
          </a:p>
          <a:p>
            <a:r>
              <a:rPr lang="en-GB" dirty="0"/>
              <a:t>Sleep disorders can be managed with a combination of behavioural and pharmacological therapies, including a reduction in stimulant intake, better sleep hygiene, adjustment of the sleeping environment to prevent injury of patients with RBD, greater levels of physical activity, and certain drug therapies, being mindful of the potential of some pharmacotherapies to worsen some elements of sleep disturbance.</a:t>
            </a:r>
            <a:r>
              <a:rPr lang="en-GB" baseline="30000" dirty="0"/>
              <a:t>8,9,12</a:t>
            </a:r>
            <a:endParaRPr lang="en-GB" dirty="0"/>
          </a:p>
          <a:p>
            <a:r>
              <a:rPr lang="en-GB" dirty="0"/>
              <a:t> </a:t>
            </a:r>
          </a:p>
          <a:p>
            <a:r>
              <a:rPr lang="en-GB" dirty="0"/>
              <a:t>References:</a:t>
            </a:r>
          </a:p>
          <a:p>
            <a:pPr marL="228600" indent="-228600">
              <a:buFont typeface="+mj-lt"/>
              <a:buAutoNum type="arabicPeriod"/>
            </a:pPr>
            <a:r>
              <a:rPr lang="en-GB" dirty="0"/>
              <a:t>Lima MM. Sleep disturbances in Parkinson’s disease: the contribution of dopamine in REM sleep regulation. Sleep Med Rev 2013; 17 (5): 367–375.</a:t>
            </a:r>
          </a:p>
          <a:p>
            <a:pPr marL="228600" indent="-228600">
              <a:buFont typeface="+mj-lt"/>
              <a:buAutoNum type="arabicPeriod"/>
            </a:pPr>
            <a:r>
              <a:rPr lang="en-GB" dirty="0"/>
              <a:t>Maass A, Reichmann H. Sleep and non-motor symptoms in Parkinson’s disease. J Neural </a:t>
            </a:r>
            <a:r>
              <a:rPr lang="en-GB" dirty="0" err="1"/>
              <a:t>Transm</a:t>
            </a:r>
            <a:r>
              <a:rPr lang="en-GB" dirty="0"/>
              <a:t> (Vienna) 2013; 120 (4): 565–569.</a:t>
            </a:r>
          </a:p>
          <a:p>
            <a:pPr marL="228600" indent="-228600">
              <a:buFont typeface="+mj-lt"/>
              <a:buAutoNum type="arabicPeriod"/>
            </a:pPr>
            <a:r>
              <a:rPr lang="en-GB" dirty="0" err="1"/>
              <a:t>Videnovic</a:t>
            </a:r>
            <a:r>
              <a:rPr lang="en-GB" dirty="0"/>
              <a:t> A. Management of sleep disorders in Parkinson’s disease and multiple system atrophy. Mov </a:t>
            </a:r>
            <a:r>
              <a:rPr lang="en-GB" dirty="0" err="1"/>
              <a:t>Disord</a:t>
            </a:r>
            <a:r>
              <a:rPr lang="en-GB" dirty="0"/>
              <a:t> 2017; 32 (5): 659–668.</a:t>
            </a:r>
          </a:p>
          <a:p>
            <a:pPr marL="228600" indent="-228600">
              <a:buFont typeface="+mj-lt"/>
              <a:buAutoNum type="arabicPeriod"/>
            </a:pPr>
            <a:r>
              <a:rPr lang="en-GB" dirty="0"/>
              <a:t>Feng F, Cai Y, Hou Y, et al. Excessive daytime sleepiness in Parkinson’s disease: a systematic review and meta-analysis. Parkinsonism </a:t>
            </a:r>
            <a:r>
              <a:rPr lang="en-GB" dirty="0" err="1"/>
              <a:t>Relat</a:t>
            </a:r>
            <a:r>
              <a:rPr lang="en-GB" dirty="0"/>
              <a:t> </a:t>
            </a:r>
            <a:r>
              <a:rPr lang="en-GB" dirty="0" err="1"/>
              <a:t>Disord</a:t>
            </a:r>
            <a:r>
              <a:rPr lang="en-GB" dirty="0"/>
              <a:t> 2021; 85: 133–140. </a:t>
            </a:r>
          </a:p>
          <a:p>
            <a:pPr marL="228600" indent="-228600">
              <a:buFont typeface="+mj-lt"/>
              <a:buAutoNum type="arabicPeriod"/>
            </a:pPr>
            <a:r>
              <a:rPr lang="en-GB" dirty="0" err="1"/>
              <a:t>Iranzo</a:t>
            </a:r>
            <a:r>
              <a:rPr lang="en-GB" dirty="0"/>
              <a:t> A, </a:t>
            </a:r>
            <a:r>
              <a:rPr lang="en-GB" dirty="0" err="1"/>
              <a:t>Cochen</a:t>
            </a:r>
            <a:r>
              <a:rPr lang="en-GB" dirty="0"/>
              <a:t> De Cock V, Fantini ML, et al. Sleep and sleep disorders in people with Parkinson’s disease. Lancet </a:t>
            </a:r>
            <a:r>
              <a:rPr lang="en-GB" dirty="0" err="1"/>
              <a:t>Neurol</a:t>
            </a:r>
            <a:r>
              <a:rPr lang="en-GB" dirty="0"/>
              <a:t> 2024; 23 (9): 925–937.</a:t>
            </a:r>
          </a:p>
          <a:p>
            <a:pPr marL="228600" indent="-228600">
              <a:buFont typeface="+mj-lt"/>
              <a:buAutoNum type="arabicPeriod"/>
            </a:pPr>
            <a:r>
              <a:rPr lang="en-GB" dirty="0" err="1"/>
              <a:t>Sixel-Döring</a:t>
            </a:r>
            <a:r>
              <a:rPr lang="en-GB" dirty="0"/>
              <a:t> F, Muntean ML, </a:t>
            </a:r>
            <a:r>
              <a:rPr lang="en-GB" dirty="0" err="1"/>
              <a:t>Petersone</a:t>
            </a:r>
            <a:r>
              <a:rPr lang="en-GB" dirty="0"/>
              <a:t> D, et al. The increasing prevalence of REM sleep </a:t>
            </a:r>
            <a:r>
              <a:rPr lang="en-GB" dirty="0" err="1"/>
              <a:t>behavior</a:t>
            </a:r>
            <a:r>
              <a:rPr lang="en-GB" dirty="0"/>
              <a:t> disorder with Parkinson’s disease progression: a polysomnography-supported study. Mov </a:t>
            </a:r>
            <a:r>
              <a:rPr lang="en-GB" dirty="0" err="1"/>
              <a:t>Disord</a:t>
            </a:r>
            <a:r>
              <a:rPr lang="en-GB" dirty="0"/>
              <a:t> Clin </a:t>
            </a:r>
            <a:r>
              <a:rPr lang="en-GB" dirty="0" err="1"/>
              <a:t>Pract</a:t>
            </a:r>
            <a:r>
              <a:rPr lang="en-GB" dirty="0"/>
              <a:t> 2023; 10 (12): 1769–1776.</a:t>
            </a:r>
          </a:p>
          <a:p>
            <a:pPr marL="228600" indent="-228600">
              <a:buFont typeface="+mj-lt"/>
              <a:buAutoNum type="arabicPeriod"/>
            </a:pPr>
            <a:r>
              <a:rPr lang="en-GB" dirty="0"/>
              <a:t>Schrag A, </a:t>
            </a:r>
            <a:r>
              <a:rPr lang="en-GB" dirty="0" err="1"/>
              <a:t>Bohlken</a:t>
            </a:r>
            <a:r>
              <a:rPr lang="en-GB" dirty="0"/>
              <a:t> J, </a:t>
            </a:r>
            <a:r>
              <a:rPr lang="en-GB" dirty="0" err="1"/>
              <a:t>Dammertz</a:t>
            </a:r>
            <a:r>
              <a:rPr lang="en-GB" dirty="0"/>
              <a:t> L, et al. Widening the spectrum of risk factors, comorbidities, and prodromal features of Parkinson disease. JAMA </a:t>
            </a:r>
            <a:r>
              <a:rPr lang="en-GB" dirty="0" err="1"/>
              <a:t>Neurol</a:t>
            </a:r>
            <a:r>
              <a:rPr lang="en-GB" dirty="0"/>
              <a:t> 2023; 80 (2): 161–171.</a:t>
            </a:r>
          </a:p>
          <a:p>
            <a:pPr marL="228600" indent="-228600">
              <a:buFont typeface="+mj-lt"/>
              <a:buAutoNum type="arabicPeriod"/>
            </a:pPr>
            <a:r>
              <a:rPr lang="en-GB" dirty="0"/>
              <a:t>Todorova A, Jenner P, Ray Chaudhuri K. Non-motor Parkinson’s: integral to motor Parkinson’s, yet often neglected. </a:t>
            </a:r>
            <a:r>
              <a:rPr lang="en-GB" dirty="0" err="1"/>
              <a:t>Pract</a:t>
            </a:r>
            <a:r>
              <a:rPr lang="en-GB" dirty="0"/>
              <a:t> </a:t>
            </a:r>
            <a:r>
              <a:rPr lang="en-GB" dirty="0" err="1"/>
              <a:t>Neurol</a:t>
            </a:r>
            <a:r>
              <a:rPr lang="en-GB" dirty="0"/>
              <a:t> 2014; 14 (5): 310–322.</a:t>
            </a:r>
          </a:p>
          <a:p>
            <a:pPr marL="228600" indent="-228600">
              <a:buFont typeface="+mj-lt"/>
              <a:buAutoNum type="arabicPeriod"/>
            </a:pPr>
            <a:r>
              <a:rPr lang="en-GB" dirty="0"/>
              <a:t>Stefani A, </a:t>
            </a:r>
            <a:r>
              <a:rPr lang="en-GB" dirty="0" err="1"/>
              <a:t>Högl</a:t>
            </a:r>
            <a:r>
              <a:rPr lang="en-GB" dirty="0"/>
              <a:t> B. Sleep in Parkinson’s disease. Neuropsychopharmacology 2020; 45 (1): 121–128.</a:t>
            </a:r>
          </a:p>
          <a:p>
            <a:pPr marL="228600" indent="-228600">
              <a:buFont typeface="+mj-lt"/>
              <a:buAutoNum type="arabicPeriod"/>
            </a:pPr>
            <a:r>
              <a:rPr lang="en-GB" dirty="0"/>
              <a:t>St Louis EK, Boeve AR, Boeve BF. REM sleep </a:t>
            </a:r>
            <a:r>
              <a:rPr lang="en-GB" dirty="0" err="1"/>
              <a:t>behavior</a:t>
            </a:r>
            <a:r>
              <a:rPr lang="en-GB" dirty="0"/>
              <a:t> disorder in Parkinson’s disease and other </a:t>
            </a:r>
            <a:r>
              <a:rPr lang="en-GB" dirty="0" err="1"/>
              <a:t>synucleinopathies</a:t>
            </a:r>
            <a:r>
              <a:rPr lang="en-GB" dirty="0"/>
              <a:t>. Mov </a:t>
            </a:r>
            <a:r>
              <a:rPr lang="en-GB" dirty="0" err="1"/>
              <a:t>Disord</a:t>
            </a:r>
            <a:r>
              <a:rPr lang="en-GB" dirty="0"/>
              <a:t> 2017; 32 (5): 645–658. </a:t>
            </a:r>
          </a:p>
          <a:p>
            <a:pPr marL="228600" indent="-228600">
              <a:buFont typeface="+mj-lt"/>
              <a:buAutoNum type="arabicPeriod"/>
            </a:pPr>
            <a:r>
              <a:rPr lang="en-GB" dirty="0"/>
              <a:t>Zhang J, Xu CY, Liu J. Meta-analysis on the prevalence of REM sleep behaviour disorder symptoms in Parkinson’s disease. BMC </a:t>
            </a:r>
            <a:r>
              <a:rPr lang="en-GB" dirty="0" err="1"/>
              <a:t>Neurol</a:t>
            </a:r>
            <a:r>
              <a:rPr lang="en-GB" dirty="0"/>
              <a:t> 2017; 17 (1): 23.</a:t>
            </a:r>
          </a:p>
          <a:p>
            <a:pPr marL="228600" indent="-228600">
              <a:buFont typeface="+mj-lt"/>
              <a:buAutoNum type="arabicPeriod"/>
            </a:pPr>
            <a:r>
              <a:rPr lang="en-GB" dirty="0" err="1"/>
              <a:t>Cusso</a:t>
            </a:r>
            <a:r>
              <a:rPr lang="en-GB" dirty="0"/>
              <a:t> ME, Donald KJ, Khoo TK. The impact of physical activity on non-motor symptoms in Parkinson’s disease: a systematic review. Front Med (Lausanne) 2016; 3: 35.</a:t>
            </a:r>
          </a:p>
        </p:txBody>
      </p:sp>
      <p:sp>
        <p:nvSpPr>
          <p:cNvPr id="4" name="Slide Number Placeholder 3"/>
          <p:cNvSpPr>
            <a:spLocks noGrp="1"/>
          </p:cNvSpPr>
          <p:nvPr>
            <p:ph type="sldNum" sz="quarter" idx="10"/>
          </p:nvPr>
        </p:nvSpPr>
        <p:spPr/>
        <p:txBody>
          <a:bodyPr/>
          <a:lstStyle/>
          <a:p>
            <a:fld id="{037C2873-EBE5-CF42-9E30-7832FC02D1D9}" type="slidenum">
              <a:rPr lang="en-GB" smtClean="0"/>
              <a:t>25</a:t>
            </a:fld>
            <a:endParaRPr lang="en-GB" dirty="0"/>
          </a:p>
        </p:txBody>
      </p:sp>
    </p:spTree>
    <p:extLst>
      <p:ext uri="{BB962C8B-B14F-4D97-AF65-F5344CB8AC3E}">
        <p14:creationId xmlns:p14="http://schemas.microsoft.com/office/powerpoint/2010/main" val="59022184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768" y="4751982"/>
            <a:ext cx="5438140" cy="4550717"/>
          </a:xfrm>
        </p:spPr>
        <p:txBody>
          <a:bodyPr/>
          <a:lstStyle/>
          <a:p>
            <a:r>
              <a:rPr lang="en-GB" dirty="0"/>
              <a:t>Pain is defined as an unpleasant or distressing sensory experience.</a:t>
            </a:r>
            <a:r>
              <a:rPr lang="en-GB" baseline="30000" dirty="0"/>
              <a:t>4</a:t>
            </a:r>
            <a:r>
              <a:rPr lang="en-GB" dirty="0"/>
              <a:t> </a:t>
            </a:r>
            <a:r>
              <a:rPr lang="en-US" dirty="0"/>
              <a:t>It occurs in a large proportion of cases of PD, but in individual patients it is often difficult to determine whether the pain is due to the PD itself</a:t>
            </a:r>
            <a:r>
              <a:rPr lang="en-GB" dirty="0"/>
              <a:t>.</a:t>
            </a:r>
            <a:r>
              <a:rPr lang="en-GB" baseline="30000" dirty="0"/>
              <a:t> 1-4</a:t>
            </a:r>
            <a:endParaRPr lang="en-GB" dirty="0"/>
          </a:p>
          <a:p>
            <a:r>
              <a:rPr lang="en-GB" dirty="0"/>
              <a:t>The most common form of pain in PD is musculoskeletal, which typically occurs as a result of muscle rigidity and hypokinesia (e.g., frozen shoulder).</a:t>
            </a:r>
            <a:r>
              <a:rPr lang="en-GB" baseline="30000" dirty="0"/>
              <a:t>4-6</a:t>
            </a:r>
            <a:r>
              <a:rPr lang="en-GB" dirty="0"/>
              <a:t> This kind of pain usually occurs on the side on which motor symptoms first appeared or are more severe.</a:t>
            </a:r>
            <a:r>
              <a:rPr lang="en-GB" baseline="30000" dirty="0"/>
              <a:t>1</a:t>
            </a:r>
            <a:r>
              <a:rPr lang="en-GB" dirty="0"/>
              <a:t> It can be associated with the presence and severity of motor symptoms, meaning the pain may be reduced when dopaminergic therapy is optimised.</a:t>
            </a:r>
            <a:r>
              <a:rPr lang="en-GB" baseline="30000" dirty="0"/>
              <a:t>1</a:t>
            </a:r>
            <a:r>
              <a:rPr lang="en-GB" dirty="0"/>
              <a:t> Musculoskeletal pain is most common in the lower back and legs, although shoulder pain is also quite common during the early stages of the disease.</a:t>
            </a:r>
            <a:r>
              <a:rPr lang="en-GB" baseline="30000" dirty="0"/>
              <a:t>1</a:t>
            </a:r>
            <a:endParaRPr lang="en-GB" dirty="0"/>
          </a:p>
          <a:p>
            <a:r>
              <a:rPr lang="en-GB" dirty="0"/>
              <a:t>Dystonic pain is a result of abnormal postures brought on by ‘OFF’ periods.</a:t>
            </a:r>
            <a:r>
              <a:rPr lang="en-GB" baseline="30000" dirty="0"/>
              <a:t>1</a:t>
            </a:r>
            <a:r>
              <a:rPr lang="en-GB" dirty="0"/>
              <a:t> It is characterised by sustained or intermittent muscle contractions that result in abnormal, frequently repetitive movements and/or postures.</a:t>
            </a:r>
            <a:r>
              <a:rPr lang="en-GB" baseline="30000" dirty="0"/>
              <a:t>1</a:t>
            </a:r>
            <a:r>
              <a:rPr lang="en-GB" dirty="0"/>
              <a:t> These contractions cause intense pain, often in the feet.</a:t>
            </a:r>
            <a:r>
              <a:rPr lang="en-GB" baseline="30000" dirty="0"/>
              <a:t>4</a:t>
            </a:r>
            <a:endParaRPr lang="en-GB" dirty="0"/>
          </a:p>
          <a:p>
            <a:r>
              <a:rPr lang="en-GB" dirty="0"/>
              <a:t>Pain often presents with other non-motor symptoms, including depression, and the two can be mutually reinforcing – successful treatment of depression may therefore improve the perception and processing of pain in the mind of the patient.</a:t>
            </a:r>
            <a:r>
              <a:rPr lang="en-GB" baseline="30000" dirty="0"/>
              <a:t>1</a:t>
            </a:r>
            <a:endParaRPr lang="en-GB" dirty="0"/>
          </a:p>
          <a:p>
            <a:r>
              <a:rPr lang="en-GB" dirty="0"/>
              <a:t> </a:t>
            </a:r>
          </a:p>
          <a:p>
            <a:r>
              <a:rPr lang="en-GB" dirty="0"/>
              <a:t>References:</a:t>
            </a:r>
          </a:p>
          <a:p>
            <a:pPr marL="228600" indent="-228600">
              <a:buFont typeface="+mj-lt"/>
              <a:buAutoNum type="arabicPeriod"/>
            </a:pPr>
            <a:r>
              <a:rPr lang="en-GB" dirty="0"/>
              <a:t>Young Blood MR, Ferro MM, </a:t>
            </a:r>
            <a:r>
              <a:rPr lang="en-GB" dirty="0" err="1"/>
              <a:t>Munhoz</a:t>
            </a:r>
            <a:r>
              <a:rPr lang="en-GB" dirty="0"/>
              <a:t> RP, et al. Classification and characteristics of pain associated with Parkinson’s disease. </a:t>
            </a:r>
            <a:r>
              <a:rPr lang="en-GB" dirty="0" err="1"/>
              <a:t>Parkinsons</a:t>
            </a:r>
            <a:r>
              <a:rPr lang="en-GB" dirty="0"/>
              <a:t> Dis 2016; 2016: 6067132.</a:t>
            </a:r>
          </a:p>
          <a:p>
            <a:pPr marL="228600" indent="-228600">
              <a:buFont typeface="+mj-lt"/>
              <a:buAutoNum type="arabicPeriod"/>
            </a:pPr>
            <a:r>
              <a:rPr lang="en-GB" dirty="0"/>
              <a:t>Silverdale MA, </a:t>
            </a:r>
            <a:r>
              <a:rPr lang="en-GB" dirty="0" err="1"/>
              <a:t>Kobylecki</a:t>
            </a:r>
            <a:r>
              <a:rPr lang="en-GB" dirty="0"/>
              <a:t> C, Kass-</a:t>
            </a:r>
            <a:r>
              <a:rPr lang="en-GB" dirty="0" err="1"/>
              <a:t>Iliyya</a:t>
            </a:r>
            <a:r>
              <a:rPr lang="en-GB" dirty="0"/>
              <a:t>, et al. A detailed clinical study of pain in 1957 participants with early/moderate Parkinson’s disease. Parkinsonism </a:t>
            </a:r>
            <a:r>
              <a:rPr lang="en-GB" dirty="0" err="1"/>
              <a:t>Relat</a:t>
            </a:r>
            <a:r>
              <a:rPr lang="en-GB" dirty="0"/>
              <a:t> </a:t>
            </a:r>
            <a:r>
              <a:rPr lang="en-GB" dirty="0" err="1"/>
              <a:t>Disord</a:t>
            </a:r>
            <a:r>
              <a:rPr lang="en-GB" dirty="0"/>
              <a:t> 2018; 56: 27–32. </a:t>
            </a:r>
          </a:p>
          <a:p>
            <a:pPr marL="228600" indent="-228600">
              <a:buFont typeface="+mj-lt"/>
              <a:buAutoNum type="arabicPeriod"/>
            </a:pPr>
            <a:r>
              <a:rPr lang="en-US" dirty="0"/>
              <a:t>Ford B. Pain in Parkinson’s disease. Mov </a:t>
            </a:r>
            <a:r>
              <a:rPr lang="en-US" dirty="0" err="1"/>
              <a:t>Disord</a:t>
            </a:r>
            <a:r>
              <a:rPr lang="en-US" dirty="0"/>
              <a:t> 2010; 25 (Suppl 1): S98–103.</a:t>
            </a:r>
          </a:p>
          <a:p>
            <a:pPr marL="228600" indent="-228600">
              <a:buFont typeface="+mj-lt"/>
              <a:buAutoNum type="arabicPeriod"/>
            </a:pPr>
            <a:r>
              <a:rPr lang="en-GB" dirty="0"/>
              <a:t>National Collaborating Centre for Chronic Conditions. Parkinson’s disease: national clinical guideline for diagnosis and management in primary and secondary care. London: Royal College of Physicians, 2006.</a:t>
            </a:r>
          </a:p>
          <a:p>
            <a:pPr marL="228600" indent="-228600">
              <a:buFont typeface="+mj-lt"/>
              <a:buAutoNum type="arabicPeriod"/>
            </a:pPr>
            <a:r>
              <a:rPr lang="en-US" dirty="0" err="1"/>
              <a:t>Beiske</a:t>
            </a:r>
            <a:r>
              <a:rPr lang="en-US" dirty="0"/>
              <a:t> AG, Loge JH, </a:t>
            </a:r>
            <a:r>
              <a:rPr lang="en-US" dirty="0" err="1"/>
              <a:t>Rønningen</a:t>
            </a:r>
            <a:r>
              <a:rPr lang="en-US" dirty="0"/>
              <a:t> A, Svensson E. Pain in Parkinson’s disease: Prevalence and characteristics. Pain 2009; 141 (1–2): 173–177. </a:t>
            </a:r>
          </a:p>
          <a:p>
            <a:pPr marL="228600" indent="-228600">
              <a:buFont typeface="+mj-lt"/>
              <a:buAutoNum type="arabicPeriod"/>
            </a:pPr>
            <a:r>
              <a:rPr lang="en-GB" dirty="0"/>
              <a:t>Nardelli D, </a:t>
            </a:r>
            <a:r>
              <a:rPr lang="en-GB" dirty="0" err="1"/>
              <a:t>Gambioli</a:t>
            </a:r>
            <a:r>
              <a:rPr lang="en-GB" dirty="0"/>
              <a:t> F, De Bartolo MI, et al. Pain in Parkinson’s disease: a neuroanatomy-based approach. Brain Commun 2024; 6 (4): fcae210.</a:t>
            </a:r>
          </a:p>
        </p:txBody>
      </p:sp>
      <p:sp>
        <p:nvSpPr>
          <p:cNvPr id="4" name="Slide Number Placeholder 3"/>
          <p:cNvSpPr>
            <a:spLocks noGrp="1"/>
          </p:cNvSpPr>
          <p:nvPr>
            <p:ph type="sldNum" sz="quarter" idx="10"/>
          </p:nvPr>
        </p:nvSpPr>
        <p:spPr/>
        <p:txBody>
          <a:bodyPr/>
          <a:lstStyle/>
          <a:p>
            <a:fld id="{037C2873-EBE5-CF42-9E30-7832FC02D1D9}" type="slidenum">
              <a:rPr lang="en-GB" smtClean="0"/>
              <a:t>26</a:t>
            </a:fld>
            <a:endParaRPr lang="en-GB" dirty="0"/>
          </a:p>
        </p:txBody>
      </p:sp>
    </p:spTree>
    <p:extLst>
      <p:ext uri="{BB962C8B-B14F-4D97-AF65-F5344CB8AC3E}">
        <p14:creationId xmlns:p14="http://schemas.microsoft.com/office/powerpoint/2010/main" val="376834141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37C2873-EBE5-CF42-9E30-7832FC02D1D9}" type="slidenum">
              <a:rPr lang="en-GB" smtClean="0"/>
              <a:t>27</a:t>
            </a:fld>
            <a:endParaRPr lang="en-GB" dirty="0"/>
          </a:p>
        </p:txBody>
      </p:sp>
    </p:spTree>
    <p:extLst>
      <p:ext uri="{BB962C8B-B14F-4D97-AF65-F5344CB8AC3E}">
        <p14:creationId xmlns:p14="http://schemas.microsoft.com/office/powerpoint/2010/main" val="106265732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768" y="4751982"/>
            <a:ext cx="5438140" cy="4221049"/>
          </a:xfrm>
        </p:spPr>
        <p:txBody>
          <a:bodyPr/>
          <a:lstStyle/>
          <a:p>
            <a:r>
              <a:rPr lang="en-GB" dirty="0"/>
              <a:t>Postural, or ‘orthostatic’, hypotension is a common and sometimes disabling cardiovascular symptom of PD, affecting &gt;30% of patients with PD.</a:t>
            </a:r>
            <a:r>
              <a:rPr lang="en-GB" baseline="30000" dirty="0"/>
              <a:t>3</a:t>
            </a:r>
            <a:r>
              <a:rPr lang="en-GB" dirty="0"/>
              <a:t> It is characterised by a sustained reduction of systolic blood pressure of at least 20 mmHg, or diastolic blood pressure of 10 mmHg, within three minutes of standing or head-up tilt to at least 60° on a tilt table.</a:t>
            </a:r>
            <a:r>
              <a:rPr lang="en-GB" baseline="30000" dirty="0"/>
              <a:t>10</a:t>
            </a:r>
            <a:endParaRPr lang="en-GB" dirty="0"/>
          </a:p>
          <a:p>
            <a:r>
              <a:rPr lang="en-GB" dirty="0"/>
              <a:t>Postural hypotension may cause serious morbidity and mortality, particularly when it results in the patient falling.</a:t>
            </a:r>
            <a:r>
              <a:rPr lang="en-GB" baseline="30000" dirty="0"/>
              <a:t>3</a:t>
            </a:r>
            <a:r>
              <a:rPr lang="en-GB" dirty="0"/>
              <a:t> Many of the commonly prescribed medications used for PD may increase the frequency of postural hypotension and, for this reason, it may be prudent to monitor blood pressure after the introduction of a new drug to the treatment regimen or an alteration in dose.</a:t>
            </a:r>
            <a:r>
              <a:rPr lang="en-GB" baseline="30000" dirty="0"/>
              <a:t>3</a:t>
            </a:r>
            <a:endParaRPr lang="en-GB" dirty="0"/>
          </a:p>
          <a:p>
            <a:r>
              <a:rPr lang="en-GB" dirty="0"/>
              <a:t>Non-pharmacological interventions are generally the first form of therapy used to reduce postural hypotension, because they are least likely to have side effects or adverse outcomes.</a:t>
            </a:r>
            <a:r>
              <a:rPr lang="en-GB" baseline="30000" dirty="0"/>
              <a:t>3</a:t>
            </a:r>
            <a:r>
              <a:rPr lang="en-GB" dirty="0"/>
              <a:t> One of the simplest and most common interventions is increased fluid and salt intake, which has been shown in other autonomic disorders to be effective in combatting postural hypotension, although not in PD itself.</a:t>
            </a:r>
            <a:r>
              <a:rPr lang="en-GB" baseline="30000" dirty="0"/>
              <a:t>3</a:t>
            </a:r>
            <a:endParaRPr lang="en-GB" dirty="0"/>
          </a:p>
          <a:p>
            <a:r>
              <a:rPr lang="en-GB" dirty="0"/>
              <a:t>A patient suffering from postural hypotension can also learn physical countermeasures that will promote return of blood flow and maintain cardiac output.</a:t>
            </a:r>
            <a:r>
              <a:rPr lang="en-GB" baseline="30000" dirty="0"/>
              <a:t>3</a:t>
            </a:r>
            <a:r>
              <a:rPr lang="en-GB" dirty="0"/>
              <a:t> These include tiptoeing, leg crossing, bending forward, and squatting.</a:t>
            </a:r>
            <a:r>
              <a:rPr lang="en-GB" baseline="30000" dirty="0"/>
              <a:t>3</a:t>
            </a:r>
            <a:endParaRPr lang="en-GB" dirty="0"/>
          </a:p>
          <a:p>
            <a:r>
              <a:rPr lang="en-GB" dirty="0"/>
              <a:t> </a:t>
            </a:r>
          </a:p>
          <a:p>
            <a:r>
              <a:rPr lang="en-GB" dirty="0"/>
              <a:t>References:</a:t>
            </a:r>
          </a:p>
          <a:p>
            <a:pPr marL="228600" indent="-228600">
              <a:buFont typeface="+mj-lt"/>
              <a:buAutoNum type="arabicPeriod"/>
            </a:pPr>
            <a:r>
              <a:rPr lang="en-GB" dirty="0"/>
              <a:t>Merola A, Romagnolo A, Rosso M, et al. Orthostatic hypotension in Parkinson’s disease: does it matter if asymptomatic? Parkinsonism </a:t>
            </a:r>
            <a:r>
              <a:rPr lang="en-GB" dirty="0" err="1"/>
              <a:t>Relat</a:t>
            </a:r>
            <a:r>
              <a:rPr lang="en-GB" dirty="0"/>
              <a:t> </a:t>
            </a:r>
            <a:r>
              <a:rPr lang="en-GB" dirty="0" err="1"/>
              <a:t>Disord</a:t>
            </a:r>
            <a:r>
              <a:rPr lang="en-GB" dirty="0"/>
              <a:t> 2016; 33: 65–71. </a:t>
            </a:r>
          </a:p>
          <a:p>
            <a:pPr marL="228600" indent="-228600">
              <a:buFont typeface="+mj-lt"/>
              <a:buAutoNum type="arabicPeriod"/>
            </a:pPr>
            <a:r>
              <a:rPr lang="en-GB" dirty="0"/>
              <a:t>Gibbons CH, Schmidt P, </a:t>
            </a:r>
            <a:r>
              <a:rPr lang="en-GB" dirty="0" err="1"/>
              <a:t>Biaggioni</a:t>
            </a:r>
            <a:r>
              <a:rPr lang="en-GB" dirty="0"/>
              <a:t> I, et al. The recommendations of a consensus panel for the screening, diagnosis, and treatment of neurogenic orthostatic hypotension and associated supine hypertension. J </a:t>
            </a:r>
            <a:r>
              <a:rPr lang="en-GB" dirty="0" err="1"/>
              <a:t>Neurol</a:t>
            </a:r>
            <a:r>
              <a:rPr lang="en-GB" dirty="0"/>
              <a:t> 2017; 264 (8): 1567–1582.</a:t>
            </a:r>
          </a:p>
          <a:p>
            <a:pPr marL="228600" indent="-228600">
              <a:buFont typeface="+mj-lt"/>
              <a:buAutoNum type="arabicPeriod"/>
            </a:pPr>
            <a:r>
              <a:rPr lang="en-GB" dirty="0"/>
              <a:t>Sánchez-Ferro A, Benito-León J, Gómez-Esteban JC. The management of orthostatic hypotension in Parkinson’s disease. Front </a:t>
            </a:r>
            <a:r>
              <a:rPr lang="en-GB" dirty="0" err="1"/>
              <a:t>Neurol</a:t>
            </a:r>
            <a:r>
              <a:rPr lang="en-GB" dirty="0"/>
              <a:t> 2013; 4: 64.</a:t>
            </a:r>
          </a:p>
          <a:p>
            <a:pPr marL="228600" indent="-228600">
              <a:buFont typeface="+mj-lt"/>
              <a:buAutoNum type="arabicPeriod"/>
            </a:pPr>
            <a:r>
              <a:rPr lang="en-GB" dirty="0"/>
              <a:t>Todorova A, Jenner P, Ray Chaudhuri K. Non-motor Parkinson’s: integral to motor Parkinson’s, yet often neglected. </a:t>
            </a:r>
            <a:r>
              <a:rPr lang="en-GB" dirty="0" err="1"/>
              <a:t>Pract</a:t>
            </a:r>
            <a:r>
              <a:rPr lang="en-GB" dirty="0"/>
              <a:t> </a:t>
            </a:r>
            <a:r>
              <a:rPr lang="en-GB" dirty="0" err="1"/>
              <a:t>Neurol</a:t>
            </a:r>
            <a:r>
              <a:rPr lang="en-GB" dirty="0"/>
              <a:t> 2014; 14 (5): 310–322.</a:t>
            </a:r>
          </a:p>
          <a:p>
            <a:pPr marL="228600" indent="-228600">
              <a:buFont typeface="+mj-lt"/>
              <a:buAutoNum type="arabicPeriod"/>
            </a:pPr>
            <a:r>
              <a:rPr lang="en-GB" dirty="0"/>
              <a:t>Freeman R. Clinical practice. Neurogenic orthostatic hypotension. N Engl J Med 2008; 358 (6): 615–624. </a:t>
            </a:r>
          </a:p>
          <a:p>
            <a:pPr marL="228600" indent="-228600">
              <a:buFont typeface="+mj-lt"/>
              <a:buAutoNum type="arabicPeriod"/>
            </a:pPr>
            <a:r>
              <a:rPr lang="en-GB" dirty="0"/>
              <a:t>Kaufmann H, </a:t>
            </a:r>
            <a:r>
              <a:rPr lang="en-GB" dirty="0" err="1"/>
              <a:t>Norcliffe</a:t>
            </a:r>
            <a:r>
              <a:rPr lang="en-GB" dirty="0"/>
              <a:t>-Kaufmann L, Palma JA. Droxidopa in neurogenic orthostatic hypotension. Expert Rev Cardiovasc </a:t>
            </a:r>
            <a:r>
              <a:rPr lang="en-GB" dirty="0" err="1"/>
              <a:t>Ther</a:t>
            </a:r>
            <a:r>
              <a:rPr lang="en-GB" dirty="0"/>
              <a:t> 2015; 13 (8): 875–891.</a:t>
            </a:r>
          </a:p>
          <a:p>
            <a:pPr marL="228600" indent="-228600">
              <a:buFont typeface="+mj-lt"/>
              <a:buAutoNum type="arabicPeriod"/>
            </a:pPr>
            <a:r>
              <a:rPr lang="en-GB" dirty="0" err="1"/>
              <a:t>Norcliffe</a:t>
            </a:r>
            <a:r>
              <a:rPr lang="en-GB" dirty="0"/>
              <a:t>-Kaufmann L, Palma JA, Kaufmann H. A validated test for neurogenic orthostatic hypotension at the bedside. Ann </a:t>
            </a:r>
            <a:r>
              <a:rPr lang="en-GB" dirty="0" err="1"/>
              <a:t>Neurol</a:t>
            </a:r>
            <a:r>
              <a:rPr lang="en-GB" dirty="0"/>
              <a:t> 2018; 84 (6): 959–960.</a:t>
            </a:r>
          </a:p>
          <a:p>
            <a:pPr marL="228600" indent="-228600">
              <a:buFont typeface="+mj-lt"/>
              <a:buAutoNum type="arabicPeriod"/>
            </a:pPr>
            <a:r>
              <a:rPr lang="en-GB" dirty="0"/>
              <a:t>Lim KB, Lim SY, Hor JW, et al. Orthostatic hypotension in Parkinson’s disease: sit-to-stand vs. supine-to-stand protocol and clinical correlates. Parkinsonism </a:t>
            </a:r>
            <a:r>
              <a:rPr lang="en-GB" dirty="0" err="1"/>
              <a:t>Relat</a:t>
            </a:r>
            <a:r>
              <a:rPr lang="en-GB" dirty="0"/>
              <a:t> </a:t>
            </a:r>
            <a:r>
              <a:rPr lang="en-GB" dirty="0" err="1"/>
              <a:t>Disord</a:t>
            </a:r>
            <a:r>
              <a:rPr lang="en-GB" dirty="0"/>
              <a:t> 2024; 123: 106980.</a:t>
            </a:r>
          </a:p>
          <a:p>
            <a:pPr marL="228600" indent="-228600">
              <a:buFont typeface="+mj-lt"/>
              <a:buAutoNum type="arabicPeriod"/>
            </a:pPr>
            <a:r>
              <a:rPr lang="en-GB" dirty="0" err="1"/>
              <a:t>Espay</a:t>
            </a:r>
            <a:r>
              <a:rPr lang="en-GB" dirty="0"/>
              <a:t> AJ, LeWitt PA, Hauser RA, et al. Neurogenic orthostatic hypotension and supine hypertension in Parkinson’s disease and related </a:t>
            </a:r>
            <a:r>
              <a:rPr lang="en-GB" dirty="0" err="1"/>
              <a:t>synucleinopathies</a:t>
            </a:r>
            <a:r>
              <a:rPr lang="en-GB" dirty="0"/>
              <a:t>: prioritisation of treatment targets. Lancet </a:t>
            </a:r>
            <a:r>
              <a:rPr lang="en-GB" dirty="0" err="1"/>
              <a:t>Neurol</a:t>
            </a:r>
            <a:r>
              <a:rPr lang="en-GB" dirty="0"/>
              <a:t> 2016; 15 (9): 954–966.</a:t>
            </a:r>
          </a:p>
          <a:p>
            <a:pPr marL="228600" indent="-228600">
              <a:buFont typeface="+mj-lt"/>
              <a:buAutoNum type="arabicPeriod"/>
            </a:pPr>
            <a:r>
              <a:rPr lang="en-GB" dirty="0"/>
              <a:t>Freeman R, Wieling W, Axelrod FB, et al. Consensus statement on the definition of orthostatic hypotension, neurally mediated syncope and the postural tachycardia syndrome. Clin Auton Res 2011; 21 (2): 69–72.</a:t>
            </a:r>
          </a:p>
        </p:txBody>
      </p:sp>
      <p:sp>
        <p:nvSpPr>
          <p:cNvPr id="4" name="Slide Number Placeholder 3"/>
          <p:cNvSpPr>
            <a:spLocks noGrp="1"/>
          </p:cNvSpPr>
          <p:nvPr>
            <p:ph type="sldNum" sz="quarter" idx="10"/>
          </p:nvPr>
        </p:nvSpPr>
        <p:spPr/>
        <p:txBody>
          <a:bodyPr/>
          <a:lstStyle/>
          <a:p>
            <a:fld id="{037C2873-EBE5-CF42-9E30-7832FC02D1D9}" type="slidenum">
              <a:rPr lang="en-GB" smtClean="0"/>
              <a:t>28</a:t>
            </a:fld>
            <a:endParaRPr lang="en-GB" dirty="0"/>
          </a:p>
        </p:txBody>
      </p:sp>
    </p:spTree>
    <p:extLst>
      <p:ext uri="{BB962C8B-B14F-4D97-AF65-F5344CB8AC3E}">
        <p14:creationId xmlns:p14="http://schemas.microsoft.com/office/powerpoint/2010/main" val="35921081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768" y="4751982"/>
            <a:ext cx="5438140" cy="4292957"/>
          </a:xfrm>
        </p:spPr>
        <p:txBody>
          <a:bodyPr/>
          <a:lstStyle/>
          <a:p>
            <a:r>
              <a:rPr lang="en-GB" dirty="0"/>
              <a:t>Damage to the autonomic nervous system can result in a failure of blood pressure regulation.</a:t>
            </a:r>
            <a:r>
              <a:rPr lang="en-GB" baseline="30000" dirty="0"/>
              <a:t>8</a:t>
            </a:r>
            <a:r>
              <a:rPr lang="en-GB" dirty="0"/>
              <a:t> The autonomic nervous system, using noradrenaline signalling, would </a:t>
            </a:r>
            <a:r>
              <a:rPr lang="en-US" dirty="0"/>
              <a:t>normally regulate blood pressure from dropping more than a modest amount (10 mmHg systolic blood pressure) upon standing</a:t>
            </a:r>
            <a:r>
              <a:rPr lang="en-GB" dirty="0"/>
              <a:t>.</a:t>
            </a:r>
            <a:r>
              <a:rPr lang="en-GB" baseline="30000" dirty="0"/>
              <a:t>9-11</a:t>
            </a:r>
            <a:r>
              <a:rPr lang="en-GB" dirty="0"/>
              <a:t> These sympathetic systems can become damaged in diseases such as PD and, when they are dysfunctional, this can lead to orthostatic hypotension of neurogenic cause.</a:t>
            </a:r>
            <a:r>
              <a:rPr lang="en-GB" baseline="30000" dirty="0"/>
              <a:t>8,10</a:t>
            </a:r>
            <a:endParaRPr lang="en-GB" dirty="0"/>
          </a:p>
          <a:p>
            <a:r>
              <a:rPr lang="en-GB" dirty="0"/>
              <a:t>The symptoms of neurogenic orthostatic hypotension, as shown on the slide, vary from patient to patient, but classically include dizziness, lightheadedness, and feeling close to fainting.</a:t>
            </a:r>
            <a:r>
              <a:rPr lang="en-GB" baseline="30000" dirty="0"/>
              <a:t>8</a:t>
            </a:r>
            <a:endParaRPr lang="en-GB" dirty="0"/>
          </a:p>
          <a:p>
            <a:endParaRPr lang="en-GB" dirty="0"/>
          </a:p>
          <a:p>
            <a:r>
              <a:rPr lang="en-GB" dirty="0"/>
              <a:t>References:</a:t>
            </a:r>
          </a:p>
          <a:p>
            <a:pPr marL="228600" indent="-228600">
              <a:buFont typeface="+mj-lt"/>
              <a:buAutoNum type="arabicPeriod"/>
            </a:pPr>
            <a:r>
              <a:rPr lang="en-GB" dirty="0"/>
              <a:t>Freeman R, </a:t>
            </a:r>
            <a:r>
              <a:rPr lang="en-GB" dirty="0" err="1"/>
              <a:t>Wieling</a:t>
            </a:r>
            <a:r>
              <a:rPr lang="en-GB" dirty="0"/>
              <a:t> W, Axelrod FB, et al. Consensus statement on the definition of orthostatic hypotension, </a:t>
            </a:r>
            <a:r>
              <a:rPr lang="en-GB" dirty="0" err="1"/>
              <a:t>neurally</a:t>
            </a:r>
            <a:r>
              <a:rPr lang="en-GB" dirty="0"/>
              <a:t> mediated syncope and the postural tachycardia syndrome. Clin Auton Res 2011; 21 (2): 69–72.</a:t>
            </a:r>
          </a:p>
          <a:p>
            <a:pPr marL="228600" indent="-228600">
              <a:buFont typeface="+mj-lt"/>
              <a:buAutoNum type="arabicPeriod"/>
            </a:pPr>
            <a:r>
              <a:rPr lang="en-GB" dirty="0"/>
              <a:t>Freeman R. Neurogenic orthostatic hypotension. N Engl J Med 2008; 358 (6): 615–624.</a:t>
            </a:r>
          </a:p>
          <a:p>
            <a:pPr marL="228600" indent="-228600">
              <a:buFont typeface="+mj-lt"/>
              <a:buAutoNum type="arabicPeriod"/>
            </a:pPr>
            <a:r>
              <a:rPr lang="en-GB" dirty="0"/>
              <a:t>Mathias CJ. L-</a:t>
            </a:r>
            <a:r>
              <a:rPr lang="en-GB" dirty="0" err="1"/>
              <a:t>dihydroxyphenylserine</a:t>
            </a:r>
            <a:r>
              <a:rPr lang="en-GB" dirty="0"/>
              <a:t> (Droxidopa) in the treatment of orthostatic hypotension: the European experience. Clin Auton Res 2008; 18 (</a:t>
            </a:r>
            <a:r>
              <a:rPr lang="en-GB" dirty="0" err="1"/>
              <a:t>Suppl</a:t>
            </a:r>
            <a:r>
              <a:rPr lang="en-GB" dirty="0"/>
              <a:t> 1): 25–29.</a:t>
            </a:r>
          </a:p>
          <a:p>
            <a:pPr marL="228600" indent="-228600">
              <a:buFont typeface="+mj-lt"/>
              <a:buAutoNum type="arabicPeriod"/>
            </a:pPr>
            <a:r>
              <a:rPr lang="en-US" dirty="0" err="1"/>
              <a:t>Perlmuter</a:t>
            </a:r>
            <a:r>
              <a:rPr lang="en-US" dirty="0"/>
              <a:t> LC, Sarda G, Casavant V, et al. A review of orthostatic blood pressure regulation and its association with mood and cognition. Clin Auton Res 2012; 22 (2): 99–107. </a:t>
            </a:r>
          </a:p>
          <a:p>
            <a:pPr marL="228600" indent="-228600">
              <a:buFont typeface="+mj-lt"/>
              <a:buAutoNum type="arabicPeriod"/>
            </a:pPr>
            <a:r>
              <a:rPr lang="en-US" dirty="0"/>
              <a:t>Sclater A, </a:t>
            </a:r>
            <a:r>
              <a:rPr lang="en-US" dirty="0" err="1"/>
              <a:t>Alagiakrishnan</a:t>
            </a:r>
            <a:r>
              <a:rPr lang="en-US" dirty="0"/>
              <a:t> K. Orthostatic hypotension: a primary care primer for assessment and treatment. Geriatrics 2004; 59 (8): 22–27.</a:t>
            </a:r>
          </a:p>
          <a:p>
            <a:pPr marL="228600" indent="-228600">
              <a:buFont typeface="+mj-lt"/>
              <a:buAutoNum type="arabicPeriod"/>
            </a:pPr>
            <a:r>
              <a:rPr lang="en-GB" dirty="0"/>
              <a:t>Merola A, Romagnolo A, Rosso M, et al. Orthostatic hypotension in Parkinson’s disease: does it matter if asymptomatic? Parkinsonism </a:t>
            </a:r>
            <a:r>
              <a:rPr lang="en-GB" dirty="0" err="1"/>
              <a:t>Relat</a:t>
            </a:r>
            <a:r>
              <a:rPr lang="en-GB" dirty="0"/>
              <a:t> </a:t>
            </a:r>
            <a:r>
              <a:rPr lang="en-GB" dirty="0" err="1"/>
              <a:t>Disord</a:t>
            </a:r>
            <a:r>
              <a:rPr lang="en-GB" dirty="0"/>
              <a:t> 2016; 33: 65–71. </a:t>
            </a:r>
          </a:p>
          <a:p>
            <a:pPr marL="228600" indent="-228600">
              <a:buFont typeface="+mj-lt"/>
              <a:buAutoNum type="arabicPeriod"/>
            </a:pPr>
            <a:r>
              <a:rPr lang="en-GB" dirty="0"/>
              <a:t>Goldstein DS, </a:t>
            </a:r>
            <a:r>
              <a:rPr lang="en-GB" dirty="0" err="1"/>
              <a:t>Sharabi</a:t>
            </a:r>
            <a:r>
              <a:rPr lang="en-GB" dirty="0"/>
              <a:t> Y. Neurogenic orthostatic hypotension: a pathophysiological approach. Circulation 2009; 119 (1): 139–146.</a:t>
            </a:r>
          </a:p>
          <a:p>
            <a:pPr marL="228600" indent="-228600">
              <a:buFont typeface="+mj-lt"/>
              <a:buAutoNum type="arabicPeriod"/>
            </a:pPr>
            <a:r>
              <a:rPr lang="en-GB" dirty="0"/>
              <a:t>Kaufmann H, </a:t>
            </a:r>
            <a:r>
              <a:rPr lang="en-GB" dirty="0" err="1"/>
              <a:t>Norcliffe</a:t>
            </a:r>
            <a:r>
              <a:rPr lang="en-GB" dirty="0"/>
              <a:t>-Kaufmann L, Palma JA. Droxidopa in neurogenic orthostatic hypotension. Expert Rev Cardiovasc </a:t>
            </a:r>
            <a:r>
              <a:rPr lang="en-GB" dirty="0" err="1"/>
              <a:t>Ther</a:t>
            </a:r>
            <a:r>
              <a:rPr lang="en-GB" dirty="0"/>
              <a:t> 2015; 13 (8): 875–891.</a:t>
            </a:r>
          </a:p>
          <a:p>
            <a:pPr marL="228600" indent="-228600">
              <a:buFont typeface="+mj-lt"/>
              <a:buAutoNum type="arabicPeriod"/>
            </a:pPr>
            <a:r>
              <a:rPr lang="en-GB" dirty="0"/>
              <a:t>Gibbons CH, Schmidt P, </a:t>
            </a:r>
            <a:r>
              <a:rPr lang="en-GB" dirty="0" err="1"/>
              <a:t>Biaggioni</a:t>
            </a:r>
            <a:r>
              <a:rPr lang="en-GB" dirty="0"/>
              <a:t> I, et al. The recommendations of a consensus panel for the screening, diagnosis, and treatment of neurogenic orthostatic hypotension and associated supine hypertension. J </a:t>
            </a:r>
            <a:r>
              <a:rPr lang="en-GB" dirty="0" err="1"/>
              <a:t>Neurol</a:t>
            </a:r>
            <a:r>
              <a:rPr lang="en-GB" dirty="0"/>
              <a:t> 2017; 264 (8): 1567–1582.</a:t>
            </a:r>
          </a:p>
          <a:p>
            <a:pPr marL="228600" indent="-228600">
              <a:buFont typeface="+mj-lt"/>
              <a:buAutoNum type="arabicPeriod"/>
            </a:pPr>
            <a:r>
              <a:rPr lang="en-GB" dirty="0"/>
              <a:t>Metzler M, Duerr S, Granata R, et al. Neurogenic orthostatic hypotension: pathophysiology, evaluation, and management. J Neurol 2013; 260 (9): 2212–2219.</a:t>
            </a:r>
          </a:p>
          <a:p>
            <a:pPr marL="228600" indent="-228600">
              <a:buFont typeface="+mj-lt"/>
              <a:buAutoNum type="arabicPeriod"/>
            </a:pPr>
            <a:r>
              <a:rPr lang="en-GB" dirty="0"/>
              <a:t>Palma JA, Kaufmann H. Epidemiology, diagnosis, and management of neurogenic orthostatic hypotension. Mov Disord Clin Pract 2017; 4 (3): 298–308.</a:t>
            </a:r>
          </a:p>
        </p:txBody>
      </p:sp>
      <p:sp>
        <p:nvSpPr>
          <p:cNvPr id="4" name="Slide Number Placeholder 3"/>
          <p:cNvSpPr>
            <a:spLocks noGrp="1"/>
          </p:cNvSpPr>
          <p:nvPr>
            <p:ph type="sldNum" sz="quarter" idx="5"/>
          </p:nvPr>
        </p:nvSpPr>
        <p:spPr/>
        <p:txBody>
          <a:bodyPr/>
          <a:lstStyle/>
          <a:p>
            <a:fld id="{037C2873-EBE5-CF42-9E30-7832FC02D1D9}" type="slidenum">
              <a:rPr lang="en-GB" smtClean="0"/>
              <a:t>29</a:t>
            </a:fld>
            <a:endParaRPr lang="en-GB" dirty="0"/>
          </a:p>
        </p:txBody>
      </p:sp>
    </p:spTree>
    <p:extLst>
      <p:ext uri="{BB962C8B-B14F-4D97-AF65-F5344CB8AC3E}">
        <p14:creationId xmlns:p14="http://schemas.microsoft.com/office/powerpoint/2010/main" val="270656907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768" y="4751982"/>
            <a:ext cx="5438140" cy="4842867"/>
          </a:xfrm>
        </p:spPr>
        <p:txBody>
          <a:bodyPr/>
          <a:lstStyle/>
          <a:p>
            <a:r>
              <a:rPr lang="en-GB" dirty="0"/>
              <a:t>One study investigated the patient impact of neurogenic orthostatic hypotension (nOH) by surveying 363 patients, 90% of whom had PD, and 128 of their caregivers.</a:t>
            </a:r>
            <a:r>
              <a:rPr lang="en-GB" baseline="30000" dirty="0"/>
              <a:t>7</a:t>
            </a:r>
            <a:r>
              <a:rPr lang="en-GB" dirty="0"/>
              <a:t> The survey included questions about the sorts of symptoms experienced, the timing of the symptoms, the impact of the symptoms, and the limitations that symptoms placed on the patient.</a:t>
            </a:r>
            <a:r>
              <a:rPr lang="en-GB" baseline="30000" dirty="0"/>
              <a:t>7</a:t>
            </a:r>
            <a:r>
              <a:rPr lang="en-GB" dirty="0"/>
              <a:t> The results showed the impact that nOH has on patients’ functioning and quality of life, including </a:t>
            </a:r>
            <a:r>
              <a:rPr lang="en-US" dirty="0"/>
              <a:t>impaired mobility (such as difficulty with positional changes), increased frequency of falls, and decreased ability to maintain activities of daily life.</a:t>
            </a:r>
            <a:r>
              <a:rPr lang="en-GB" baseline="30000" dirty="0"/>
              <a:t>7</a:t>
            </a:r>
            <a:endParaRPr lang="en-GB" dirty="0"/>
          </a:p>
          <a:p>
            <a:endParaRPr lang="en-GB" dirty="0"/>
          </a:p>
          <a:p>
            <a:r>
              <a:rPr lang="en-GB" dirty="0"/>
              <a:t>References:</a:t>
            </a:r>
          </a:p>
          <a:p>
            <a:pPr marL="228600" indent="-228600">
              <a:buFont typeface="+mj-lt"/>
              <a:buAutoNum type="arabicPeriod"/>
            </a:pPr>
            <a:r>
              <a:rPr lang="en-GB" dirty="0"/>
              <a:t>Goldstein DS, </a:t>
            </a:r>
            <a:r>
              <a:rPr lang="en-GB" dirty="0" err="1"/>
              <a:t>Sharabi</a:t>
            </a:r>
            <a:r>
              <a:rPr lang="en-GB" dirty="0"/>
              <a:t> Y. Neurogenic orthostatic hypotension: a pathophysiological approach. Circulation 2009; 119 (1): 139–146.</a:t>
            </a:r>
          </a:p>
          <a:p>
            <a:pPr marL="228600" indent="-228600">
              <a:buFont typeface="+mj-lt"/>
              <a:buAutoNum type="arabicPeriod"/>
            </a:pPr>
            <a:r>
              <a:rPr lang="en-US" dirty="0"/>
              <a:t>Sclater A, </a:t>
            </a:r>
            <a:r>
              <a:rPr lang="en-US" dirty="0" err="1"/>
              <a:t>Alagiakrishnan</a:t>
            </a:r>
            <a:r>
              <a:rPr lang="en-US" dirty="0"/>
              <a:t> K. Orthostatic hypotension: a primary care primer for assessment and treatment. Geriatrics 2004; 59 (8): 22–27.</a:t>
            </a:r>
          </a:p>
          <a:p>
            <a:pPr marL="228600" indent="-228600">
              <a:buFont typeface="+mj-lt"/>
              <a:buAutoNum type="arabicPeriod"/>
            </a:pPr>
            <a:r>
              <a:rPr lang="en-US" dirty="0" err="1"/>
              <a:t>Perlmuter</a:t>
            </a:r>
            <a:r>
              <a:rPr lang="en-US" dirty="0"/>
              <a:t> LC, Sarda G, Casavant V, et al. A review of orthostatic blood pressure regulation and its association with mood and cognition. Clin Auton Res 2012; 22 (2): 99–107.</a:t>
            </a:r>
          </a:p>
          <a:p>
            <a:pPr marL="228600" indent="-228600">
              <a:buFont typeface="+mj-lt"/>
              <a:buAutoNum type="arabicPeriod"/>
            </a:pPr>
            <a:r>
              <a:rPr lang="en-GB" dirty="0" err="1"/>
              <a:t>Centi</a:t>
            </a:r>
            <a:r>
              <a:rPr lang="en-GB" dirty="0"/>
              <a:t> J, Freeman R, Gibbons CH, et al. Effects of orthostatic hypotension on cognition in Parkinson disease. Neurology 2017; 88 (1): 17–24.</a:t>
            </a:r>
          </a:p>
          <a:p>
            <a:pPr marL="228600" indent="-228600">
              <a:buFont typeface="+mj-lt"/>
              <a:buAutoNum type="arabicPeriod"/>
            </a:pPr>
            <a:r>
              <a:rPr lang="en-US" dirty="0"/>
              <a:t>Boylan LS, </a:t>
            </a:r>
            <a:r>
              <a:rPr lang="en-US" dirty="0" err="1"/>
              <a:t>Messinis</a:t>
            </a:r>
            <a:r>
              <a:rPr lang="en-US" dirty="0"/>
              <a:t> L.</a:t>
            </a:r>
            <a:r>
              <a:rPr lang="en-GB" dirty="0"/>
              <a:t> </a:t>
            </a:r>
            <a:r>
              <a:rPr lang="en-US" dirty="0"/>
              <a:t>Orthostatic hypotension, cognition, and Parkinson disease: dumbing down by standing up. Neurology 2017; 88 (1): 11–12.</a:t>
            </a:r>
          </a:p>
          <a:p>
            <a:pPr marL="228600" indent="-228600">
              <a:buFont typeface="+mj-lt"/>
              <a:buAutoNum type="arabicPeriod"/>
            </a:pPr>
            <a:r>
              <a:rPr lang="en-GB" dirty="0"/>
              <a:t>Maule S, Milazzo V, Maule MM, et al. Mortality and prognosis in patients with neurogenic orthostatic hypotension. </a:t>
            </a:r>
            <a:r>
              <a:rPr lang="en-GB" dirty="0" err="1"/>
              <a:t>Funct</a:t>
            </a:r>
            <a:r>
              <a:rPr lang="en-GB" dirty="0"/>
              <a:t> </a:t>
            </a:r>
            <a:r>
              <a:rPr lang="en-GB" dirty="0" err="1"/>
              <a:t>Neurol</a:t>
            </a:r>
            <a:r>
              <a:rPr lang="en-GB" dirty="0"/>
              <a:t> 2012; 27 (2): 101–106.</a:t>
            </a:r>
          </a:p>
          <a:p>
            <a:pPr marL="228600" indent="-228600">
              <a:buFont typeface="+mj-lt"/>
              <a:buAutoNum type="arabicPeriod"/>
            </a:pPr>
            <a:r>
              <a:rPr lang="en-US" dirty="0"/>
              <a:t>Claassen DO, Adler CH, Hewitt LA, Gibbons C.</a:t>
            </a:r>
            <a:r>
              <a:rPr lang="en-GB" dirty="0"/>
              <a:t> </a:t>
            </a:r>
            <a:r>
              <a:rPr lang="en-US" dirty="0"/>
              <a:t>Characterization of the symptoms of neurogenic orthostatic hypotension and their impact from a survey of patients and caregivers. BMC Neurol 2018; 18 (1): 125. </a:t>
            </a:r>
          </a:p>
          <a:p>
            <a:pPr marL="228600" indent="-228600">
              <a:buFont typeface="+mj-lt"/>
              <a:buAutoNum type="arabicPeriod"/>
            </a:pPr>
            <a:r>
              <a:rPr lang="en-US" dirty="0"/>
              <a:t>Merola A, Romagnolo A, Rosso M, et al. Orthostatic hypotension in Parkinson’s disease: does it matter if asymptomatic? Parkinsonism </a:t>
            </a:r>
            <a:r>
              <a:rPr lang="en-US" dirty="0" err="1"/>
              <a:t>Relat</a:t>
            </a:r>
            <a:r>
              <a:rPr lang="en-US" dirty="0"/>
              <a:t> </a:t>
            </a:r>
            <a:r>
              <a:rPr lang="en-US" dirty="0" err="1"/>
              <a:t>Disord</a:t>
            </a:r>
            <a:r>
              <a:rPr lang="en-US" dirty="0"/>
              <a:t> 2016; 33: 65–71.</a:t>
            </a:r>
          </a:p>
          <a:p>
            <a:pPr marL="228600" indent="-228600">
              <a:buFont typeface="+mj-lt"/>
              <a:buAutoNum type="arabicPeriod"/>
            </a:pPr>
            <a:r>
              <a:rPr lang="en-US" dirty="0"/>
              <a:t>Palma JA, Kaufmann H. Treatment of autonomic dysfunction in Parkinson disease and other </a:t>
            </a:r>
            <a:r>
              <a:rPr lang="en-US" dirty="0" err="1"/>
              <a:t>synucleinopathies</a:t>
            </a:r>
            <a:r>
              <a:rPr lang="en-US" dirty="0"/>
              <a:t>. Mov </a:t>
            </a:r>
            <a:r>
              <a:rPr lang="en-US" dirty="0" err="1"/>
              <a:t>Disord</a:t>
            </a:r>
            <a:r>
              <a:rPr lang="en-US" dirty="0"/>
              <a:t> 2018; 33 (3): 372–390. </a:t>
            </a:r>
          </a:p>
        </p:txBody>
      </p:sp>
      <p:sp>
        <p:nvSpPr>
          <p:cNvPr id="4" name="Slide Number Placeholder 3"/>
          <p:cNvSpPr>
            <a:spLocks noGrp="1"/>
          </p:cNvSpPr>
          <p:nvPr>
            <p:ph type="sldNum" sz="quarter" idx="5"/>
          </p:nvPr>
        </p:nvSpPr>
        <p:spPr/>
        <p:txBody>
          <a:bodyPr/>
          <a:lstStyle/>
          <a:p>
            <a:fld id="{037C2873-EBE5-CF42-9E30-7832FC02D1D9}" type="slidenum">
              <a:rPr lang="en-GB" smtClean="0"/>
              <a:t>30</a:t>
            </a:fld>
            <a:endParaRPr lang="en-GB" dirty="0"/>
          </a:p>
        </p:txBody>
      </p:sp>
    </p:spTree>
    <p:extLst>
      <p:ext uri="{BB962C8B-B14F-4D97-AF65-F5344CB8AC3E}">
        <p14:creationId xmlns:p14="http://schemas.microsoft.com/office/powerpoint/2010/main" val="86945222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768" y="4751982"/>
            <a:ext cx="5438140" cy="3409195"/>
          </a:xfrm>
        </p:spPr>
        <p:txBody>
          <a:bodyPr/>
          <a:lstStyle/>
          <a:p>
            <a:r>
              <a:rPr lang="en-GB" dirty="0"/>
              <a:t>One systematic review of falls in patients with PD, including 22 studies, showed that falls are common in patients with PD, as shown on the slide.</a:t>
            </a:r>
            <a:r>
              <a:rPr lang="en-GB" baseline="30000" dirty="0"/>
              <a:t>3</a:t>
            </a:r>
            <a:r>
              <a:rPr lang="en-GB" dirty="0"/>
              <a:t> Furthermore, the rate of falls per recurrent faller was high, ranging from 4.7 to 67.6 falls per year – with one individual patient reporting falling more than 500 times in a 20-week period.</a:t>
            </a:r>
            <a:r>
              <a:rPr lang="en-GB" baseline="30000" dirty="0"/>
              <a:t>3</a:t>
            </a:r>
            <a:r>
              <a:rPr lang="en-GB" dirty="0"/>
              <a:t> Factors associated with greater risk of falling included previous falling, and PD severity.</a:t>
            </a:r>
            <a:r>
              <a:rPr lang="en-GB" baseline="30000" dirty="0"/>
              <a:t>3.</a:t>
            </a:r>
            <a:r>
              <a:rPr lang="en-GB" dirty="0"/>
              <a:t> The authors highlight the need for the fear of falling to be assessed in patients with PD, given the inconsistent relationship that they found in the data between fear of falling and actual falling.</a:t>
            </a:r>
            <a:r>
              <a:rPr lang="en-GB" baseline="30000" dirty="0"/>
              <a:t>3</a:t>
            </a:r>
            <a:r>
              <a:rPr lang="en-GB" dirty="0"/>
              <a:t> Where these two risks are connected, strategies to reduce fear of falling might be considered.</a:t>
            </a:r>
            <a:r>
              <a:rPr lang="en-GB" baseline="30000" dirty="0"/>
              <a:t>3</a:t>
            </a:r>
            <a:endParaRPr lang="en-GB" dirty="0"/>
          </a:p>
          <a:p>
            <a:r>
              <a:rPr lang="en-GB" dirty="0"/>
              <a:t>Fear of falling can be a consequence of falling in elderly individuals.</a:t>
            </a:r>
            <a:r>
              <a:rPr lang="en-GB" baseline="30000" dirty="0"/>
              <a:t>7</a:t>
            </a:r>
            <a:r>
              <a:rPr lang="en-GB" dirty="0"/>
              <a:t> In one study, fear of falling was associated with female sex, older age, balance and gait abnormalities, and poor self-assessed physical health, cognitive health, and economic resources.</a:t>
            </a:r>
            <a:r>
              <a:rPr lang="en-GB" baseline="30000" dirty="0"/>
              <a:t>7</a:t>
            </a:r>
            <a:r>
              <a:rPr lang="en-GB" dirty="0"/>
              <a:t> Indeed, a fear of falling might well be a rational response to an individual making an assessment about their personal risk of falling, particularly among frail, elderly women.</a:t>
            </a:r>
            <a:r>
              <a:rPr lang="en-GB" baseline="30000" dirty="0"/>
              <a:t>7</a:t>
            </a:r>
            <a:endParaRPr lang="en-GB" dirty="0"/>
          </a:p>
          <a:p>
            <a:endParaRPr lang="en-GB" dirty="0"/>
          </a:p>
          <a:p>
            <a:r>
              <a:rPr lang="en-GB" dirty="0"/>
              <a:t>References:</a:t>
            </a:r>
          </a:p>
          <a:p>
            <a:pPr marL="228600" indent="-228600">
              <a:buFont typeface="+mj-lt"/>
              <a:buAutoNum type="arabicPeriod"/>
            </a:pPr>
            <a:r>
              <a:rPr lang="en-US" dirty="0"/>
              <a:t>Ooi WL, Hossain M, Lipsitz LA. The association between orthostatic hypotension and recurrent falls in nursing home residents. Am J Med 2000; 108 (2): 106–111. </a:t>
            </a:r>
            <a:endParaRPr lang="en-US" dirty="0">
              <a:highlight>
                <a:srgbClr val="FFFF00"/>
              </a:highlight>
            </a:endParaRPr>
          </a:p>
          <a:p>
            <a:pPr marL="228600" indent="-228600">
              <a:buFont typeface="+mj-lt"/>
              <a:buAutoNum type="arabicPeriod"/>
            </a:pPr>
            <a:r>
              <a:rPr lang="en-US" dirty="0"/>
              <a:t>Merola A, Romagnolo A, Rosso M, et al. Orthostatic hypotension in Parkinson’s disease: does it matter if asymptomatic? Parkinsonism </a:t>
            </a:r>
            <a:r>
              <a:rPr lang="en-US" dirty="0" err="1"/>
              <a:t>Relat</a:t>
            </a:r>
            <a:r>
              <a:rPr lang="en-US" dirty="0"/>
              <a:t> </a:t>
            </a:r>
            <a:r>
              <a:rPr lang="en-US" dirty="0" err="1"/>
              <a:t>Disord</a:t>
            </a:r>
            <a:r>
              <a:rPr lang="en-US" dirty="0"/>
              <a:t> 2016; 33: 65–71.</a:t>
            </a:r>
          </a:p>
          <a:p>
            <a:pPr marL="228600" indent="-228600">
              <a:buFont typeface="+mj-lt"/>
              <a:buAutoNum type="arabicPeriod"/>
            </a:pPr>
            <a:r>
              <a:rPr lang="en-GB" dirty="0"/>
              <a:t>Allen NE, Schwarzel AK, Canning CG. Recurrent falls in Parkinson’s disease: a systematic review. Parkinsons Dis 2013; 2013: 906274.</a:t>
            </a:r>
          </a:p>
          <a:p>
            <a:pPr marL="228600" indent="-228600">
              <a:buFont typeface="+mj-lt"/>
              <a:buAutoNum type="arabicPeriod"/>
            </a:pPr>
            <a:r>
              <a:rPr lang="en-US" dirty="0" err="1"/>
              <a:t>Lubomski</a:t>
            </a:r>
            <a:r>
              <a:rPr lang="en-US" dirty="0"/>
              <a:t> M, Rushworth RL, Tisch S. </a:t>
            </a:r>
            <a:r>
              <a:rPr lang="en-US" dirty="0" err="1"/>
              <a:t>Hospitalisation</a:t>
            </a:r>
            <a:r>
              <a:rPr lang="en-US" dirty="0"/>
              <a:t> and comorbidities in Parkinson’s disease: a large Australian retrospective study. J Neurol </a:t>
            </a:r>
            <a:r>
              <a:rPr lang="en-US" dirty="0" err="1"/>
              <a:t>Neurosurg</a:t>
            </a:r>
            <a:r>
              <a:rPr lang="en-US" dirty="0"/>
              <a:t> Psychiatry 2015; 86 (3): 324–330.</a:t>
            </a:r>
          </a:p>
          <a:p>
            <a:pPr marL="228600" indent="-228600">
              <a:buFont typeface="+mj-lt"/>
              <a:buAutoNum type="arabicPeriod"/>
            </a:pPr>
            <a:r>
              <a:rPr lang="da-DK" dirty="0"/>
              <a:t>Goldstein DS, Sharabi Y. Neurogenic orthostatic hypotension: a pathophysiological approach. Circulation 2009; 119 (1): 139–146.</a:t>
            </a:r>
          </a:p>
          <a:p>
            <a:pPr marL="228600" indent="-228600">
              <a:buFont typeface="+mj-lt"/>
              <a:buAutoNum type="arabicPeriod"/>
            </a:pPr>
            <a:r>
              <a:rPr lang="da-DK" dirty="0"/>
              <a:t>Pathak A, Lapeyre-Mestre M, Montastruc JL, Senard JM.</a:t>
            </a:r>
            <a:r>
              <a:rPr lang="en-GB" dirty="0"/>
              <a:t> </a:t>
            </a:r>
            <a:r>
              <a:rPr lang="da-DK" dirty="0"/>
              <a:t>Heat-related morbidity in patients with orthostatic hypotension and primary autonomic failure. Mov Disord 2005; 20 (9): 1213–1219.</a:t>
            </a:r>
          </a:p>
          <a:p>
            <a:pPr marL="228600" indent="-228600">
              <a:buFont typeface="+mj-lt"/>
              <a:buAutoNum type="arabicPeriod"/>
            </a:pPr>
            <a:r>
              <a:rPr lang="en-US" dirty="0"/>
              <a:t>Vellas BJ, Wayne SJ, Romero LJ, et al. Fear of falling and restriction of mobility in elderly fallers. Age Ageing 1997; 26 (3): 189–193. </a:t>
            </a:r>
          </a:p>
          <a:p>
            <a:pPr marL="228600" indent="-228600">
              <a:buFont typeface="+mj-lt"/>
              <a:buAutoNum type="arabicPeriod"/>
            </a:pPr>
            <a:r>
              <a:rPr lang="en-US" dirty="0"/>
              <a:t>Jonasson SB, Nilsson MH, Lexell J, Carlsson G.</a:t>
            </a:r>
            <a:r>
              <a:rPr lang="da-DK" dirty="0"/>
              <a:t> </a:t>
            </a:r>
            <a:r>
              <a:rPr lang="en-US" dirty="0"/>
              <a:t>Experiences of fear of falling in persons with Parkinson’s disease – a qualitative study. BMC Geriatr 2018; 18 (1): 44.</a:t>
            </a:r>
          </a:p>
        </p:txBody>
      </p:sp>
      <p:sp>
        <p:nvSpPr>
          <p:cNvPr id="4" name="Slide Number Placeholder 3"/>
          <p:cNvSpPr>
            <a:spLocks noGrp="1"/>
          </p:cNvSpPr>
          <p:nvPr>
            <p:ph type="sldNum" sz="quarter" idx="5"/>
          </p:nvPr>
        </p:nvSpPr>
        <p:spPr/>
        <p:txBody>
          <a:bodyPr/>
          <a:lstStyle/>
          <a:p>
            <a:fld id="{037C2873-EBE5-CF42-9E30-7832FC02D1D9}" type="slidenum">
              <a:rPr lang="en-GB" smtClean="0"/>
              <a:t>31</a:t>
            </a:fld>
            <a:endParaRPr lang="en-GB" dirty="0"/>
          </a:p>
        </p:txBody>
      </p:sp>
    </p:spTree>
    <p:extLst>
      <p:ext uri="{BB962C8B-B14F-4D97-AF65-F5344CB8AC3E}">
        <p14:creationId xmlns:p14="http://schemas.microsoft.com/office/powerpoint/2010/main" val="145738402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768" y="4751983"/>
            <a:ext cx="5438140" cy="3672865"/>
          </a:xfrm>
        </p:spPr>
        <p:txBody>
          <a:bodyPr/>
          <a:lstStyle/>
          <a:p>
            <a:r>
              <a:rPr lang="en-GB" dirty="0"/>
              <a:t>In treating patients with neurogenic orthostatic hypotension (nOH), the goal is to lessen the symptom burden, rather than attempting to achieve normal blood pressure on standing.</a:t>
            </a:r>
            <a:r>
              <a:rPr lang="en-GB" baseline="30000" dirty="0"/>
              <a:t>1,7</a:t>
            </a:r>
            <a:r>
              <a:rPr lang="en-GB" dirty="0"/>
              <a:t> The stepwise management of nOH involves:</a:t>
            </a:r>
            <a:r>
              <a:rPr lang="en-GB" baseline="30000" dirty="0"/>
              <a:t>7</a:t>
            </a:r>
            <a:endParaRPr lang="en-GB" dirty="0"/>
          </a:p>
          <a:p>
            <a:pPr marL="228600" indent="-228600">
              <a:buFont typeface="+mj-lt"/>
              <a:buAutoNum type="arabicPeriod"/>
            </a:pPr>
            <a:r>
              <a:rPr lang="en-GB" dirty="0"/>
              <a:t>Removing aggravating factors – hypotensive drugs should be discontinued or the dose reduced, and anaemia should be investigated (anaemia can potentially worsen OH, by reducing the oxygen carrying potential of the blood).</a:t>
            </a:r>
          </a:p>
          <a:p>
            <a:pPr marL="228600" indent="-228600">
              <a:buFont typeface="+mj-lt"/>
              <a:buAutoNum type="arabicPeriod"/>
            </a:pPr>
            <a:r>
              <a:rPr lang="en-GB" dirty="0"/>
              <a:t>Non-pharmacological treatments – there are many changes that can be encouraged before pharmacological treatments are considered. Patients should understand the effect of posture on blood pressure, and should learn the various physical countermeasures that can raise blood pressure.</a:t>
            </a:r>
          </a:p>
          <a:p>
            <a:pPr marL="228600" indent="-228600">
              <a:buFont typeface="+mj-lt"/>
              <a:buAutoNum type="arabicPeriod"/>
            </a:pPr>
            <a:r>
              <a:rPr lang="en-GB" dirty="0"/>
              <a:t>Pharmacological treatments – if required, the pharmacological approach to treating nOH involves one or both of two strategies: expanding the intravascular volume, and increasing peripheral vascular resistance. The selection of either, or both, approaches depends on the individual needs and clinical background of the patient.</a:t>
            </a:r>
          </a:p>
          <a:p>
            <a:endParaRPr lang="en-GB" dirty="0"/>
          </a:p>
          <a:p>
            <a:r>
              <a:rPr lang="en-GB" dirty="0"/>
              <a:t>References:</a:t>
            </a:r>
          </a:p>
          <a:p>
            <a:pPr marL="228600" indent="-228600">
              <a:buFont typeface="+mj-lt"/>
              <a:buAutoNum type="arabicPeriod"/>
            </a:pPr>
            <a:r>
              <a:rPr lang="en-GB" dirty="0"/>
              <a:t>Maule S, </a:t>
            </a:r>
            <a:r>
              <a:rPr lang="en-GB" dirty="0" err="1"/>
              <a:t>Papotti</a:t>
            </a:r>
            <a:r>
              <a:rPr lang="en-GB" dirty="0"/>
              <a:t> G, </a:t>
            </a:r>
            <a:r>
              <a:rPr lang="en-GB" dirty="0" err="1"/>
              <a:t>Naso</a:t>
            </a:r>
            <a:r>
              <a:rPr lang="en-GB" dirty="0"/>
              <a:t> D, et al. Orthostatic hypotension: evaluation and treatment. Cardiovasc </a:t>
            </a:r>
            <a:r>
              <a:rPr lang="en-GB" dirty="0" err="1"/>
              <a:t>Hematol</a:t>
            </a:r>
            <a:r>
              <a:rPr lang="en-GB" dirty="0"/>
              <a:t> </a:t>
            </a:r>
            <a:r>
              <a:rPr lang="en-GB" dirty="0" err="1"/>
              <a:t>Disord</a:t>
            </a:r>
            <a:r>
              <a:rPr lang="en-GB" dirty="0"/>
              <a:t> Drug Targets 2007; 7 (1): 63–70.</a:t>
            </a:r>
          </a:p>
          <a:p>
            <a:pPr marL="228600" indent="-228600">
              <a:buFont typeface="+mj-lt"/>
              <a:buAutoNum type="arabicPeriod"/>
            </a:pPr>
            <a:r>
              <a:rPr lang="en-US" dirty="0"/>
              <a:t>Claassen DO, Adler CH, Hewitt LA, Gibbons C. Characterization of the symptoms of neurogenic orthostatic hypotension and their impact from a survey of patients and caregivers. BMC Neurol 2018; 18 (1): 125.</a:t>
            </a:r>
          </a:p>
          <a:p>
            <a:pPr marL="228600" indent="-228600">
              <a:buFont typeface="+mj-lt"/>
              <a:buAutoNum type="arabicPeriod"/>
            </a:pPr>
            <a:r>
              <a:rPr lang="en-US" dirty="0"/>
              <a:t>Isaacson SH. Managed care approach to the treatment of neurogenic orthostatic hypotension. Am J </a:t>
            </a:r>
            <a:r>
              <a:rPr lang="en-US" dirty="0" err="1"/>
              <a:t>Manag</a:t>
            </a:r>
            <a:r>
              <a:rPr lang="en-US" dirty="0"/>
              <a:t> Care 2015; 21 (13 Suppl): S258–268.</a:t>
            </a:r>
          </a:p>
          <a:p>
            <a:pPr marL="228600" indent="-228600">
              <a:buFont typeface="+mj-lt"/>
              <a:buAutoNum type="arabicPeriod"/>
            </a:pPr>
            <a:r>
              <a:rPr lang="en-US" dirty="0"/>
              <a:t>Freeman R. Neurogenic orthostatic hypotension. N Engl J Med 2008; 358 (6): 615</a:t>
            </a:r>
            <a:r>
              <a:rPr lang="en-GB" dirty="0"/>
              <a:t>–6</a:t>
            </a:r>
            <a:r>
              <a:rPr lang="en-US" dirty="0"/>
              <a:t>24. </a:t>
            </a:r>
          </a:p>
          <a:p>
            <a:pPr marL="228600" indent="-228600">
              <a:buFont typeface="+mj-lt"/>
              <a:buAutoNum type="arabicPeriod"/>
            </a:pPr>
            <a:r>
              <a:rPr lang="en-US" dirty="0"/>
              <a:t>Fanciulli A, Leys F, </a:t>
            </a:r>
            <a:r>
              <a:rPr lang="en-US" dirty="0" err="1"/>
              <a:t>Falup-Pecurariu</a:t>
            </a:r>
            <a:r>
              <a:rPr lang="en-US" dirty="0"/>
              <a:t> C, et al. Management of orthostatic hypotension in Parkinson’s disease. J </a:t>
            </a:r>
            <a:r>
              <a:rPr lang="en-US" dirty="0" err="1"/>
              <a:t>Parkinsons</a:t>
            </a:r>
            <a:r>
              <a:rPr lang="en-US" dirty="0"/>
              <a:t> Dis 2020; 10 (s1): S57–S64.</a:t>
            </a:r>
          </a:p>
          <a:p>
            <a:pPr marL="228600" indent="-228600">
              <a:buFont typeface="+mj-lt"/>
              <a:buAutoNum type="arabicPeriod"/>
            </a:pPr>
            <a:r>
              <a:rPr lang="en-GB" dirty="0"/>
              <a:t>Kaufmann H, </a:t>
            </a:r>
            <a:r>
              <a:rPr lang="en-GB" dirty="0" err="1"/>
              <a:t>Norcliffe</a:t>
            </a:r>
            <a:r>
              <a:rPr lang="en-GB" dirty="0"/>
              <a:t>-Kaufmann L, Palma JA. Droxidopa in neurogenic orthostatic hypotension. Expert Rev Cardiovasc </a:t>
            </a:r>
            <a:r>
              <a:rPr lang="en-GB" dirty="0" err="1"/>
              <a:t>Ther</a:t>
            </a:r>
            <a:r>
              <a:rPr lang="en-GB" dirty="0"/>
              <a:t> 2015; 13 (8): 875–891.</a:t>
            </a:r>
          </a:p>
          <a:p>
            <a:pPr marL="228600" indent="-228600">
              <a:buFont typeface="+mj-lt"/>
              <a:buAutoNum type="arabicPeriod"/>
            </a:pPr>
            <a:r>
              <a:rPr lang="en-GB" dirty="0"/>
              <a:t>Palma JA, Kaufmann H. Epidemiology, diagnosis, and management of neurogenic orthostatic hypotension. Mov Disord Clin Pract 2017; 4 (3): 298–308. </a:t>
            </a:r>
          </a:p>
        </p:txBody>
      </p:sp>
      <p:sp>
        <p:nvSpPr>
          <p:cNvPr id="4" name="Slide Number Placeholder 3"/>
          <p:cNvSpPr>
            <a:spLocks noGrp="1"/>
          </p:cNvSpPr>
          <p:nvPr>
            <p:ph type="sldNum" sz="quarter" idx="5"/>
          </p:nvPr>
        </p:nvSpPr>
        <p:spPr/>
        <p:txBody>
          <a:bodyPr/>
          <a:lstStyle/>
          <a:p>
            <a:fld id="{037C2873-EBE5-CF42-9E30-7832FC02D1D9}" type="slidenum">
              <a:rPr lang="en-GB" smtClean="0"/>
              <a:t>32</a:t>
            </a:fld>
            <a:endParaRPr lang="en-GB" dirty="0"/>
          </a:p>
        </p:txBody>
      </p:sp>
    </p:spTree>
    <p:extLst>
      <p:ext uri="{BB962C8B-B14F-4D97-AF65-F5344CB8AC3E}">
        <p14:creationId xmlns:p14="http://schemas.microsoft.com/office/powerpoint/2010/main" val="10080554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037C2873-EBE5-CF42-9E30-7832FC02D1D9}" type="slidenum">
              <a:rPr lang="en-GB" smtClean="0"/>
              <a:t>33</a:t>
            </a:fld>
            <a:endParaRPr lang="en-GB" dirty="0"/>
          </a:p>
        </p:txBody>
      </p:sp>
    </p:spTree>
    <p:extLst>
      <p:ext uri="{BB962C8B-B14F-4D97-AF65-F5344CB8AC3E}">
        <p14:creationId xmlns:p14="http://schemas.microsoft.com/office/powerpoint/2010/main" val="412593316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dirty="0"/>
              <a:t>This study </a:t>
            </a:r>
            <a:r>
              <a:rPr lang="en-US" dirty="0"/>
              <a:t>analyzed health-care data from 510,502 adults aged 55 and over in Scotland.</a:t>
            </a:r>
            <a:r>
              <a:rPr lang="en-US" baseline="30000" dirty="0"/>
              <a:t>1</a:t>
            </a:r>
            <a:r>
              <a:rPr lang="en-US" dirty="0"/>
              <a:t> There were 2,640 people with Parkinson’s disease, who were included in the analysis shown on the slide looking at the various comorbidities seen in these people.</a:t>
            </a:r>
            <a:r>
              <a:rPr lang="en-US" baseline="30000" dirty="0"/>
              <a:t>1</a:t>
            </a:r>
            <a:r>
              <a:rPr lang="en-US" dirty="0"/>
              <a:t> Various different physical and mental comorbidity was seen, ranging from constipation that was almost 4-times more common in people with PD compared with controls, to chronic kidney disease that was slightly less common.</a:t>
            </a:r>
            <a:r>
              <a:rPr lang="en-US" baseline="30000" dirty="0"/>
              <a:t>1</a:t>
            </a:r>
            <a:endParaRPr lang="en-GB" dirty="0"/>
          </a:p>
          <a:p>
            <a:endParaRPr lang="en-GB" dirty="0"/>
          </a:p>
          <a:p>
            <a:r>
              <a:rPr lang="en-GB" dirty="0"/>
              <a:t>Reference:</a:t>
            </a:r>
          </a:p>
          <a:p>
            <a:pPr marL="228600" indent="-228600">
              <a:buFont typeface="+mj-lt"/>
              <a:buAutoNum type="arabicPeriod"/>
            </a:pPr>
            <a:r>
              <a:rPr lang="en-GB" dirty="0"/>
              <a:t>McLean G, Hindle JV, Guthrie B, Mercer SW. Co-morbidity and polypharmacy in Parkinson’s disease: insights from a large Scottish primary care database. BMC </a:t>
            </a:r>
            <a:r>
              <a:rPr lang="en-GB" dirty="0" err="1"/>
              <a:t>Neurol</a:t>
            </a:r>
            <a:r>
              <a:rPr lang="en-GB" dirty="0"/>
              <a:t> 2017; 17 (1): 126.</a:t>
            </a:r>
          </a:p>
        </p:txBody>
      </p:sp>
      <p:sp>
        <p:nvSpPr>
          <p:cNvPr id="4" name="Slide Number Placeholder 3"/>
          <p:cNvSpPr>
            <a:spLocks noGrp="1"/>
          </p:cNvSpPr>
          <p:nvPr>
            <p:ph type="sldNum" sz="quarter" idx="10"/>
          </p:nvPr>
        </p:nvSpPr>
        <p:spPr/>
        <p:txBody>
          <a:bodyPr/>
          <a:lstStyle/>
          <a:p>
            <a:fld id="{037C2873-EBE5-CF42-9E30-7832FC02D1D9}" type="slidenum">
              <a:rPr lang="en-GB" smtClean="0"/>
              <a:pPr/>
              <a:t>34</a:t>
            </a:fld>
            <a:endParaRPr lang="en-GB"/>
          </a:p>
        </p:txBody>
      </p:sp>
      <p:sp>
        <p:nvSpPr>
          <p:cNvPr id="7" name="Slide Image Placeholder 6">
            <a:extLst>
              <a:ext uri="{FF2B5EF4-FFF2-40B4-BE49-F238E27FC236}">
                <a16:creationId xmlns:a16="http://schemas.microsoft.com/office/drawing/2014/main" id="{AE6ACF8E-F2B5-2E66-710E-3567819BDEAD}"/>
              </a:ext>
            </a:extLst>
          </p:cNvPr>
          <p:cNvSpPr>
            <a:spLocks noGrp="1" noRot="1" noChangeAspect="1"/>
          </p:cNvSpPr>
          <p:nvPr>
            <p:ph type="sldImg"/>
          </p:nvPr>
        </p:nvSpPr>
        <p:spPr/>
      </p:sp>
    </p:spTree>
    <p:extLst>
      <p:ext uri="{BB962C8B-B14F-4D97-AF65-F5344CB8AC3E}">
        <p14:creationId xmlns:p14="http://schemas.microsoft.com/office/powerpoint/2010/main" val="162904576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Frailty is a condition sometimes seen in people with Parkinson’s disease, and can complicate treatment and worsen outcomes.</a:t>
            </a:r>
            <a:r>
              <a:rPr lang="en-GB" baseline="30000" dirty="0"/>
              <a:t>1-3</a:t>
            </a:r>
            <a:endParaRPr lang="en-GB" dirty="0"/>
          </a:p>
          <a:p>
            <a:endParaRPr lang="en-GB" dirty="0"/>
          </a:p>
          <a:p>
            <a:r>
              <a:rPr lang="en-GB" dirty="0"/>
              <a:t>References:</a:t>
            </a:r>
          </a:p>
          <a:p>
            <a:pPr marL="228600" indent="-228600">
              <a:buFont typeface="+mj-lt"/>
              <a:buAutoNum type="arabicPeriod"/>
            </a:pPr>
            <a:r>
              <a:rPr lang="en-GB" dirty="0"/>
              <a:t>Tenison E, Henderson EJ. Multimorbidity and frailty: tackling complexity in Parkinson’s disease. J </a:t>
            </a:r>
            <a:r>
              <a:rPr lang="en-GB" dirty="0" err="1"/>
              <a:t>Parkinsons</a:t>
            </a:r>
            <a:r>
              <a:rPr lang="en-GB" dirty="0"/>
              <a:t> Dis 2020; 10 (s1): S85–S91.</a:t>
            </a:r>
          </a:p>
          <a:p>
            <a:pPr marL="228600" indent="-228600">
              <a:buFont typeface="+mj-lt"/>
              <a:buAutoNum type="arabicPeriod"/>
            </a:pPr>
            <a:r>
              <a:rPr lang="en-GB" dirty="0"/>
              <a:t>Tan AH, Hew YC, Lim SY, et al. Altered body composition, sarcopenia, frailty, and their </a:t>
            </a:r>
            <a:r>
              <a:rPr lang="en-GB" dirty="0" err="1"/>
              <a:t>clinico</a:t>
            </a:r>
            <a:r>
              <a:rPr lang="en-GB" dirty="0"/>
              <a:t>-biological correlates, in Parkinson’s disease. Parkinsonism </a:t>
            </a:r>
            <a:r>
              <a:rPr lang="en-GB" dirty="0" err="1"/>
              <a:t>Relat</a:t>
            </a:r>
            <a:r>
              <a:rPr lang="en-GB" dirty="0"/>
              <a:t> </a:t>
            </a:r>
            <a:r>
              <a:rPr lang="en-GB" dirty="0" err="1"/>
              <a:t>Disord</a:t>
            </a:r>
            <a:r>
              <a:rPr lang="en-GB" dirty="0"/>
              <a:t> 2018; 56: 58–64.</a:t>
            </a:r>
          </a:p>
          <a:p>
            <a:pPr marL="228600" indent="-228600">
              <a:buFont typeface="+mj-lt"/>
              <a:buAutoNum type="arabicPeriod"/>
            </a:pPr>
            <a:r>
              <a:rPr lang="en-GB" dirty="0" err="1"/>
              <a:t>Canevelli</a:t>
            </a:r>
            <a:r>
              <a:rPr lang="en-GB" dirty="0"/>
              <a:t> M, Jackson-Tarlton C, Rockwood K. Frailty for neurologists: perspectives on how frailty influences care planning. Lancet </a:t>
            </a:r>
            <a:r>
              <a:rPr lang="en-GB" dirty="0" err="1"/>
              <a:t>Neurol</a:t>
            </a:r>
            <a:r>
              <a:rPr lang="en-GB" dirty="0"/>
              <a:t> 2024; 23 (11): 1147–1157.</a:t>
            </a:r>
          </a:p>
        </p:txBody>
      </p:sp>
      <p:sp>
        <p:nvSpPr>
          <p:cNvPr id="4" name="Slide Number Placeholder 3"/>
          <p:cNvSpPr>
            <a:spLocks noGrp="1"/>
          </p:cNvSpPr>
          <p:nvPr>
            <p:ph type="sldNum" sz="quarter" idx="5"/>
          </p:nvPr>
        </p:nvSpPr>
        <p:spPr/>
        <p:txBody>
          <a:bodyPr/>
          <a:lstStyle/>
          <a:p>
            <a:fld id="{037C2873-EBE5-CF42-9E30-7832FC02D1D9}" type="slidenum">
              <a:rPr lang="en-GB" smtClean="0"/>
              <a:t>35</a:t>
            </a:fld>
            <a:endParaRPr lang="en-GB" dirty="0"/>
          </a:p>
        </p:txBody>
      </p:sp>
    </p:spTree>
    <p:extLst>
      <p:ext uri="{BB962C8B-B14F-4D97-AF65-F5344CB8AC3E}">
        <p14:creationId xmlns:p14="http://schemas.microsoft.com/office/powerpoint/2010/main" val="39696555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Reference used on slide:</a:t>
            </a:r>
          </a:p>
          <a:p>
            <a:r>
              <a:rPr lang="nl-NL" dirty="0"/>
              <a:t>Duncan GW, Khoo TK, Yarnall AJ,</a:t>
            </a:r>
            <a:r>
              <a:rPr lang="en-GB" dirty="0"/>
              <a:t> et al. </a:t>
            </a:r>
            <a:r>
              <a:rPr lang="nl-NL" dirty="0"/>
              <a:t>Health-related quality of life in early Parkinson’s disease: the impact of nonmotor symptoms. Mov Disord 2014; 29 (2): 195–202.</a:t>
            </a:r>
            <a:endParaRPr lang="en-GB" dirty="0"/>
          </a:p>
        </p:txBody>
      </p:sp>
      <p:sp>
        <p:nvSpPr>
          <p:cNvPr id="4" name="Slide Number Placeholder 3"/>
          <p:cNvSpPr>
            <a:spLocks noGrp="1"/>
          </p:cNvSpPr>
          <p:nvPr>
            <p:ph type="sldNum" sz="quarter" idx="10"/>
          </p:nvPr>
        </p:nvSpPr>
        <p:spPr/>
        <p:txBody>
          <a:bodyPr/>
          <a:lstStyle/>
          <a:p>
            <a:fld id="{037C2873-EBE5-CF42-9E30-7832FC02D1D9}" type="slidenum">
              <a:rPr lang="en-GB" smtClean="0"/>
              <a:t>36</a:t>
            </a:fld>
            <a:endParaRPr lang="en-GB" dirty="0"/>
          </a:p>
        </p:txBody>
      </p:sp>
    </p:spTree>
    <p:extLst>
      <p:ext uri="{BB962C8B-B14F-4D97-AF65-F5344CB8AC3E}">
        <p14:creationId xmlns:p14="http://schemas.microsoft.com/office/powerpoint/2010/main" val="387326326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037C2873-EBE5-CF42-9E30-7832FC02D1D9}" type="slidenum">
              <a:rPr lang="en-GB" smtClean="0"/>
              <a:t>37</a:t>
            </a:fld>
            <a:endParaRPr lang="en-GB" dirty="0"/>
          </a:p>
        </p:txBody>
      </p:sp>
    </p:spTree>
    <p:extLst>
      <p:ext uri="{BB962C8B-B14F-4D97-AF65-F5344CB8AC3E}">
        <p14:creationId xmlns:p14="http://schemas.microsoft.com/office/powerpoint/2010/main" val="372987278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37C2873-EBE5-CF42-9E30-7832FC02D1D9}" type="slidenum">
              <a:rPr lang="en-GB" smtClean="0"/>
              <a:t>38</a:t>
            </a:fld>
            <a:endParaRPr lang="en-GB" dirty="0"/>
          </a:p>
        </p:txBody>
      </p:sp>
    </p:spTree>
    <p:extLst>
      <p:ext uri="{BB962C8B-B14F-4D97-AF65-F5344CB8AC3E}">
        <p14:creationId xmlns:p14="http://schemas.microsoft.com/office/powerpoint/2010/main" val="41381063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83CB9554-DBBF-45EE-B195-27A13C15D076}"/>
              </a:ext>
            </a:extLst>
          </p:cNvPr>
          <p:cNvSpPr>
            <a:spLocks noGrp="1"/>
          </p:cNvSpPr>
          <p:nvPr>
            <p:ph type="sldNum" sz="quarter" idx="4"/>
          </p:nvPr>
        </p:nvSpPr>
        <p:spPr>
          <a:xfrm>
            <a:off x="11650662" y="6434112"/>
            <a:ext cx="271337" cy="153888"/>
          </a:xfrm>
          <a:prstGeom prst="rect">
            <a:avLst/>
          </a:prstGeom>
        </p:spPr>
        <p:txBody>
          <a:bodyPr lIns="0" tIns="0" rIns="0" bIns="0" anchor="t" anchorCtr="0">
            <a:noAutofit/>
          </a:bodyPr>
          <a:lstStyle>
            <a:lvl1pPr algn="r">
              <a:defRPr sz="900">
                <a:solidFill>
                  <a:srgbClr val="3F1A01"/>
                </a:solidFill>
              </a:defRPr>
            </a:lvl1pPr>
          </a:lstStyle>
          <a:p>
            <a:fld id="{6DBC486D-4FAB-B746-8B02-8D7C842291C6}" type="slidenum">
              <a:rPr lang="en-US" smtClean="0"/>
              <a:pPr/>
              <a:t>‹#›</a:t>
            </a:fld>
            <a:endParaRPr lang="en-US" dirty="0"/>
          </a:p>
        </p:txBody>
      </p:sp>
      <p:sp>
        <p:nvSpPr>
          <p:cNvPr id="28" name="Rectangle 27">
            <a:extLst>
              <a:ext uri="{FF2B5EF4-FFF2-40B4-BE49-F238E27FC236}">
                <a16:creationId xmlns:a16="http://schemas.microsoft.com/office/drawing/2014/main" id="{95ADC762-8706-49BF-B0C9-DB8B18411C25}"/>
              </a:ext>
            </a:extLst>
          </p:cNvPr>
          <p:cNvSpPr/>
          <p:nvPr/>
        </p:nvSpPr>
        <p:spPr>
          <a:xfrm>
            <a:off x="0" y="-1"/>
            <a:ext cx="12192000" cy="6858001"/>
          </a:xfrm>
          <a:prstGeom prst="rect">
            <a:avLst/>
          </a:prstGeom>
          <a:solidFill>
            <a:srgbClr val="F0F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dirty="0"/>
          </a:p>
        </p:txBody>
      </p:sp>
      <p:sp>
        <p:nvSpPr>
          <p:cNvPr id="2" name="Graphic 8">
            <a:extLst>
              <a:ext uri="{FF2B5EF4-FFF2-40B4-BE49-F238E27FC236}">
                <a16:creationId xmlns:a16="http://schemas.microsoft.com/office/drawing/2014/main" id="{7FABB232-20E7-4120-82D3-0BF832B134D8}"/>
              </a:ext>
            </a:extLst>
          </p:cNvPr>
          <p:cNvSpPr/>
          <p:nvPr/>
        </p:nvSpPr>
        <p:spPr>
          <a:xfrm>
            <a:off x="8152873" y="5937114"/>
            <a:ext cx="2253411" cy="440942"/>
          </a:xfrm>
          <a:custGeom>
            <a:avLst/>
            <a:gdLst>
              <a:gd name="connsiteX0" fmla="*/ 1783139 w 2253411"/>
              <a:gd name="connsiteY0" fmla="*/ 136254 h 440942"/>
              <a:gd name="connsiteX1" fmla="*/ 1751520 w 2253411"/>
              <a:gd name="connsiteY1" fmla="*/ 136254 h 440942"/>
              <a:gd name="connsiteX2" fmla="*/ 1751520 w 2253411"/>
              <a:gd name="connsiteY2" fmla="*/ 299806 h 440942"/>
              <a:gd name="connsiteX3" fmla="*/ 1783139 w 2253411"/>
              <a:gd name="connsiteY3" fmla="*/ 299806 h 440942"/>
              <a:gd name="connsiteX4" fmla="*/ 293338 w 2253411"/>
              <a:gd name="connsiteY4" fmla="*/ 409024 h 440942"/>
              <a:gd name="connsiteX5" fmla="*/ 297448 w 2253411"/>
              <a:gd name="connsiteY5" fmla="*/ 413147 h 440942"/>
              <a:gd name="connsiteX6" fmla="*/ 297460 w 2253411"/>
              <a:gd name="connsiteY6" fmla="*/ 413147 h 440942"/>
              <a:gd name="connsiteX7" fmla="*/ 333669 w 2253411"/>
              <a:gd name="connsiteY7" fmla="*/ 413147 h 440942"/>
              <a:gd name="connsiteX8" fmla="*/ 337779 w 2253411"/>
              <a:gd name="connsiteY8" fmla="*/ 409047 h 440942"/>
              <a:gd name="connsiteX9" fmla="*/ 337777 w 2253411"/>
              <a:gd name="connsiteY9" fmla="*/ 409024 h 440942"/>
              <a:gd name="connsiteX10" fmla="*/ 333683 w 2253411"/>
              <a:gd name="connsiteY10" fmla="*/ 404916 h 440942"/>
              <a:gd name="connsiteX11" fmla="*/ 333669 w 2253411"/>
              <a:gd name="connsiteY11" fmla="*/ 404916 h 440942"/>
              <a:gd name="connsiteX12" fmla="*/ 297460 w 2253411"/>
              <a:gd name="connsiteY12" fmla="*/ 404916 h 440942"/>
              <a:gd name="connsiteX13" fmla="*/ 293338 w 2253411"/>
              <a:gd name="connsiteY13" fmla="*/ 409021 h 440942"/>
              <a:gd name="connsiteX14" fmla="*/ 293338 w 2253411"/>
              <a:gd name="connsiteY14" fmla="*/ 409024 h 440942"/>
              <a:gd name="connsiteX15" fmla="*/ 39859 w 2253411"/>
              <a:gd name="connsiteY15" fmla="*/ 409024 h 440942"/>
              <a:gd name="connsiteX16" fmla="*/ 43946 w 2253411"/>
              <a:gd name="connsiteY16" fmla="*/ 413147 h 440942"/>
              <a:gd name="connsiteX17" fmla="*/ 43967 w 2253411"/>
              <a:gd name="connsiteY17" fmla="*/ 413147 h 440942"/>
              <a:gd name="connsiteX18" fmla="*/ 80176 w 2253411"/>
              <a:gd name="connsiteY18" fmla="*/ 413147 h 440942"/>
              <a:gd name="connsiteX19" fmla="*/ 84298 w 2253411"/>
              <a:gd name="connsiteY19" fmla="*/ 409037 h 440942"/>
              <a:gd name="connsiteX20" fmla="*/ 84298 w 2253411"/>
              <a:gd name="connsiteY20" fmla="*/ 409024 h 440942"/>
              <a:gd name="connsiteX21" fmla="*/ 80179 w 2253411"/>
              <a:gd name="connsiteY21" fmla="*/ 404916 h 440942"/>
              <a:gd name="connsiteX22" fmla="*/ 80176 w 2253411"/>
              <a:gd name="connsiteY22" fmla="*/ 404916 h 440942"/>
              <a:gd name="connsiteX23" fmla="*/ 43967 w 2253411"/>
              <a:gd name="connsiteY23" fmla="*/ 404916 h 440942"/>
              <a:gd name="connsiteX24" fmla="*/ 39859 w 2253411"/>
              <a:gd name="connsiteY24" fmla="*/ 409012 h 440942"/>
              <a:gd name="connsiteX25" fmla="*/ 39859 w 2253411"/>
              <a:gd name="connsiteY25" fmla="*/ 409024 h 440942"/>
              <a:gd name="connsiteX26" fmla="*/ 80177 w 2253411"/>
              <a:gd name="connsiteY26" fmla="*/ 339849 h 440942"/>
              <a:gd name="connsiteX27" fmla="*/ 8803 w 2253411"/>
              <a:gd name="connsiteY27" fmla="*/ 339849 h 440942"/>
              <a:gd name="connsiteX28" fmla="*/ 8803 w 2253411"/>
              <a:gd name="connsiteY28" fmla="*/ 177644 h 440942"/>
              <a:gd name="connsiteX29" fmla="*/ 4680 w 2253411"/>
              <a:gd name="connsiteY29" fmla="*/ 173521 h 440942"/>
              <a:gd name="connsiteX30" fmla="*/ 572 w 2253411"/>
              <a:gd name="connsiteY30" fmla="*/ 177639 h 440942"/>
              <a:gd name="connsiteX31" fmla="*/ 572 w 2253411"/>
              <a:gd name="connsiteY31" fmla="*/ 177644 h 440942"/>
              <a:gd name="connsiteX32" fmla="*/ 572 w 2253411"/>
              <a:gd name="connsiteY32" fmla="*/ 343959 h 440942"/>
              <a:gd name="connsiteX33" fmla="*/ 4676 w 2253411"/>
              <a:gd name="connsiteY33" fmla="*/ 348080 h 440942"/>
              <a:gd name="connsiteX34" fmla="*/ 4680 w 2253411"/>
              <a:gd name="connsiteY34" fmla="*/ 348080 h 440942"/>
              <a:gd name="connsiteX35" fmla="*/ 80176 w 2253411"/>
              <a:gd name="connsiteY35" fmla="*/ 348080 h 440942"/>
              <a:gd name="connsiteX36" fmla="*/ 84298 w 2253411"/>
              <a:gd name="connsiteY36" fmla="*/ 343970 h 440942"/>
              <a:gd name="connsiteX37" fmla="*/ 84298 w 2253411"/>
              <a:gd name="connsiteY37" fmla="*/ 343959 h 440942"/>
              <a:gd name="connsiteX38" fmla="*/ 80176 w 2253411"/>
              <a:gd name="connsiteY38" fmla="*/ 339849 h 440942"/>
              <a:gd name="connsiteX39" fmla="*/ 98412 w 2253411"/>
              <a:gd name="connsiteY39" fmla="*/ 45530 h 440942"/>
              <a:gd name="connsiteX40" fmla="*/ 94292 w 2253411"/>
              <a:gd name="connsiteY40" fmla="*/ 41422 h 440942"/>
              <a:gd name="connsiteX41" fmla="*/ 94289 w 2253411"/>
              <a:gd name="connsiteY41" fmla="*/ 41422 h 440942"/>
              <a:gd name="connsiteX42" fmla="*/ 30459 w 2253411"/>
              <a:gd name="connsiteY42" fmla="*/ 41422 h 440942"/>
              <a:gd name="connsiteX43" fmla="*/ 26351 w 2253411"/>
              <a:gd name="connsiteY43" fmla="*/ 45518 h 440942"/>
              <a:gd name="connsiteX44" fmla="*/ 26351 w 2253411"/>
              <a:gd name="connsiteY44" fmla="*/ 45530 h 440942"/>
              <a:gd name="connsiteX45" fmla="*/ 26351 w 2253411"/>
              <a:gd name="connsiteY45" fmla="*/ 133916 h 440942"/>
              <a:gd name="connsiteX46" fmla="*/ 30456 w 2253411"/>
              <a:gd name="connsiteY46" fmla="*/ 138039 h 440942"/>
              <a:gd name="connsiteX47" fmla="*/ 30459 w 2253411"/>
              <a:gd name="connsiteY47" fmla="*/ 138039 h 440942"/>
              <a:gd name="connsiteX48" fmla="*/ 80191 w 2253411"/>
              <a:gd name="connsiteY48" fmla="*/ 138039 h 440942"/>
              <a:gd name="connsiteX49" fmla="*/ 84300 w 2253411"/>
              <a:gd name="connsiteY49" fmla="*/ 133916 h 440942"/>
              <a:gd name="connsiteX50" fmla="*/ 80191 w 2253411"/>
              <a:gd name="connsiteY50" fmla="*/ 129808 h 440942"/>
              <a:gd name="connsiteX51" fmla="*/ 34582 w 2253411"/>
              <a:gd name="connsiteY51" fmla="*/ 129808 h 440942"/>
              <a:gd name="connsiteX52" fmla="*/ 34582 w 2253411"/>
              <a:gd name="connsiteY52" fmla="*/ 49653 h 440942"/>
              <a:gd name="connsiteX53" fmla="*/ 94291 w 2253411"/>
              <a:gd name="connsiteY53" fmla="*/ 49653 h 440942"/>
              <a:gd name="connsiteX54" fmla="*/ 98413 w 2253411"/>
              <a:gd name="connsiteY54" fmla="*/ 45540 h 440942"/>
              <a:gd name="connsiteX55" fmla="*/ 98413 w 2253411"/>
              <a:gd name="connsiteY55" fmla="*/ 45530 h 440942"/>
              <a:gd name="connsiteX56" fmla="*/ 271146 w 2253411"/>
              <a:gd name="connsiteY56" fmla="*/ 190835 h 440942"/>
              <a:gd name="connsiteX57" fmla="*/ 271146 w 2253411"/>
              <a:gd name="connsiteY57" fmla="*/ 150874 h 440942"/>
              <a:gd name="connsiteX58" fmla="*/ 267039 w 2253411"/>
              <a:gd name="connsiteY58" fmla="*/ 146752 h 440942"/>
              <a:gd name="connsiteX59" fmla="*/ 267037 w 2253411"/>
              <a:gd name="connsiteY59" fmla="*/ 146752 h 440942"/>
              <a:gd name="connsiteX60" fmla="*/ 262900 w 2253411"/>
              <a:gd name="connsiteY60" fmla="*/ 150873 h 440942"/>
              <a:gd name="connsiteX61" fmla="*/ 262900 w 2253411"/>
              <a:gd name="connsiteY61" fmla="*/ 150874 h 440942"/>
              <a:gd name="connsiteX62" fmla="*/ 262900 w 2253411"/>
              <a:gd name="connsiteY62" fmla="*/ 186698 h 440942"/>
              <a:gd name="connsiteX63" fmla="*/ 192929 w 2253411"/>
              <a:gd name="connsiteY63" fmla="*/ 186698 h 440942"/>
              <a:gd name="connsiteX64" fmla="*/ 192929 w 2253411"/>
              <a:gd name="connsiteY64" fmla="*/ 93846 h 440942"/>
              <a:gd name="connsiteX65" fmla="*/ 234730 w 2253411"/>
              <a:gd name="connsiteY65" fmla="*/ 93846 h 440942"/>
              <a:gd name="connsiteX66" fmla="*/ 238853 w 2253411"/>
              <a:gd name="connsiteY66" fmla="*/ 89738 h 440942"/>
              <a:gd name="connsiteX67" fmla="*/ 234730 w 2253411"/>
              <a:gd name="connsiteY67" fmla="*/ 85602 h 440942"/>
              <a:gd name="connsiteX68" fmla="*/ 192929 w 2253411"/>
              <a:gd name="connsiteY68" fmla="*/ 85602 h 440942"/>
              <a:gd name="connsiteX69" fmla="*/ 192929 w 2253411"/>
              <a:gd name="connsiteY69" fmla="*/ 8058 h 440942"/>
              <a:gd name="connsiteX70" fmla="*/ 256951 w 2253411"/>
              <a:gd name="connsiteY70" fmla="*/ 8058 h 440942"/>
              <a:gd name="connsiteX71" fmla="*/ 261072 w 2253411"/>
              <a:gd name="connsiteY71" fmla="*/ 3946 h 440942"/>
              <a:gd name="connsiteX72" fmla="*/ 261072 w 2253411"/>
              <a:gd name="connsiteY72" fmla="*/ 3935 h 440942"/>
              <a:gd name="connsiteX73" fmla="*/ 256954 w 2253411"/>
              <a:gd name="connsiteY73" fmla="*/ -175 h 440942"/>
              <a:gd name="connsiteX74" fmla="*/ 256951 w 2253411"/>
              <a:gd name="connsiteY74" fmla="*/ -175 h 440942"/>
              <a:gd name="connsiteX75" fmla="*/ 120686 w 2253411"/>
              <a:gd name="connsiteY75" fmla="*/ -175 h 440942"/>
              <a:gd name="connsiteX76" fmla="*/ 116578 w 2253411"/>
              <a:gd name="connsiteY76" fmla="*/ 3935 h 440942"/>
              <a:gd name="connsiteX77" fmla="*/ 120685 w 2253411"/>
              <a:gd name="connsiteY77" fmla="*/ 8058 h 440942"/>
              <a:gd name="connsiteX78" fmla="*/ 120686 w 2253411"/>
              <a:gd name="connsiteY78" fmla="*/ 8058 h 440942"/>
              <a:gd name="connsiteX79" fmla="*/ 184696 w 2253411"/>
              <a:gd name="connsiteY79" fmla="*/ 8058 h 440942"/>
              <a:gd name="connsiteX80" fmla="*/ 184696 w 2253411"/>
              <a:gd name="connsiteY80" fmla="*/ 85629 h 440942"/>
              <a:gd name="connsiteX81" fmla="*/ 141436 w 2253411"/>
              <a:gd name="connsiteY81" fmla="*/ 85629 h 440942"/>
              <a:gd name="connsiteX82" fmla="*/ 137315 w 2253411"/>
              <a:gd name="connsiteY82" fmla="*/ 89752 h 440942"/>
              <a:gd name="connsiteX83" fmla="*/ 141435 w 2253411"/>
              <a:gd name="connsiteY83" fmla="*/ 93860 h 440942"/>
              <a:gd name="connsiteX84" fmla="*/ 141436 w 2253411"/>
              <a:gd name="connsiteY84" fmla="*/ 93860 h 440942"/>
              <a:gd name="connsiteX85" fmla="*/ 184696 w 2253411"/>
              <a:gd name="connsiteY85" fmla="*/ 93860 h 440942"/>
              <a:gd name="connsiteX86" fmla="*/ 184696 w 2253411"/>
              <a:gd name="connsiteY86" fmla="*/ 186698 h 440942"/>
              <a:gd name="connsiteX87" fmla="*/ 114724 w 2253411"/>
              <a:gd name="connsiteY87" fmla="*/ 186698 h 440942"/>
              <a:gd name="connsiteX88" fmla="*/ 114724 w 2253411"/>
              <a:gd name="connsiteY88" fmla="*/ 150874 h 440942"/>
              <a:gd name="connsiteX89" fmla="*/ 110611 w 2253411"/>
              <a:gd name="connsiteY89" fmla="*/ 146752 h 440942"/>
              <a:gd name="connsiteX90" fmla="*/ 110602 w 2253411"/>
              <a:gd name="connsiteY90" fmla="*/ 146752 h 440942"/>
              <a:gd name="connsiteX91" fmla="*/ 106479 w 2253411"/>
              <a:gd name="connsiteY91" fmla="*/ 150874 h 440942"/>
              <a:gd name="connsiteX92" fmla="*/ 106479 w 2253411"/>
              <a:gd name="connsiteY92" fmla="*/ 190835 h 440942"/>
              <a:gd name="connsiteX93" fmla="*/ 110598 w 2253411"/>
              <a:gd name="connsiteY93" fmla="*/ 194943 h 440942"/>
              <a:gd name="connsiteX94" fmla="*/ 110602 w 2253411"/>
              <a:gd name="connsiteY94" fmla="*/ 194943 h 440942"/>
              <a:gd name="connsiteX95" fmla="*/ 184696 w 2253411"/>
              <a:gd name="connsiteY95" fmla="*/ 194943 h 440942"/>
              <a:gd name="connsiteX96" fmla="*/ 184696 w 2253411"/>
              <a:gd name="connsiteY96" fmla="*/ 302418 h 440942"/>
              <a:gd name="connsiteX97" fmla="*/ 120523 w 2253411"/>
              <a:gd name="connsiteY97" fmla="*/ 302418 h 440942"/>
              <a:gd name="connsiteX98" fmla="*/ 120523 w 2253411"/>
              <a:gd name="connsiteY98" fmla="*/ 253744 h 440942"/>
              <a:gd name="connsiteX99" fmla="*/ 116395 w 2253411"/>
              <a:gd name="connsiteY99" fmla="*/ 249636 h 440942"/>
              <a:gd name="connsiteX100" fmla="*/ 116386 w 2253411"/>
              <a:gd name="connsiteY100" fmla="*/ 249636 h 440942"/>
              <a:gd name="connsiteX101" fmla="*/ 62189 w 2253411"/>
              <a:gd name="connsiteY101" fmla="*/ 249636 h 440942"/>
              <a:gd name="connsiteX102" fmla="*/ 62189 w 2253411"/>
              <a:gd name="connsiteY102" fmla="*/ 210170 h 440942"/>
              <a:gd name="connsiteX103" fmla="*/ 58084 w 2253411"/>
              <a:gd name="connsiteY103" fmla="*/ 206047 h 440942"/>
              <a:gd name="connsiteX104" fmla="*/ 58081 w 2253411"/>
              <a:gd name="connsiteY104" fmla="*/ 206047 h 440942"/>
              <a:gd name="connsiteX105" fmla="*/ 53958 w 2253411"/>
              <a:gd name="connsiteY105" fmla="*/ 210170 h 440942"/>
              <a:gd name="connsiteX106" fmla="*/ 53958 w 2253411"/>
              <a:gd name="connsiteY106" fmla="*/ 253744 h 440942"/>
              <a:gd name="connsiteX107" fmla="*/ 58081 w 2253411"/>
              <a:gd name="connsiteY107" fmla="*/ 257867 h 440942"/>
              <a:gd name="connsiteX108" fmla="*/ 112277 w 2253411"/>
              <a:gd name="connsiteY108" fmla="*/ 257867 h 440942"/>
              <a:gd name="connsiteX109" fmla="*/ 112277 w 2253411"/>
              <a:gd name="connsiteY109" fmla="*/ 380182 h 440942"/>
              <a:gd name="connsiteX110" fmla="*/ 116382 w 2253411"/>
              <a:gd name="connsiteY110" fmla="*/ 384304 h 440942"/>
              <a:gd name="connsiteX111" fmla="*/ 116386 w 2253411"/>
              <a:gd name="connsiteY111" fmla="*/ 384304 h 440942"/>
              <a:gd name="connsiteX112" fmla="*/ 120523 w 2253411"/>
              <a:gd name="connsiteY112" fmla="*/ 380182 h 440942"/>
              <a:gd name="connsiteX113" fmla="*/ 120523 w 2253411"/>
              <a:gd name="connsiteY113" fmla="*/ 310649 h 440942"/>
              <a:gd name="connsiteX114" fmla="*/ 184696 w 2253411"/>
              <a:gd name="connsiteY114" fmla="*/ 310649 h 440942"/>
              <a:gd name="connsiteX115" fmla="*/ 184696 w 2253411"/>
              <a:gd name="connsiteY115" fmla="*/ 432537 h 440942"/>
              <a:gd name="connsiteX116" fmla="*/ 131736 w 2253411"/>
              <a:gd name="connsiteY116" fmla="*/ 432537 h 440942"/>
              <a:gd name="connsiteX117" fmla="*/ 127628 w 2253411"/>
              <a:gd name="connsiteY117" fmla="*/ 436615 h 440942"/>
              <a:gd name="connsiteX118" fmla="*/ 127628 w 2253411"/>
              <a:gd name="connsiteY118" fmla="*/ 436646 h 440942"/>
              <a:gd name="connsiteX119" fmla="*/ 131716 w 2253411"/>
              <a:gd name="connsiteY119" fmla="*/ 440768 h 440942"/>
              <a:gd name="connsiteX120" fmla="*/ 131736 w 2253411"/>
              <a:gd name="connsiteY120" fmla="*/ 440768 h 440942"/>
              <a:gd name="connsiteX121" fmla="*/ 245888 w 2253411"/>
              <a:gd name="connsiteY121" fmla="*/ 440768 h 440942"/>
              <a:gd name="connsiteX122" fmla="*/ 250011 w 2253411"/>
              <a:gd name="connsiteY122" fmla="*/ 436657 h 440942"/>
              <a:gd name="connsiteX123" fmla="*/ 250011 w 2253411"/>
              <a:gd name="connsiteY123" fmla="*/ 436646 h 440942"/>
              <a:gd name="connsiteX124" fmla="*/ 245909 w 2253411"/>
              <a:gd name="connsiteY124" fmla="*/ 432537 h 440942"/>
              <a:gd name="connsiteX125" fmla="*/ 245888 w 2253411"/>
              <a:gd name="connsiteY125" fmla="*/ 432537 h 440942"/>
              <a:gd name="connsiteX126" fmla="*/ 192929 w 2253411"/>
              <a:gd name="connsiteY126" fmla="*/ 432537 h 440942"/>
              <a:gd name="connsiteX127" fmla="*/ 192929 w 2253411"/>
              <a:gd name="connsiteY127" fmla="*/ 310649 h 440942"/>
              <a:gd name="connsiteX128" fmla="*/ 257116 w 2253411"/>
              <a:gd name="connsiteY128" fmla="*/ 310649 h 440942"/>
              <a:gd name="connsiteX129" fmla="*/ 257116 w 2253411"/>
              <a:gd name="connsiteY129" fmla="*/ 380182 h 440942"/>
              <a:gd name="connsiteX130" fmla="*/ 261250 w 2253411"/>
              <a:gd name="connsiteY130" fmla="*/ 384304 h 440942"/>
              <a:gd name="connsiteX131" fmla="*/ 265358 w 2253411"/>
              <a:gd name="connsiteY131" fmla="*/ 380182 h 440942"/>
              <a:gd name="connsiteX132" fmla="*/ 265358 w 2253411"/>
              <a:gd name="connsiteY132" fmla="*/ 257867 h 440942"/>
              <a:gd name="connsiteX133" fmla="*/ 319557 w 2253411"/>
              <a:gd name="connsiteY133" fmla="*/ 257867 h 440942"/>
              <a:gd name="connsiteX134" fmla="*/ 323665 w 2253411"/>
              <a:gd name="connsiteY134" fmla="*/ 253748 h 440942"/>
              <a:gd name="connsiteX135" fmla="*/ 323665 w 2253411"/>
              <a:gd name="connsiteY135" fmla="*/ 253744 h 440942"/>
              <a:gd name="connsiteX136" fmla="*/ 323665 w 2253411"/>
              <a:gd name="connsiteY136" fmla="*/ 210170 h 440942"/>
              <a:gd name="connsiteX137" fmla="*/ 319557 w 2253411"/>
              <a:gd name="connsiteY137" fmla="*/ 206047 h 440942"/>
              <a:gd name="connsiteX138" fmla="*/ 315434 w 2253411"/>
              <a:gd name="connsiteY138" fmla="*/ 210170 h 440942"/>
              <a:gd name="connsiteX139" fmla="*/ 315434 w 2253411"/>
              <a:gd name="connsiteY139" fmla="*/ 249636 h 440942"/>
              <a:gd name="connsiteX140" fmla="*/ 261250 w 2253411"/>
              <a:gd name="connsiteY140" fmla="*/ 249636 h 440942"/>
              <a:gd name="connsiteX141" fmla="*/ 257115 w 2253411"/>
              <a:gd name="connsiteY141" fmla="*/ 253733 h 440942"/>
              <a:gd name="connsiteX142" fmla="*/ 257115 w 2253411"/>
              <a:gd name="connsiteY142" fmla="*/ 253744 h 440942"/>
              <a:gd name="connsiteX143" fmla="*/ 257115 w 2253411"/>
              <a:gd name="connsiteY143" fmla="*/ 302416 h 440942"/>
              <a:gd name="connsiteX144" fmla="*/ 192927 w 2253411"/>
              <a:gd name="connsiteY144" fmla="*/ 302416 h 440942"/>
              <a:gd name="connsiteX145" fmla="*/ 192927 w 2253411"/>
              <a:gd name="connsiteY145" fmla="*/ 194943 h 440942"/>
              <a:gd name="connsiteX146" fmla="*/ 267036 w 2253411"/>
              <a:gd name="connsiteY146" fmla="*/ 194943 h 440942"/>
              <a:gd name="connsiteX147" fmla="*/ 271144 w 2253411"/>
              <a:gd name="connsiteY147" fmla="*/ 190849 h 440942"/>
              <a:gd name="connsiteX148" fmla="*/ 271144 w 2253411"/>
              <a:gd name="connsiteY148" fmla="*/ 190835 h 440942"/>
              <a:gd name="connsiteX149" fmla="*/ 351285 w 2253411"/>
              <a:gd name="connsiteY149" fmla="*/ 133931 h 440942"/>
              <a:gd name="connsiteX150" fmla="*/ 351285 w 2253411"/>
              <a:gd name="connsiteY150" fmla="*/ 45545 h 440942"/>
              <a:gd name="connsiteX151" fmla="*/ 347175 w 2253411"/>
              <a:gd name="connsiteY151" fmla="*/ 41422 h 440942"/>
              <a:gd name="connsiteX152" fmla="*/ 347164 w 2253411"/>
              <a:gd name="connsiteY152" fmla="*/ 41422 h 440942"/>
              <a:gd name="connsiteX153" fmla="*/ 283332 w 2253411"/>
              <a:gd name="connsiteY153" fmla="*/ 41422 h 440942"/>
              <a:gd name="connsiteX154" fmla="*/ 279224 w 2253411"/>
              <a:gd name="connsiteY154" fmla="*/ 45524 h 440942"/>
              <a:gd name="connsiteX155" fmla="*/ 279224 w 2253411"/>
              <a:gd name="connsiteY155" fmla="*/ 45545 h 440942"/>
              <a:gd name="connsiteX156" fmla="*/ 283332 w 2253411"/>
              <a:gd name="connsiteY156" fmla="*/ 49653 h 440942"/>
              <a:gd name="connsiteX157" fmla="*/ 343054 w 2253411"/>
              <a:gd name="connsiteY157" fmla="*/ 49653 h 440942"/>
              <a:gd name="connsiteX158" fmla="*/ 343054 w 2253411"/>
              <a:gd name="connsiteY158" fmla="*/ 129808 h 440942"/>
              <a:gd name="connsiteX159" fmla="*/ 297460 w 2253411"/>
              <a:gd name="connsiteY159" fmla="*/ 129808 h 440942"/>
              <a:gd name="connsiteX160" fmla="*/ 293338 w 2253411"/>
              <a:gd name="connsiteY160" fmla="*/ 133918 h 440942"/>
              <a:gd name="connsiteX161" fmla="*/ 293338 w 2253411"/>
              <a:gd name="connsiteY161" fmla="*/ 133931 h 440942"/>
              <a:gd name="connsiteX162" fmla="*/ 297460 w 2253411"/>
              <a:gd name="connsiteY162" fmla="*/ 138039 h 440942"/>
              <a:gd name="connsiteX163" fmla="*/ 347164 w 2253411"/>
              <a:gd name="connsiteY163" fmla="*/ 138039 h 440942"/>
              <a:gd name="connsiteX164" fmla="*/ 351285 w 2253411"/>
              <a:gd name="connsiteY164" fmla="*/ 133931 h 440942"/>
              <a:gd name="connsiteX165" fmla="*/ 377065 w 2253411"/>
              <a:gd name="connsiteY165" fmla="*/ 343972 h 440942"/>
              <a:gd name="connsiteX166" fmla="*/ 377065 w 2253411"/>
              <a:gd name="connsiteY166" fmla="*/ 177629 h 440942"/>
              <a:gd name="connsiteX167" fmla="*/ 372946 w 2253411"/>
              <a:gd name="connsiteY167" fmla="*/ 173521 h 440942"/>
              <a:gd name="connsiteX168" fmla="*/ 372943 w 2253411"/>
              <a:gd name="connsiteY168" fmla="*/ 173521 h 440942"/>
              <a:gd name="connsiteX169" fmla="*/ 368834 w 2253411"/>
              <a:gd name="connsiteY169" fmla="*/ 177617 h 440942"/>
              <a:gd name="connsiteX170" fmla="*/ 368834 w 2253411"/>
              <a:gd name="connsiteY170" fmla="*/ 177629 h 440942"/>
              <a:gd name="connsiteX171" fmla="*/ 368834 w 2253411"/>
              <a:gd name="connsiteY171" fmla="*/ 339836 h 440942"/>
              <a:gd name="connsiteX172" fmla="*/ 297460 w 2253411"/>
              <a:gd name="connsiteY172" fmla="*/ 339836 h 440942"/>
              <a:gd name="connsiteX173" fmla="*/ 293338 w 2253411"/>
              <a:gd name="connsiteY173" fmla="*/ 343970 h 440942"/>
              <a:gd name="connsiteX174" fmla="*/ 293338 w 2253411"/>
              <a:gd name="connsiteY174" fmla="*/ 343972 h 440942"/>
              <a:gd name="connsiteX175" fmla="*/ 297438 w 2253411"/>
              <a:gd name="connsiteY175" fmla="*/ 348080 h 440942"/>
              <a:gd name="connsiteX176" fmla="*/ 297460 w 2253411"/>
              <a:gd name="connsiteY176" fmla="*/ 348080 h 440942"/>
              <a:gd name="connsiteX177" fmla="*/ 372943 w 2253411"/>
              <a:gd name="connsiteY177" fmla="*/ 348080 h 440942"/>
              <a:gd name="connsiteX178" fmla="*/ 377065 w 2253411"/>
              <a:gd name="connsiteY178" fmla="*/ 343992 h 440942"/>
              <a:gd name="connsiteX179" fmla="*/ 377065 w 2253411"/>
              <a:gd name="connsiteY179" fmla="*/ 343972 h 440942"/>
              <a:gd name="connsiteX180" fmla="*/ 577721 w 2253411"/>
              <a:gd name="connsiteY180" fmla="*/ 299806 h 440942"/>
              <a:gd name="connsiteX181" fmla="*/ 609683 w 2253411"/>
              <a:gd name="connsiteY181" fmla="*/ 299806 h 440942"/>
              <a:gd name="connsiteX182" fmla="*/ 609683 w 2253411"/>
              <a:gd name="connsiteY182" fmla="*/ 196098 h 440942"/>
              <a:gd name="connsiteX183" fmla="*/ 551186 w 2253411"/>
              <a:gd name="connsiteY183" fmla="*/ 131498 h 440942"/>
              <a:gd name="connsiteX184" fmla="*/ 500878 w 2253411"/>
              <a:gd name="connsiteY184" fmla="*/ 159709 h 440942"/>
              <a:gd name="connsiteX185" fmla="*/ 500878 w 2253411"/>
              <a:gd name="connsiteY185" fmla="*/ 136254 h 440942"/>
              <a:gd name="connsiteX186" fmla="*/ 469601 w 2253411"/>
              <a:gd name="connsiteY186" fmla="*/ 136254 h 440942"/>
              <a:gd name="connsiteX187" fmla="*/ 469601 w 2253411"/>
              <a:gd name="connsiteY187" fmla="*/ 299806 h 440942"/>
              <a:gd name="connsiteX188" fmla="*/ 501565 w 2253411"/>
              <a:gd name="connsiteY188" fmla="*/ 299806 h 440942"/>
              <a:gd name="connsiteX189" fmla="*/ 501565 w 2253411"/>
              <a:gd name="connsiteY189" fmla="*/ 205278 h 440942"/>
              <a:gd name="connsiteX190" fmla="*/ 539629 w 2253411"/>
              <a:gd name="connsiteY190" fmla="*/ 160396 h 440942"/>
              <a:gd name="connsiteX191" fmla="*/ 577721 w 2253411"/>
              <a:gd name="connsiteY191" fmla="*/ 201540 h 440942"/>
              <a:gd name="connsiteX192" fmla="*/ 766751 w 2253411"/>
              <a:gd name="connsiteY192" fmla="*/ 201196 h 440942"/>
              <a:gd name="connsiteX193" fmla="*/ 677320 w 2253411"/>
              <a:gd name="connsiteY193" fmla="*/ 201196 h 440942"/>
              <a:gd name="connsiteX194" fmla="*/ 721870 w 2253411"/>
              <a:gd name="connsiteY194" fmla="*/ 159366 h 440942"/>
              <a:gd name="connsiteX195" fmla="*/ 766751 w 2253411"/>
              <a:gd name="connsiteY195" fmla="*/ 201196 h 440942"/>
              <a:gd name="connsiteX196" fmla="*/ 799388 w 2253411"/>
              <a:gd name="connsiteY196" fmla="*/ 227044 h 440942"/>
              <a:gd name="connsiteX197" fmla="*/ 800075 w 2253411"/>
              <a:gd name="connsiteY197" fmla="*/ 216835 h 440942"/>
              <a:gd name="connsiteX198" fmla="*/ 721527 w 2253411"/>
              <a:gd name="connsiteY198" fmla="*/ 131155 h 440942"/>
              <a:gd name="connsiteX199" fmla="*/ 643324 w 2253411"/>
              <a:gd name="connsiteY199" fmla="*/ 217522 h 440942"/>
              <a:gd name="connsiteX200" fmla="*/ 725608 w 2253411"/>
              <a:gd name="connsiteY200" fmla="*/ 304904 h 440942"/>
              <a:gd name="connsiteX201" fmla="*/ 799044 w 2253411"/>
              <a:gd name="connsiteY201" fmla="*/ 253221 h 440942"/>
              <a:gd name="connsiteX202" fmla="*/ 771519 w 2253411"/>
              <a:gd name="connsiteY202" fmla="*/ 243698 h 440942"/>
              <a:gd name="connsiteX203" fmla="*/ 725608 w 2253411"/>
              <a:gd name="connsiteY203" fmla="*/ 276679 h 440942"/>
              <a:gd name="connsiteX204" fmla="*/ 676304 w 2253411"/>
              <a:gd name="connsiteY204" fmla="*/ 227044 h 440942"/>
              <a:gd name="connsiteX205" fmla="*/ 945791 w 2253411"/>
              <a:gd name="connsiteY205" fmla="*/ 299820 h 440942"/>
              <a:gd name="connsiteX206" fmla="*/ 976394 w 2253411"/>
              <a:gd name="connsiteY206" fmla="*/ 299820 h 440942"/>
              <a:gd name="connsiteX207" fmla="*/ 974677 w 2253411"/>
              <a:gd name="connsiteY207" fmla="*/ 269547 h 440942"/>
              <a:gd name="connsiteX208" fmla="*/ 974677 w 2253411"/>
              <a:gd name="connsiteY208" fmla="*/ 136254 h 440942"/>
              <a:gd name="connsiteX209" fmla="*/ 942727 w 2253411"/>
              <a:gd name="connsiteY209" fmla="*/ 136254 h 440942"/>
              <a:gd name="connsiteX210" fmla="*/ 942727 w 2253411"/>
              <a:gd name="connsiteY210" fmla="*/ 234863 h 440942"/>
              <a:gd name="connsiteX211" fmla="*/ 903948 w 2253411"/>
              <a:gd name="connsiteY211" fmla="*/ 276679 h 440942"/>
              <a:gd name="connsiteX212" fmla="*/ 866901 w 2253411"/>
              <a:gd name="connsiteY212" fmla="*/ 234519 h 440942"/>
              <a:gd name="connsiteX213" fmla="*/ 866901 w 2253411"/>
              <a:gd name="connsiteY213" fmla="*/ 136254 h 440942"/>
              <a:gd name="connsiteX214" fmla="*/ 834924 w 2253411"/>
              <a:gd name="connsiteY214" fmla="*/ 136254 h 440942"/>
              <a:gd name="connsiteX215" fmla="*/ 834924 w 2253411"/>
              <a:gd name="connsiteY215" fmla="*/ 239287 h 440942"/>
              <a:gd name="connsiteX216" fmla="*/ 896143 w 2253411"/>
              <a:gd name="connsiteY216" fmla="*/ 304903 h 440942"/>
              <a:gd name="connsiteX217" fmla="*/ 944418 w 2253411"/>
              <a:gd name="connsiteY217" fmla="*/ 280086 h 440942"/>
              <a:gd name="connsiteX218" fmla="*/ 945791 w 2253411"/>
              <a:gd name="connsiteY218" fmla="*/ 299818 h 440942"/>
              <a:gd name="connsiteX219" fmla="*/ 1098324 w 2253411"/>
              <a:gd name="connsiteY219" fmla="*/ 167541 h 440942"/>
              <a:gd name="connsiteX220" fmla="*/ 1112271 w 2253411"/>
              <a:gd name="connsiteY220" fmla="*/ 168559 h 440942"/>
              <a:gd name="connsiteX221" fmla="*/ 1112271 w 2253411"/>
              <a:gd name="connsiteY221" fmla="*/ 134563 h 440942"/>
              <a:gd name="connsiteX222" fmla="*/ 1101731 w 2253411"/>
              <a:gd name="connsiteY222" fmla="*/ 133532 h 440942"/>
              <a:gd name="connsiteX223" fmla="*/ 1052771 w 2253411"/>
              <a:gd name="connsiteY223" fmla="*/ 164808 h 440942"/>
              <a:gd name="connsiteX224" fmla="*/ 1052771 w 2253411"/>
              <a:gd name="connsiteY224" fmla="*/ 136266 h 440942"/>
              <a:gd name="connsiteX225" fmla="*/ 1021481 w 2253411"/>
              <a:gd name="connsiteY225" fmla="*/ 136266 h 440942"/>
              <a:gd name="connsiteX226" fmla="*/ 1021481 w 2253411"/>
              <a:gd name="connsiteY226" fmla="*/ 299806 h 440942"/>
              <a:gd name="connsiteX227" fmla="*/ 1053443 w 2253411"/>
              <a:gd name="connsiteY227" fmla="*/ 299806 h 440942"/>
              <a:gd name="connsiteX228" fmla="*/ 1053443 w 2253411"/>
              <a:gd name="connsiteY228" fmla="*/ 217851 h 440942"/>
              <a:gd name="connsiteX229" fmla="*/ 1098324 w 2253411"/>
              <a:gd name="connsiteY229" fmla="*/ 167543 h 440942"/>
              <a:gd name="connsiteX230" fmla="*/ 1263512 w 2253411"/>
              <a:gd name="connsiteY230" fmla="*/ 217865 h 440942"/>
              <a:gd name="connsiteX231" fmla="*/ 1212518 w 2253411"/>
              <a:gd name="connsiteY231" fmla="*/ 276350 h 440942"/>
              <a:gd name="connsiteX232" fmla="*/ 1161507 w 2253411"/>
              <a:gd name="connsiteY232" fmla="*/ 217865 h 440942"/>
              <a:gd name="connsiteX233" fmla="*/ 1212518 w 2253411"/>
              <a:gd name="connsiteY233" fmla="*/ 159709 h 440942"/>
              <a:gd name="connsiteX234" fmla="*/ 1263512 w 2253411"/>
              <a:gd name="connsiteY234" fmla="*/ 217865 h 440942"/>
              <a:gd name="connsiteX235" fmla="*/ 1296163 w 2253411"/>
              <a:gd name="connsiteY235" fmla="*/ 217865 h 440942"/>
              <a:gd name="connsiteX236" fmla="*/ 1212518 w 2253411"/>
              <a:gd name="connsiteY236" fmla="*/ 131169 h 440942"/>
              <a:gd name="connsiteX237" fmla="*/ 1128871 w 2253411"/>
              <a:gd name="connsiteY237" fmla="*/ 217865 h 440942"/>
              <a:gd name="connsiteX238" fmla="*/ 1212518 w 2253411"/>
              <a:gd name="connsiteY238" fmla="*/ 304904 h 440942"/>
              <a:gd name="connsiteX239" fmla="*/ 1296163 w 2253411"/>
              <a:gd name="connsiteY239" fmla="*/ 217865 h 440942"/>
              <a:gd name="connsiteX240" fmla="*/ 1388657 w 2253411"/>
              <a:gd name="connsiteY240" fmla="*/ 301496 h 440942"/>
              <a:gd name="connsiteX241" fmla="*/ 1410425 w 2253411"/>
              <a:gd name="connsiteY241" fmla="*/ 298446 h 440942"/>
              <a:gd name="connsiteX242" fmla="*/ 1410425 w 2253411"/>
              <a:gd name="connsiteY242" fmla="*/ 271237 h 440942"/>
              <a:gd name="connsiteX243" fmla="*/ 1397836 w 2253411"/>
              <a:gd name="connsiteY243" fmla="*/ 272612 h 440942"/>
              <a:gd name="connsiteX244" fmla="*/ 1375054 w 2253411"/>
              <a:gd name="connsiteY244" fmla="*/ 250158 h 440942"/>
              <a:gd name="connsiteX245" fmla="*/ 1375054 w 2253411"/>
              <a:gd name="connsiteY245" fmla="*/ 165152 h 440942"/>
              <a:gd name="connsiteX246" fmla="*/ 1410423 w 2253411"/>
              <a:gd name="connsiteY246" fmla="*/ 165152 h 440942"/>
              <a:gd name="connsiteX247" fmla="*/ 1410423 w 2253411"/>
              <a:gd name="connsiteY247" fmla="*/ 136254 h 440942"/>
              <a:gd name="connsiteX248" fmla="*/ 1375054 w 2253411"/>
              <a:gd name="connsiteY248" fmla="*/ 136254 h 440942"/>
              <a:gd name="connsiteX249" fmla="*/ 1375054 w 2253411"/>
              <a:gd name="connsiteY249" fmla="*/ 84585 h 440942"/>
              <a:gd name="connsiteX250" fmla="*/ 1345825 w 2253411"/>
              <a:gd name="connsiteY250" fmla="*/ 84585 h 440942"/>
              <a:gd name="connsiteX251" fmla="*/ 1345825 w 2253411"/>
              <a:gd name="connsiteY251" fmla="*/ 111092 h 440942"/>
              <a:gd name="connsiteX252" fmla="*/ 1320665 w 2253411"/>
              <a:gd name="connsiteY252" fmla="*/ 136254 h 440942"/>
              <a:gd name="connsiteX253" fmla="*/ 1311814 w 2253411"/>
              <a:gd name="connsiteY253" fmla="*/ 136254 h 440942"/>
              <a:gd name="connsiteX254" fmla="*/ 1311814 w 2253411"/>
              <a:gd name="connsiteY254" fmla="*/ 165152 h 440942"/>
              <a:gd name="connsiteX255" fmla="*/ 1343105 w 2253411"/>
              <a:gd name="connsiteY255" fmla="*/ 165152 h 440942"/>
              <a:gd name="connsiteX256" fmla="*/ 1343105 w 2253411"/>
              <a:gd name="connsiteY256" fmla="*/ 254911 h 440942"/>
              <a:gd name="connsiteX257" fmla="*/ 1388657 w 2253411"/>
              <a:gd name="connsiteY257" fmla="*/ 301496 h 440942"/>
              <a:gd name="connsiteX258" fmla="*/ 1564344 w 2253411"/>
              <a:gd name="connsiteY258" fmla="*/ 217865 h 440942"/>
              <a:gd name="connsiteX259" fmla="*/ 1513349 w 2253411"/>
              <a:gd name="connsiteY259" fmla="*/ 276350 h 440942"/>
              <a:gd name="connsiteX260" fmla="*/ 1462340 w 2253411"/>
              <a:gd name="connsiteY260" fmla="*/ 217865 h 440942"/>
              <a:gd name="connsiteX261" fmla="*/ 1513349 w 2253411"/>
              <a:gd name="connsiteY261" fmla="*/ 159709 h 440942"/>
              <a:gd name="connsiteX262" fmla="*/ 1564344 w 2253411"/>
              <a:gd name="connsiteY262" fmla="*/ 217865 h 440942"/>
              <a:gd name="connsiteX263" fmla="*/ 1596994 w 2253411"/>
              <a:gd name="connsiteY263" fmla="*/ 217865 h 440942"/>
              <a:gd name="connsiteX264" fmla="*/ 1513349 w 2253411"/>
              <a:gd name="connsiteY264" fmla="*/ 131169 h 440942"/>
              <a:gd name="connsiteX265" fmla="*/ 1429704 w 2253411"/>
              <a:gd name="connsiteY265" fmla="*/ 217865 h 440942"/>
              <a:gd name="connsiteX266" fmla="*/ 1513349 w 2253411"/>
              <a:gd name="connsiteY266" fmla="*/ 304904 h 440942"/>
              <a:gd name="connsiteX267" fmla="*/ 1596994 w 2253411"/>
              <a:gd name="connsiteY267" fmla="*/ 217865 h 440942"/>
              <a:gd name="connsiteX268" fmla="*/ 1709456 w 2253411"/>
              <a:gd name="connsiteY268" fmla="*/ 167543 h 440942"/>
              <a:gd name="connsiteX269" fmla="*/ 1723392 w 2253411"/>
              <a:gd name="connsiteY269" fmla="*/ 168560 h 440942"/>
              <a:gd name="connsiteX270" fmla="*/ 1723392 w 2253411"/>
              <a:gd name="connsiteY270" fmla="*/ 134563 h 440942"/>
              <a:gd name="connsiteX271" fmla="*/ 1712851 w 2253411"/>
              <a:gd name="connsiteY271" fmla="*/ 133532 h 440942"/>
              <a:gd name="connsiteX272" fmla="*/ 1663890 w 2253411"/>
              <a:gd name="connsiteY272" fmla="*/ 164808 h 440942"/>
              <a:gd name="connsiteX273" fmla="*/ 1663890 w 2253411"/>
              <a:gd name="connsiteY273" fmla="*/ 136266 h 440942"/>
              <a:gd name="connsiteX274" fmla="*/ 1632614 w 2253411"/>
              <a:gd name="connsiteY274" fmla="*/ 136266 h 440942"/>
              <a:gd name="connsiteX275" fmla="*/ 1632614 w 2253411"/>
              <a:gd name="connsiteY275" fmla="*/ 299806 h 440942"/>
              <a:gd name="connsiteX276" fmla="*/ 1664564 w 2253411"/>
              <a:gd name="connsiteY276" fmla="*/ 299806 h 440942"/>
              <a:gd name="connsiteX277" fmla="*/ 1664564 w 2253411"/>
              <a:gd name="connsiteY277" fmla="*/ 217851 h 440942"/>
              <a:gd name="connsiteX278" fmla="*/ 1709456 w 2253411"/>
              <a:gd name="connsiteY278" fmla="*/ 167543 h 440942"/>
              <a:gd name="connsiteX279" fmla="*/ 1790286 w 2253411"/>
              <a:gd name="connsiteY279" fmla="*/ 74360 h 440942"/>
              <a:gd name="connsiteX280" fmla="*/ 1767488 w 2253411"/>
              <a:gd name="connsiteY280" fmla="*/ 51248 h 440942"/>
              <a:gd name="connsiteX281" fmla="*/ 1744374 w 2253411"/>
              <a:gd name="connsiteY281" fmla="*/ 74045 h 440942"/>
              <a:gd name="connsiteX282" fmla="*/ 1767159 w 2253411"/>
              <a:gd name="connsiteY282" fmla="*/ 97158 h 440942"/>
              <a:gd name="connsiteX283" fmla="*/ 1790286 w 2253411"/>
              <a:gd name="connsiteY283" fmla="*/ 74401 h 440942"/>
              <a:gd name="connsiteX284" fmla="*/ 1790286 w 2253411"/>
              <a:gd name="connsiteY284" fmla="*/ 74362 h 440942"/>
              <a:gd name="connsiteX285" fmla="*/ 1937899 w 2253411"/>
              <a:gd name="connsiteY285" fmla="*/ 299820 h 440942"/>
              <a:gd name="connsiteX286" fmla="*/ 1968489 w 2253411"/>
              <a:gd name="connsiteY286" fmla="*/ 299820 h 440942"/>
              <a:gd name="connsiteX287" fmla="*/ 1966785 w 2253411"/>
              <a:gd name="connsiteY287" fmla="*/ 269547 h 440942"/>
              <a:gd name="connsiteX288" fmla="*/ 1966785 w 2253411"/>
              <a:gd name="connsiteY288" fmla="*/ 136254 h 440942"/>
              <a:gd name="connsiteX289" fmla="*/ 1934821 w 2253411"/>
              <a:gd name="connsiteY289" fmla="*/ 136254 h 440942"/>
              <a:gd name="connsiteX290" fmla="*/ 1934821 w 2253411"/>
              <a:gd name="connsiteY290" fmla="*/ 234863 h 440942"/>
              <a:gd name="connsiteX291" fmla="*/ 1896069 w 2253411"/>
              <a:gd name="connsiteY291" fmla="*/ 276679 h 440942"/>
              <a:gd name="connsiteX292" fmla="*/ 1859008 w 2253411"/>
              <a:gd name="connsiteY292" fmla="*/ 234519 h 440942"/>
              <a:gd name="connsiteX293" fmla="*/ 1859008 w 2253411"/>
              <a:gd name="connsiteY293" fmla="*/ 136254 h 440942"/>
              <a:gd name="connsiteX294" fmla="*/ 1827032 w 2253411"/>
              <a:gd name="connsiteY294" fmla="*/ 136254 h 440942"/>
              <a:gd name="connsiteX295" fmla="*/ 1827032 w 2253411"/>
              <a:gd name="connsiteY295" fmla="*/ 239287 h 440942"/>
              <a:gd name="connsiteX296" fmla="*/ 1888249 w 2253411"/>
              <a:gd name="connsiteY296" fmla="*/ 304903 h 440942"/>
              <a:gd name="connsiteX297" fmla="*/ 1936524 w 2253411"/>
              <a:gd name="connsiteY297" fmla="*/ 280086 h 440942"/>
              <a:gd name="connsiteX298" fmla="*/ 1937899 w 2253411"/>
              <a:gd name="connsiteY298" fmla="*/ 299818 h 440942"/>
              <a:gd name="connsiteX299" fmla="*/ 2253984 w 2253411"/>
              <a:gd name="connsiteY299" fmla="*/ 299806 h 440942"/>
              <a:gd name="connsiteX300" fmla="*/ 2253984 w 2253411"/>
              <a:gd name="connsiteY300" fmla="*/ 193721 h 440942"/>
              <a:gd name="connsiteX301" fmla="*/ 2197547 w 2253411"/>
              <a:gd name="connsiteY301" fmla="*/ 131498 h 440942"/>
              <a:gd name="connsiteX302" fmla="*/ 2142800 w 2253411"/>
              <a:gd name="connsiteY302" fmla="*/ 162431 h 440942"/>
              <a:gd name="connsiteX303" fmla="*/ 2093839 w 2253411"/>
              <a:gd name="connsiteY303" fmla="*/ 131498 h 440942"/>
              <a:gd name="connsiteX304" fmla="*/ 2044204 w 2253411"/>
              <a:gd name="connsiteY304" fmla="*/ 158005 h 440942"/>
              <a:gd name="connsiteX305" fmla="*/ 2044204 w 2253411"/>
              <a:gd name="connsiteY305" fmla="*/ 136254 h 440942"/>
              <a:gd name="connsiteX306" fmla="*/ 2013588 w 2253411"/>
              <a:gd name="connsiteY306" fmla="*/ 136254 h 440942"/>
              <a:gd name="connsiteX307" fmla="*/ 2013588 w 2253411"/>
              <a:gd name="connsiteY307" fmla="*/ 299806 h 440942"/>
              <a:gd name="connsiteX308" fmla="*/ 2045221 w 2253411"/>
              <a:gd name="connsiteY308" fmla="*/ 299806 h 440942"/>
              <a:gd name="connsiteX309" fmla="*/ 2045221 w 2253411"/>
              <a:gd name="connsiteY309" fmla="*/ 201209 h 440942"/>
              <a:gd name="connsiteX310" fmla="*/ 2083299 w 2253411"/>
              <a:gd name="connsiteY310" fmla="*/ 159709 h 440942"/>
              <a:gd name="connsiteX311" fmla="*/ 2117971 w 2253411"/>
              <a:gd name="connsiteY311" fmla="*/ 197115 h 440942"/>
              <a:gd name="connsiteX312" fmla="*/ 2117971 w 2253411"/>
              <a:gd name="connsiteY312" fmla="*/ 299807 h 440942"/>
              <a:gd name="connsiteX313" fmla="*/ 2149932 w 2253411"/>
              <a:gd name="connsiteY313" fmla="*/ 299807 h 440942"/>
              <a:gd name="connsiteX314" fmla="*/ 2149932 w 2253411"/>
              <a:gd name="connsiteY314" fmla="*/ 200867 h 440942"/>
              <a:gd name="connsiteX315" fmla="*/ 2187682 w 2253411"/>
              <a:gd name="connsiteY315" fmla="*/ 159711 h 440942"/>
              <a:gd name="connsiteX316" fmla="*/ 2222364 w 2253411"/>
              <a:gd name="connsiteY316" fmla="*/ 197115 h 440942"/>
              <a:gd name="connsiteX317" fmla="*/ 2222364 w 2253411"/>
              <a:gd name="connsiteY317" fmla="*/ 299807 h 440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Lst>
            <a:rect l="l" t="t" r="r" b="b"/>
            <a:pathLst>
              <a:path w="2253411" h="440942">
                <a:moveTo>
                  <a:pt x="1783139" y="136254"/>
                </a:moveTo>
                <a:lnTo>
                  <a:pt x="1751520" y="136254"/>
                </a:lnTo>
                <a:lnTo>
                  <a:pt x="1751520" y="299806"/>
                </a:lnTo>
                <a:lnTo>
                  <a:pt x="1783139" y="299806"/>
                </a:lnTo>
                <a:close/>
                <a:moveTo>
                  <a:pt x="293338" y="409024"/>
                </a:moveTo>
                <a:cubicBezTo>
                  <a:pt x="293335" y="411298"/>
                  <a:pt x="295174" y="413144"/>
                  <a:pt x="297448" y="413147"/>
                </a:cubicBezTo>
                <a:cubicBezTo>
                  <a:pt x="297452" y="413147"/>
                  <a:pt x="297456" y="413147"/>
                  <a:pt x="297460" y="413147"/>
                </a:cubicBezTo>
                <a:lnTo>
                  <a:pt x="333669" y="413147"/>
                </a:lnTo>
                <a:cubicBezTo>
                  <a:pt x="335936" y="413150"/>
                  <a:pt x="337776" y="411314"/>
                  <a:pt x="337779" y="409047"/>
                </a:cubicBezTo>
                <a:cubicBezTo>
                  <a:pt x="337779" y="409039"/>
                  <a:pt x="337779" y="409032"/>
                  <a:pt x="337777" y="409024"/>
                </a:cubicBezTo>
                <a:cubicBezTo>
                  <a:pt x="337782" y="406760"/>
                  <a:pt x="335949" y="404921"/>
                  <a:pt x="333683" y="404916"/>
                </a:cubicBezTo>
                <a:cubicBezTo>
                  <a:pt x="333678" y="404916"/>
                  <a:pt x="333674" y="404916"/>
                  <a:pt x="333669" y="404916"/>
                </a:cubicBezTo>
                <a:lnTo>
                  <a:pt x="297460" y="404916"/>
                </a:lnTo>
                <a:cubicBezTo>
                  <a:pt x="295188" y="404911"/>
                  <a:pt x="293342" y="406749"/>
                  <a:pt x="293338" y="409021"/>
                </a:cubicBezTo>
                <a:cubicBezTo>
                  <a:pt x="293338" y="409023"/>
                  <a:pt x="293338" y="409024"/>
                  <a:pt x="293338" y="409024"/>
                </a:cubicBezTo>
                <a:moveTo>
                  <a:pt x="39859" y="409024"/>
                </a:moveTo>
                <a:cubicBezTo>
                  <a:pt x="39849" y="411291"/>
                  <a:pt x="41679" y="413137"/>
                  <a:pt x="43946" y="413147"/>
                </a:cubicBezTo>
                <a:cubicBezTo>
                  <a:pt x="43953" y="413147"/>
                  <a:pt x="43959" y="413147"/>
                  <a:pt x="43967" y="413147"/>
                </a:cubicBezTo>
                <a:lnTo>
                  <a:pt x="80176" y="413147"/>
                </a:lnTo>
                <a:cubicBezTo>
                  <a:pt x="82449" y="413150"/>
                  <a:pt x="84295" y="411311"/>
                  <a:pt x="84298" y="409037"/>
                </a:cubicBezTo>
                <a:cubicBezTo>
                  <a:pt x="84298" y="409032"/>
                  <a:pt x="84298" y="409029"/>
                  <a:pt x="84298" y="409024"/>
                </a:cubicBezTo>
                <a:cubicBezTo>
                  <a:pt x="84295" y="406752"/>
                  <a:pt x="82451" y="404913"/>
                  <a:pt x="80179" y="404916"/>
                </a:cubicBezTo>
                <a:cubicBezTo>
                  <a:pt x="80177" y="404916"/>
                  <a:pt x="80177" y="404916"/>
                  <a:pt x="80176" y="404916"/>
                </a:cubicBezTo>
                <a:lnTo>
                  <a:pt x="43967" y="404916"/>
                </a:lnTo>
                <a:cubicBezTo>
                  <a:pt x="41701" y="404913"/>
                  <a:pt x="39862" y="406746"/>
                  <a:pt x="39859" y="409012"/>
                </a:cubicBezTo>
                <a:cubicBezTo>
                  <a:pt x="39859" y="409016"/>
                  <a:pt x="39859" y="409021"/>
                  <a:pt x="39859" y="409024"/>
                </a:cubicBezTo>
                <a:moveTo>
                  <a:pt x="80177" y="339849"/>
                </a:moveTo>
                <a:lnTo>
                  <a:pt x="8803" y="339849"/>
                </a:lnTo>
                <a:lnTo>
                  <a:pt x="8803" y="177644"/>
                </a:lnTo>
                <a:cubicBezTo>
                  <a:pt x="8801" y="175367"/>
                  <a:pt x="6955" y="173523"/>
                  <a:pt x="4680" y="173521"/>
                </a:cubicBezTo>
                <a:cubicBezTo>
                  <a:pt x="2408" y="173523"/>
                  <a:pt x="569" y="175367"/>
                  <a:pt x="572" y="177639"/>
                </a:cubicBezTo>
                <a:cubicBezTo>
                  <a:pt x="572" y="177640"/>
                  <a:pt x="572" y="177642"/>
                  <a:pt x="572" y="177644"/>
                </a:cubicBezTo>
                <a:lnTo>
                  <a:pt x="572" y="343959"/>
                </a:lnTo>
                <a:cubicBezTo>
                  <a:pt x="567" y="346229"/>
                  <a:pt x="2404" y="348075"/>
                  <a:pt x="4676" y="348080"/>
                </a:cubicBezTo>
                <a:cubicBezTo>
                  <a:pt x="4677" y="348080"/>
                  <a:pt x="4679" y="348080"/>
                  <a:pt x="4680" y="348080"/>
                </a:cubicBezTo>
                <a:lnTo>
                  <a:pt x="80176" y="348080"/>
                </a:lnTo>
                <a:cubicBezTo>
                  <a:pt x="82449" y="348083"/>
                  <a:pt x="84295" y="346244"/>
                  <a:pt x="84298" y="343970"/>
                </a:cubicBezTo>
                <a:cubicBezTo>
                  <a:pt x="84298" y="343965"/>
                  <a:pt x="84298" y="343962"/>
                  <a:pt x="84298" y="343959"/>
                </a:cubicBezTo>
                <a:cubicBezTo>
                  <a:pt x="84290" y="341687"/>
                  <a:pt x="82447" y="339849"/>
                  <a:pt x="80176" y="339849"/>
                </a:cubicBezTo>
                <a:moveTo>
                  <a:pt x="98412" y="45530"/>
                </a:moveTo>
                <a:cubicBezTo>
                  <a:pt x="98409" y="43258"/>
                  <a:pt x="96564" y="41419"/>
                  <a:pt x="94292" y="41422"/>
                </a:cubicBezTo>
                <a:cubicBezTo>
                  <a:pt x="94291" y="41422"/>
                  <a:pt x="94291" y="41422"/>
                  <a:pt x="94289" y="41422"/>
                </a:cubicBezTo>
                <a:lnTo>
                  <a:pt x="30459" y="41422"/>
                </a:lnTo>
                <a:cubicBezTo>
                  <a:pt x="28193" y="41419"/>
                  <a:pt x="26354" y="43252"/>
                  <a:pt x="26351" y="45518"/>
                </a:cubicBezTo>
                <a:cubicBezTo>
                  <a:pt x="26351" y="45521"/>
                  <a:pt x="26351" y="45526"/>
                  <a:pt x="26351" y="45530"/>
                </a:cubicBezTo>
                <a:lnTo>
                  <a:pt x="26351" y="133916"/>
                </a:lnTo>
                <a:cubicBezTo>
                  <a:pt x="26346" y="136188"/>
                  <a:pt x="28184" y="138034"/>
                  <a:pt x="30456" y="138039"/>
                </a:cubicBezTo>
                <a:cubicBezTo>
                  <a:pt x="30458" y="138039"/>
                  <a:pt x="30458" y="138039"/>
                  <a:pt x="30459" y="138039"/>
                </a:cubicBezTo>
                <a:lnTo>
                  <a:pt x="80191" y="138039"/>
                </a:lnTo>
                <a:cubicBezTo>
                  <a:pt x="82460" y="138026"/>
                  <a:pt x="84295" y="136187"/>
                  <a:pt x="84300" y="133916"/>
                </a:cubicBezTo>
                <a:cubicBezTo>
                  <a:pt x="84293" y="131651"/>
                  <a:pt x="82459" y="129814"/>
                  <a:pt x="80191" y="129808"/>
                </a:cubicBezTo>
                <a:lnTo>
                  <a:pt x="34582" y="129808"/>
                </a:lnTo>
                <a:lnTo>
                  <a:pt x="34582" y="49653"/>
                </a:lnTo>
                <a:lnTo>
                  <a:pt x="94291" y="49653"/>
                </a:lnTo>
                <a:cubicBezTo>
                  <a:pt x="96564" y="49656"/>
                  <a:pt x="98410" y="47813"/>
                  <a:pt x="98413" y="45540"/>
                </a:cubicBezTo>
                <a:cubicBezTo>
                  <a:pt x="98413" y="45537"/>
                  <a:pt x="98413" y="45534"/>
                  <a:pt x="98413" y="45530"/>
                </a:cubicBezTo>
                <a:moveTo>
                  <a:pt x="271146" y="190835"/>
                </a:moveTo>
                <a:lnTo>
                  <a:pt x="271146" y="150874"/>
                </a:lnTo>
                <a:cubicBezTo>
                  <a:pt x="271151" y="148602"/>
                  <a:pt x="269311" y="146756"/>
                  <a:pt x="267039" y="146752"/>
                </a:cubicBezTo>
                <a:cubicBezTo>
                  <a:pt x="267039" y="146752"/>
                  <a:pt x="267037" y="146752"/>
                  <a:pt x="267037" y="146752"/>
                </a:cubicBezTo>
                <a:cubicBezTo>
                  <a:pt x="264756" y="146747"/>
                  <a:pt x="262904" y="148593"/>
                  <a:pt x="262900" y="150873"/>
                </a:cubicBezTo>
                <a:cubicBezTo>
                  <a:pt x="262900" y="150873"/>
                  <a:pt x="262900" y="150874"/>
                  <a:pt x="262900" y="150874"/>
                </a:cubicBezTo>
                <a:lnTo>
                  <a:pt x="262900" y="186698"/>
                </a:lnTo>
                <a:lnTo>
                  <a:pt x="192929" y="186698"/>
                </a:lnTo>
                <a:lnTo>
                  <a:pt x="192929" y="93846"/>
                </a:lnTo>
                <a:lnTo>
                  <a:pt x="234730" y="93846"/>
                </a:lnTo>
                <a:cubicBezTo>
                  <a:pt x="236999" y="93841"/>
                  <a:pt x="238840" y="92007"/>
                  <a:pt x="238853" y="89738"/>
                </a:cubicBezTo>
                <a:cubicBezTo>
                  <a:pt x="238852" y="87459"/>
                  <a:pt x="237009" y="85610"/>
                  <a:pt x="234730" y="85602"/>
                </a:cubicBezTo>
                <a:lnTo>
                  <a:pt x="192929" y="85602"/>
                </a:lnTo>
                <a:lnTo>
                  <a:pt x="192929" y="8058"/>
                </a:lnTo>
                <a:lnTo>
                  <a:pt x="256951" y="8058"/>
                </a:lnTo>
                <a:cubicBezTo>
                  <a:pt x="259225" y="8061"/>
                  <a:pt x="261071" y="6220"/>
                  <a:pt x="261072" y="3946"/>
                </a:cubicBezTo>
                <a:cubicBezTo>
                  <a:pt x="261072" y="3943"/>
                  <a:pt x="261072" y="3938"/>
                  <a:pt x="261072" y="3935"/>
                </a:cubicBezTo>
                <a:cubicBezTo>
                  <a:pt x="261071" y="1663"/>
                  <a:pt x="259226" y="-176"/>
                  <a:pt x="256954" y="-175"/>
                </a:cubicBezTo>
                <a:cubicBezTo>
                  <a:pt x="256953" y="-175"/>
                  <a:pt x="256951" y="-175"/>
                  <a:pt x="256951" y="-175"/>
                </a:cubicBezTo>
                <a:lnTo>
                  <a:pt x="120686" y="-175"/>
                </a:lnTo>
                <a:cubicBezTo>
                  <a:pt x="118418" y="-173"/>
                  <a:pt x="116580" y="1666"/>
                  <a:pt x="116578" y="3935"/>
                </a:cubicBezTo>
                <a:cubicBezTo>
                  <a:pt x="116573" y="6207"/>
                  <a:pt x="118411" y="8053"/>
                  <a:pt x="120685" y="8058"/>
                </a:cubicBezTo>
                <a:cubicBezTo>
                  <a:pt x="120685" y="8058"/>
                  <a:pt x="120686" y="8058"/>
                  <a:pt x="120686" y="8058"/>
                </a:cubicBezTo>
                <a:lnTo>
                  <a:pt x="184696" y="8058"/>
                </a:lnTo>
                <a:lnTo>
                  <a:pt x="184696" y="85629"/>
                </a:lnTo>
                <a:lnTo>
                  <a:pt x="141436" y="85629"/>
                </a:lnTo>
                <a:cubicBezTo>
                  <a:pt x="139161" y="85631"/>
                  <a:pt x="137317" y="87475"/>
                  <a:pt x="137315" y="89752"/>
                </a:cubicBezTo>
                <a:cubicBezTo>
                  <a:pt x="137318" y="92024"/>
                  <a:pt x="139163" y="93864"/>
                  <a:pt x="141435" y="93860"/>
                </a:cubicBezTo>
                <a:cubicBezTo>
                  <a:pt x="141435" y="93860"/>
                  <a:pt x="141436" y="93860"/>
                  <a:pt x="141436" y="93860"/>
                </a:cubicBezTo>
                <a:lnTo>
                  <a:pt x="184696" y="93860"/>
                </a:lnTo>
                <a:lnTo>
                  <a:pt x="184696" y="186698"/>
                </a:lnTo>
                <a:lnTo>
                  <a:pt x="114724" y="186698"/>
                </a:lnTo>
                <a:lnTo>
                  <a:pt x="114724" y="150874"/>
                </a:lnTo>
                <a:cubicBezTo>
                  <a:pt x="114727" y="148601"/>
                  <a:pt x="112885" y="146755"/>
                  <a:pt x="110611" y="146752"/>
                </a:cubicBezTo>
                <a:cubicBezTo>
                  <a:pt x="110608" y="146752"/>
                  <a:pt x="110605" y="146752"/>
                  <a:pt x="110602" y="146752"/>
                </a:cubicBezTo>
                <a:cubicBezTo>
                  <a:pt x="108325" y="146753"/>
                  <a:pt x="106481" y="148598"/>
                  <a:pt x="106479" y="150874"/>
                </a:cubicBezTo>
                <a:lnTo>
                  <a:pt x="106479" y="190835"/>
                </a:lnTo>
                <a:cubicBezTo>
                  <a:pt x="106482" y="193107"/>
                  <a:pt x="108326" y="194947"/>
                  <a:pt x="110598" y="194943"/>
                </a:cubicBezTo>
                <a:cubicBezTo>
                  <a:pt x="110598" y="194943"/>
                  <a:pt x="110600" y="194943"/>
                  <a:pt x="110602" y="194943"/>
                </a:cubicBezTo>
                <a:lnTo>
                  <a:pt x="184696" y="194943"/>
                </a:lnTo>
                <a:lnTo>
                  <a:pt x="184696" y="302418"/>
                </a:lnTo>
                <a:lnTo>
                  <a:pt x="120523" y="302418"/>
                </a:lnTo>
                <a:lnTo>
                  <a:pt x="120523" y="253744"/>
                </a:lnTo>
                <a:cubicBezTo>
                  <a:pt x="120518" y="251469"/>
                  <a:pt x="118670" y="249630"/>
                  <a:pt x="116395" y="249636"/>
                </a:cubicBezTo>
                <a:cubicBezTo>
                  <a:pt x="116392" y="249636"/>
                  <a:pt x="116389" y="249636"/>
                  <a:pt x="116386" y="249636"/>
                </a:cubicBezTo>
                <a:lnTo>
                  <a:pt x="62189" y="249636"/>
                </a:lnTo>
                <a:lnTo>
                  <a:pt x="62189" y="210170"/>
                </a:lnTo>
                <a:cubicBezTo>
                  <a:pt x="62194" y="207898"/>
                  <a:pt x="60356" y="206052"/>
                  <a:pt x="58084" y="206047"/>
                </a:cubicBezTo>
                <a:cubicBezTo>
                  <a:pt x="58082" y="206047"/>
                  <a:pt x="58082" y="206047"/>
                  <a:pt x="58081" y="206047"/>
                </a:cubicBezTo>
                <a:cubicBezTo>
                  <a:pt x="55805" y="206054"/>
                  <a:pt x="53964" y="207895"/>
                  <a:pt x="53958" y="210170"/>
                </a:cubicBezTo>
                <a:lnTo>
                  <a:pt x="53958" y="253744"/>
                </a:lnTo>
                <a:cubicBezTo>
                  <a:pt x="53960" y="256020"/>
                  <a:pt x="55804" y="257866"/>
                  <a:pt x="58081" y="257867"/>
                </a:cubicBezTo>
                <a:lnTo>
                  <a:pt x="112277" y="257867"/>
                </a:lnTo>
                <a:lnTo>
                  <a:pt x="112277" y="380182"/>
                </a:lnTo>
                <a:cubicBezTo>
                  <a:pt x="112273" y="382454"/>
                  <a:pt x="114110" y="384300"/>
                  <a:pt x="116382" y="384304"/>
                </a:cubicBezTo>
                <a:cubicBezTo>
                  <a:pt x="116384" y="384304"/>
                  <a:pt x="116386" y="384304"/>
                  <a:pt x="116386" y="384304"/>
                </a:cubicBezTo>
                <a:cubicBezTo>
                  <a:pt x="118666" y="384303"/>
                  <a:pt x="120515" y="382460"/>
                  <a:pt x="120523" y="380182"/>
                </a:cubicBezTo>
                <a:lnTo>
                  <a:pt x="120523" y="310649"/>
                </a:lnTo>
                <a:lnTo>
                  <a:pt x="184696" y="310649"/>
                </a:lnTo>
                <a:lnTo>
                  <a:pt x="184696" y="432537"/>
                </a:lnTo>
                <a:lnTo>
                  <a:pt x="131736" y="432537"/>
                </a:lnTo>
                <a:cubicBezTo>
                  <a:pt x="129475" y="432528"/>
                  <a:pt x="127636" y="434355"/>
                  <a:pt x="127628" y="436615"/>
                </a:cubicBezTo>
                <a:cubicBezTo>
                  <a:pt x="127628" y="436625"/>
                  <a:pt x="127628" y="436635"/>
                  <a:pt x="127628" y="436646"/>
                </a:cubicBezTo>
                <a:cubicBezTo>
                  <a:pt x="127618" y="438913"/>
                  <a:pt x="129448" y="440759"/>
                  <a:pt x="131716" y="440768"/>
                </a:cubicBezTo>
                <a:cubicBezTo>
                  <a:pt x="131722" y="440768"/>
                  <a:pt x="131730" y="440768"/>
                  <a:pt x="131736" y="440768"/>
                </a:cubicBezTo>
                <a:lnTo>
                  <a:pt x="245888" y="440768"/>
                </a:lnTo>
                <a:cubicBezTo>
                  <a:pt x="248162" y="440771"/>
                  <a:pt x="250008" y="438930"/>
                  <a:pt x="250011" y="436657"/>
                </a:cubicBezTo>
                <a:cubicBezTo>
                  <a:pt x="250011" y="436654"/>
                  <a:pt x="250011" y="436649"/>
                  <a:pt x="250011" y="436646"/>
                </a:cubicBezTo>
                <a:cubicBezTo>
                  <a:pt x="250013" y="434378"/>
                  <a:pt x="248176" y="432539"/>
                  <a:pt x="245909" y="432537"/>
                </a:cubicBezTo>
                <a:cubicBezTo>
                  <a:pt x="245903" y="432537"/>
                  <a:pt x="245895" y="432537"/>
                  <a:pt x="245888" y="432537"/>
                </a:cubicBezTo>
                <a:lnTo>
                  <a:pt x="192929" y="432537"/>
                </a:lnTo>
                <a:lnTo>
                  <a:pt x="192929" y="310649"/>
                </a:lnTo>
                <a:lnTo>
                  <a:pt x="257116" y="310649"/>
                </a:lnTo>
                <a:lnTo>
                  <a:pt x="257116" y="380182"/>
                </a:lnTo>
                <a:cubicBezTo>
                  <a:pt x="257124" y="382460"/>
                  <a:pt x="258972" y="384303"/>
                  <a:pt x="261250" y="384304"/>
                </a:cubicBezTo>
                <a:cubicBezTo>
                  <a:pt x="263522" y="384296"/>
                  <a:pt x="265358" y="382454"/>
                  <a:pt x="265358" y="380182"/>
                </a:cubicBezTo>
                <a:lnTo>
                  <a:pt x="265358" y="257867"/>
                </a:lnTo>
                <a:lnTo>
                  <a:pt x="319557" y="257867"/>
                </a:lnTo>
                <a:cubicBezTo>
                  <a:pt x="321829" y="257864"/>
                  <a:pt x="323668" y="256020"/>
                  <a:pt x="323665" y="253748"/>
                </a:cubicBezTo>
                <a:cubicBezTo>
                  <a:pt x="323665" y="253746"/>
                  <a:pt x="323665" y="253744"/>
                  <a:pt x="323665" y="253744"/>
                </a:cubicBezTo>
                <a:lnTo>
                  <a:pt x="323665" y="210170"/>
                </a:lnTo>
                <a:cubicBezTo>
                  <a:pt x="323665" y="207898"/>
                  <a:pt x="321827" y="206055"/>
                  <a:pt x="319557" y="206047"/>
                </a:cubicBezTo>
                <a:cubicBezTo>
                  <a:pt x="317280" y="206049"/>
                  <a:pt x="315436" y="207893"/>
                  <a:pt x="315434" y="210170"/>
                </a:cubicBezTo>
                <a:lnTo>
                  <a:pt x="315434" y="249636"/>
                </a:lnTo>
                <a:lnTo>
                  <a:pt x="261250" y="249636"/>
                </a:lnTo>
                <a:cubicBezTo>
                  <a:pt x="258977" y="249625"/>
                  <a:pt x="257124" y="251460"/>
                  <a:pt x="257115" y="253733"/>
                </a:cubicBezTo>
                <a:cubicBezTo>
                  <a:pt x="257115" y="253737"/>
                  <a:pt x="257115" y="253741"/>
                  <a:pt x="257115" y="253744"/>
                </a:cubicBezTo>
                <a:lnTo>
                  <a:pt x="257115" y="302416"/>
                </a:lnTo>
                <a:lnTo>
                  <a:pt x="192927" y="302416"/>
                </a:lnTo>
                <a:lnTo>
                  <a:pt x="192927" y="194943"/>
                </a:lnTo>
                <a:lnTo>
                  <a:pt x="267036" y="194943"/>
                </a:lnTo>
                <a:cubicBezTo>
                  <a:pt x="269301" y="194948"/>
                  <a:pt x="271141" y="193113"/>
                  <a:pt x="271144" y="190849"/>
                </a:cubicBezTo>
                <a:cubicBezTo>
                  <a:pt x="271144" y="190845"/>
                  <a:pt x="271144" y="190840"/>
                  <a:pt x="271144" y="190835"/>
                </a:cubicBezTo>
                <a:moveTo>
                  <a:pt x="351285" y="133931"/>
                </a:moveTo>
                <a:lnTo>
                  <a:pt x="351285" y="45545"/>
                </a:lnTo>
                <a:cubicBezTo>
                  <a:pt x="351288" y="43271"/>
                  <a:pt x="349449" y="41425"/>
                  <a:pt x="347175" y="41422"/>
                </a:cubicBezTo>
                <a:cubicBezTo>
                  <a:pt x="347170" y="41422"/>
                  <a:pt x="347167" y="41422"/>
                  <a:pt x="347164" y="41422"/>
                </a:cubicBezTo>
                <a:lnTo>
                  <a:pt x="283332" y="41422"/>
                </a:lnTo>
                <a:cubicBezTo>
                  <a:pt x="281065" y="41420"/>
                  <a:pt x="279226" y="43257"/>
                  <a:pt x="279224" y="45524"/>
                </a:cubicBezTo>
                <a:cubicBezTo>
                  <a:pt x="279224" y="45530"/>
                  <a:pt x="279224" y="45538"/>
                  <a:pt x="279224" y="45545"/>
                </a:cubicBezTo>
                <a:cubicBezTo>
                  <a:pt x="279226" y="47813"/>
                  <a:pt x="281065" y="49651"/>
                  <a:pt x="283332" y="49653"/>
                </a:cubicBezTo>
                <a:lnTo>
                  <a:pt x="343054" y="49653"/>
                </a:lnTo>
                <a:lnTo>
                  <a:pt x="343054" y="129808"/>
                </a:lnTo>
                <a:lnTo>
                  <a:pt x="297460" y="129808"/>
                </a:lnTo>
                <a:cubicBezTo>
                  <a:pt x="295187" y="129805"/>
                  <a:pt x="293341" y="131644"/>
                  <a:pt x="293338" y="133918"/>
                </a:cubicBezTo>
                <a:cubicBezTo>
                  <a:pt x="293338" y="133923"/>
                  <a:pt x="293338" y="133926"/>
                  <a:pt x="293338" y="133931"/>
                </a:cubicBezTo>
                <a:cubicBezTo>
                  <a:pt x="293344" y="136201"/>
                  <a:pt x="295188" y="138039"/>
                  <a:pt x="297460" y="138039"/>
                </a:cubicBezTo>
                <a:lnTo>
                  <a:pt x="347164" y="138039"/>
                </a:lnTo>
                <a:cubicBezTo>
                  <a:pt x="349434" y="138039"/>
                  <a:pt x="351279" y="136201"/>
                  <a:pt x="351285" y="133931"/>
                </a:cubicBezTo>
                <a:moveTo>
                  <a:pt x="377065" y="343972"/>
                </a:moveTo>
                <a:lnTo>
                  <a:pt x="377065" y="177629"/>
                </a:lnTo>
                <a:cubicBezTo>
                  <a:pt x="377062" y="175357"/>
                  <a:pt x="375218" y="173518"/>
                  <a:pt x="372946" y="173521"/>
                </a:cubicBezTo>
                <a:cubicBezTo>
                  <a:pt x="372944" y="173521"/>
                  <a:pt x="372943" y="173521"/>
                  <a:pt x="372943" y="173521"/>
                </a:cubicBezTo>
                <a:cubicBezTo>
                  <a:pt x="370677" y="173518"/>
                  <a:pt x="368838" y="175351"/>
                  <a:pt x="368834" y="177617"/>
                </a:cubicBezTo>
                <a:cubicBezTo>
                  <a:pt x="368834" y="177621"/>
                  <a:pt x="368834" y="177625"/>
                  <a:pt x="368834" y="177629"/>
                </a:cubicBezTo>
                <a:lnTo>
                  <a:pt x="368834" y="339836"/>
                </a:lnTo>
                <a:lnTo>
                  <a:pt x="297460" y="339836"/>
                </a:lnTo>
                <a:cubicBezTo>
                  <a:pt x="295179" y="339839"/>
                  <a:pt x="293335" y="341690"/>
                  <a:pt x="293338" y="343970"/>
                </a:cubicBezTo>
                <a:cubicBezTo>
                  <a:pt x="293338" y="343970"/>
                  <a:pt x="293338" y="343972"/>
                  <a:pt x="293338" y="343972"/>
                </a:cubicBezTo>
                <a:cubicBezTo>
                  <a:pt x="293335" y="346239"/>
                  <a:pt x="295171" y="348078"/>
                  <a:pt x="297438" y="348080"/>
                </a:cubicBezTo>
                <a:cubicBezTo>
                  <a:pt x="297446" y="348080"/>
                  <a:pt x="297452" y="348080"/>
                  <a:pt x="297460" y="348080"/>
                </a:cubicBezTo>
                <a:lnTo>
                  <a:pt x="372943" y="348080"/>
                </a:lnTo>
                <a:cubicBezTo>
                  <a:pt x="375210" y="348089"/>
                  <a:pt x="377056" y="346260"/>
                  <a:pt x="377065" y="343992"/>
                </a:cubicBezTo>
                <a:cubicBezTo>
                  <a:pt x="377065" y="343986"/>
                  <a:pt x="377065" y="343978"/>
                  <a:pt x="377065" y="343972"/>
                </a:cubicBezTo>
                <a:moveTo>
                  <a:pt x="577721" y="299806"/>
                </a:moveTo>
                <a:lnTo>
                  <a:pt x="609683" y="299806"/>
                </a:lnTo>
                <a:lnTo>
                  <a:pt x="609683" y="196098"/>
                </a:lnTo>
                <a:cubicBezTo>
                  <a:pt x="609683" y="159709"/>
                  <a:pt x="590294" y="131498"/>
                  <a:pt x="551186" y="131498"/>
                </a:cubicBezTo>
                <a:cubicBezTo>
                  <a:pt x="532153" y="131498"/>
                  <a:pt x="512778" y="139317"/>
                  <a:pt x="500878" y="159709"/>
                </a:cubicBezTo>
                <a:lnTo>
                  <a:pt x="500878" y="136254"/>
                </a:lnTo>
                <a:lnTo>
                  <a:pt x="469601" y="136254"/>
                </a:lnTo>
                <a:lnTo>
                  <a:pt x="469601" y="299806"/>
                </a:lnTo>
                <a:lnTo>
                  <a:pt x="501565" y="299806"/>
                </a:lnTo>
                <a:lnTo>
                  <a:pt x="501565" y="205278"/>
                </a:lnTo>
                <a:cubicBezTo>
                  <a:pt x="501565" y="180447"/>
                  <a:pt x="514481" y="160396"/>
                  <a:pt x="539629" y="160396"/>
                </a:cubicBezTo>
                <a:cubicBezTo>
                  <a:pt x="568198" y="160396"/>
                  <a:pt x="577721" y="178769"/>
                  <a:pt x="577721" y="201540"/>
                </a:cubicBezTo>
                <a:close/>
                <a:moveTo>
                  <a:pt x="766751" y="201196"/>
                </a:moveTo>
                <a:lnTo>
                  <a:pt x="677320" y="201196"/>
                </a:lnTo>
                <a:cubicBezTo>
                  <a:pt x="678681" y="180130"/>
                  <a:pt x="695020" y="159366"/>
                  <a:pt x="721870" y="159366"/>
                </a:cubicBezTo>
                <a:cubicBezTo>
                  <a:pt x="750756" y="159366"/>
                  <a:pt x="766064" y="177739"/>
                  <a:pt x="766751" y="201196"/>
                </a:cubicBezTo>
                <a:moveTo>
                  <a:pt x="799388" y="227044"/>
                </a:moveTo>
                <a:cubicBezTo>
                  <a:pt x="799861" y="223662"/>
                  <a:pt x="800091" y="220250"/>
                  <a:pt x="800075" y="216835"/>
                </a:cubicBezTo>
                <a:cubicBezTo>
                  <a:pt x="800075" y="165839"/>
                  <a:pt x="771836" y="131155"/>
                  <a:pt x="721527" y="131155"/>
                </a:cubicBezTo>
                <a:cubicBezTo>
                  <a:pt x="680385" y="131155"/>
                  <a:pt x="643324" y="166182"/>
                  <a:pt x="643324" y="217522"/>
                </a:cubicBezTo>
                <a:cubicBezTo>
                  <a:pt x="643324" y="272955"/>
                  <a:pt x="681746" y="304904"/>
                  <a:pt x="725608" y="304904"/>
                </a:cubicBezTo>
                <a:cubicBezTo>
                  <a:pt x="763687" y="304904"/>
                  <a:pt x="789865" y="282134"/>
                  <a:pt x="799044" y="253221"/>
                </a:cubicBezTo>
                <a:lnTo>
                  <a:pt x="771519" y="243698"/>
                </a:lnTo>
                <a:cubicBezTo>
                  <a:pt x="765391" y="262058"/>
                  <a:pt x="752130" y="276679"/>
                  <a:pt x="725608" y="276679"/>
                </a:cubicBezTo>
                <a:cubicBezTo>
                  <a:pt x="698057" y="276679"/>
                  <a:pt x="676991" y="256285"/>
                  <a:pt x="676304" y="227044"/>
                </a:cubicBezTo>
                <a:close/>
                <a:moveTo>
                  <a:pt x="945791" y="299820"/>
                </a:moveTo>
                <a:lnTo>
                  <a:pt x="976394" y="299820"/>
                </a:lnTo>
                <a:cubicBezTo>
                  <a:pt x="975261" y="289769"/>
                  <a:pt x="974688" y="279662"/>
                  <a:pt x="974677" y="269547"/>
                </a:cubicBezTo>
                <a:lnTo>
                  <a:pt x="974677" y="136254"/>
                </a:lnTo>
                <a:lnTo>
                  <a:pt x="942727" y="136254"/>
                </a:lnTo>
                <a:lnTo>
                  <a:pt x="942727" y="234863"/>
                </a:lnTo>
                <a:cubicBezTo>
                  <a:pt x="942727" y="259681"/>
                  <a:pt x="929810" y="276679"/>
                  <a:pt x="903948" y="276679"/>
                </a:cubicBezTo>
                <a:cubicBezTo>
                  <a:pt x="877097" y="276679"/>
                  <a:pt x="866901" y="256959"/>
                  <a:pt x="866901" y="234519"/>
                </a:cubicBezTo>
                <a:lnTo>
                  <a:pt x="866901" y="136254"/>
                </a:lnTo>
                <a:lnTo>
                  <a:pt x="834924" y="136254"/>
                </a:lnTo>
                <a:lnTo>
                  <a:pt x="834924" y="239287"/>
                </a:lnTo>
                <a:cubicBezTo>
                  <a:pt x="834924" y="276348"/>
                  <a:pt x="858065" y="304903"/>
                  <a:pt x="896143" y="304903"/>
                </a:cubicBezTo>
                <a:cubicBezTo>
                  <a:pt x="915175" y="304903"/>
                  <a:pt x="935582" y="297084"/>
                  <a:pt x="944418" y="280086"/>
                </a:cubicBezTo>
                <a:cubicBezTo>
                  <a:pt x="944422" y="286687"/>
                  <a:pt x="944881" y="293281"/>
                  <a:pt x="945791" y="299818"/>
                </a:cubicBezTo>
                <a:moveTo>
                  <a:pt x="1098324" y="167541"/>
                </a:moveTo>
                <a:cubicBezTo>
                  <a:pt x="1102992" y="167551"/>
                  <a:pt x="1107652" y="167891"/>
                  <a:pt x="1112271" y="168559"/>
                </a:cubicBezTo>
                <a:lnTo>
                  <a:pt x="1112271" y="134563"/>
                </a:lnTo>
                <a:cubicBezTo>
                  <a:pt x="1108795" y="133908"/>
                  <a:pt x="1105269" y="133563"/>
                  <a:pt x="1101731" y="133532"/>
                </a:cubicBezTo>
                <a:cubicBezTo>
                  <a:pt x="1085077" y="133532"/>
                  <a:pt x="1064671" y="139661"/>
                  <a:pt x="1052771" y="164808"/>
                </a:cubicBezTo>
                <a:lnTo>
                  <a:pt x="1052771" y="136266"/>
                </a:lnTo>
                <a:lnTo>
                  <a:pt x="1021481" y="136266"/>
                </a:lnTo>
                <a:lnTo>
                  <a:pt x="1021481" y="299806"/>
                </a:lnTo>
                <a:lnTo>
                  <a:pt x="1053443" y="299806"/>
                </a:lnTo>
                <a:lnTo>
                  <a:pt x="1053443" y="217851"/>
                </a:lnTo>
                <a:cubicBezTo>
                  <a:pt x="1053443" y="181820"/>
                  <a:pt x="1071474" y="167543"/>
                  <a:pt x="1098324" y="167543"/>
                </a:cubicBezTo>
                <a:moveTo>
                  <a:pt x="1263512" y="217865"/>
                </a:moveTo>
                <a:cubicBezTo>
                  <a:pt x="1263512" y="255943"/>
                  <a:pt x="1239712" y="276350"/>
                  <a:pt x="1212518" y="276350"/>
                </a:cubicBezTo>
                <a:cubicBezTo>
                  <a:pt x="1185308" y="276350"/>
                  <a:pt x="1161507" y="255943"/>
                  <a:pt x="1161507" y="217865"/>
                </a:cubicBezTo>
                <a:cubicBezTo>
                  <a:pt x="1161507" y="180116"/>
                  <a:pt x="1185308" y="159709"/>
                  <a:pt x="1212518" y="159709"/>
                </a:cubicBezTo>
                <a:cubicBezTo>
                  <a:pt x="1239712" y="159709"/>
                  <a:pt x="1263512" y="180116"/>
                  <a:pt x="1263512" y="217865"/>
                </a:cubicBezTo>
                <a:moveTo>
                  <a:pt x="1296163" y="217865"/>
                </a:moveTo>
                <a:cubicBezTo>
                  <a:pt x="1296163" y="168230"/>
                  <a:pt x="1261479" y="131169"/>
                  <a:pt x="1212518" y="131169"/>
                </a:cubicBezTo>
                <a:cubicBezTo>
                  <a:pt x="1163557" y="131169"/>
                  <a:pt x="1128871" y="168230"/>
                  <a:pt x="1128871" y="217865"/>
                </a:cubicBezTo>
                <a:cubicBezTo>
                  <a:pt x="1128871" y="267844"/>
                  <a:pt x="1163555" y="304904"/>
                  <a:pt x="1212518" y="304904"/>
                </a:cubicBezTo>
                <a:cubicBezTo>
                  <a:pt x="1261479" y="304904"/>
                  <a:pt x="1296163" y="267844"/>
                  <a:pt x="1296163" y="217865"/>
                </a:cubicBezTo>
                <a:moveTo>
                  <a:pt x="1388657" y="301496"/>
                </a:moveTo>
                <a:cubicBezTo>
                  <a:pt x="1396028" y="301629"/>
                  <a:pt x="1403374" y="300599"/>
                  <a:pt x="1410425" y="298446"/>
                </a:cubicBezTo>
                <a:lnTo>
                  <a:pt x="1410425" y="271237"/>
                </a:lnTo>
                <a:cubicBezTo>
                  <a:pt x="1406285" y="272108"/>
                  <a:pt x="1402068" y="272569"/>
                  <a:pt x="1397836" y="272612"/>
                </a:cubicBezTo>
                <a:cubicBezTo>
                  <a:pt x="1381182" y="272612"/>
                  <a:pt x="1375054" y="265109"/>
                  <a:pt x="1375054" y="250158"/>
                </a:cubicBezTo>
                <a:lnTo>
                  <a:pt x="1375054" y="165152"/>
                </a:lnTo>
                <a:lnTo>
                  <a:pt x="1410423" y="165152"/>
                </a:lnTo>
                <a:lnTo>
                  <a:pt x="1410423" y="136254"/>
                </a:lnTo>
                <a:lnTo>
                  <a:pt x="1375054" y="136254"/>
                </a:lnTo>
                <a:lnTo>
                  <a:pt x="1375054" y="84585"/>
                </a:lnTo>
                <a:lnTo>
                  <a:pt x="1345825" y="84585"/>
                </a:lnTo>
                <a:lnTo>
                  <a:pt x="1345825" y="111092"/>
                </a:lnTo>
                <a:cubicBezTo>
                  <a:pt x="1345825" y="125383"/>
                  <a:pt x="1338335" y="136254"/>
                  <a:pt x="1320665" y="136254"/>
                </a:cubicBezTo>
                <a:lnTo>
                  <a:pt x="1311814" y="136254"/>
                </a:lnTo>
                <a:lnTo>
                  <a:pt x="1311814" y="165152"/>
                </a:lnTo>
                <a:lnTo>
                  <a:pt x="1343105" y="165152"/>
                </a:lnTo>
                <a:lnTo>
                  <a:pt x="1343105" y="254911"/>
                </a:lnTo>
                <a:cubicBezTo>
                  <a:pt x="1343105" y="284512"/>
                  <a:pt x="1360777" y="301496"/>
                  <a:pt x="1388657" y="301496"/>
                </a:cubicBezTo>
                <a:moveTo>
                  <a:pt x="1564344" y="217865"/>
                </a:moveTo>
                <a:cubicBezTo>
                  <a:pt x="1564344" y="255943"/>
                  <a:pt x="1540543" y="276350"/>
                  <a:pt x="1513349" y="276350"/>
                </a:cubicBezTo>
                <a:cubicBezTo>
                  <a:pt x="1486155" y="276350"/>
                  <a:pt x="1462340" y="255943"/>
                  <a:pt x="1462340" y="217865"/>
                </a:cubicBezTo>
                <a:cubicBezTo>
                  <a:pt x="1462340" y="180116"/>
                  <a:pt x="1486155" y="159709"/>
                  <a:pt x="1513349" y="159709"/>
                </a:cubicBezTo>
                <a:cubicBezTo>
                  <a:pt x="1540544" y="159709"/>
                  <a:pt x="1564344" y="180116"/>
                  <a:pt x="1564344" y="217865"/>
                </a:cubicBezTo>
                <a:moveTo>
                  <a:pt x="1596994" y="217865"/>
                </a:moveTo>
                <a:cubicBezTo>
                  <a:pt x="1596994" y="168230"/>
                  <a:pt x="1562310" y="131169"/>
                  <a:pt x="1513349" y="131169"/>
                </a:cubicBezTo>
                <a:cubicBezTo>
                  <a:pt x="1464388" y="131169"/>
                  <a:pt x="1429704" y="168230"/>
                  <a:pt x="1429704" y="217865"/>
                </a:cubicBezTo>
                <a:cubicBezTo>
                  <a:pt x="1429704" y="267844"/>
                  <a:pt x="1464388" y="304904"/>
                  <a:pt x="1513349" y="304904"/>
                </a:cubicBezTo>
                <a:cubicBezTo>
                  <a:pt x="1562310" y="304904"/>
                  <a:pt x="1596994" y="267844"/>
                  <a:pt x="1596994" y="217865"/>
                </a:cubicBezTo>
                <a:moveTo>
                  <a:pt x="1709456" y="167543"/>
                </a:moveTo>
                <a:cubicBezTo>
                  <a:pt x="1714119" y="167552"/>
                  <a:pt x="1718776" y="167893"/>
                  <a:pt x="1723392" y="168560"/>
                </a:cubicBezTo>
                <a:lnTo>
                  <a:pt x="1723392" y="134563"/>
                </a:lnTo>
                <a:cubicBezTo>
                  <a:pt x="1719915" y="133908"/>
                  <a:pt x="1716387" y="133563"/>
                  <a:pt x="1712851" y="133532"/>
                </a:cubicBezTo>
                <a:cubicBezTo>
                  <a:pt x="1696195" y="133532"/>
                  <a:pt x="1675790" y="139661"/>
                  <a:pt x="1663890" y="164808"/>
                </a:cubicBezTo>
                <a:lnTo>
                  <a:pt x="1663890" y="136266"/>
                </a:lnTo>
                <a:lnTo>
                  <a:pt x="1632614" y="136266"/>
                </a:lnTo>
                <a:lnTo>
                  <a:pt x="1632614" y="299806"/>
                </a:lnTo>
                <a:lnTo>
                  <a:pt x="1664564" y="299806"/>
                </a:lnTo>
                <a:lnTo>
                  <a:pt x="1664564" y="217851"/>
                </a:lnTo>
                <a:cubicBezTo>
                  <a:pt x="1664564" y="181820"/>
                  <a:pt x="1682606" y="167543"/>
                  <a:pt x="1709456" y="167543"/>
                </a:cubicBezTo>
                <a:moveTo>
                  <a:pt x="1790286" y="74360"/>
                </a:moveTo>
                <a:cubicBezTo>
                  <a:pt x="1790373" y="61682"/>
                  <a:pt x="1780166" y="51335"/>
                  <a:pt x="1767488" y="51248"/>
                </a:cubicBezTo>
                <a:cubicBezTo>
                  <a:pt x="1754810" y="51160"/>
                  <a:pt x="1744461" y="61367"/>
                  <a:pt x="1744374" y="74045"/>
                </a:cubicBezTo>
                <a:cubicBezTo>
                  <a:pt x="1744288" y="86717"/>
                  <a:pt x="1754486" y="97064"/>
                  <a:pt x="1767159" y="97158"/>
                </a:cubicBezTo>
                <a:cubicBezTo>
                  <a:pt x="1779829" y="97261"/>
                  <a:pt x="1790184" y="87071"/>
                  <a:pt x="1790286" y="74401"/>
                </a:cubicBezTo>
                <a:cubicBezTo>
                  <a:pt x="1790286" y="74389"/>
                  <a:pt x="1790286" y="74374"/>
                  <a:pt x="1790286" y="74362"/>
                </a:cubicBezTo>
                <a:moveTo>
                  <a:pt x="1937899" y="299820"/>
                </a:moveTo>
                <a:lnTo>
                  <a:pt x="1968489" y="299820"/>
                </a:lnTo>
                <a:cubicBezTo>
                  <a:pt x="1967368" y="289767"/>
                  <a:pt x="1966799" y="279662"/>
                  <a:pt x="1966785" y="269547"/>
                </a:cubicBezTo>
                <a:lnTo>
                  <a:pt x="1966785" y="136254"/>
                </a:lnTo>
                <a:lnTo>
                  <a:pt x="1934821" y="136254"/>
                </a:lnTo>
                <a:lnTo>
                  <a:pt x="1934821" y="234863"/>
                </a:lnTo>
                <a:cubicBezTo>
                  <a:pt x="1934821" y="259681"/>
                  <a:pt x="1921917" y="276679"/>
                  <a:pt x="1896069" y="276679"/>
                </a:cubicBezTo>
                <a:cubicBezTo>
                  <a:pt x="1869204" y="276679"/>
                  <a:pt x="1859008" y="256959"/>
                  <a:pt x="1859008" y="234519"/>
                </a:cubicBezTo>
                <a:lnTo>
                  <a:pt x="1859008" y="136254"/>
                </a:lnTo>
                <a:lnTo>
                  <a:pt x="1827032" y="136254"/>
                </a:lnTo>
                <a:lnTo>
                  <a:pt x="1827032" y="239287"/>
                </a:lnTo>
                <a:cubicBezTo>
                  <a:pt x="1827032" y="276348"/>
                  <a:pt x="1850171" y="304903"/>
                  <a:pt x="1888249" y="304903"/>
                </a:cubicBezTo>
                <a:cubicBezTo>
                  <a:pt x="1907282" y="304903"/>
                  <a:pt x="1927689" y="297084"/>
                  <a:pt x="1936524" y="280086"/>
                </a:cubicBezTo>
                <a:cubicBezTo>
                  <a:pt x="1936529" y="286687"/>
                  <a:pt x="1936988" y="293281"/>
                  <a:pt x="1937899" y="299818"/>
                </a:cubicBezTo>
                <a:moveTo>
                  <a:pt x="2253984" y="299806"/>
                </a:moveTo>
                <a:lnTo>
                  <a:pt x="2253984" y="193721"/>
                </a:lnTo>
                <a:cubicBezTo>
                  <a:pt x="2253984" y="150874"/>
                  <a:pt x="2226102" y="131498"/>
                  <a:pt x="2197547" y="131498"/>
                </a:cubicBezTo>
                <a:cubicBezTo>
                  <a:pt x="2176797" y="131498"/>
                  <a:pt x="2155704" y="138974"/>
                  <a:pt x="2142800" y="162431"/>
                </a:cubicBezTo>
                <a:cubicBezTo>
                  <a:pt x="2133951" y="141365"/>
                  <a:pt x="2114231" y="131498"/>
                  <a:pt x="2093839" y="131498"/>
                </a:cubicBezTo>
                <a:cubicBezTo>
                  <a:pt x="2074793" y="131498"/>
                  <a:pt x="2054387" y="139991"/>
                  <a:pt x="2044204" y="158005"/>
                </a:cubicBezTo>
                <a:lnTo>
                  <a:pt x="2044204" y="136254"/>
                </a:lnTo>
                <a:lnTo>
                  <a:pt x="2013588" y="136254"/>
                </a:lnTo>
                <a:lnTo>
                  <a:pt x="2013588" y="299806"/>
                </a:lnTo>
                <a:lnTo>
                  <a:pt x="2045221" y="299806"/>
                </a:lnTo>
                <a:lnTo>
                  <a:pt x="2045221" y="201209"/>
                </a:lnTo>
                <a:cubicBezTo>
                  <a:pt x="2045221" y="176723"/>
                  <a:pt x="2060516" y="159709"/>
                  <a:pt x="2083299" y="159709"/>
                </a:cubicBezTo>
                <a:cubicBezTo>
                  <a:pt x="2107759" y="159709"/>
                  <a:pt x="2117971" y="176035"/>
                  <a:pt x="2117971" y="197115"/>
                </a:cubicBezTo>
                <a:lnTo>
                  <a:pt x="2117971" y="299807"/>
                </a:lnTo>
                <a:lnTo>
                  <a:pt x="2149932" y="299807"/>
                </a:lnTo>
                <a:lnTo>
                  <a:pt x="2149932" y="200867"/>
                </a:lnTo>
                <a:cubicBezTo>
                  <a:pt x="2149932" y="177410"/>
                  <a:pt x="2165242" y="159711"/>
                  <a:pt x="2187682" y="159711"/>
                </a:cubicBezTo>
                <a:cubicBezTo>
                  <a:pt x="2211824" y="159711"/>
                  <a:pt x="2222364" y="175706"/>
                  <a:pt x="2222364" y="197115"/>
                </a:cubicBezTo>
                <a:lnTo>
                  <a:pt x="2222364" y="299807"/>
                </a:lnTo>
                <a:close/>
              </a:path>
            </a:pathLst>
          </a:custGeom>
          <a:solidFill>
            <a:srgbClr val="3F1A01"/>
          </a:solidFill>
          <a:ln w="1586" cap="flat">
            <a:noFill/>
            <a:prstDash val="solid"/>
            <a:miter/>
          </a:ln>
        </p:spPr>
        <p:txBody>
          <a:bodyPr rtlCol="0" anchor="ctr"/>
          <a:lstStyle/>
          <a:p>
            <a:endParaRPr lang="en-GB" dirty="0"/>
          </a:p>
        </p:txBody>
      </p:sp>
      <p:sp>
        <p:nvSpPr>
          <p:cNvPr id="23" name="Picture Placeholder 22">
            <a:extLst>
              <a:ext uri="{FF2B5EF4-FFF2-40B4-BE49-F238E27FC236}">
                <a16:creationId xmlns:a16="http://schemas.microsoft.com/office/drawing/2014/main" id="{5A8DB64F-28AD-40CA-9421-A2D1C7684BB0}"/>
              </a:ext>
            </a:extLst>
          </p:cNvPr>
          <p:cNvSpPr>
            <a:spLocks noGrp="1"/>
          </p:cNvSpPr>
          <p:nvPr>
            <p:ph type="pic" sz="quarter" idx="16"/>
          </p:nvPr>
        </p:nvSpPr>
        <p:spPr>
          <a:xfrm>
            <a:off x="1" y="-1"/>
            <a:ext cx="7649633" cy="6858001"/>
          </a:xfrm>
          <a:custGeom>
            <a:avLst/>
            <a:gdLst>
              <a:gd name="connsiteX0" fmla="*/ 4723566 w 5737225"/>
              <a:gd name="connsiteY0" fmla="*/ 4092221 h 5143501"/>
              <a:gd name="connsiteX1" fmla="*/ 5737225 w 5737225"/>
              <a:gd name="connsiteY1" fmla="*/ 4092221 h 5143501"/>
              <a:gd name="connsiteX2" fmla="*/ 5737225 w 5737225"/>
              <a:gd name="connsiteY2" fmla="*/ 5143501 h 5143501"/>
              <a:gd name="connsiteX3" fmla="*/ 4723566 w 5737225"/>
              <a:gd name="connsiteY3" fmla="*/ 5143501 h 5143501"/>
              <a:gd name="connsiteX4" fmla="*/ 2852079 w 5737225"/>
              <a:gd name="connsiteY4" fmla="*/ 1876859 h 5143501"/>
              <a:gd name="connsiteX5" fmla="*/ 2785700 w 5737225"/>
              <a:gd name="connsiteY5" fmla="*/ 1943387 h 5143501"/>
              <a:gd name="connsiteX6" fmla="*/ 2785700 w 5737225"/>
              <a:gd name="connsiteY6" fmla="*/ 4630359 h 5143501"/>
              <a:gd name="connsiteX7" fmla="*/ 2852015 w 5737225"/>
              <a:gd name="connsiteY7" fmla="*/ 4696957 h 5143501"/>
              <a:gd name="connsiteX8" fmla="*/ 4071744 w 5737225"/>
              <a:gd name="connsiteY8" fmla="*/ 4696957 h 5143501"/>
              <a:gd name="connsiteX9" fmla="*/ 4138341 w 5737225"/>
              <a:gd name="connsiteY9" fmla="*/ 4630550 h 5143501"/>
              <a:gd name="connsiteX10" fmla="*/ 4138341 w 5737225"/>
              <a:gd name="connsiteY10" fmla="*/ 4630549 h 5143501"/>
              <a:gd name="connsiteX11" fmla="*/ 4138341 w 5737225"/>
              <a:gd name="connsiteY11" fmla="*/ 4630359 h 5143501"/>
              <a:gd name="connsiteX12" fmla="*/ 4071744 w 5737225"/>
              <a:gd name="connsiteY12" fmla="*/ 4563977 h 5143501"/>
              <a:gd name="connsiteX13" fmla="*/ 4071755 w 5737225"/>
              <a:gd name="connsiteY13" fmla="*/ 4563976 h 5143501"/>
              <a:gd name="connsiteX14" fmla="*/ 2918679 w 5737225"/>
              <a:gd name="connsiteY14" fmla="*/ 4563976 h 5143501"/>
              <a:gd name="connsiteX15" fmla="*/ 2918679 w 5737225"/>
              <a:gd name="connsiteY15" fmla="*/ 1943457 h 5143501"/>
              <a:gd name="connsiteX16" fmla="*/ 2852079 w 5737225"/>
              <a:gd name="connsiteY16" fmla="*/ 1876859 h 5143501"/>
              <a:gd name="connsiteX17" fmla="*/ 0 w 5737225"/>
              <a:gd name="connsiteY17" fmla="*/ 0 h 5143501"/>
              <a:gd name="connsiteX18" fmla="*/ 3202169 w 5737225"/>
              <a:gd name="connsiteY18" fmla="*/ 0 h 5143501"/>
              <a:gd name="connsiteX19" fmla="*/ 3202169 w 5737225"/>
              <a:gd name="connsiteY19" fmla="*/ 1237041 h 5143501"/>
              <a:gd name="connsiteX20" fmla="*/ 3268496 w 5737225"/>
              <a:gd name="connsiteY20" fmla="*/ 1303647 h 5143501"/>
              <a:gd name="connsiteX21" fmla="*/ 4071999 w 5737225"/>
              <a:gd name="connsiteY21" fmla="*/ 1303647 h 5143501"/>
              <a:gd name="connsiteX22" fmla="*/ 4138491 w 5737225"/>
              <a:gd name="connsiteY22" fmla="*/ 1237155 h 5143501"/>
              <a:gd name="connsiteX23" fmla="*/ 4071999 w 5737225"/>
              <a:gd name="connsiteY23" fmla="*/ 1170662 h 5143501"/>
              <a:gd name="connsiteX24" fmla="*/ 3335164 w 5737225"/>
              <a:gd name="connsiteY24" fmla="*/ 1170662 h 5143501"/>
              <a:gd name="connsiteX25" fmla="*/ 3335164 w 5737225"/>
              <a:gd name="connsiteY25" fmla="*/ 0 h 5143501"/>
              <a:gd name="connsiteX26" fmla="*/ 5737225 w 5737225"/>
              <a:gd name="connsiteY26" fmla="*/ 0 h 5143501"/>
              <a:gd name="connsiteX27" fmla="*/ 5737225 w 5737225"/>
              <a:gd name="connsiteY27" fmla="*/ 456923 h 5143501"/>
              <a:gd name="connsiteX28" fmla="*/ 5061452 w 5737225"/>
              <a:gd name="connsiteY28" fmla="*/ 456923 h 5143501"/>
              <a:gd name="connsiteX29" fmla="*/ 4994854 w 5737225"/>
              <a:gd name="connsiteY29" fmla="*/ 523527 h 5143501"/>
              <a:gd name="connsiteX30" fmla="*/ 5061402 w 5737225"/>
              <a:gd name="connsiteY30" fmla="*/ 589901 h 5143501"/>
              <a:gd name="connsiteX31" fmla="*/ 5737225 w 5737225"/>
              <a:gd name="connsiteY31" fmla="*/ 589901 h 5143501"/>
              <a:gd name="connsiteX32" fmla="*/ 5737225 w 5737225"/>
              <a:gd name="connsiteY32" fmla="*/ 2089756 h 5143501"/>
              <a:gd name="connsiteX33" fmla="*/ 4629893 w 5737225"/>
              <a:gd name="connsiteY33" fmla="*/ 2089756 h 5143501"/>
              <a:gd name="connsiteX34" fmla="*/ 4629893 w 5737225"/>
              <a:gd name="connsiteY34" fmla="*/ 1510997 h 5143501"/>
              <a:gd name="connsiteX35" fmla="*/ 4563439 w 5737225"/>
              <a:gd name="connsiteY35" fmla="*/ 1444400 h 5143501"/>
              <a:gd name="connsiteX36" fmla="*/ 4563282 w 5737225"/>
              <a:gd name="connsiteY36" fmla="*/ 1444400 h 5143501"/>
              <a:gd name="connsiteX37" fmla="*/ 4496684 w 5737225"/>
              <a:gd name="connsiteY37" fmla="*/ 1510997 h 5143501"/>
              <a:gd name="connsiteX38" fmla="*/ 4496684 w 5737225"/>
              <a:gd name="connsiteY38" fmla="*/ 2156580 h 5143501"/>
              <a:gd name="connsiteX39" fmla="*/ 4563233 w 5737225"/>
              <a:gd name="connsiteY39" fmla="*/ 2222962 h 5143501"/>
              <a:gd name="connsiteX40" fmla="*/ 4563235 w 5737225"/>
              <a:gd name="connsiteY40" fmla="*/ 2222962 h 5143501"/>
              <a:gd name="connsiteX41" fmla="*/ 5737225 w 5737225"/>
              <a:gd name="connsiteY41" fmla="*/ 2222962 h 5143501"/>
              <a:gd name="connsiteX42" fmla="*/ 5737225 w 5737225"/>
              <a:gd name="connsiteY42" fmla="*/ 3959244 h 5143501"/>
              <a:gd name="connsiteX43" fmla="*/ 4723569 w 5737225"/>
              <a:gd name="connsiteY43" fmla="*/ 3959244 h 5143501"/>
              <a:gd name="connsiteX44" fmla="*/ 4723569 w 5737225"/>
              <a:gd name="connsiteY44" fmla="*/ 3172909 h 5143501"/>
              <a:gd name="connsiteX45" fmla="*/ 4656893 w 5737225"/>
              <a:gd name="connsiteY45" fmla="*/ 3106534 h 5143501"/>
              <a:gd name="connsiteX46" fmla="*/ 4656742 w 5737225"/>
              <a:gd name="connsiteY46" fmla="*/ 3106534 h 5143501"/>
              <a:gd name="connsiteX47" fmla="*/ 3781167 w 5737225"/>
              <a:gd name="connsiteY47" fmla="*/ 3106534 h 5143501"/>
              <a:gd name="connsiteX48" fmla="*/ 3781167 w 5737225"/>
              <a:gd name="connsiteY48" fmla="*/ 2468938 h 5143501"/>
              <a:gd name="connsiteX49" fmla="*/ 3714836 w 5737225"/>
              <a:gd name="connsiteY49" fmla="*/ 2402336 h 5143501"/>
              <a:gd name="connsiteX50" fmla="*/ 3714786 w 5737225"/>
              <a:gd name="connsiteY50" fmla="*/ 2402336 h 5143501"/>
              <a:gd name="connsiteX51" fmla="*/ 3648187 w 5737225"/>
              <a:gd name="connsiteY51" fmla="*/ 2468938 h 5143501"/>
              <a:gd name="connsiteX52" fmla="*/ 3648187 w 5737225"/>
              <a:gd name="connsiteY52" fmla="*/ 3172909 h 5143501"/>
              <a:gd name="connsiteX53" fmla="*/ 3714785 w 5737225"/>
              <a:gd name="connsiteY53" fmla="*/ 3239515 h 5143501"/>
              <a:gd name="connsiteX54" fmla="*/ 4590358 w 5737225"/>
              <a:gd name="connsiteY54" fmla="*/ 3239515 h 5143501"/>
              <a:gd name="connsiteX55" fmla="*/ 4590358 w 5737225"/>
              <a:gd name="connsiteY55" fmla="*/ 5143501 h 5143501"/>
              <a:gd name="connsiteX56" fmla="*/ 0 w 5737225"/>
              <a:gd name="connsiteY56" fmla="*/ 5143501 h 5143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5737225" h="5143501">
                <a:moveTo>
                  <a:pt x="4723566" y="4092221"/>
                </a:moveTo>
                <a:lnTo>
                  <a:pt x="5737225" y="4092221"/>
                </a:lnTo>
                <a:lnTo>
                  <a:pt x="5737225" y="5143501"/>
                </a:lnTo>
                <a:lnTo>
                  <a:pt x="4723566" y="5143501"/>
                </a:lnTo>
                <a:close/>
                <a:moveTo>
                  <a:pt x="2852079" y="1876859"/>
                </a:moveTo>
                <a:cubicBezTo>
                  <a:pt x="2815377" y="1876900"/>
                  <a:pt x="2785659" y="1906686"/>
                  <a:pt x="2785700" y="1943387"/>
                </a:cubicBezTo>
                <a:lnTo>
                  <a:pt x="2785700" y="4630359"/>
                </a:lnTo>
                <a:cubicBezTo>
                  <a:pt x="2785622" y="4667062"/>
                  <a:pt x="2815312" y="4696879"/>
                  <a:pt x="2852015" y="4696957"/>
                </a:cubicBezTo>
                <a:lnTo>
                  <a:pt x="4071744" y="4696957"/>
                </a:lnTo>
                <a:cubicBezTo>
                  <a:pt x="4108472" y="4697009"/>
                  <a:pt x="4138288" y="4667278"/>
                  <a:pt x="4138341" y="4630550"/>
                </a:cubicBezTo>
                <a:cubicBezTo>
                  <a:pt x="4138341" y="4630550"/>
                  <a:pt x="4138341" y="4630549"/>
                  <a:pt x="4138341" y="4630549"/>
                </a:cubicBezTo>
                <a:lnTo>
                  <a:pt x="4138341" y="4630359"/>
                </a:lnTo>
                <a:cubicBezTo>
                  <a:pt x="4138219" y="4593664"/>
                  <a:pt x="4108439" y="4563980"/>
                  <a:pt x="4071744" y="4563977"/>
                </a:cubicBezTo>
                <a:lnTo>
                  <a:pt x="4071755" y="4563976"/>
                </a:lnTo>
                <a:lnTo>
                  <a:pt x="2918679" y="4563976"/>
                </a:lnTo>
                <a:lnTo>
                  <a:pt x="2918679" y="1943457"/>
                </a:lnTo>
                <a:cubicBezTo>
                  <a:pt x="2918651" y="1906687"/>
                  <a:pt x="2888849" y="1876886"/>
                  <a:pt x="2852079" y="1876859"/>
                </a:cubicBezTo>
                <a:close/>
                <a:moveTo>
                  <a:pt x="0" y="0"/>
                </a:moveTo>
                <a:lnTo>
                  <a:pt x="3202169" y="0"/>
                </a:lnTo>
                <a:lnTo>
                  <a:pt x="3202169" y="1237041"/>
                </a:lnTo>
                <a:cubicBezTo>
                  <a:pt x="3202092" y="1273750"/>
                  <a:pt x="3231787" y="1303570"/>
                  <a:pt x="3268496" y="1303647"/>
                </a:cubicBezTo>
                <a:lnTo>
                  <a:pt x="4071999" y="1303647"/>
                </a:lnTo>
                <a:cubicBezTo>
                  <a:pt x="4108721" y="1303647"/>
                  <a:pt x="4138491" y="1273878"/>
                  <a:pt x="4138491" y="1237155"/>
                </a:cubicBezTo>
                <a:cubicBezTo>
                  <a:pt x="4138491" y="1200432"/>
                  <a:pt x="4108721" y="1170662"/>
                  <a:pt x="4071999" y="1170662"/>
                </a:cubicBezTo>
                <a:lnTo>
                  <a:pt x="3335164" y="1170662"/>
                </a:lnTo>
                <a:lnTo>
                  <a:pt x="3335164" y="0"/>
                </a:lnTo>
                <a:lnTo>
                  <a:pt x="5737225" y="0"/>
                </a:lnTo>
                <a:lnTo>
                  <a:pt x="5737225" y="456923"/>
                </a:lnTo>
                <a:lnTo>
                  <a:pt x="5061452" y="456923"/>
                </a:lnTo>
                <a:cubicBezTo>
                  <a:pt x="5024681" y="456954"/>
                  <a:pt x="4994882" y="486756"/>
                  <a:pt x="4994854" y="523527"/>
                </a:cubicBezTo>
                <a:cubicBezTo>
                  <a:pt x="4994902" y="560232"/>
                  <a:pt x="5024697" y="589949"/>
                  <a:pt x="5061402" y="589901"/>
                </a:cubicBezTo>
                <a:lnTo>
                  <a:pt x="5737225" y="589901"/>
                </a:lnTo>
                <a:lnTo>
                  <a:pt x="5737225" y="2089756"/>
                </a:lnTo>
                <a:lnTo>
                  <a:pt x="4629893" y="2089756"/>
                </a:lnTo>
                <a:lnTo>
                  <a:pt x="4629893" y="1510997"/>
                </a:lnTo>
                <a:cubicBezTo>
                  <a:pt x="4629933" y="1474256"/>
                  <a:pt x="4600181" y="1444440"/>
                  <a:pt x="4563439" y="1444400"/>
                </a:cubicBezTo>
                <a:lnTo>
                  <a:pt x="4563282" y="1444400"/>
                </a:lnTo>
                <a:cubicBezTo>
                  <a:pt x="4526514" y="1444429"/>
                  <a:pt x="4496714" y="1474229"/>
                  <a:pt x="4496684" y="1510997"/>
                </a:cubicBezTo>
                <a:lnTo>
                  <a:pt x="4496684" y="2156580"/>
                </a:lnTo>
                <a:cubicBezTo>
                  <a:pt x="4496730" y="2193288"/>
                  <a:pt x="4526525" y="2223008"/>
                  <a:pt x="4563233" y="2222962"/>
                </a:cubicBezTo>
                <a:cubicBezTo>
                  <a:pt x="4563234" y="2222962"/>
                  <a:pt x="4563235" y="2222962"/>
                  <a:pt x="4563235" y="2222962"/>
                </a:cubicBezTo>
                <a:lnTo>
                  <a:pt x="5737225" y="2222962"/>
                </a:lnTo>
                <a:lnTo>
                  <a:pt x="5737225" y="3959244"/>
                </a:lnTo>
                <a:lnTo>
                  <a:pt x="4723569" y="3959244"/>
                </a:lnTo>
                <a:lnTo>
                  <a:pt x="4723569" y="3172909"/>
                </a:lnTo>
                <a:cubicBezTo>
                  <a:pt x="4723486" y="3136168"/>
                  <a:pt x="4693634" y="3106451"/>
                  <a:pt x="4656893" y="3106534"/>
                </a:cubicBezTo>
                <a:lnTo>
                  <a:pt x="4656742" y="3106534"/>
                </a:lnTo>
                <a:lnTo>
                  <a:pt x="3781167" y="3106534"/>
                </a:lnTo>
                <a:lnTo>
                  <a:pt x="3781167" y="2468938"/>
                </a:lnTo>
                <a:cubicBezTo>
                  <a:pt x="3781242" y="2432230"/>
                  <a:pt x="3751545" y="2402411"/>
                  <a:pt x="3714836" y="2402336"/>
                </a:cubicBezTo>
                <a:lnTo>
                  <a:pt x="3714786" y="2402336"/>
                </a:lnTo>
                <a:cubicBezTo>
                  <a:pt x="3678045" y="2402437"/>
                  <a:pt x="3648287" y="2432197"/>
                  <a:pt x="3648187" y="2468938"/>
                </a:cubicBezTo>
                <a:lnTo>
                  <a:pt x="3648187" y="3172909"/>
                </a:lnTo>
                <a:cubicBezTo>
                  <a:pt x="3648210" y="3209682"/>
                  <a:pt x="3678012" y="3239487"/>
                  <a:pt x="3714785" y="3239515"/>
                </a:cubicBezTo>
                <a:lnTo>
                  <a:pt x="4590358" y="3239515"/>
                </a:lnTo>
                <a:lnTo>
                  <a:pt x="4590358" y="5143501"/>
                </a:lnTo>
                <a:lnTo>
                  <a:pt x="0" y="5143501"/>
                </a:lnTo>
                <a:close/>
              </a:path>
            </a:pathLst>
          </a:custGeom>
          <a:noFill/>
        </p:spPr>
        <p:txBody>
          <a:bodyPr wrap="square">
            <a:noAutofit/>
          </a:bodyPr>
          <a:lstStyle>
            <a:lvl1pPr>
              <a:defRPr>
                <a:solidFill>
                  <a:srgbClr val="1A1A17"/>
                </a:solidFill>
              </a:defRPr>
            </a:lvl1pPr>
          </a:lstStyle>
          <a:p>
            <a:r>
              <a:rPr lang="en-US"/>
              <a:t>Click icon to add picture</a:t>
            </a:r>
            <a:endParaRPr lang="da-DK" dirty="0"/>
          </a:p>
        </p:txBody>
      </p:sp>
      <p:sp>
        <p:nvSpPr>
          <p:cNvPr id="24" name="Text Placeholder 23">
            <a:extLst>
              <a:ext uri="{FF2B5EF4-FFF2-40B4-BE49-F238E27FC236}">
                <a16:creationId xmlns:a16="http://schemas.microsoft.com/office/drawing/2014/main" id="{93E2F4AF-D4BB-40DE-B41A-382CA3CDC043}"/>
              </a:ext>
            </a:extLst>
          </p:cNvPr>
          <p:cNvSpPr>
            <a:spLocks noGrp="1"/>
          </p:cNvSpPr>
          <p:nvPr>
            <p:ph type="body" sz="quarter" idx="17"/>
          </p:nvPr>
        </p:nvSpPr>
        <p:spPr>
          <a:xfrm>
            <a:off x="8186737" y="513000"/>
            <a:ext cx="3463926" cy="240065"/>
          </a:xfrm>
          <a:prstGeom prst="rect">
            <a:avLst/>
          </a:prstGeom>
        </p:spPr>
        <p:txBody>
          <a:bodyPr wrap="square" lIns="0" tIns="0" rIns="0" bIns="0">
            <a:noAutofit/>
          </a:bodyPr>
          <a:lstStyle>
            <a:lvl1pPr marL="0" indent="0">
              <a:buNone/>
              <a:defRPr sz="1733" kern="0" baseline="0">
                <a:solidFill>
                  <a:schemeClr val="accent2">
                    <a:lumMod val="50000"/>
                  </a:schemeClr>
                </a:solidFill>
                <a:latin typeface="Times New Roman" panose="02020603050405020304" pitchFamily="18" charset="0"/>
                <a:cs typeface="Times New Roman" panose="02020603050405020304" pitchFamily="18" charset="0"/>
              </a:defRPr>
            </a:lvl1pPr>
          </a:lstStyle>
          <a:p>
            <a:pPr lvl="0"/>
            <a:r>
              <a:rPr lang="en-US"/>
              <a:t>Click to edit Master text styles</a:t>
            </a:r>
          </a:p>
        </p:txBody>
      </p:sp>
      <p:sp>
        <p:nvSpPr>
          <p:cNvPr id="27" name="Text Placeholder 23">
            <a:extLst>
              <a:ext uri="{FF2B5EF4-FFF2-40B4-BE49-F238E27FC236}">
                <a16:creationId xmlns:a16="http://schemas.microsoft.com/office/drawing/2014/main" id="{5C8C6C4C-26A7-480C-A356-E9C9FE7937FC}"/>
              </a:ext>
            </a:extLst>
          </p:cNvPr>
          <p:cNvSpPr>
            <a:spLocks noGrp="1"/>
          </p:cNvSpPr>
          <p:nvPr>
            <p:ph type="body" sz="quarter" idx="18"/>
          </p:nvPr>
        </p:nvSpPr>
        <p:spPr>
          <a:xfrm>
            <a:off x="8186737" y="986690"/>
            <a:ext cx="3463926" cy="4062310"/>
          </a:xfrm>
          <a:prstGeom prst="rect">
            <a:avLst/>
          </a:prstGeom>
        </p:spPr>
        <p:txBody>
          <a:bodyPr wrap="square" lIns="0" tIns="0" rIns="0" bIns="0">
            <a:noAutofit/>
          </a:bodyPr>
          <a:lstStyle>
            <a:lvl1pPr marL="0" indent="0">
              <a:lnSpc>
                <a:spcPct val="90000"/>
              </a:lnSpc>
              <a:buNone/>
              <a:defRPr sz="3733" b="1">
                <a:solidFill>
                  <a:srgbClr val="3F1A01"/>
                </a:solidFill>
              </a:defRPr>
            </a:lvl1pPr>
          </a:lstStyle>
          <a:p>
            <a:pPr lvl="0"/>
            <a:r>
              <a:rPr lang="en-US" dirty="0"/>
              <a:t>Click to edit Master text styles</a:t>
            </a:r>
          </a:p>
        </p:txBody>
      </p:sp>
      <p:sp>
        <p:nvSpPr>
          <p:cNvPr id="8" name="ExternalLogo" hidden="1">
            <a:extLst>
              <a:ext uri="{FF2B5EF4-FFF2-40B4-BE49-F238E27FC236}">
                <a16:creationId xmlns:a16="http://schemas.microsoft.com/office/drawing/2014/main" id="{EB83A143-A85C-483C-9696-7B32A177F6E1}"/>
              </a:ext>
            </a:extLst>
          </p:cNvPr>
          <p:cNvSpPr/>
          <p:nvPr/>
        </p:nvSpPr>
        <p:spPr>
          <a:xfrm>
            <a:off x="8181032" y="5019883"/>
            <a:ext cx="1627188" cy="636980"/>
          </a:xfrm>
          <a:prstGeom prst="rect">
            <a:avLst/>
          </a:prstGeom>
          <a:solidFill>
            <a:srgbClr val="D1D1D1"/>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chorCtr="0">
            <a:noAutofit/>
          </a:bodyPr>
          <a:lstStyle/>
          <a:p>
            <a:pPr algn="ctr"/>
            <a:r>
              <a:rPr lang="en-GB" sz="900" dirty="0">
                <a:solidFill>
                  <a:srgbClr val="FF00FF"/>
                </a:solidFill>
              </a:rPr>
              <a:t>External logo</a:t>
            </a:r>
          </a:p>
        </p:txBody>
      </p:sp>
    </p:spTree>
    <p:extLst>
      <p:ext uri="{BB962C8B-B14F-4D97-AF65-F5344CB8AC3E}">
        <p14:creationId xmlns:p14="http://schemas.microsoft.com/office/powerpoint/2010/main" val="2503690391"/>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7" name="Text Placeholder 23">
            <a:extLst>
              <a:ext uri="{FF2B5EF4-FFF2-40B4-BE49-F238E27FC236}">
                <a16:creationId xmlns:a16="http://schemas.microsoft.com/office/drawing/2014/main" id="{FBEA8FD4-E399-42E0-957E-570ACE0FFA37}"/>
              </a:ext>
            </a:extLst>
          </p:cNvPr>
          <p:cNvSpPr>
            <a:spLocks noGrp="1"/>
          </p:cNvSpPr>
          <p:nvPr>
            <p:ph type="body" sz="quarter" idx="17"/>
          </p:nvPr>
        </p:nvSpPr>
        <p:spPr>
          <a:xfrm>
            <a:off x="539749" y="539750"/>
            <a:ext cx="9213851" cy="266676"/>
          </a:xfrm>
          <a:prstGeom prst="rect">
            <a:avLst/>
          </a:prstGeom>
        </p:spPr>
        <p:txBody>
          <a:bodyPr wrap="square" lIns="0" tIns="0" rIns="0" bIns="0">
            <a:noAutofit/>
          </a:bodyPr>
          <a:lstStyle>
            <a:lvl1pPr marL="0" indent="0">
              <a:buNone/>
              <a:defRPr sz="1400">
                <a:solidFill>
                  <a:schemeClr val="accent2">
                    <a:lumMod val="50000"/>
                  </a:schemeClr>
                </a:solidFill>
                <a:latin typeface="Times New Roman" panose="02020603050405020304" pitchFamily="18" charset="0"/>
                <a:cs typeface="Times New Roman" panose="02020603050405020304" pitchFamily="18" charset="0"/>
              </a:defRPr>
            </a:lvl1pPr>
          </a:lstStyle>
          <a:p>
            <a:pPr lvl="0"/>
            <a:r>
              <a:rPr lang="en-US" dirty="0"/>
              <a:t>Click to edit Master text styles</a:t>
            </a:r>
          </a:p>
        </p:txBody>
      </p:sp>
      <p:sp>
        <p:nvSpPr>
          <p:cNvPr id="14" name="Title Placeholder 1">
            <a:extLst>
              <a:ext uri="{FF2B5EF4-FFF2-40B4-BE49-F238E27FC236}">
                <a16:creationId xmlns:a16="http://schemas.microsoft.com/office/drawing/2014/main" id="{989A6B36-5074-4FCB-B447-1EDAD42FB645}"/>
              </a:ext>
            </a:extLst>
          </p:cNvPr>
          <p:cNvSpPr>
            <a:spLocks noGrp="1"/>
          </p:cNvSpPr>
          <p:nvPr>
            <p:ph type="title"/>
          </p:nvPr>
        </p:nvSpPr>
        <p:spPr>
          <a:xfrm>
            <a:off x="539749" y="814386"/>
            <a:ext cx="9213851" cy="332399"/>
          </a:xfrm>
          <a:prstGeom prst="rect">
            <a:avLst/>
          </a:prstGeom>
        </p:spPr>
        <p:txBody>
          <a:bodyPr vert="horz" lIns="0" tIns="0" rIns="0" bIns="0" rtlCol="0" anchor="b" anchorCtr="0">
            <a:noAutofit/>
          </a:bodyPr>
          <a:lstStyle>
            <a:lvl1pPr>
              <a:defRPr>
                <a:solidFill>
                  <a:srgbClr val="3F1A01"/>
                </a:solidFill>
              </a:defRPr>
            </a:lvl1pPr>
          </a:lstStyle>
          <a:p>
            <a:r>
              <a:rPr lang="en-US"/>
              <a:t>Click to edit Master title style</a:t>
            </a:r>
            <a:endParaRPr lang="en-GB" dirty="0"/>
          </a:p>
        </p:txBody>
      </p:sp>
      <p:sp>
        <p:nvSpPr>
          <p:cNvPr id="16" name="Content Placeholder 2">
            <a:extLst>
              <a:ext uri="{FF2B5EF4-FFF2-40B4-BE49-F238E27FC236}">
                <a16:creationId xmlns:a16="http://schemas.microsoft.com/office/drawing/2014/main" id="{22CB1E00-7536-44DF-8EF1-5DEC73C07787}"/>
              </a:ext>
            </a:extLst>
          </p:cNvPr>
          <p:cNvSpPr>
            <a:spLocks noGrp="1"/>
          </p:cNvSpPr>
          <p:nvPr>
            <p:ph idx="19"/>
          </p:nvPr>
        </p:nvSpPr>
        <p:spPr>
          <a:xfrm>
            <a:off x="539750" y="1416785"/>
            <a:ext cx="9213849" cy="4415215"/>
          </a:xfrm>
          <a:prstGeom prst="rect">
            <a:avLst/>
          </a:prstGeom>
        </p:spPr>
        <p:txBody>
          <a:bodyPr/>
          <a:lstStyle>
            <a:lvl1pPr marL="180000" indent="-180000">
              <a:defRPr sz="1600">
                <a:solidFill>
                  <a:srgbClr val="3F1A01"/>
                </a:solidFill>
              </a:defRPr>
            </a:lvl1pPr>
            <a:lvl2pPr marL="360000" indent="-180000">
              <a:defRPr sz="1400">
                <a:solidFill>
                  <a:srgbClr val="3F1A01"/>
                </a:solidFill>
              </a:defRPr>
            </a:lvl2pPr>
            <a:lvl3pPr marL="540000" indent="-180000">
              <a:defRPr>
                <a:solidFill>
                  <a:srgbClr val="3F1A01"/>
                </a:solidFill>
              </a:defRPr>
            </a:lvl3pPr>
            <a:lvl4pPr marL="720000" indent="-180000">
              <a:defRPr>
                <a:solidFill>
                  <a:srgbClr val="3F1A01"/>
                </a:solidFill>
              </a:defRPr>
            </a:lvl4pPr>
            <a:lvl5pPr marL="900000" indent="-180000">
              <a:defRPr>
                <a:solidFill>
                  <a:srgbClr val="3F1A0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0" name="Pladsholder til tekst 4">
            <a:extLst>
              <a:ext uri="{FF2B5EF4-FFF2-40B4-BE49-F238E27FC236}">
                <a16:creationId xmlns:a16="http://schemas.microsoft.com/office/drawing/2014/main" id="{6E8E7CF8-F359-412E-9254-CDE322263B1F}"/>
              </a:ext>
            </a:extLst>
          </p:cNvPr>
          <p:cNvSpPr>
            <a:spLocks noGrp="1"/>
          </p:cNvSpPr>
          <p:nvPr>
            <p:ph type="body" sz="quarter" idx="18" hasCustomPrompt="1"/>
          </p:nvPr>
        </p:nvSpPr>
        <p:spPr>
          <a:xfrm>
            <a:off x="539749" y="6102000"/>
            <a:ext cx="9213851" cy="619200"/>
          </a:xfrm>
          <a:prstGeom prst="rect">
            <a:avLst/>
          </a:prstGeom>
        </p:spPr>
        <p:txBody>
          <a:bodyPr anchor="b" anchorCtr="0">
            <a:noAutofit/>
          </a:bodyPr>
          <a:lstStyle>
            <a:lvl1pPr marL="0" indent="0">
              <a:spcBef>
                <a:spcPts val="0"/>
              </a:spcBef>
              <a:buFont typeface="+mj-lt"/>
              <a:buNone/>
              <a:defRPr sz="950" i="0">
                <a:solidFill>
                  <a:schemeClr val="accent2">
                    <a:lumMod val="50000"/>
                  </a:schemeClr>
                </a:solidFill>
                <a:latin typeface="Times New Roman" panose="02020603050405020304" pitchFamily="18" charset="0"/>
                <a:cs typeface="Times New Roman" panose="02020603050405020304" pitchFamily="18" charset="0"/>
              </a:defRPr>
            </a:lvl1pPr>
            <a:lvl2pPr marL="457200" indent="0">
              <a:buNone/>
              <a:defRPr/>
            </a:lvl2pPr>
          </a:lstStyle>
          <a:p>
            <a:pPr lvl="0"/>
            <a:r>
              <a:rPr lang="en-GB" dirty="0"/>
              <a:t>Reference text</a:t>
            </a:r>
          </a:p>
        </p:txBody>
      </p:sp>
      <p:sp>
        <p:nvSpPr>
          <p:cNvPr id="8" name="Slide Number Placeholder 5">
            <a:extLst>
              <a:ext uri="{FF2B5EF4-FFF2-40B4-BE49-F238E27FC236}">
                <a16:creationId xmlns:a16="http://schemas.microsoft.com/office/drawing/2014/main" id="{427F3E52-D28D-4107-8D72-B5A499B26B25}"/>
              </a:ext>
            </a:extLst>
          </p:cNvPr>
          <p:cNvSpPr>
            <a:spLocks noGrp="1"/>
          </p:cNvSpPr>
          <p:nvPr>
            <p:ph type="sldNum" sz="quarter" idx="4"/>
          </p:nvPr>
        </p:nvSpPr>
        <p:spPr>
          <a:xfrm>
            <a:off x="11326690" y="6434112"/>
            <a:ext cx="595310" cy="153888"/>
          </a:xfrm>
          <a:prstGeom prst="rect">
            <a:avLst/>
          </a:prstGeom>
        </p:spPr>
        <p:txBody>
          <a:bodyPr lIns="0" tIns="0" rIns="0" bIns="0" anchor="t" anchorCtr="0">
            <a:noAutofit/>
          </a:bodyPr>
          <a:lstStyle>
            <a:lvl1pPr algn="r">
              <a:defRPr sz="900">
                <a:solidFill>
                  <a:srgbClr val="3F1A01"/>
                </a:solidFill>
              </a:defRPr>
            </a:lvl1pPr>
          </a:lstStyle>
          <a:p>
            <a:fld id="{6DBC486D-4FAB-B746-8B02-8D7C842291C6}" type="slidenum">
              <a:rPr lang="en-US" smtClean="0"/>
              <a:pPr/>
              <a:t>‹#›</a:t>
            </a:fld>
            <a:endParaRPr lang="en-US" dirty="0"/>
          </a:p>
        </p:txBody>
      </p:sp>
    </p:spTree>
    <p:extLst>
      <p:ext uri="{BB962C8B-B14F-4D97-AF65-F5344CB8AC3E}">
        <p14:creationId xmlns:p14="http://schemas.microsoft.com/office/powerpoint/2010/main" val="377740575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 w. pattern">
    <p:bg>
      <p:bgPr>
        <a:solidFill>
          <a:schemeClr val="bg1"/>
        </a:solidFill>
        <a:effectLst/>
      </p:bgPr>
    </p:bg>
    <p:spTree>
      <p:nvGrpSpPr>
        <p:cNvPr id="1" name=""/>
        <p:cNvGrpSpPr/>
        <p:nvPr/>
      </p:nvGrpSpPr>
      <p:grpSpPr>
        <a:xfrm>
          <a:off x="0" y="0"/>
          <a:ext cx="0" cy="0"/>
          <a:chOff x="0" y="0"/>
          <a:chExt cx="0" cy="0"/>
        </a:xfrm>
      </p:grpSpPr>
      <p:sp>
        <p:nvSpPr>
          <p:cNvPr id="6" name="AutoShape 3">
            <a:extLst>
              <a:ext uri="{FF2B5EF4-FFF2-40B4-BE49-F238E27FC236}">
                <a16:creationId xmlns:a16="http://schemas.microsoft.com/office/drawing/2014/main" id="{7B482223-62A2-4BE1-A7D3-439F28AF6F91}"/>
              </a:ext>
            </a:extLst>
          </p:cNvPr>
          <p:cNvSpPr>
            <a:spLocks noChangeAspect="1" noChangeArrowheads="1" noTextEdit="1"/>
          </p:cNvSpPr>
          <p:nvPr/>
        </p:nvSpPr>
        <p:spPr bwMode="auto">
          <a:xfrm>
            <a:off x="8099425" y="-1439863"/>
            <a:ext cx="8388350" cy="98139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3" name="AutoShape 7">
            <a:extLst>
              <a:ext uri="{FF2B5EF4-FFF2-40B4-BE49-F238E27FC236}">
                <a16:creationId xmlns:a16="http://schemas.microsoft.com/office/drawing/2014/main" id="{3F89116A-A372-4C46-AF50-395943F80796}"/>
              </a:ext>
            </a:extLst>
          </p:cNvPr>
          <p:cNvSpPr>
            <a:spLocks noChangeAspect="1" noChangeArrowheads="1" noTextEdit="1"/>
          </p:cNvSpPr>
          <p:nvPr/>
        </p:nvSpPr>
        <p:spPr bwMode="auto">
          <a:xfrm>
            <a:off x="8099425" y="-1439863"/>
            <a:ext cx="8388350" cy="98139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0" name="Freeform 9">
            <a:extLst>
              <a:ext uri="{FF2B5EF4-FFF2-40B4-BE49-F238E27FC236}">
                <a16:creationId xmlns:a16="http://schemas.microsoft.com/office/drawing/2014/main" id="{7545D9E4-D14D-4332-BA4D-8D8CC388251E}"/>
              </a:ext>
            </a:extLst>
          </p:cNvPr>
          <p:cNvSpPr>
            <a:spLocks noEditPoints="1"/>
          </p:cNvSpPr>
          <p:nvPr/>
        </p:nvSpPr>
        <p:spPr bwMode="auto">
          <a:xfrm>
            <a:off x="8102600" y="-2176101"/>
            <a:ext cx="8385175" cy="9817101"/>
          </a:xfrm>
          <a:custGeom>
            <a:avLst/>
            <a:gdLst>
              <a:gd name="T0" fmla="*/ 276 w 2642"/>
              <a:gd name="T1" fmla="*/ 2871 h 3094"/>
              <a:gd name="T2" fmla="*/ 588 w 2642"/>
              <a:gd name="T3" fmla="*/ 2871 h 3094"/>
              <a:gd name="T4" fmla="*/ 2083 w 2642"/>
              <a:gd name="T5" fmla="*/ 2843 h 3094"/>
              <a:gd name="T6" fmla="*/ 2338 w 2642"/>
              <a:gd name="T7" fmla="*/ 2900 h 3094"/>
              <a:gd name="T8" fmla="*/ 29 w 2642"/>
              <a:gd name="T9" fmla="*/ 1219 h 3094"/>
              <a:gd name="T10" fmla="*/ 29 w 2642"/>
              <a:gd name="T11" fmla="*/ 2444 h 3094"/>
              <a:gd name="T12" fmla="*/ 559 w 2642"/>
              <a:gd name="T13" fmla="*/ 2386 h 3094"/>
              <a:gd name="T14" fmla="*/ 29 w 2642"/>
              <a:gd name="T15" fmla="*/ 1219 h 3094"/>
              <a:gd name="T16" fmla="*/ 2584 w 2642"/>
              <a:gd name="T17" fmla="*/ 2386 h 3094"/>
              <a:gd name="T18" fmla="*/ 2083 w 2642"/>
              <a:gd name="T19" fmla="*/ 2444 h 3094"/>
              <a:gd name="T20" fmla="*/ 2642 w 2642"/>
              <a:gd name="T21" fmla="*/ 1248 h 3094"/>
              <a:gd name="T22" fmla="*/ 210 w 2642"/>
              <a:gd name="T23" fmla="*/ 292 h 3094"/>
              <a:gd name="T24" fmla="*/ 210 w 2642"/>
              <a:gd name="T25" fmla="*/ 970 h 3094"/>
              <a:gd name="T26" fmla="*/ 559 w 2642"/>
              <a:gd name="T27" fmla="*/ 912 h 3094"/>
              <a:gd name="T28" fmla="*/ 658 w 2642"/>
              <a:gd name="T29" fmla="*/ 350 h 3094"/>
              <a:gd name="T30" fmla="*/ 2432 w 2642"/>
              <a:gd name="T31" fmla="*/ 292 h 3094"/>
              <a:gd name="T32" fmla="*/ 1984 w 2642"/>
              <a:gd name="T33" fmla="*/ 350 h 3094"/>
              <a:gd name="T34" fmla="*/ 2083 w 2642"/>
              <a:gd name="T35" fmla="*/ 912 h 3094"/>
              <a:gd name="T36" fmla="*/ 2432 w 2642"/>
              <a:gd name="T37" fmla="*/ 970 h 3094"/>
              <a:gd name="T38" fmla="*/ 2432 w 2642"/>
              <a:gd name="T39" fmla="*/ 292 h 3094"/>
              <a:gd name="T40" fmla="*/ 814 w 2642"/>
              <a:gd name="T41" fmla="*/ 29 h 3094"/>
              <a:gd name="T42" fmla="*/ 1292 w 2642"/>
              <a:gd name="T43" fmla="*/ 602 h 3094"/>
              <a:gd name="T44" fmla="*/ 989 w 2642"/>
              <a:gd name="T45" fmla="*/ 660 h 3094"/>
              <a:gd name="T46" fmla="*/ 801 w 2642"/>
              <a:gd name="T47" fmla="*/ 1311 h 3094"/>
              <a:gd name="T48" fmla="*/ 743 w 2642"/>
              <a:gd name="T49" fmla="*/ 1060 h 3094"/>
              <a:gd name="T50" fmla="*/ 1292 w 2642"/>
              <a:gd name="T51" fmla="*/ 1369 h 3094"/>
              <a:gd name="T52" fmla="*/ 842 w 2642"/>
              <a:gd name="T53" fmla="*/ 1782 h 3094"/>
              <a:gd name="T54" fmla="*/ 433 w 2642"/>
              <a:gd name="T55" fmla="*/ 1476 h 3094"/>
              <a:gd name="T56" fmla="*/ 375 w 2642"/>
              <a:gd name="T57" fmla="*/ 1782 h 3094"/>
              <a:gd name="T58" fmla="*/ 784 w 2642"/>
              <a:gd name="T59" fmla="*/ 2669 h 3094"/>
              <a:gd name="T60" fmla="*/ 842 w 2642"/>
              <a:gd name="T61" fmla="*/ 2181 h 3094"/>
              <a:gd name="T62" fmla="*/ 921 w 2642"/>
              <a:gd name="T63" fmla="*/ 3036 h 3094"/>
              <a:gd name="T64" fmla="*/ 1321 w 2642"/>
              <a:gd name="T65" fmla="*/ 3094 h 3094"/>
              <a:gd name="T66" fmla="*/ 1722 w 2642"/>
              <a:gd name="T67" fmla="*/ 3036 h 3094"/>
              <a:gd name="T68" fmla="*/ 1800 w 2642"/>
              <a:gd name="T69" fmla="*/ 2181 h 3094"/>
              <a:gd name="T70" fmla="*/ 1858 w 2642"/>
              <a:gd name="T71" fmla="*/ 2669 h 3094"/>
              <a:gd name="T72" fmla="*/ 2267 w 2642"/>
              <a:gd name="T73" fmla="*/ 1782 h 3094"/>
              <a:gd name="T74" fmla="*/ 2210 w 2642"/>
              <a:gd name="T75" fmla="*/ 1476 h 3094"/>
              <a:gd name="T76" fmla="*/ 1800 w 2642"/>
              <a:gd name="T77" fmla="*/ 1782 h 3094"/>
              <a:gd name="T78" fmla="*/ 1350 w 2642"/>
              <a:gd name="T79" fmla="*/ 1369 h 3094"/>
              <a:gd name="T80" fmla="*/ 1899 w 2642"/>
              <a:gd name="T81" fmla="*/ 1060 h 3094"/>
              <a:gd name="T82" fmla="*/ 1841 w 2642"/>
              <a:gd name="T83" fmla="*/ 1311 h 3094"/>
              <a:gd name="T84" fmla="*/ 1643 w 2642"/>
              <a:gd name="T85" fmla="*/ 660 h 3094"/>
              <a:gd name="T86" fmla="*/ 1350 w 2642"/>
              <a:gd name="T87" fmla="*/ 602 h 3094"/>
              <a:gd name="T88" fmla="*/ 1828 w 2642"/>
              <a:gd name="T89" fmla="*/ 29 h 30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642" h="3094">
                <a:moveTo>
                  <a:pt x="559" y="2843"/>
                </a:moveTo>
                <a:cubicBezTo>
                  <a:pt x="305" y="2843"/>
                  <a:pt x="305" y="2843"/>
                  <a:pt x="305" y="2843"/>
                </a:cubicBezTo>
                <a:cubicBezTo>
                  <a:pt x="289" y="2843"/>
                  <a:pt x="276" y="2856"/>
                  <a:pt x="276" y="2871"/>
                </a:cubicBezTo>
                <a:cubicBezTo>
                  <a:pt x="276" y="2887"/>
                  <a:pt x="289" y="2900"/>
                  <a:pt x="305" y="2900"/>
                </a:cubicBezTo>
                <a:cubicBezTo>
                  <a:pt x="559" y="2900"/>
                  <a:pt x="559" y="2900"/>
                  <a:pt x="559" y="2900"/>
                </a:cubicBezTo>
                <a:cubicBezTo>
                  <a:pt x="575" y="2900"/>
                  <a:pt x="588" y="2887"/>
                  <a:pt x="588" y="2871"/>
                </a:cubicBezTo>
                <a:cubicBezTo>
                  <a:pt x="588" y="2856"/>
                  <a:pt x="575" y="2843"/>
                  <a:pt x="559" y="2843"/>
                </a:cubicBezTo>
                <a:moveTo>
                  <a:pt x="2338" y="2843"/>
                </a:moveTo>
                <a:cubicBezTo>
                  <a:pt x="2083" y="2843"/>
                  <a:pt x="2083" y="2843"/>
                  <a:pt x="2083" y="2843"/>
                </a:cubicBezTo>
                <a:cubicBezTo>
                  <a:pt x="2068" y="2843"/>
                  <a:pt x="2055" y="2856"/>
                  <a:pt x="2055" y="2871"/>
                </a:cubicBezTo>
                <a:cubicBezTo>
                  <a:pt x="2055" y="2887"/>
                  <a:pt x="2068" y="2900"/>
                  <a:pt x="2083" y="2900"/>
                </a:cubicBezTo>
                <a:cubicBezTo>
                  <a:pt x="2338" y="2900"/>
                  <a:pt x="2338" y="2900"/>
                  <a:pt x="2338" y="2900"/>
                </a:cubicBezTo>
                <a:cubicBezTo>
                  <a:pt x="2354" y="2900"/>
                  <a:pt x="2366" y="2887"/>
                  <a:pt x="2366" y="2871"/>
                </a:cubicBezTo>
                <a:cubicBezTo>
                  <a:pt x="2366" y="2856"/>
                  <a:pt x="2354" y="2843"/>
                  <a:pt x="2338" y="2843"/>
                </a:cubicBezTo>
                <a:moveTo>
                  <a:pt x="29" y="1219"/>
                </a:moveTo>
                <a:cubicBezTo>
                  <a:pt x="13" y="1219"/>
                  <a:pt x="0" y="1232"/>
                  <a:pt x="0" y="1248"/>
                </a:cubicBezTo>
                <a:cubicBezTo>
                  <a:pt x="0" y="2415"/>
                  <a:pt x="0" y="2415"/>
                  <a:pt x="0" y="2415"/>
                </a:cubicBezTo>
                <a:cubicBezTo>
                  <a:pt x="0" y="2431"/>
                  <a:pt x="13" y="2444"/>
                  <a:pt x="29" y="2444"/>
                </a:cubicBezTo>
                <a:cubicBezTo>
                  <a:pt x="559" y="2444"/>
                  <a:pt x="559" y="2444"/>
                  <a:pt x="559" y="2444"/>
                </a:cubicBezTo>
                <a:cubicBezTo>
                  <a:pt x="575" y="2444"/>
                  <a:pt x="588" y="2431"/>
                  <a:pt x="588" y="2415"/>
                </a:cubicBezTo>
                <a:cubicBezTo>
                  <a:pt x="588" y="2399"/>
                  <a:pt x="575" y="2386"/>
                  <a:pt x="559" y="2386"/>
                </a:cubicBezTo>
                <a:cubicBezTo>
                  <a:pt x="58" y="2386"/>
                  <a:pt x="58" y="2386"/>
                  <a:pt x="58" y="2386"/>
                </a:cubicBezTo>
                <a:cubicBezTo>
                  <a:pt x="58" y="1248"/>
                  <a:pt x="58" y="1248"/>
                  <a:pt x="58" y="1248"/>
                </a:cubicBezTo>
                <a:cubicBezTo>
                  <a:pt x="58" y="1232"/>
                  <a:pt x="45" y="1219"/>
                  <a:pt x="29" y="1219"/>
                </a:cubicBezTo>
                <a:moveTo>
                  <a:pt x="2613" y="1219"/>
                </a:moveTo>
                <a:cubicBezTo>
                  <a:pt x="2597" y="1219"/>
                  <a:pt x="2584" y="1232"/>
                  <a:pt x="2584" y="1248"/>
                </a:cubicBezTo>
                <a:cubicBezTo>
                  <a:pt x="2584" y="2386"/>
                  <a:pt x="2584" y="2386"/>
                  <a:pt x="2584" y="2386"/>
                </a:cubicBezTo>
                <a:cubicBezTo>
                  <a:pt x="2083" y="2386"/>
                  <a:pt x="2083" y="2386"/>
                  <a:pt x="2083" y="2386"/>
                </a:cubicBezTo>
                <a:cubicBezTo>
                  <a:pt x="2067" y="2386"/>
                  <a:pt x="2055" y="2399"/>
                  <a:pt x="2055" y="2415"/>
                </a:cubicBezTo>
                <a:cubicBezTo>
                  <a:pt x="2055" y="2431"/>
                  <a:pt x="2067" y="2444"/>
                  <a:pt x="2083" y="2444"/>
                </a:cubicBezTo>
                <a:cubicBezTo>
                  <a:pt x="2613" y="2444"/>
                  <a:pt x="2613" y="2444"/>
                  <a:pt x="2613" y="2444"/>
                </a:cubicBezTo>
                <a:cubicBezTo>
                  <a:pt x="2629" y="2444"/>
                  <a:pt x="2642" y="2431"/>
                  <a:pt x="2642" y="2415"/>
                </a:cubicBezTo>
                <a:cubicBezTo>
                  <a:pt x="2642" y="1248"/>
                  <a:pt x="2642" y="1248"/>
                  <a:pt x="2642" y="1248"/>
                </a:cubicBezTo>
                <a:cubicBezTo>
                  <a:pt x="2642" y="1232"/>
                  <a:pt x="2629" y="1219"/>
                  <a:pt x="2613" y="1219"/>
                </a:cubicBezTo>
                <a:moveTo>
                  <a:pt x="658" y="292"/>
                </a:moveTo>
                <a:cubicBezTo>
                  <a:pt x="210" y="292"/>
                  <a:pt x="210" y="292"/>
                  <a:pt x="210" y="292"/>
                </a:cubicBezTo>
                <a:cubicBezTo>
                  <a:pt x="194" y="292"/>
                  <a:pt x="181" y="305"/>
                  <a:pt x="181" y="321"/>
                </a:cubicBezTo>
                <a:cubicBezTo>
                  <a:pt x="181" y="941"/>
                  <a:pt x="181" y="941"/>
                  <a:pt x="181" y="941"/>
                </a:cubicBezTo>
                <a:cubicBezTo>
                  <a:pt x="181" y="957"/>
                  <a:pt x="194" y="970"/>
                  <a:pt x="210" y="970"/>
                </a:cubicBezTo>
                <a:cubicBezTo>
                  <a:pt x="559" y="970"/>
                  <a:pt x="559" y="970"/>
                  <a:pt x="559" y="970"/>
                </a:cubicBezTo>
                <a:cubicBezTo>
                  <a:pt x="575" y="970"/>
                  <a:pt x="588" y="957"/>
                  <a:pt x="588" y="941"/>
                </a:cubicBezTo>
                <a:cubicBezTo>
                  <a:pt x="588" y="925"/>
                  <a:pt x="575" y="912"/>
                  <a:pt x="559" y="912"/>
                </a:cubicBezTo>
                <a:cubicBezTo>
                  <a:pt x="239" y="912"/>
                  <a:pt x="239" y="912"/>
                  <a:pt x="239" y="912"/>
                </a:cubicBezTo>
                <a:cubicBezTo>
                  <a:pt x="239" y="350"/>
                  <a:pt x="239" y="350"/>
                  <a:pt x="239" y="350"/>
                </a:cubicBezTo>
                <a:cubicBezTo>
                  <a:pt x="658" y="350"/>
                  <a:pt x="658" y="350"/>
                  <a:pt x="658" y="350"/>
                </a:cubicBezTo>
                <a:cubicBezTo>
                  <a:pt x="674" y="350"/>
                  <a:pt x="687" y="337"/>
                  <a:pt x="687" y="321"/>
                </a:cubicBezTo>
                <a:cubicBezTo>
                  <a:pt x="687" y="305"/>
                  <a:pt x="674" y="292"/>
                  <a:pt x="658" y="292"/>
                </a:cubicBezTo>
                <a:moveTo>
                  <a:pt x="2432" y="292"/>
                </a:moveTo>
                <a:cubicBezTo>
                  <a:pt x="1984" y="292"/>
                  <a:pt x="1984" y="292"/>
                  <a:pt x="1984" y="292"/>
                </a:cubicBezTo>
                <a:cubicBezTo>
                  <a:pt x="1968" y="292"/>
                  <a:pt x="1955" y="305"/>
                  <a:pt x="1955" y="321"/>
                </a:cubicBezTo>
                <a:cubicBezTo>
                  <a:pt x="1955" y="337"/>
                  <a:pt x="1968" y="350"/>
                  <a:pt x="1984" y="350"/>
                </a:cubicBezTo>
                <a:cubicBezTo>
                  <a:pt x="2403" y="350"/>
                  <a:pt x="2403" y="350"/>
                  <a:pt x="2403" y="350"/>
                </a:cubicBezTo>
                <a:cubicBezTo>
                  <a:pt x="2403" y="912"/>
                  <a:pt x="2403" y="912"/>
                  <a:pt x="2403" y="912"/>
                </a:cubicBezTo>
                <a:cubicBezTo>
                  <a:pt x="2083" y="912"/>
                  <a:pt x="2083" y="912"/>
                  <a:pt x="2083" y="912"/>
                </a:cubicBezTo>
                <a:cubicBezTo>
                  <a:pt x="2068" y="912"/>
                  <a:pt x="2055" y="925"/>
                  <a:pt x="2055" y="941"/>
                </a:cubicBezTo>
                <a:cubicBezTo>
                  <a:pt x="2055" y="957"/>
                  <a:pt x="2068" y="970"/>
                  <a:pt x="2083" y="970"/>
                </a:cubicBezTo>
                <a:cubicBezTo>
                  <a:pt x="2432" y="970"/>
                  <a:pt x="2432" y="970"/>
                  <a:pt x="2432" y="970"/>
                </a:cubicBezTo>
                <a:cubicBezTo>
                  <a:pt x="2448" y="970"/>
                  <a:pt x="2461" y="957"/>
                  <a:pt x="2461" y="941"/>
                </a:cubicBezTo>
                <a:cubicBezTo>
                  <a:pt x="2461" y="321"/>
                  <a:pt x="2461" y="321"/>
                  <a:pt x="2461" y="321"/>
                </a:cubicBezTo>
                <a:cubicBezTo>
                  <a:pt x="2461" y="305"/>
                  <a:pt x="2448" y="292"/>
                  <a:pt x="2432" y="292"/>
                </a:cubicBezTo>
                <a:moveTo>
                  <a:pt x="1799" y="0"/>
                </a:moveTo>
                <a:cubicBezTo>
                  <a:pt x="843" y="0"/>
                  <a:pt x="843" y="0"/>
                  <a:pt x="843" y="0"/>
                </a:cubicBezTo>
                <a:cubicBezTo>
                  <a:pt x="827" y="0"/>
                  <a:pt x="814" y="13"/>
                  <a:pt x="814" y="29"/>
                </a:cubicBezTo>
                <a:cubicBezTo>
                  <a:pt x="814" y="45"/>
                  <a:pt x="827" y="58"/>
                  <a:pt x="843" y="58"/>
                </a:cubicBezTo>
                <a:cubicBezTo>
                  <a:pt x="1292" y="58"/>
                  <a:pt x="1292" y="58"/>
                  <a:pt x="1292" y="58"/>
                </a:cubicBezTo>
                <a:cubicBezTo>
                  <a:pt x="1292" y="602"/>
                  <a:pt x="1292" y="602"/>
                  <a:pt x="1292" y="602"/>
                </a:cubicBezTo>
                <a:cubicBezTo>
                  <a:pt x="989" y="602"/>
                  <a:pt x="989" y="602"/>
                  <a:pt x="989" y="602"/>
                </a:cubicBezTo>
                <a:cubicBezTo>
                  <a:pt x="973" y="602"/>
                  <a:pt x="960" y="615"/>
                  <a:pt x="960" y="631"/>
                </a:cubicBezTo>
                <a:cubicBezTo>
                  <a:pt x="960" y="647"/>
                  <a:pt x="973" y="660"/>
                  <a:pt x="989" y="660"/>
                </a:cubicBezTo>
                <a:cubicBezTo>
                  <a:pt x="1292" y="660"/>
                  <a:pt x="1292" y="660"/>
                  <a:pt x="1292" y="660"/>
                </a:cubicBezTo>
                <a:cubicBezTo>
                  <a:pt x="1292" y="1311"/>
                  <a:pt x="1292" y="1311"/>
                  <a:pt x="1292" y="1311"/>
                </a:cubicBezTo>
                <a:cubicBezTo>
                  <a:pt x="801" y="1311"/>
                  <a:pt x="801" y="1311"/>
                  <a:pt x="801" y="1311"/>
                </a:cubicBezTo>
                <a:cubicBezTo>
                  <a:pt x="801" y="1060"/>
                  <a:pt x="801" y="1060"/>
                  <a:pt x="801" y="1060"/>
                </a:cubicBezTo>
                <a:cubicBezTo>
                  <a:pt x="801" y="1044"/>
                  <a:pt x="788" y="1031"/>
                  <a:pt x="772" y="1031"/>
                </a:cubicBezTo>
                <a:cubicBezTo>
                  <a:pt x="756" y="1031"/>
                  <a:pt x="743" y="1044"/>
                  <a:pt x="743" y="1060"/>
                </a:cubicBezTo>
                <a:cubicBezTo>
                  <a:pt x="743" y="1340"/>
                  <a:pt x="743" y="1340"/>
                  <a:pt x="743" y="1340"/>
                </a:cubicBezTo>
                <a:cubicBezTo>
                  <a:pt x="743" y="1356"/>
                  <a:pt x="756" y="1369"/>
                  <a:pt x="772" y="1369"/>
                </a:cubicBezTo>
                <a:cubicBezTo>
                  <a:pt x="1292" y="1369"/>
                  <a:pt x="1292" y="1369"/>
                  <a:pt x="1292" y="1369"/>
                </a:cubicBezTo>
                <a:cubicBezTo>
                  <a:pt x="1292" y="2123"/>
                  <a:pt x="1292" y="2123"/>
                  <a:pt x="1292" y="2123"/>
                </a:cubicBezTo>
                <a:cubicBezTo>
                  <a:pt x="842" y="2123"/>
                  <a:pt x="842" y="2123"/>
                  <a:pt x="842" y="2123"/>
                </a:cubicBezTo>
                <a:cubicBezTo>
                  <a:pt x="842" y="1782"/>
                  <a:pt x="842" y="1782"/>
                  <a:pt x="842" y="1782"/>
                </a:cubicBezTo>
                <a:cubicBezTo>
                  <a:pt x="842" y="1766"/>
                  <a:pt x="829" y="1753"/>
                  <a:pt x="813" y="1753"/>
                </a:cubicBezTo>
                <a:cubicBezTo>
                  <a:pt x="433" y="1753"/>
                  <a:pt x="433" y="1753"/>
                  <a:pt x="433" y="1753"/>
                </a:cubicBezTo>
                <a:cubicBezTo>
                  <a:pt x="433" y="1476"/>
                  <a:pt x="433" y="1476"/>
                  <a:pt x="433" y="1476"/>
                </a:cubicBezTo>
                <a:cubicBezTo>
                  <a:pt x="433" y="1460"/>
                  <a:pt x="420" y="1447"/>
                  <a:pt x="404" y="1447"/>
                </a:cubicBezTo>
                <a:cubicBezTo>
                  <a:pt x="388" y="1447"/>
                  <a:pt x="375" y="1460"/>
                  <a:pt x="375" y="1476"/>
                </a:cubicBezTo>
                <a:cubicBezTo>
                  <a:pt x="375" y="1782"/>
                  <a:pt x="375" y="1782"/>
                  <a:pt x="375" y="1782"/>
                </a:cubicBezTo>
                <a:cubicBezTo>
                  <a:pt x="375" y="1798"/>
                  <a:pt x="388" y="1811"/>
                  <a:pt x="404" y="1811"/>
                </a:cubicBezTo>
                <a:cubicBezTo>
                  <a:pt x="784" y="1811"/>
                  <a:pt x="784" y="1811"/>
                  <a:pt x="784" y="1811"/>
                </a:cubicBezTo>
                <a:cubicBezTo>
                  <a:pt x="784" y="2669"/>
                  <a:pt x="784" y="2669"/>
                  <a:pt x="784" y="2669"/>
                </a:cubicBezTo>
                <a:cubicBezTo>
                  <a:pt x="784" y="2685"/>
                  <a:pt x="797" y="2698"/>
                  <a:pt x="813" y="2698"/>
                </a:cubicBezTo>
                <a:cubicBezTo>
                  <a:pt x="829" y="2698"/>
                  <a:pt x="842" y="2685"/>
                  <a:pt x="842" y="2669"/>
                </a:cubicBezTo>
                <a:cubicBezTo>
                  <a:pt x="842" y="2181"/>
                  <a:pt x="842" y="2181"/>
                  <a:pt x="842" y="2181"/>
                </a:cubicBezTo>
                <a:cubicBezTo>
                  <a:pt x="1292" y="2181"/>
                  <a:pt x="1292" y="2181"/>
                  <a:pt x="1292" y="2181"/>
                </a:cubicBezTo>
                <a:cubicBezTo>
                  <a:pt x="1292" y="3036"/>
                  <a:pt x="1292" y="3036"/>
                  <a:pt x="1292" y="3036"/>
                </a:cubicBezTo>
                <a:cubicBezTo>
                  <a:pt x="921" y="3036"/>
                  <a:pt x="921" y="3036"/>
                  <a:pt x="921" y="3036"/>
                </a:cubicBezTo>
                <a:cubicBezTo>
                  <a:pt x="905" y="3036"/>
                  <a:pt x="892" y="3049"/>
                  <a:pt x="892" y="3065"/>
                </a:cubicBezTo>
                <a:cubicBezTo>
                  <a:pt x="892" y="3081"/>
                  <a:pt x="905" y="3094"/>
                  <a:pt x="921" y="3094"/>
                </a:cubicBezTo>
                <a:cubicBezTo>
                  <a:pt x="1321" y="3094"/>
                  <a:pt x="1321" y="3094"/>
                  <a:pt x="1321" y="3094"/>
                </a:cubicBezTo>
                <a:cubicBezTo>
                  <a:pt x="1722" y="3094"/>
                  <a:pt x="1722" y="3094"/>
                  <a:pt x="1722" y="3094"/>
                </a:cubicBezTo>
                <a:cubicBezTo>
                  <a:pt x="1738" y="3094"/>
                  <a:pt x="1751" y="3081"/>
                  <a:pt x="1751" y="3065"/>
                </a:cubicBezTo>
                <a:cubicBezTo>
                  <a:pt x="1751" y="3049"/>
                  <a:pt x="1738" y="3036"/>
                  <a:pt x="1722" y="3036"/>
                </a:cubicBezTo>
                <a:cubicBezTo>
                  <a:pt x="1350" y="3036"/>
                  <a:pt x="1350" y="3036"/>
                  <a:pt x="1350" y="3036"/>
                </a:cubicBezTo>
                <a:cubicBezTo>
                  <a:pt x="1350" y="2181"/>
                  <a:pt x="1350" y="2181"/>
                  <a:pt x="1350" y="2181"/>
                </a:cubicBezTo>
                <a:cubicBezTo>
                  <a:pt x="1800" y="2181"/>
                  <a:pt x="1800" y="2181"/>
                  <a:pt x="1800" y="2181"/>
                </a:cubicBezTo>
                <a:cubicBezTo>
                  <a:pt x="1800" y="2669"/>
                  <a:pt x="1800" y="2669"/>
                  <a:pt x="1800" y="2669"/>
                </a:cubicBezTo>
                <a:cubicBezTo>
                  <a:pt x="1800" y="2685"/>
                  <a:pt x="1813" y="2698"/>
                  <a:pt x="1829" y="2698"/>
                </a:cubicBezTo>
                <a:cubicBezTo>
                  <a:pt x="1845" y="2698"/>
                  <a:pt x="1858" y="2685"/>
                  <a:pt x="1858" y="2669"/>
                </a:cubicBezTo>
                <a:cubicBezTo>
                  <a:pt x="1858" y="1811"/>
                  <a:pt x="1858" y="1811"/>
                  <a:pt x="1858" y="1811"/>
                </a:cubicBezTo>
                <a:cubicBezTo>
                  <a:pt x="2239" y="1811"/>
                  <a:pt x="2239" y="1811"/>
                  <a:pt x="2239" y="1811"/>
                </a:cubicBezTo>
                <a:cubicBezTo>
                  <a:pt x="2254" y="1811"/>
                  <a:pt x="2267" y="1798"/>
                  <a:pt x="2267" y="1782"/>
                </a:cubicBezTo>
                <a:cubicBezTo>
                  <a:pt x="2267" y="1476"/>
                  <a:pt x="2267" y="1476"/>
                  <a:pt x="2267" y="1476"/>
                </a:cubicBezTo>
                <a:cubicBezTo>
                  <a:pt x="2267" y="1460"/>
                  <a:pt x="2254" y="1447"/>
                  <a:pt x="2239" y="1447"/>
                </a:cubicBezTo>
                <a:cubicBezTo>
                  <a:pt x="2223" y="1447"/>
                  <a:pt x="2210" y="1460"/>
                  <a:pt x="2210" y="1476"/>
                </a:cubicBezTo>
                <a:cubicBezTo>
                  <a:pt x="2210" y="1753"/>
                  <a:pt x="2210" y="1753"/>
                  <a:pt x="2210" y="1753"/>
                </a:cubicBezTo>
                <a:cubicBezTo>
                  <a:pt x="1829" y="1753"/>
                  <a:pt x="1829" y="1753"/>
                  <a:pt x="1829" y="1753"/>
                </a:cubicBezTo>
                <a:cubicBezTo>
                  <a:pt x="1813" y="1753"/>
                  <a:pt x="1800" y="1766"/>
                  <a:pt x="1800" y="1782"/>
                </a:cubicBezTo>
                <a:cubicBezTo>
                  <a:pt x="1800" y="2123"/>
                  <a:pt x="1800" y="2123"/>
                  <a:pt x="1800" y="2123"/>
                </a:cubicBezTo>
                <a:cubicBezTo>
                  <a:pt x="1350" y="2123"/>
                  <a:pt x="1350" y="2123"/>
                  <a:pt x="1350" y="2123"/>
                </a:cubicBezTo>
                <a:cubicBezTo>
                  <a:pt x="1350" y="1369"/>
                  <a:pt x="1350" y="1369"/>
                  <a:pt x="1350" y="1369"/>
                </a:cubicBezTo>
                <a:cubicBezTo>
                  <a:pt x="1870" y="1369"/>
                  <a:pt x="1870" y="1369"/>
                  <a:pt x="1870" y="1369"/>
                </a:cubicBezTo>
                <a:cubicBezTo>
                  <a:pt x="1886" y="1369"/>
                  <a:pt x="1899" y="1356"/>
                  <a:pt x="1899" y="1340"/>
                </a:cubicBezTo>
                <a:cubicBezTo>
                  <a:pt x="1899" y="1060"/>
                  <a:pt x="1899" y="1060"/>
                  <a:pt x="1899" y="1060"/>
                </a:cubicBezTo>
                <a:cubicBezTo>
                  <a:pt x="1899" y="1044"/>
                  <a:pt x="1886" y="1031"/>
                  <a:pt x="1870" y="1031"/>
                </a:cubicBezTo>
                <a:cubicBezTo>
                  <a:pt x="1854" y="1031"/>
                  <a:pt x="1841" y="1044"/>
                  <a:pt x="1841" y="1060"/>
                </a:cubicBezTo>
                <a:cubicBezTo>
                  <a:pt x="1841" y="1311"/>
                  <a:pt x="1841" y="1311"/>
                  <a:pt x="1841" y="1311"/>
                </a:cubicBezTo>
                <a:cubicBezTo>
                  <a:pt x="1350" y="1311"/>
                  <a:pt x="1350" y="1311"/>
                  <a:pt x="1350" y="1311"/>
                </a:cubicBezTo>
                <a:cubicBezTo>
                  <a:pt x="1350" y="660"/>
                  <a:pt x="1350" y="660"/>
                  <a:pt x="1350" y="660"/>
                </a:cubicBezTo>
                <a:cubicBezTo>
                  <a:pt x="1643" y="660"/>
                  <a:pt x="1643" y="660"/>
                  <a:pt x="1643" y="660"/>
                </a:cubicBezTo>
                <a:cubicBezTo>
                  <a:pt x="1659" y="660"/>
                  <a:pt x="1672" y="647"/>
                  <a:pt x="1672" y="631"/>
                </a:cubicBezTo>
                <a:cubicBezTo>
                  <a:pt x="1672" y="615"/>
                  <a:pt x="1659" y="602"/>
                  <a:pt x="1643" y="602"/>
                </a:cubicBezTo>
                <a:cubicBezTo>
                  <a:pt x="1350" y="602"/>
                  <a:pt x="1350" y="602"/>
                  <a:pt x="1350" y="602"/>
                </a:cubicBezTo>
                <a:cubicBezTo>
                  <a:pt x="1350" y="58"/>
                  <a:pt x="1350" y="58"/>
                  <a:pt x="1350" y="58"/>
                </a:cubicBezTo>
                <a:cubicBezTo>
                  <a:pt x="1799" y="58"/>
                  <a:pt x="1799" y="58"/>
                  <a:pt x="1799" y="58"/>
                </a:cubicBezTo>
                <a:cubicBezTo>
                  <a:pt x="1815" y="58"/>
                  <a:pt x="1828" y="45"/>
                  <a:pt x="1828" y="29"/>
                </a:cubicBezTo>
                <a:cubicBezTo>
                  <a:pt x="1828" y="13"/>
                  <a:pt x="1815" y="0"/>
                  <a:pt x="1799" y="0"/>
                </a:cubicBezTo>
              </a:path>
            </a:pathLst>
          </a:custGeom>
          <a:solidFill>
            <a:srgbClr val="B2B2B2">
              <a:alpha val="9804"/>
            </a:srgbClr>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17" name="Text Placeholder 23">
            <a:extLst>
              <a:ext uri="{FF2B5EF4-FFF2-40B4-BE49-F238E27FC236}">
                <a16:creationId xmlns:a16="http://schemas.microsoft.com/office/drawing/2014/main" id="{1D1EADEB-D3C6-402C-98DE-D67CB9A828E2}"/>
              </a:ext>
            </a:extLst>
          </p:cNvPr>
          <p:cNvSpPr>
            <a:spLocks noGrp="1"/>
          </p:cNvSpPr>
          <p:nvPr>
            <p:ph type="body" sz="quarter" idx="17"/>
          </p:nvPr>
        </p:nvSpPr>
        <p:spPr>
          <a:xfrm>
            <a:off x="539749" y="539750"/>
            <a:ext cx="9213851" cy="266676"/>
          </a:xfrm>
          <a:prstGeom prst="rect">
            <a:avLst/>
          </a:prstGeom>
        </p:spPr>
        <p:txBody>
          <a:bodyPr wrap="square" lIns="0" tIns="0" rIns="0" bIns="0">
            <a:noAutofit/>
          </a:bodyPr>
          <a:lstStyle>
            <a:lvl1pPr marL="0" indent="0">
              <a:buNone/>
              <a:defRPr sz="1400">
                <a:solidFill>
                  <a:schemeClr val="accent2">
                    <a:lumMod val="50000"/>
                  </a:schemeClr>
                </a:solidFill>
                <a:latin typeface="Times New Roman" panose="02020603050405020304" pitchFamily="18" charset="0"/>
                <a:cs typeface="Times New Roman" panose="02020603050405020304" pitchFamily="18" charset="0"/>
              </a:defRPr>
            </a:lvl1pPr>
          </a:lstStyle>
          <a:p>
            <a:pPr lvl="0"/>
            <a:r>
              <a:rPr lang="en-US" dirty="0"/>
              <a:t>Click to edit Master text styles</a:t>
            </a:r>
          </a:p>
        </p:txBody>
      </p:sp>
      <p:sp>
        <p:nvSpPr>
          <p:cNvPr id="21" name="Title Placeholder 1">
            <a:extLst>
              <a:ext uri="{FF2B5EF4-FFF2-40B4-BE49-F238E27FC236}">
                <a16:creationId xmlns:a16="http://schemas.microsoft.com/office/drawing/2014/main" id="{7E6EA454-641C-4B83-8B9A-6C19BCF7D973}"/>
              </a:ext>
            </a:extLst>
          </p:cNvPr>
          <p:cNvSpPr>
            <a:spLocks noGrp="1"/>
          </p:cNvSpPr>
          <p:nvPr>
            <p:ph type="title"/>
          </p:nvPr>
        </p:nvSpPr>
        <p:spPr>
          <a:xfrm>
            <a:off x="539749" y="814386"/>
            <a:ext cx="9213851" cy="332399"/>
          </a:xfrm>
          <a:prstGeom prst="rect">
            <a:avLst/>
          </a:prstGeom>
        </p:spPr>
        <p:txBody>
          <a:bodyPr vert="horz" lIns="0" tIns="0" rIns="0" bIns="0" rtlCol="0" anchor="b" anchorCtr="0">
            <a:noAutofit/>
          </a:bodyPr>
          <a:lstStyle>
            <a:lvl1pPr>
              <a:defRPr>
                <a:solidFill>
                  <a:srgbClr val="3F1A01"/>
                </a:solidFill>
              </a:defRPr>
            </a:lvl1pPr>
          </a:lstStyle>
          <a:p>
            <a:r>
              <a:rPr lang="en-US"/>
              <a:t>Click to edit Master title style</a:t>
            </a:r>
            <a:endParaRPr lang="en-GB" dirty="0"/>
          </a:p>
        </p:txBody>
      </p:sp>
      <p:sp>
        <p:nvSpPr>
          <p:cNvPr id="22" name="Content Placeholder 2">
            <a:extLst>
              <a:ext uri="{FF2B5EF4-FFF2-40B4-BE49-F238E27FC236}">
                <a16:creationId xmlns:a16="http://schemas.microsoft.com/office/drawing/2014/main" id="{E7557081-53B6-4B04-B023-A1B2D0928B11}"/>
              </a:ext>
            </a:extLst>
          </p:cNvPr>
          <p:cNvSpPr>
            <a:spLocks noGrp="1"/>
          </p:cNvSpPr>
          <p:nvPr>
            <p:ph idx="19"/>
          </p:nvPr>
        </p:nvSpPr>
        <p:spPr>
          <a:xfrm>
            <a:off x="539750" y="1416785"/>
            <a:ext cx="9213849" cy="4415215"/>
          </a:xfrm>
          <a:prstGeom prst="rect">
            <a:avLst/>
          </a:prstGeom>
        </p:spPr>
        <p:txBody>
          <a:bodyPr/>
          <a:lstStyle>
            <a:lvl1pPr marL="180000" indent="-180000">
              <a:defRPr sz="1600">
                <a:solidFill>
                  <a:srgbClr val="3F1A01"/>
                </a:solidFill>
              </a:defRPr>
            </a:lvl1pPr>
            <a:lvl2pPr marL="360000" indent="-180000">
              <a:defRPr sz="1400">
                <a:solidFill>
                  <a:srgbClr val="1A1A17"/>
                </a:solidFill>
              </a:defRPr>
            </a:lvl2pPr>
            <a:lvl3pPr marL="540000" indent="-180000">
              <a:defRPr>
                <a:solidFill>
                  <a:srgbClr val="1A1A17"/>
                </a:solidFill>
              </a:defRPr>
            </a:lvl3pPr>
            <a:lvl4pPr marL="720000" indent="-180000">
              <a:defRPr>
                <a:solidFill>
                  <a:srgbClr val="1A1A17"/>
                </a:solidFill>
              </a:defRPr>
            </a:lvl4pPr>
            <a:lvl5pPr marL="900000" indent="-180000">
              <a:defRPr>
                <a:solidFill>
                  <a:srgbClr val="1A1A17"/>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2" name="Pladsholder til tekst 4">
            <a:extLst>
              <a:ext uri="{FF2B5EF4-FFF2-40B4-BE49-F238E27FC236}">
                <a16:creationId xmlns:a16="http://schemas.microsoft.com/office/drawing/2014/main" id="{1E8D3709-34DC-405A-8D76-A21A00B78D2E}"/>
              </a:ext>
            </a:extLst>
          </p:cNvPr>
          <p:cNvSpPr>
            <a:spLocks noGrp="1"/>
          </p:cNvSpPr>
          <p:nvPr>
            <p:ph type="body" sz="quarter" idx="18" hasCustomPrompt="1"/>
          </p:nvPr>
        </p:nvSpPr>
        <p:spPr>
          <a:xfrm>
            <a:off x="539750" y="6102000"/>
            <a:ext cx="9213849" cy="619200"/>
          </a:xfrm>
          <a:prstGeom prst="rect">
            <a:avLst/>
          </a:prstGeom>
        </p:spPr>
        <p:txBody>
          <a:bodyPr anchor="b" anchorCtr="0">
            <a:noAutofit/>
          </a:bodyPr>
          <a:lstStyle>
            <a:lvl1pPr marL="0" indent="0">
              <a:spcBef>
                <a:spcPts val="0"/>
              </a:spcBef>
              <a:buFont typeface="+mj-lt"/>
              <a:buNone/>
              <a:defRPr sz="950" i="0">
                <a:solidFill>
                  <a:schemeClr val="accent2">
                    <a:lumMod val="50000"/>
                  </a:schemeClr>
                </a:solidFill>
                <a:latin typeface="Times New Roman" panose="02020603050405020304" pitchFamily="18" charset="0"/>
                <a:cs typeface="Times New Roman" panose="02020603050405020304" pitchFamily="18" charset="0"/>
              </a:defRPr>
            </a:lvl1pPr>
            <a:lvl2pPr marL="457200" indent="0">
              <a:buNone/>
              <a:defRPr/>
            </a:lvl2pPr>
          </a:lstStyle>
          <a:p>
            <a:pPr lvl="0"/>
            <a:r>
              <a:rPr lang="en-GB" dirty="0"/>
              <a:t>Reference text</a:t>
            </a:r>
          </a:p>
        </p:txBody>
      </p:sp>
      <p:sp>
        <p:nvSpPr>
          <p:cNvPr id="14" name="Slide Number Placeholder 5">
            <a:extLst>
              <a:ext uri="{FF2B5EF4-FFF2-40B4-BE49-F238E27FC236}">
                <a16:creationId xmlns:a16="http://schemas.microsoft.com/office/drawing/2014/main" id="{B4C506A6-9361-47F8-AEB5-04D5D1268463}"/>
              </a:ext>
            </a:extLst>
          </p:cNvPr>
          <p:cNvSpPr>
            <a:spLocks noGrp="1"/>
          </p:cNvSpPr>
          <p:nvPr>
            <p:ph type="sldNum" sz="quarter" idx="4"/>
          </p:nvPr>
        </p:nvSpPr>
        <p:spPr>
          <a:xfrm>
            <a:off x="11326690" y="6434112"/>
            <a:ext cx="595310" cy="153888"/>
          </a:xfrm>
          <a:prstGeom prst="rect">
            <a:avLst/>
          </a:prstGeom>
        </p:spPr>
        <p:txBody>
          <a:bodyPr lIns="0" tIns="0" rIns="0" bIns="0" anchor="t" anchorCtr="0">
            <a:noAutofit/>
          </a:bodyPr>
          <a:lstStyle>
            <a:lvl1pPr algn="r">
              <a:defRPr sz="900">
                <a:solidFill>
                  <a:srgbClr val="3F1A01"/>
                </a:solidFill>
              </a:defRPr>
            </a:lvl1pPr>
          </a:lstStyle>
          <a:p>
            <a:fld id="{6DBC486D-4FAB-B746-8B02-8D7C842291C6}" type="slidenum">
              <a:rPr lang="en-US" smtClean="0"/>
              <a:pPr/>
              <a:t>‹#›</a:t>
            </a:fld>
            <a:endParaRPr lang="en-US" dirty="0"/>
          </a:p>
        </p:txBody>
      </p:sp>
    </p:spTree>
    <p:extLst>
      <p:ext uri="{BB962C8B-B14F-4D97-AF65-F5344CB8AC3E}">
        <p14:creationId xmlns:p14="http://schemas.microsoft.com/office/powerpoint/2010/main" val="3991647614"/>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15" name="Text Placeholder 23">
            <a:extLst>
              <a:ext uri="{FF2B5EF4-FFF2-40B4-BE49-F238E27FC236}">
                <a16:creationId xmlns:a16="http://schemas.microsoft.com/office/drawing/2014/main" id="{BF16290D-CE69-4658-B15E-FCD77E35F711}"/>
              </a:ext>
            </a:extLst>
          </p:cNvPr>
          <p:cNvSpPr>
            <a:spLocks noGrp="1"/>
          </p:cNvSpPr>
          <p:nvPr>
            <p:ph type="body" sz="quarter" idx="17"/>
          </p:nvPr>
        </p:nvSpPr>
        <p:spPr>
          <a:xfrm>
            <a:off x="539749" y="539750"/>
            <a:ext cx="9213851" cy="266676"/>
          </a:xfrm>
          <a:prstGeom prst="rect">
            <a:avLst/>
          </a:prstGeom>
        </p:spPr>
        <p:txBody>
          <a:bodyPr wrap="square" lIns="0" tIns="0" rIns="0" bIns="0">
            <a:noAutofit/>
          </a:bodyPr>
          <a:lstStyle>
            <a:lvl1pPr marL="0" indent="0">
              <a:buNone/>
              <a:defRPr sz="1400">
                <a:solidFill>
                  <a:schemeClr val="accent2">
                    <a:lumMod val="50000"/>
                  </a:schemeClr>
                </a:solidFill>
                <a:latin typeface="Times New Roman" panose="02020603050405020304" pitchFamily="18" charset="0"/>
                <a:cs typeface="Times New Roman" panose="02020603050405020304" pitchFamily="18" charset="0"/>
              </a:defRPr>
            </a:lvl1pPr>
          </a:lstStyle>
          <a:p>
            <a:pPr lvl="0"/>
            <a:r>
              <a:rPr lang="en-US" dirty="0"/>
              <a:t>Click to edit Master text styles</a:t>
            </a:r>
          </a:p>
        </p:txBody>
      </p:sp>
      <p:sp>
        <p:nvSpPr>
          <p:cNvPr id="17" name="Title Placeholder 1">
            <a:extLst>
              <a:ext uri="{FF2B5EF4-FFF2-40B4-BE49-F238E27FC236}">
                <a16:creationId xmlns:a16="http://schemas.microsoft.com/office/drawing/2014/main" id="{7FA35FBF-0988-4D25-B662-E0B0E67AC860}"/>
              </a:ext>
            </a:extLst>
          </p:cNvPr>
          <p:cNvSpPr>
            <a:spLocks noGrp="1"/>
          </p:cNvSpPr>
          <p:nvPr>
            <p:ph type="title"/>
          </p:nvPr>
        </p:nvSpPr>
        <p:spPr>
          <a:xfrm>
            <a:off x="539749" y="814386"/>
            <a:ext cx="9213851" cy="332399"/>
          </a:xfrm>
          <a:prstGeom prst="rect">
            <a:avLst/>
          </a:prstGeom>
        </p:spPr>
        <p:txBody>
          <a:bodyPr vert="horz" lIns="0" tIns="0" rIns="0" bIns="0" rtlCol="0" anchor="b" anchorCtr="0">
            <a:noAutofit/>
          </a:bodyPr>
          <a:lstStyle>
            <a:lvl1pPr>
              <a:defRPr>
                <a:solidFill>
                  <a:srgbClr val="3F1A01"/>
                </a:solidFill>
              </a:defRPr>
            </a:lvl1pPr>
          </a:lstStyle>
          <a:p>
            <a:r>
              <a:rPr lang="en-US"/>
              <a:t>Click to edit Master title style</a:t>
            </a:r>
            <a:endParaRPr lang="en-GB" dirty="0"/>
          </a:p>
        </p:txBody>
      </p:sp>
      <p:sp>
        <p:nvSpPr>
          <p:cNvPr id="20" name="Content Placeholder 2">
            <a:extLst>
              <a:ext uri="{FF2B5EF4-FFF2-40B4-BE49-F238E27FC236}">
                <a16:creationId xmlns:a16="http://schemas.microsoft.com/office/drawing/2014/main" id="{B443BFD3-1CC9-431F-BB0E-D19B21C4B149}"/>
              </a:ext>
            </a:extLst>
          </p:cNvPr>
          <p:cNvSpPr>
            <a:spLocks noGrp="1"/>
          </p:cNvSpPr>
          <p:nvPr>
            <p:ph idx="20"/>
          </p:nvPr>
        </p:nvSpPr>
        <p:spPr>
          <a:xfrm>
            <a:off x="539750" y="1416785"/>
            <a:ext cx="5419725" cy="4415215"/>
          </a:xfrm>
          <a:prstGeom prst="rect">
            <a:avLst/>
          </a:prstGeom>
        </p:spPr>
        <p:txBody>
          <a:bodyPr/>
          <a:lstStyle>
            <a:lvl1pPr marL="180000" indent="-180000">
              <a:defRPr sz="1600">
                <a:solidFill>
                  <a:srgbClr val="3F1A01"/>
                </a:solidFill>
              </a:defRPr>
            </a:lvl1pPr>
            <a:lvl2pPr marL="360000" indent="-180000">
              <a:defRPr sz="1400">
                <a:solidFill>
                  <a:srgbClr val="3F1A01"/>
                </a:solidFill>
              </a:defRPr>
            </a:lvl2pPr>
            <a:lvl3pPr marL="540000" indent="-180000">
              <a:defRPr>
                <a:solidFill>
                  <a:srgbClr val="3F1A01"/>
                </a:solidFill>
              </a:defRPr>
            </a:lvl3pPr>
            <a:lvl4pPr marL="720000" indent="-180000">
              <a:defRPr>
                <a:solidFill>
                  <a:srgbClr val="3F1A01"/>
                </a:solidFill>
              </a:defRPr>
            </a:lvl4pPr>
            <a:lvl5pPr marL="900000" indent="-180000">
              <a:defRPr>
                <a:solidFill>
                  <a:srgbClr val="3F1A0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1" name="Content Placeholder 2">
            <a:extLst>
              <a:ext uri="{FF2B5EF4-FFF2-40B4-BE49-F238E27FC236}">
                <a16:creationId xmlns:a16="http://schemas.microsoft.com/office/drawing/2014/main" id="{6E0A71E4-A7B2-4FFB-80F2-94B324D4DD68}"/>
              </a:ext>
            </a:extLst>
          </p:cNvPr>
          <p:cNvSpPr>
            <a:spLocks noGrp="1"/>
          </p:cNvSpPr>
          <p:nvPr>
            <p:ph idx="21"/>
          </p:nvPr>
        </p:nvSpPr>
        <p:spPr>
          <a:xfrm>
            <a:off x="6230938" y="1416785"/>
            <a:ext cx="5419725" cy="4415215"/>
          </a:xfrm>
          <a:prstGeom prst="rect">
            <a:avLst/>
          </a:prstGeom>
        </p:spPr>
        <p:txBody>
          <a:bodyPr/>
          <a:lstStyle>
            <a:lvl1pPr marL="180000" indent="-180000">
              <a:defRPr sz="1600">
                <a:solidFill>
                  <a:srgbClr val="3F1A01"/>
                </a:solidFill>
              </a:defRPr>
            </a:lvl1pPr>
            <a:lvl2pPr marL="360000" indent="-180000">
              <a:defRPr sz="1400">
                <a:solidFill>
                  <a:srgbClr val="3F1A01"/>
                </a:solidFill>
              </a:defRPr>
            </a:lvl2pPr>
            <a:lvl3pPr marL="540000" indent="-180000">
              <a:defRPr>
                <a:solidFill>
                  <a:srgbClr val="3F1A01"/>
                </a:solidFill>
              </a:defRPr>
            </a:lvl3pPr>
            <a:lvl4pPr marL="720000" indent="-180000">
              <a:defRPr>
                <a:solidFill>
                  <a:srgbClr val="3F1A01"/>
                </a:solidFill>
              </a:defRPr>
            </a:lvl4pPr>
            <a:lvl5pPr marL="900000" indent="-180000">
              <a:defRPr>
                <a:solidFill>
                  <a:srgbClr val="3F1A0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0" name="Pladsholder til tekst 4">
            <a:extLst>
              <a:ext uri="{FF2B5EF4-FFF2-40B4-BE49-F238E27FC236}">
                <a16:creationId xmlns:a16="http://schemas.microsoft.com/office/drawing/2014/main" id="{EBB3946A-4DC7-4E05-93EA-397784066B92}"/>
              </a:ext>
            </a:extLst>
          </p:cNvPr>
          <p:cNvSpPr>
            <a:spLocks noGrp="1"/>
          </p:cNvSpPr>
          <p:nvPr>
            <p:ph type="body" sz="quarter" idx="18" hasCustomPrompt="1"/>
          </p:nvPr>
        </p:nvSpPr>
        <p:spPr>
          <a:xfrm>
            <a:off x="539749" y="6102000"/>
            <a:ext cx="9213851" cy="619200"/>
          </a:xfrm>
          <a:prstGeom prst="rect">
            <a:avLst/>
          </a:prstGeom>
        </p:spPr>
        <p:txBody>
          <a:bodyPr anchor="b" anchorCtr="0">
            <a:noAutofit/>
          </a:bodyPr>
          <a:lstStyle>
            <a:lvl1pPr marL="0" indent="0">
              <a:spcBef>
                <a:spcPts val="0"/>
              </a:spcBef>
              <a:buFont typeface="+mj-lt"/>
              <a:buNone/>
              <a:defRPr sz="950" i="0">
                <a:solidFill>
                  <a:schemeClr val="accent2">
                    <a:lumMod val="50000"/>
                  </a:schemeClr>
                </a:solidFill>
                <a:latin typeface="Times New Roman" panose="02020603050405020304" pitchFamily="18" charset="0"/>
                <a:cs typeface="Times New Roman" panose="02020603050405020304" pitchFamily="18" charset="0"/>
              </a:defRPr>
            </a:lvl1pPr>
            <a:lvl2pPr marL="457200" indent="0">
              <a:buNone/>
              <a:defRPr/>
            </a:lvl2pPr>
          </a:lstStyle>
          <a:p>
            <a:pPr lvl="0"/>
            <a:r>
              <a:rPr lang="en-GB" dirty="0"/>
              <a:t>Reference text</a:t>
            </a:r>
          </a:p>
        </p:txBody>
      </p:sp>
      <p:sp>
        <p:nvSpPr>
          <p:cNvPr id="11" name="Slide Number Placeholder 5">
            <a:extLst>
              <a:ext uri="{FF2B5EF4-FFF2-40B4-BE49-F238E27FC236}">
                <a16:creationId xmlns:a16="http://schemas.microsoft.com/office/drawing/2014/main" id="{F6BF5557-45BD-4FB3-97CB-C0FA71F86A1D}"/>
              </a:ext>
            </a:extLst>
          </p:cNvPr>
          <p:cNvSpPr>
            <a:spLocks noGrp="1"/>
          </p:cNvSpPr>
          <p:nvPr>
            <p:ph type="sldNum" sz="quarter" idx="4"/>
          </p:nvPr>
        </p:nvSpPr>
        <p:spPr>
          <a:xfrm>
            <a:off x="11326690" y="6434112"/>
            <a:ext cx="595310" cy="153888"/>
          </a:xfrm>
          <a:prstGeom prst="rect">
            <a:avLst/>
          </a:prstGeom>
        </p:spPr>
        <p:txBody>
          <a:bodyPr lIns="0" tIns="0" rIns="0" bIns="0" anchor="t" anchorCtr="0">
            <a:noAutofit/>
          </a:bodyPr>
          <a:lstStyle>
            <a:lvl1pPr algn="r">
              <a:defRPr sz="900">
                <a:solidFill>
                  <a:srgbClr val="3F1A01"/>
                </a:solidFill>
              </a:defRPr>
            </a:lvl1pPr>
          </a:lstStyle>
          <a:p>
            <a:fld id="{6DBC486D-4FAB-B746-8B02-8D7C842291C6}" type="slidenum">
              <a:rPr lang="en-US" smtClean="0"/>
              <a:pPr/>
              <a:t>‹#›</a:t>
            </a:fld>
            <a:endParaRPr lang="en-US" dirty="0"/>
          </a:p>
        </p:txBody>
      </p:sp>
    </p:spTree>
    <p:extLst>
      <p:ext uri="{BB962C8B-B14F-4D97-AF65-F5344CB8AC3E}">
        <p14:creationId xmlns:p14="http://schemas.microsoft.com/office/powerpoint/2010/main" val="3342355331"/>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wo Content w. box">
    <p:spTree>
      <p:nvGrpSpPr>
        <p:cNvPr id="1" name=""/>
        <p:cNvGrpSpPr/>
        <p:nvPr/>
      </p:nvGrpSpPr>
      <p:grpSpPr>
        <a:xfrm>
          <a:off x="0" y="0"/>
          <a:ext cx="0" cy="0"/>
          <a:chOff x="0" y="0"/>
          <a:chExt cx="0" cy="0"/>
        </a:xfrm>
      </p:grpSpPr>
      <p:sp>
        <p:nvSpPr>
          <p:cNvPr id="15" name="Text Placeholder 23">
            <a:extLst>
              <a:ext uri="{FF2B5EF4-FFF2-40B4-BE49-F238E27FC236}">
                <a16:creationId xmlns:a16="http://schemas.microsoft.com/office/drawing/2014/main" id="{A7DB8A8A-C1DF-41DA-B9ED-EBFE9FF8E943}"/>
              </a:ext>
            </a:extLst>
          </p:cNvPr>
          <p:cNvSpPr>
            <a:spLocks noGrp="1"/>
          </p:cNvSpPr>
          <p:nvPr>
            <p:ph type="body" sz="quarter" idx="17"/>
          </p:nvPr>
        </p:nvSpPr>
        <p:spPr>
          <a:xfrm>
            <a:off x="539749" y="539750"/>
            <a:ext cx="9213851" cy="266676"/>
          </a:xfrm>
          <a:prstGeom prst="rect">
            <a:avLst/>
          </a:prstGeom>
        </p:spPr>
        <p:txBody>
          <a:bodyPr wrap="square" lIns="0" tIns="0" rIns="0" bIns="0">
            <a:noAutofit/>
          </a:bodyPr>
          <a:lstStyle>
            <a:lvl1pPr marL="0" indent="0">
              <a:buNone/>
              <a:defRPr sz="1400">
                <a:solidFill>
                  <a:schemeClr val="accent2">
                    <a:lumMod val="50000"/>
                  </a:schemeClr>
                </a:solidFill>
                <a:latin typeface="Times New Roman" panose="02020603050405020304" pitchFamily="18" charset="0"/>
                <a:cs typeface="Times New Roman" panose="02020603050405020304" pitchFamily="18" charset="0"/>
              </a:defRPr>
            </a:lvl1pPr>
          </a:lstStyle>
          <a:p>
            <a:pPr lvl="0"/>
            <a:r>
              <a:rPr lang="en-US"/>
              <a:t>Click to edit Master text styles</a:t>
            </a:r>
          </a:p>
        </p:txBody>
      </p:sp>
      <p:sp>
        <p:nvSpPr>
          <p:cNvPr id="17" name="Title Placeholder 1">
            <a:extLst>
              <a:ext uri="{FF2B5EF4-FFF2-40B4-BE49-F238E27FC236}">
                <a16:creationId xmlns:a16="http://schemas.microsoft.com/office/drawing/2014/main" id="{D7BF96F8-7CDF-4F67-9D5E-D9FEF37302CF}"/>
              </a:ext>
            </a:extLst>
          </p:cNvPr>
          <p:cNvSpPr>
            <a:spLocks noGrp="1"/>
          </p:cNvSpPr>
          <p:nvPr>
            <p:ph type="title"/>
          </p:nvPr>
        </p:nvSpPr>
        <p:spPr>
          <a:xfrm>
            <a:off x="539749" y="814386"/>
            <a:ext cx="9213851" cy="332399"/>
          </a:xfrm>
          <a:prstGeom prst="rect">
            <a:avLst/>
          </a:prstGeom>
        </p:spPr>
        <p:txBody>
          <a:bodyPr vert="horz" lIns="0" tIns="0" rIns="0" bIns="0" rtlCol="0" anchor="b" anchorCtr="0">
            <a:noAutofit/>
          </a:bodyPr>
          <a:lstStyle>
            <a:lvl1pPr>
              <a:defRPr>
                <a:solidFill>
                  <a:srgbClr val="3F1A01"/>
                </a:solidFill>
              </a:defRPr>
            </a:lvl1pPr>
          </a:lstStyle>
          <a:p>
            <a:r>
              <a:rPr lang="en-US"/>
              <a:t>Click to edit Master title style</a:t>
            </a:r>
            <a:endParaRPr lang="en-GB" dirty="0"/>
          </a:p>
        </p:txBody>
      </p:sp>
      <p:sp>
        <p:nvSpPr>
          <p:cNvPr id="18" name="Content Placeholder 2">
            <a:extLst>
              <a:ext uri="{FF2B5EF4-FFF2-40B4-BE49-F238E27FC236}">
                <a16:creationId xmlns:a16="http://schemas.microsoft.com/office/drawing/2014/main" id="{EE0EABDA-198D-44FE-A8B8-E098AEB80673}"/>
              </a:ext>
            </a:extLst>
          </p:cNvPr>
          <p:cNvSpPr>
            <a:spLocks noGrp="1"/>
          </p:cNvSpPr>
          <p:nvPr>
            <p:ph idx="19"/>
          </p:nvPr>
        </p:nvSpPr>
        <p:spPr>
          <a:xfrm>
            <a:off x="539751" y="1416785"/>
            <a:ext cx="5410198" cy="4415215"/>
          </a:xfrm>
          <a:prstGeom prst="rect">
            <a:avLst/>
          </a:prstGeom>
        </p:spPr>
        <p:txBody>
          <a:bodyPr/>
          <a:lstStyle>
            <a:lvl1pPr marL="180000" indent="-180000">
              <a:defRPr sz="1600">
                <a:solidFill>
                  <a:srgbClr val="3F1A01"/>
                </a:solidFill>
              </a:defRPr>
            </a:lvl1pPr>
            <a:lvl2pPr marL="360000" indent="-180000">
              <a:defRPr sz="1400">
                <a:solidFill>
                  <a:srgbClr val="3F1A01"/>
                </a:solidFill>
              </a:defRPr>
            </a:lvl2pPr>
            <a:lvl3pPr marL="540000" indent="-180000">
              <a:defRPr>
                <a:solidFill>
                  <a:srgbClr val="3F1A01"/>
                </a:solidFill>
              </a:defRPr>
            </a:lvl3pPr>
            <a:lvl4pPr marL="720000" indent="-180000">
              <a:defRPr>
                <a:solidFill>
                  <a:srgbClr val="3F1A01"/>
                </a:solidFill>
              </a:defRPr>
            </a:lvl4pPr>
            <a:lvl5pPr marL="900000" indent="-180000">
              <a:defRPr>
                <a:solidFill>
                  <a:srgbClr val="3F1A0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9" name="Content Placeholder 2">
            <a:extLst>
              <a:ext uri="{FF2B5EF4-FFF2-40B4-BE49-F238E27FC236}">
                <a16:creationId xmlns:a16="http://schemas.microsoft.com/office/drawing/2014/main" id="{93C48C60-5B8B-4BD4-86C8-13AA617EF5E6}"/>
              </a:ext>
            </a:extLst>
          </p:cNvPr>
          <p:cNvSpPr>
            <a:spLocks noGrp="1"/>
          </p:cNvSpPr>
          <p:nvPr>
            <p:ph sz="half" idx="20"/>
          </p:nvPr>
        </p:nvSpPr>
        <p:spPr>
          <a:xfrm>
            <a:off x="6235703" y="1416785"/>
            <a:ext cx="5410197" cy="4415215"/>
          </a:xfrm>
          <a:prstGeom prst="round2DiagRect">
            <a:avLst>
              <a:gd name="adj1" fmla="val 0"/>
              <a:gd name="adj2" fmla="val 5647"/>
            </a:avLst>
          </a:prstGeom>
          <a:solidFill>
            <a:srgbClr val="D9D1CC"/>
          </a:solidFill>
        </p:spPr>
        <p:txBody>
          <a:bodyPr vert="horz" lIns="270000" tIns="270000" rIns="270000" bIns="270000" rtlCol="0">
            <a:noAutofit/>
          </a:bodyPr>
          <a:lstStyle>
            <a:lvl1pPr>
              <a:defRPr lang="en-GB" sz="1600" dirty="0">
                <a:solidFill>
                  <a:srgbClr val="3F1A01"/>
                </a:solidFill>
              </a:defRPr>
            </a:lvl1pPr>
            <a:lvl2pPr>
              <a:defRPr lang="en-GB" sz="1400" dirty="0">
                <a:solidFill>
                  <a:srgbClr val="3F1A01"/>
                </a:solidFill>
              </a:defRPr>
            </a:lvl2pPr>
            <a:lvl3pPr>
              <a:defRPr lang="en-GB" dirty="0">
                <a:solidFill>
                  <a:srgbClr val="3F1A01"/>
                </a:solidFill>
              </a:defRPr>
            </a:lvl3pPr>
            <a:lvl4pPr>
              <a:defRPr lang="en-GB" dirty="0">
                <a:solidFill>
                  <a:srgbClr val="3F1A01"/>
                </a:solidFill>
              </a:defRPr>
            </a:lvl4pPr>
            <a:lvl5pPr>
              <a:defRPr lang="en-GB" dirty="0">
                <a:solidFill>
                  <a:srgbClr val="3F1A01"/>
                </a:solidFill>
              </a:defRPr>
            </a:lvl5pPr>
          </a:lstStyle>
          <a:p>
            <a:pPr marL="180000" lvl="0" indent="-180000"/>
            <a:r>
              <a:rPr lang="en-US"/>
              <a:t>Click to edit Master text styles</a:t>
            </a:r>
          </a:p>
          <a:p>
            <a:pPr marL="180000" lvl="1" indent="-180000"/>
            <a:r>
              <a:rPr lang="en-US"/>
              <a:t>Second level</a:t>
            </a:r>
          </a:p>
          <a:p>
            <a:pPr marL="180000" lvl="2" indent="-180000"/>
            <a:r>
              <a:rPr lang="en-US"/>
              <a:t>Third level</a:t>
            </a:r>
          </a:p>
          <a:p>
            <a:pPr marL="180000" lvl="3" indent="-180000"/>
            <a:r>
              <a:rPr lang="en-US"/>
              <a:t>Fourth level</a:t>
            </a:r>
          </a:p>
          <a:p>
            <a:pPr marL="180000" lvl="4" indent="-180000"/>
            <a:r>
              <a:rPr lang="en-US"/>
              <a:t>Fifth level</a:t>
            </a:r>
            <a:endParaRPr lang="en-GB" dirty="0"/>
          </a:p>
        </p:txBody>
      </p:sp>
      <p:sp>
        <p:nvSpPr>
          <p:cNvPr id="9" name="Pladsholder til tekst 4">
            <a:extLst>
              <a:ext uri="{FF2B5EF4-FFF2-40B4-BE49-F238E27FC236}">
                <a16:creationId xmlns:a16="http://schemas.microsoft.com/office/drawing/2014/main" id="{29E749E2-61A4-474C-A9F7-035784F76645}"/>
              </a:ext>
            </a:extLst>
          </p:cNvPr>
          <p:cNvSpPr>
            <a:spLocks noGrp="1"/>
          </p:cNvSpPr>
          <p:nvPr>
            <p:ph type="body" sz="quarter" idx="18" hasCustomPrompt="1"/>
          </p:nvPr>
        </p:nvSpPr>
        <p:spPr>
          <a:xfrm>
            <a:off x="539749" y="6102000"/>
            <a:ext cx="9213851" cy="619200"/>
          </a:xfrm>
          <a:prstGeom prst="rect">
            <a:avLst/>
          </a:prstGeom>
        </p:spPr>
        <p:txBody>
          <a:bodyPr anchor="b" anchorCtr="0">
            <a:noAutofit/>
          </a:bodyPr>
          <a:lstStyle>
            <a:lvl1pPr marL="0" indent="0">
              <a:spcBef>
                <a:spcPts val="0"/>
              </a:spcBef>
              <a:buFont typeface="+mj-lt"/>
              <a:buNone/>
              <a:defRPr sz="950" i="0">
                <a:solidFill>
                  <a:schemeClr val="accent2">
                    <a:lumMod val="50000"/>
                  </a:schemeClr>
                </a:solidFill>
                <a:latin typeface="Times New Roman" panose="02020603050405020304" pitchFamily="18" charset="0"/>
                <a:cs typeface="Times New Roman" panose="02020603050405020304" pitchFamily="18" charset="0"/>
              </a:defRPr>
            </a:lvl1pPr>
            <a:lvl2pPr marL="457200" indent="0">
              <a:buNone/>
              <a:defRPr/>
            </a:lvl2pPr>
          </a:lstStyle>
          <a:p>
            <a:pPr lvl="0"/>
            <a:r>
              <a:rPr lang="en-GB" dirty="0"/>
              <a:t>Reference text</a:t>
            </a:r>
          </a:p>
        </p:txBody>
      </p:sp>
      <p:sp>
        <p:nvSpPr>
          <p:cNvPr id="8" name="Slide Number Placeholder 5">
            <a:extLst>
              <a:ext uri="{FF2B5EF4-FFF2-40B4-BE49-F238E27FC236}">
                <a16:creationId xmlns:a16="http://schemas.microsoft.com/office/drawing/2014/main" id="{635BBE75-1630-46E1-9FA9-55908041CCFF}"/>
              </a:ext>
            </a:extLst>
          </p:cNvPr>
          <p:cNvSpPr>
            <a:spLocks noGrp="1"/>
          </p:cNvSpPr>
          <p:nvPr>
            <p:ph type="sldNum" sz="quarter" idx="4"/>
          </p:nvPr>
        </p:nvSpPr>
        <p:spPr>
          <a:xfrm>
            <a:off x="11326690" y="6434112"/>
            <a:ext cx="595310" cy="153888"/>
          </a:xfrm>
          <a:prstGeom prst="rect">
            <a:avLst/>
          </a:prstGeom>
        </p:spPr>
        <p:txBody>
          <a:bodyPr lIns="0" tIns="0" rIns="0" bIns="0" anchor="t" anchorCtr="0">
            <a:noAutofit/>
          </a:bodyPr>
          <a:lstStyle>
            <a:lvl1pPr algn="r">
              <a:defRPr sz="900">
                <a:solidFill>
                  <a:srgbClr val="3F1A01"/>
                </a:solidFill>
              </a:defRPr>
            </a:lvl1pPr>
          </a:lstStyle>
          <a:p>
            <a:fld id="{6DBC486D-4FAB-B746-8B02-8D7C842291C6}" type="slidenum">
              <a:rPr lang="en-US" smtClean="0"/>
              <a:pPr/>
              <a:t>‹#›</a:t>
            </a:fld>
            <a:endParaRPr lang="en-US" dirty="0"/>
          </a:p>
        </p:txBody>
      </p:sp>
    </p:spTree>
    <p:extLst>
      <p:ext uri="{BB962C8B-B14F-4D97-AF65-F5344CB8AC3E}">
        <p14:creationId xmlns:p14="http://schemas.microsoft.com/office/powerpoint/2010/main" val="2637905468"/>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 Content boxes">
    <p:spTree>
      <p:nvGrpSpPr>
        <p:cNvPr id="1" name=""/>
        <p:cNvGrpSpPr/>
        <p:nvPr/>
      </p:nvGrpSpPr>
      <p:grpSpPr>
        <a:xfrm>
          <a:off x="0" y="0"/>
          <a:ext cx="0" cy="0"/>
          <a:chOff x="0" y="0"/>
          <a:chExt cx="0" cy="0"/>
        </a:xfrm>
      </p:grpSpPr>
      <p:sp>
        <p:nvSpPr>
          <p:cNvPr id="15" name="Text Placeholder 23">
            <a:extLst>
              <a:ext uri="{FF2B5EF4-FFF2-40B4-BE49-F238E27FC236}">
                <a16:creationId xmlns:a16="http://schemas.microsoft.com/office/drawing/2014/main" id="{A7DB8A8A-C1DF-41DA-B9ED-EBFE9FF8E943}"/>
              </a:ext>
            </a:extLst>
          </p:cNvPr>
          <p:cNvSpPr>
            <a:spLocks noGrp="1"/>
          </p:cNvSpPr>
          <p:nvPr>
            <p:ph type="body" sz="quarter" idx="17"/>
          </p:nvPr>
        </p:nvSpPr>
        <p:spPr>
          <a:xfrm>
            <a:off x="539749" y="539750"/>
            <a:ext cx="9213851" cy="266676"/>
          </a:xfrm>
          <a:prstGeom prst="rect">
            <a:avLst/>
          </a:prstGeom>
        </p:spPr>
        <p:txBody>
          <a:bodyPr wrap="square" lIns="0" tIns="0" rIns="0" bIns="0">
            <a:noAutofit/>
          </a:bodyPr>
          <a:lstStyle>
            <a:lvl1pPr marL="0" indent="0">
              <a:buNone/>
              <a:defRPr sz="1400">
                <a:solidFill>
                  <a:schemeClr val="accent2">
                    <a:lumMod val="50000"/>
                  </a:schemeClr>
                </a:solidFill>
                <a:latin typeface="Times New Roman" panose="02020603050405020304" pitchFamily="18" charset="0"/>
                <a:cs typeface="Times New Roman" panose="02020603050405020304" pitchFamily="18" charset="0"/>
              </a:defRPr>
            </a:lvl1pPr>
          </a:lstStyle>
          <a:p>
            <a:pPr lvl="0"/>
            <a:r>
              <a:rPr lang="en-US"/>
              <a:t>Click to edit Master text styles</a:t>
            </a:r>
          </a:p>
        </p:txBody>
      </p:sp>
      <p:sp>
        <p:nvSpPr>
          <p:cNvPr id="17" name="Title Placeholder 1">
            <a:extLst>
              <a:ext uri="{FF2B5EF4-FFF2-40B4-BE49-F238E27FC236}">
                <a16:creationId xmlns:a16="http://schemas.microsoft.com/office/drawing/2014/main" id="{D7BF96F8-7CDF-4F67-9D5E-D9FEF37302CF}"/>
              </a:ext>
            </a:extLst>
          </p:cNvPr>
          <p:cNvSpPr>
            <a:spLocks noGrp="1"/>
          </p:cNvSpPr>
          <p:nvPr>
            <p:ph type="title"/>
          </p:nvPr>
        </p:nvSpPr>
        <p:spPr>
          <a:xfrm>
            <a:off x="539749" y="814386"/>
            <a:ext cx="9213851" cy="332399"/>
          </a:xfrm>
          <a:prstGeom prst="rect">
            <a:avLst/>
          </a:prstGeom>
        </p:spPr>
        <p:txBody>
          <a:bodyPr vert="horz" lIns="0" tIns="0" rIns="0" bIns="0" rtlCol="0" anchor="b" anchorCtr="0">
            <a:noAutofit/>
          </a:bodyPr>
          <a:lstStyle>
            <a:lvl1pPr>
              <a:defRPr>
                <a:solidFill>
                  <a:srgbClr val="3F1A01"/>
                </a:solidFill>
              </a:defRPr>
            </a:lvl1pPr>
          </a:lstStyle>
          <a:p>
            <a:r>
              <a:rPr lang="en-US"/>
              <a:t>Click to edit Master title style</a:t>
            </a:r>
            <a:endParaRPr lang="en-GB" dirty="0"/>
          </a:p>
        </p:txBody>
      </p:sp>
      <p:sp>
        <p:nvSpPr>
          <p:cNvPr id="19" name="Content Placeholder 2">
            <a:extLst>
              <a:ext uri="{FF2B5EF4-FFF2-40B4-BE49-F238E27FC236}">
                <a16:creationId xmlns:a16="http://schemas.microsoft.com/office/drawing/2014/main" id="{93C48C60-5B8B-4BD4-86C8-13AA617EF5E6}"/>
              </a:ext>
            </a:extLst>
          </p:cNvPr>
          <p:cNvSpPr>
            <a:spLocks noGrp="1"/>
          </p:cNvSpPr>
          <p:nvPr>
            <p:ph sz="half" idx="20"/>
          </p:nvPr>
        </p:nvSpPr>
        <p:spPr>
          <a:xfrm>
            <a:off x="6235703" y="1416785"/>
            <a:ext cx="5410197" cy="4415215"/>
          </a:xfrm>
          <a:prstGeom prst="round2DiagRect">
            <a:avLst>
              <a:gd name="adj1" fmla="val 0"/>
              <a:gd name="adj2" fmla="val 5647"/>
            </a:avLst>
          </a:prstGeom>
          <a:solidFill>
            <a:srgbClr val="D9D1CC"/>
          </a:solidFill>
        </p:spPr>
        <p:txBody>
          <a:bodyPr vert="horz" lIns="270000" tIns="270000" rIns="270000" bIns="270000" rtlCol="0">
            <a:noAutofit/>
          </a:bodyPr>
          <a:lstStyle>
            <a:lvl1pPr>
              <a:defRPr lang="en-GB" sz="1600" dirty="0">
                <a:solidFill>
                  <a:srgbClr val="3F1A01"/>
                </a:solidFill>
              </a:defRPr>
            </a:lvl1pPr>
            <a:lvl2pPr>
              <a:defRPr lang="en-GB" sz="1400" dirty="0">
                <a:solidFill>
                  <a:srgbClr val="3F1A01"/>
                </a:solidFill>
              </a:defRPr>
            </a:lvl2pPr>
            <a:lvl3pPr>
              <a:defRPr lang="en-GB" dirty="0">
                <a:solidFill>
                  <a:srgbClr val="3F1A01"/>
                </a:solidFill>
              </a:defRPr>
            </a:lvl3pPr>
            <a:lvl4pPr>
              <a:defRPr lang="en-GB" dirty="0">
                <a:solidFill>
                  <a:srgbClr val="3F1A01"/>
                </a:solidFill>
              </a:defRPr>
            </a:lvl4pPr>
            <a:lvl5pPr>
              <a:defRPr lang="en-GB" dirty="0">
                <a:solidFill>
                  <a:srgbClr val="3F1A01"/>
                </a:solidFill>
              </a:defRPr>
            </a:lvl5pPr>
          </a:lstStyle>
          <a:p>
            <a:pPr marL="180000" lvl="0" indent="-180000"/>
            <a:r>
              <a:rPr lang="en-US"/>
              <a:t>Click to edit Master text styles</a:t>
            </a:r>
          </a:p>
          <a:p>
            <a:pPr marL="180000" lvl="1" indent="-180000"/>
            <a:r>
              <a:rPr lang="en-US"/>
              <a:t>Second level</a:t>
            </a:r>
          </a:p>
          <a:p>
            <a:pPr marL="180000" lvl="2" indent="-180000"/>
            <a:r>
              <a:rPr lang="en-US"/>
              <a:t>Third level</a:t>
            </a:r>
          </a:p>
          <a:p>
            <a:pPr marL="180000" lvl="3" indent="-180000"/>
            <a:r>
              <a:rPr lang="en-US"/>
              <a:t>Fourth level</a:t>
            </a:r>
          </a:p>
          <a:p>
            <a:pPr marL="180000" lvl="4" indent="-180000"/>
            <a:r>
              <a:rPr lang="en-US"/>
              <a:t>Fifth level</a:t>
            </a:r>
            <a:endParaRPr lang="en-GB" dirty="0"/>
          </a:p>
        </p:txBody>
      </p:sp>
      <p:sp>
        <p:nvSpPr>
          <p:cNvPr id="11" name="Content Placeholder 2">
            <a:extLst>
              <a:ext uri="{FF2B5EF4-FFF2-40B4-BE49-F238E27FC236}">
                <a16:creationId xmlns:a16="http://schemas.microsoft.com/office/drawing/2014/main" id="{EBDA6CC7-1BAA-4EB8-B9AD-0404E7D8D6E1}"/>
              </a:ext>
            </a:extLst>
          </p:cNvPr>
          <p:cNvSpPr>
            <a:spLocks noGrp="1"/>
          </p:cNvSpPr>
          <p:nvPr>
            <p:ph sz="half" idx="21"/>
          </p:nvPr>
        </p:nvSpPr>
        <p:spPr>
          <a:xfrm>
            <a:off x="539749" y="1416785"/>
            <a:ext cx="5410197" cy="4415215"/>
          </a:xfrm>
          <a:prstGeom prst="round2DiagRect">
            <a:avLst>
              <a:gd name="adj1" fmla="val 0"/>
              <a:gd name="adj2" fmla="val 5647"/>
            </a:avLst>
          </a:prstGeom>
          <a:solidFill>
            <a:srgbClr val="D9D1CC"/>
          </a:solidFill>
        </p:spPr>
        <p:txBody>
          <a:bodyPr vert="horz" lIns="270000" tIns="270000" rIns="270000" bIns="270000" rtlCol="0">
            <a:noAutofit/>
          </a:bodyPr>
          <a:lstStyle>
            <a:lvl1pPr>
              <a:defRPr lang="en-GB" sz="1600" dirty="0">
                <a:solidFill>
                  <a:srgbClr val="3F1A01"/>
                </a:solidFill>
              </a:defRPr>
            </a:lvl1pPr>
            <a:lvl2pPr>
              <a:defRPr lang="en-GB" sz="1400" dirty="0">
                <a:solidFill>
                  <a:srgbClr val="3F1A01"/>
                </a:solidFill>
              </a:defRPr>
            </a:lvl2pPr>
            <a:lvl3pPr>
              <a:defRPr lang="en-GB" dirty="0">
                <a:solidFill>
                  <a:srgbClr val="3F1A01"/>
                </a:solidFill>
              </a:defRPr>
            </a:lvl3pPr>
            <a:lvl4pPr>
              <a:defRPr lang="en-GB" dirty="0">
                <a:solidFill>
                  <a:srgbClr val="3F1A01"/>
                </a:solidFill>
              </a:defRPr>
            </a:lvl4pPr>
            <a:lvl5pPr>
              <a:defRPr lang="en-GB" dirty="0">
                <a:solidFill>
                  <a:srgbClr val="3F1A01"/>
                </a:solidFill>
              </a:defRPr>
            </a:lvl5pPr>
          </a:lstStyle>
          <a:p>
            <a:pPr marL="180000" lvl="0" indent="-180000"/>
            <a:r>
              <a:rPr lang="en-US"/>
              <a:t>Click to edit Master text styles</a:t>
            </a:r>
          </a:p>
          <a:p>
            <a:pPr marL="180000" lvl="1" indent="-180000"/>
            <a:r>
              <a:rPr lang="en-US"/>
              <a:t>Second level</a:t>
            </a:r>
          </a:p>
          <a:p>
            <a:pPr marL="180000" lvl="2" indent="-180000"/>
            <a:r>
              <a:rPr lang="en-US"/>
              <a:t>Third level</a:t>
            </a:r>
          </a:p>
          <a:p>
            <a:pPr marL="180000" lvl="3" indent="-180000"/>
            <a:r>
              <a:rPr lang="en-US"/>
              <a:t>Fourth level</a:t>
            </a:r>
          </a:p>
          <a:p>
            <a:pPr marL="180000" lvl="4" indent="-180000"/>
            <a:r>
              <a:rPr lang="en-US"/>
              <a:t>Fifth level</a:t>
            </a:r>
            <a:endParaRPr lang="en-GB" dirty="0"/>
          </a:p>
        </p:txBody>
      </p:sp>
      <p:sp>
        <p:nvSpPr>
          <p:cNvPr id="10" name="Pladsholder til tekst 4">
            <a:extLst>
              <a:ext uri="{FF2B5EF4-FFF2-40B4-BE49-F238E27FC236}">
                <a16:creationId xmlns:a16="http://schemas.microsoft.com/office/drawing/2014/main" id="{356E8D43-7E87-4424-807D-A430A2A3556B}"/>
              </a:ext>
            </a:extLst>
          </p:cNvPr>
          <p:cNvSpPr>
            <a:spLocks noGrp="1"/>
          </p:cNvSpPr>
          <p:nvPr>
            <p:ph type="body" sz="quarter" idx="18" hasCustomPrompt="1"/>
          </p:nvPr>
        </p:nvSpPr>
        <p:spPr>
          <a:xfrm>
            <a:off x="539749" y="6102000"/>
            <a:ext cx="9213851" cy="619200"/>
          </a:xfrm>
          <a:prstGeom prst="rect">
            <a:avLst/>
          </a:prstGeom>
        </p:spPr>
        <p:txBody>
          <a:bodyPr anchor="b" anchorCtr="0">
            <a:noAutofit/>
          </a:bodyPr>
          <a:lstStyle>
            <a:lvl1pPr marL="0" indent="0">
              <a:spcBef>
                <a:spcPts val="0"/>
              </a:spcBef>
              <a:buFont typeface="+mj-lt"/>
              <a:buNone/>
              <a:defRPr sz="950" i="0">
                <a:solidFill>
                  <a:schemeClr val="accent2">
                    <a:lumMod val="50000"/>
                  </a:schemeClr>
                </a:solidFill>
                <a:latin typeface="Times New Roman" panose="02020603050405020304" pitchFamily="18" charset="0"/>
                <a:cs typeface="Times New Roman" panose="02020603050405020304" pitchFamily="18" charset="0"/>
              </a:defRPr>
            </a:lvl1pPr>
            <a:lvl2pPr marL="457200" indent="0">
              <a:buNone/>
              <a:defRPr/>
            </a:lvl2pPr>
          </a:lstStyle>
          <a:p>
            <a:pPr lvl="0"/>
            <a:r>
              <a:rPr lang="en-GB" dirty="0"/>
              <a:t>Reference text</a:t>
            </a:r>
          </a:p>
        </p:txBody>
      </p:sp>
      <p:sp>
        <p:nvSpPr>
          <p:cNvPr id="8" name="Slide Number Placeholder 5">
            <a:extLst>
              <a:ext uri="{FF2B5EF4-FFF2-40B4-BE49-F238E27FC236}">
                <a16:creationId xmlns:a16="http://schemas.microsoft.com/office/drawing/2014/main" id="{6F4FDDF7-85E3-4759-BAA0-9BCCD7DE4785}"/>
              </a:ext>
            </a:extLst>
          </p:cNvPr>
          <p:cNvSpPr>
            <a:spLocks noGrp="1"/>
          </p:cNvSpPr>
          <p:nvPr>
            <p:ph type="sldNum" sz="quarter" idx="4"/>
          </p:nvPr>
        </p:nvSpPr>
        <p:spPr>
          <a:xfrm>
            <a:off x="11326690" y="6434112"/>
            <a:ext cx="595310" cy="153888"/>
          </a:xfrm>
          <a:prstGeom prst="rect">
            <a:avLst/>
          </a:prstGeom>
        </p:spPr>
        <p:txBody>
          <a:bodyPr lIns="0" tIns="0" rIns="0" bIns="0" anchor="t" anchorCtr="0">
            <a:noAutofit/>
          </a:bodyPr>
          <a:lstStyle>
            <a:lvl1pPr algn="r">
              <a:defRPr sz="900">
                <a:solidFill>
                  <a:srgbClr val="3F1A01"/>
                </a:solidFill>
              </a:defRPr>
            </a:lvl1pPr>
          </a:lstStyle>
          <a:p>
            <a:fld id="{6DBC486D-4FAB-B746-8B02-8D7C842291C6}" type="slidenum">
              <a:rPr lang="en-US" smtClean="0"/>
              <a:pPr/>
              <a:t>‹#›</a:t>
            </a:fld>
            <a:endParaRPr lang="en-US" dirty="0"/>
          </a:p>
        </p:txBody>
      </p:sp>
    </p:spTree>
    <p:extLst>
      <p:ext uri="{BB962C8B-B14F-4D97-AF65-F5344CB8AC3E}">
        <p14:creationId xmlns:p14="http://schemas.microsoft.com/office/powerpoint/2010/main" val="1178812660"/>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hree Content boxes">
    <p:spTree>
      <p:nvGrpSpPr>
        <p:cNvPr id="1" name=""/>
        <p:cNvGrpSpPr/>
        <p:nvPr/>
      </p:nvGrpSpPr>
      <p:grpSpPr>
        <a:xfrm>
          <a:off x="0" y="0"/>
          <a:ext cx="0" cy="0"/>
          <a:chOff x="0" y="0"/>
          <a:chExt cx="0" cy="0"/>
        </a:xfrm>
      </p:grpSpPr>
      <p:sp>
        <p:nvSpPr>
          <p:cNvPr id="15" name="Text Placeholder 23">
            <a:extLst>
              <a:ext uri="{FF2B5EF4-FFF2-40B4-BE49-F238E27FC236}">
                <a16:creationId xmlns:a16="http://schemas.microsoft.com/office/drawing/2014/main" id="{A7DB8A8A-C1DF-41DA-B9ED-EBFE9FF8E943}"/>
              </a:ext>
            </a:extLst>
          </p:cNvPr>
          <p:cNvSpPr>
            <a:spLocks noGrp="1"/>
          </p:cNvSpPr>
          <p:nvPr>
            <p:ph type="body" sz="quarter" idx="17"/>
          </p:nvPr>
        </p:nvSpPr>
        <p:spPr>
          <a:xfrm>
            <a:off x="539749" y="539750"/>
            <a:ext cx="9213851" cy="266676"/>
          </a:xfrm>
          <a:prstGeom prst="rect">
            <a:avLst/>
          </a:prstGeom>
        </p:spPr>
        <p:txBody>
          <a:bodyPr wrap="square" lIns="0" tIns="0" rIns="0" bIns="0">
            <a:noAutofit/>
          </a:bodyPr>
          <a:lstStyle>
            <a:lvl1pPr marL="0" indent="0">
              <a:buNone/>
              <a:defRPr sz="1400">
                <a:solidFill>
                  <a:schemeClr val="accent2">
                    <a:lumMod val="50000"/>
                  </a:schemeClr>
                </a:solidFill>
                <a:latin typeface="Times New Roman" panose="02020603050405020304" pitchFamily="18" charset="0"/>
                <a:cs typeface="Times New Roman" panose="02020603050405020304" pitchFamily="18" charset="0"/>
              </a:defRPr>
            </a:lvl1pPr>
          </a:lstStyle>
          <a:p>
            <a:pPr lvl="0"/>
            <a:r>
              <a:rPr lang="en-US"/>
              <a:t>Click to edit Master text styles</a:t>
            </a:r>
          </a:p>
        </p:txBody>
      </p:sp>
      <p:sp>
        <p:nvSpPr>
          <p:cNvPr id="17" name="Title Placeholder 1">
            <a:extLst>
              <a:ext uri="{FF2B5EF4-FFF2-40B4-BE49-F238E27FC236}">
                <a16:creationId xmlns:a16="http://schemas.microsoft.com/office/drawing/2014/main" id="{D7BF96F8-7CDF-4F67-9D5E-D9FEF37302CF}"/>
              </a:ext>
            </a:extLst>
          </p:cNvPr>
          <p:cNvSpPr>
            <a:spLocks noGrp="1"/>
          </p:cNvSpPr>
          <p:nvPr>
            <p:ph type="title"/>
          </p:nvPr>
        </p:nvSpPr>
        <p:spPr>
          <a:xfrm>
            <a:off x="539749" y="814386"/>
            <a:ext cx="9213851" cy="332399"/>
          </a:xfrm>
          <a:prstGeom prst="rect">
            <a:avLst/>
          </a:prstGeom>
        </p:spPr>
        <p:txBody>
          <a:bodyPr vert="horz" lIns="0" tIns="0" rIns="0" bIns="0" rtlCol="0" anchor="b" anchorCtr="0">
            <a:noAutofit/>
          </a:bodyPr>
          <a:lstStyle>
            <a:lvl1pPr>
              <a:defRPr>
                <a:solidFill>
                  <a:srgbClr val="3F1A01"/>
                </a:solidFill>
              </a:defRPr>
            </a:lvl1pPr>
          </a:lstStyle>
          <a:p>
            <a:r>
              <a:rPr lang="en-US"/>
              <a:t>Click to edit Master title style</a:t>
            </a:r>
            <a:endParaRPr lang="en-GB" dirty="0"/>
          </a:p>
        </p:txBody>
      </p:sp>
      <p:sp>
        <p:nvSpPr>
          <p:cNvPr id="19" name="Content Placeholder 2">
            <a:extLst>
              <a:ext uri="{FF2B5EF4-FFF2-40B4-BE49-F238E27FC236}">
                <a16:creationId xmlns:a16="http://schemas.microsoft.com/office/drawing/2014/main" id="{93C48C60-5B8B-4BD4-86C8-13AA617EF5E6}"/>
              </a:ext>
            </a:extLst>
          </p:cNvPr>
          <p:cNvSpPr>
            <a:spLocks noGrp="1"/>
          </p:cNvSpPr>
          <p:nvPr>
            <p:ph sz="half" idx="20"/>
          </p:nvPr>
        </p:nvSpPr>
        <p:spPr>
          <a:xfrm>
            <a:off x="8133463" y="1416785"/>
            <a:ext cx="3517200" cy="4415215"/>
          </a:xfrm>
          <a:prstGeom prst="round2DiagRect">
            <a:avLst>
              <a:gd name="adj1" fmla="val 0"/>
              <a:gd name="adj2" fmla="val 7633"/>
            </a:avLst>
          </a:prstGeom>
          <a:solidFill>
            <a:srgbClr val="D9D1CC"/>
          </a:solidFill>
        </p:spPr>
        <p:txBody>
          <a:bodyPr vert="horz" lIns="270000" tIns="270000" rIns="270000" bIns="270000" rtlCol="0">
            <a:noAutofit/>
          </a:bodyPr>
          <a:lstStyle>
            <a:lvl1pPr>
              <a:defRPr lang="en-GB" sz="1600" dirty="0">
                <a:solidFill>
                  <a:srgbClr val="3F1A01"/>
                </a:solidFill>
              </a:defRPr>
            </a:lvl1pPr>
            <a:lvl2pPr>
              <a:defRPr lang="en-GB" sz="1400" dirty="0">
                <a:solidFill>
                  <a:srgbClr val="3F1A01"/>
                </a:solidFill>
              </a:defRPr>
            </a:lvl2pPr>
            <a:lvl3pPr>
              <a:defRPr lang="en-GB" dirty="0">
                <a:solidFill>
                  <a:srgbClr val="3F1A01"/>
                </a:solidFill>
              </a:defRPr>
            </a:lvl3pPr>
            <a:lvl4pPr>
              <a:defRPr lang="en-GB" dirty="0">
                <a:solidFill>
                  <a:srgbClr val="3F1A01"/>
                </a:solidFill>
              </a:defRPr>
            </a:lvl4pPr>
            <a:lvl5pPr>
              <a:defRPr lang="en-GB" dirty="0">
                <a:solidFill>
                  <a:srgbClr val="3F1A01"/>
                </a:solidFill>
              </a:defRPr>
            </a:lvl5pPr>
          </a:lstStyle>
          <a:p>
            <a:pPr marL="180000" lvl="0" indent="-180000"/>
            <a:r>
              <a:rPr lang="en-US"/>
              <a:t>Click to edit Master text styles</a:t>
            </a:r>
          </a:p>
          <a:p>
            <a:pPr marL="180000" lvl="1" indent="-180000"/>
            <a:r>
              <a:rPr lang="en-US"/>
              <a:t>Second level</a:t>
            </a:r>
          </a:p>
          <a:p>
            <a:pPr marL="180000" lvl="2" indent="-180000"/>
            <a:r>
              <a:rPr lang="en-US"/>
              <a:t>Third level</a:t>
            </a:r>
          </a:p>
          <a:p>
            <a:pPr marL="180000" lvl="3" indent="-180000"/>
            <a:r>
              <a:rPr lang="en-US"/>
              <a:t>Fourth level</a:t>
            </a:r>
          </a:p>
          <a:p>
            <a:pPr marL="180000" lvl="4" indent="-180000"/>
            <a:r>
              <a:rPr lang="en-US"/>
              <a:t>Fifth level</a:t>
            </a:r>
            <a:endParaRPr lang="en-GB" dirty="0"/>
          </a:p>
        </p:txBody>
      </p:sp>
      <p:sp>
        <p:nvSpPr>
          <p:cNvPr id="13" name="Content Placeholder 2">
            <a:extLst>
              <a:ext uri="{FF2B5EF4-FFF2-40B4-BE49-F238E27FC236}">
                <a16:creationId xmlns:a16="http://schemas.microsoft.com/office/drawing/2014/main" id="{E0ABF75E-4167-4805-B291-E9228EC8A4B7}"/>
              </a:ext>
            </a:extLst>
          </p:cNvPr>
          <p:cNvSpPr>
            <a:spLocks noGrp="1"/>
          </p:cNvSpPr>
          <p:nvPr>
            <p:ph sz="half" idx="21"/>
          </p:nvPr>
        </p:nvSpPr>
        <p:spPr>
          <a:xfrm>
            <a:off x="539749" y="1416785"/>
            <a:ext cx="3517200" cy="4415215"/>
          </a:xfrm>
          <a:prstGeom prst="round2DiagRect">
            <a:avLst>
              <a:gd name="adj1" fmla="val 0"/>
              <a:gd name="adj2" fmla="val 7633"/>
            </a:avLst>
          </a:prstGeom>
          <a:solidFill>
            <a:srgbClr val="D9D1CC"/>
          </a:solidFill>
        </p:spPr>
        <p:txBody>
          <a:bodyPr vert="horz" lIns="270000" tIns="270000" rIns="270000" bIns="270000" rtlCol="0">
            <a:noAutofit/>
          </a:bodyPr>
          <a:lstStyle>
            <a:lvl1pPr>
              <a:defRPr lang="en-GB" sz="1600" dirty="0">
                <a:solidFill>
                  <a:srgbClr val="3F1A01"/>
                </a:solidFill>
              </a:defRPr>
            </a:lvl1pPr>
            <a:lvl2pPr>
              <a:defRPr lang="en-GB" sz="1400" dirty="0">
                <a:solidFill>
                  <a:srgbClr val="3F1A01"/>
                </a:solidFill>
              </a:defRPr>
            </a:lvl2pPr>
            <a:lvl3pPr>
              <a:defRPr lang="en-GB" dirty="0">
                <a:solidFill>
                  <a:srgbClr val="3F1A01"/>
                </a:solidFill>
              </a:defRPr>
            </a:lvl3pPr>
            <a:lvl4pPr>
              <a:defRPr lang="en-GB" dirty="0">
                <a:solidFill>
                  <a:srgbClr val="3F1A01"/>
                </a:solidFill>
              </a:defRPr>
            </a:lvl4pPr>
            <a:lvl5pPr>
              <a:defRPr lang="en-GB" dirty="0">
                <a:solidFill>
                  <a:srgbClr val="3F1A01"/>
                </a:solidFill>
              </a:defRPr>
            </a:lvl5pPr>
          </a:lstStyle>
          <a:p>
            <a:pPr marL="180000" lvl="0" indent="-180000"/>
            <a:r>
              <a:rPr lang="en-US"/>
              <a:t>Click to edit Master text styles</a:t>
            </a:r>
          </a:p>
          <a:p>
            <a:pPr marL="180000" lvl="1" indent="-180000"/>
            <a:r>
              <a:rPr lang="en-US"/>
              <a:t>Second level</a:t>
            </a:r>
          </a:p>
          <a:p>
            <a:pPr marL="180000" lvl="2" indent="-180000"/>
            <a:r>
              <a:rPr lang="en-US"/>
              <a:t>Third level</a:t>
            </a:r>
          </a:p>
          <a:p>
            <a:pPr marL="180000" lvl="3" indent="-180000"/>
            <a:r>
              <a:rPr lang="en-US"/>
              <a:t>Fourth level</a:t>
            </a:r>
          </a:p>
          <a:p>
            <a:pPr marL="180000" lvl="4" indent="-180000"/>
            <a:r>
              <a:rPr lang="en-US"/>
              <a:t>Fifth level</a:t>
            </a:r>
            <a:endParaRPr lang="en-GB" dirty="0"/>
          </a:p>
        </p:txBody>
      </p:sp>
      <p:sp>
        <p:nvSpPr>
          <p:cNvPr id="18" name="Content Placeholder 2">
            <a:extLst>
              <a:ext uri="{FF2B5EF4-FFF2-40B4-BE49-F238E27FC236}">
                <a16:creationId xmlns:a16="http://schemas.microsoft.com/office/drawing/2014/main" id="{1347E5D1-9F54-45A5-A2B9-C082F6AAD75D}"/>
              </a:ext>
            </a:extLst>
          </p:cNvPr>
          <p:cNvSpPr>
            <a:spLocks noGrp="1"/>
          </p:cNvSpPr>
          <p:nvPr>
            <p:ph sz="half" idx="22"/>
          </p:nvPr>
        </p:nvSpPr>
        <p:spPr>
          <a:xfrm>
            <a:off x="4336606" y="1416785"/>
            <a:ext cx="3517200" cy="4415215"/>
          </a:xfrm>
          <a:prstGeom prst="round2DiagRect">
            <a:avLst>
              <a:gd name="adj1" fmla="val 0"/>
              <a:gd name="adj2" fmla="val 7633"/>
            </a:avLst>
          </a:prstGeom>
          <a:solidFill>
            <a:srgbClr val="D9D1CC"/>
          </a:solidFill>
        </p:spPr>
        <p:txBody>
          <a:bodyPr vert="horz" lIns="270000" tIns="270000" rIns="270000" bIns="270000" rtlCol="0">
            <a:noAutofit/>
          </a:bodyPr>
          <a:lstStyle>
            <a:lvl1pPr>
              <a:defRPr lang="en-GB" sz="1600" dirty="0">
                <a:solidFill>
                  <a:srgbClr val="3F1A01"/>
                </a:solidFill>
              </a:defRPr>
            </a:lvl1pPr>
            <a:lvl2pPr>
              <a:defRPr lang="en-GB" sz="1400" dirty="0">
                <a:solidFill>
                  <a:srgbClr val="3F1A01"/>
                </a:solidFill>
              </a:defRPr>
            </a:lvl2pPr>
            <a:lvl3pPr>
              <a:defRPr lang="en-GB" dirty="0">
                <a:solidFill>
                  <a:srgbClr val="3F1A01"/>
                </a:solidFill>
              </a:defRPr>
            </a:lvl3pPr>
            <a:lvl4pPr>
              <a:defRPr lang="en-GB" dirty="0">
                <a:solidFill>
                  <a:srgbClr val="3F1A01"/>
                </a:solidFill>
              </a:defRPr>
            </a:lvl4pPr>
            <a:lvl5pPr>
              <a:defRPr lang="en-GB" dirty="0">
                <a:solidFill>
                  <a:srgbClr val="3F1A01"/>
                </a:solidFill>
              </a:defRPr>
            </a:lvl5pPr>
          </a:lstStyle>
          <a:p>
            <a:pPr marL="180000" lvl="0" indent="-180000"/>
            <a:r>
              <a:rPr lang="en-US"/>
              <a:t>Click to edit Master text styles</a:t>
            </a:r>
          </a:p>
          <a:p>
            <a:pPr marL="180000" lvl="1" indent="-180000"/>
            <a:r>
              <a:rPr lang="en-US"/>
              <a:t>Second level</a:t>
            </a:r>
          </a:p>
          <a:p>
            <a:pPr marL="180000" lvl="2" indent="-180000"/>
            <a:r>
              <a:rPr lang="en-US"/>
              <a:t>Third level</a:t>
            </a:r>
          </a:p>
          <a:p>
            <a:pPr marL="180000" lvl="3" indent="-180000"/>
            <a:r>
              <a:rPr lang="en-US"/>
              <a:t>Fourth level</a:t>
            </a:r>
          </a:p>
          <a:p>
            <a:pPr marL="180000" lvl="4" indent="-180000"/>
            <a:r>
              <a:rPr lang="en-US"/>
              <a:t>Fifth level</a:t>
            </a:r>
            <a:endParaRPr lang="en-GB" dirty="0"/>
          </a:p>
        </p:txBody>
      </p:sp>
      <p:sp>
        <p:nvSpPr>
          <p:cNvPr id="11" name="Pladsholder til tekst 4">
            <a:extLst>
              <a:ext uri="{FF2B5EF4-FFF2-40B4-BE49-F238E27FC236}">
                <a16:creationId xmlns:a16="http://schemas.microsoft.com/office/drawing/2014/main" id="{CADE5614-2F8F-4E7B-AED0-07DEE006528B}"/>
              </a:ext>
            </a:extLst>
          </p:cNvPr>
          <p:cNvSpPr>
            <a:spLocks noGrp="1"/>
          </p:cNvSpPr>
          <p:nvPr>
            <p:ph type="body" sz="quarter" idx="18" hasCustomPrompt="1"/>
          </p:nvPr>
        </p:nvSpPr>
        <p:spPr>
          <a:xfrm>
            <a:off x="539749" y="6102000"/>
            <a:ext cx="9213851" cy="619200"/>
          </a:xfrm>
          <a:prstGeom prst="rect">
            <a:avLst/>
          </a:prstGeom>
        </p:spPr>
        <p:txBody>
          <a:bodyPr anchor="b" anchorCtr="0">
            <a:noAutofit/>
          </a:bodyPr>
          <a:lstStyle>
            <a:lvl1pPr marL="0" indent="0">
              <a:spcBef>
                <a:spcPts val="0"/>
              </a:spcBef>
              <a:buFont typeface="+mj-lt"/>
              <a:buNone/>
              <a:defRPr sz="950" i="0">
                <a:solidFill>
                  <a:schemeClr val="accent2">
                    <a:lumMod val="50000"/>
                  </a:schemeClr>
                </a:solidFill>
                <a:latin typeface="Times New Roman" panose="02020603050405020304" pitchFamily="18" charset="0"/>
                <a:cs typeface="Times New Roman" panose="02020603050405020304" pitchFamily="18" charset="0"/>
              </a:defRPr>
            </a:lvl1pPr>
            <a:lvl2pPr marL="457200" indent="0">
              <a:buNone/>
              <a:defRPr/>
            </a:lvl2pPr>
          </a:lstStyle>
          <a:p>
            <a:pPr lvl="0"/>
            <a:r>
              <a:rPr lang="en-GB" dirty="0"/>
              <a:t>Reference text</a:t>
            </a:r>
          </a:p>
        </p:txBody>
      </p:sp>
      <p:sp>
        <p:nvSpPr>
          <p:cNvPr id="9" name="Slide Number Placeholder 5">
            <a:extLst>
              <a:ext uri="{FF2B5EF4-FFF2-40B4-BE49-F238E27FC236}">
                <a16:creationId xmlns:a16="http://schemas.microsoft.com/office/drawing/2014/main" id="{C259D227-360F-41E9-B0C9-D6A7486F332A}"/>
              </a:ext>
            </a:extLst>
          </p:cNvPr>
          <p:cNvSpPr>
            <a:spLocks noGrp="1"/>
          </p:cNvSpPr>
          <p:nvPr>
            <p:ph type="sldNum" sz="quarter" idx="4"/>
          </p:nvPr>
        </p:nvSpPr>
        <p:spPr>
          <a:xfrm>
            <a:off x="11326690" y="6434112"/>
            <a:ext cx="595310" cy="153888"/>
          </a:xfrm>
          <a:prstGeom prst="rect">
            <a:avLst/>
          </a:prstGeom>
        </p:spPr>
        <p:txBody>
          <a:bodyPr lIns="0" tIns="0" rIns="0" bIns="0" anchor="t" anchorCtr="0">
            <a:noAutofit/>
          </a:bodyPr>
          <a:lstStyle>
            <a:lvl1pPr algn="r">
              <a:defRPr sz="900">
                <a:solidFill>
                  <a:srgbClr val="3F1A01"/>
                </a:solidFill>
              </a:defRPr>
            </a:lvl1pPr>
          </a:lstStyle>
          <a:p>
            <a:fld id="{6DBC486D-4FAB-B746-8B02-8D7C842291C6}" type="slidenum">
              <a:rPr lang="en-US" smtClean="0"/>
              <a:pPr/>
              <a:t>‹#›</a:t>
            </a:fld>
            <a:endParaRPr lang="en-US" dirty="0"/>
          </a:p>
        </p:txBody>
      </p:sp>
    </p:spTree>
    <p:extLst>
      <p:ext uri="{BB962C8B-B14F-4D97-AF65-F5344CB8AC3E}">
        <p14:creationId xmlns:p14="http://schemas.microsoft.com/office/powerpoint/2010/main" val="369023634"/>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Four Content boxes">
    <p:spTree>
      <p:nvGrpSpPr>
        <p:cNvPr id="1" name=""/>
        <p:cNvGrpSpPr/>
        <p:nvPr/>
      </p:nvGrpSpPr>
      <p:grpSpPr>
        <a:xfrm>
          <a:off x="0" y="0"/>
          <a:ext cx="0" cy="0"/>
          <a:chOff x="0" y="0"/>
          <a:chExt cx="0" cy="0"/>
        </a:xfrm>
      </p:grpSpPr>
      <p:sp>
        <p:nvSpPr>
          <p:cNvPr id="15" name="Text Placeholder 23">
            <a:extLst>
              <a:ext uri="{FF2B5EF4-FFF2-40B4-BE49-F238E27FC236}">
                <a16:creationId xmlns:a16="http://schemas.microsoft.com/office/drawing/2014/main" id="{A7DB8A8A-C1DF-41DA-B9ED-EBFE9FF8E943}"/>
              </a:ext>
            </a:extLst>
          </p:cNvPr>
          <p:cNvSpPr>
            <a:spLocks noGrp="1"/>
          </p:cNvSpPr>
          <p:nvPr>
            <p:ph type="body" sz="quarter" idx="17"/>
          </p:nvPr>
        </p:nvSpPr>
        <p:spPr>
          <a:xfrm>
            <a:off x="539749" y="539750"/>
            <a:ext cx="9213851" cy="266676"/>
          </a:xfrm>
          <a:prstGeom prst="rect">
            <a:avLst/>
          </a:prstGeom>
        </p:spPr>
        <p:txBody>
          <a:bodyPr wrap="square" lIns="0" tIns="0" rIns="0" bIns="0">
            <a:noAutofit/>
          </a:bodyPr>
          <a:lstStyle>
            <a:lvl1pPr marL="0" indent="0">
              <a:buNone/>
              <a:defRPr sz="1400">
                <a:solidFill>
                  <a:schemeClr val="accent2">
                    <a:lumMod val="50000"/>
                  </a:schemeClr>
                </a:solidFill>
                <a:latin typeface="Times New Roman" panose="02020603050405020304" pitchFamily="18" charset="0"/>
                <a:cs typeface="Times New Roman" panose="02020603050405020304" pitchFamily="18" charset="0"/>
              </a:defRPr>
            </a:lvl1pPr>
          </a:lstStyle>
          <a:p>
            <a:pPr lvl="0"/>
            <a:r>
              <a:rPr lang="en-US"/>
              <a:t>Click to edit Master text styles</a:t>
            </a:r>
          </a:p>
        </p:txBody>
      </p:sp>
      <p:sp>
        <p:nvSpPr>
          <p:cNvPr id="17" name="Title Placeholder 1">
            <a:extLst>
              <a:ext uri="{FF2B5EF4-FFF2-40B4-BE49-F238E27FC236}">
                <a16:creationId xmlns:a16="http://schemas.microsoft.com/office/drawing/2014/main" id="{D7BF96F8-7CDF-4F67-9D5E-D9FEF37302CF}"/>
              </a:ext>
            </a:extLst>
          </p:cNvPr>
          <p:cNvSpPr>
            <a:spLocks noGrp="1"/>
          </p:cNvSpPr>
          <p:nvPr>
            <p:ph type="title"/>
          </p:nvPr>
        </p:nvSpPr>
        <p:spPr>
          <a:xfrm>
            <a:off x="539749" y="814386"/>
            <a:ext cx="9213851" cy="332399"/>
          </a:xfrm>
          <a:prstGeom prst="rect">
            <a:avLst/>
          </a:prstGeom>
        </p:spPr>
        <p:txBody>
          <a:bodyPr vert="horz" lIns="0" tIns="0" rIns="0" bIns="0" rtlCol="0" anchor="b" anchorCtr="0">
            <a:noAutofit/>
          </a:bodyPr>
          <a:lstStyle>
            <a:lvl1pPr>
              <a:defRPr>
                <a:solidFill>
                  <a:srgbClr val="3F1A01"/>
                </a:solidFill>
              </a:defRPr>
            </a:lvl1pPr>
          </a:lstStyle>
          <a:p>
            <a:r>
              <a:rPr lang="en-US"/>
              <a:t>Click to edit Master title style</a:t>
            </a:r>
            <a:endParaRPr lang="en-GB" dirty="0"/>
          </a:p>
        </p:txBody>
      </p:sp>
      <p:sp>
        <p:nvSpPr>
          <p:cNvPr id="19" name="Content Placeholder 2">
            <a:extLst>
              <a:ext uri="{FF2B5EF4-FFF2-40B4-BE49-F238E27FC236}">
                <a16:creationId xmlns:a16="http://schemas.microsoft.com/office/drawing/2014/main" id="{93C48C60-5B8B-4BD4-86C8-13AA617EF5E6}"/>
              </a:ext>
            </a:extLst>
          </p:cNvPr>
          <p:cNvSpPr>
            <a:spLocks noGrp="1"/>
          </p:cNvSpPr>
          <p:nvPr>
            <p:ph sz="half" idx="20"/>
          </p:nvPr>
        </p:nvSpPr>
        <p:spPr>
          <a:xfrm>
            <a:off x="9083863" y="1416785"/>
            <a:ext cx="2566800" cy="4415215"/>
          </a:xfrm>
          <a:prstGeom prst="round2DiagRect">
            <a:avLst>
              <a:gd name="adj1" fmla="val 0"/>
              <a:gd name="adj2" fmla="val 10602"/>
            </a:avLst>
          </a:prstGeom>
          <a:solidFill>
            <a:srgbClr val="D9D1CC"/>
          </a:solidFill>
        </p:spPr>
        <p:txBody>
          <a:bodyPr vert="horz" lIns="180000" tIns="180000" rIns="180000" bIns="180000" rtlCol="0">
            <a:noAutofit/>
          </a:bodyPr>
          <a:lstStyle>
            <a:lvl1pPr>
              <a:defRPr lang="en-GB" sz="1400" dirty="0">
                <a:solidFill>
                  <a:srgbClr val="3F1A01"/>
                </a:solidFill>
              </a:defRPr>
            </a:lvl1pPr>
            <a:lvl2pPr>
              <a:defRPr lang="en-GB" sz="1200" dirty="0">
                <a:solidFill>
                  <a:srgbClr val="3F1A01"/>
                </a:solidFill>
              </a:defRPr>
            </a:lvl2pPr>
            <a:lvl3pPr>
              <a:defRPr lang="en-GB" sz="1000" dirty="0">
                <a:solidFill>
                  <a:srgbClr val="3F1A01"/>
                </a:solidFill>
              </a:defRPr>
            </a:lvl3pPr>
            <a:lvl4pPr>
              <a:defRPr lang="en-GB" sz="800" dirty="0">
                <a:solidFill>
                  <a:srgbClr val="3F1A01"/>
                </a:solidFill>
              </a:defRPr>
            </a:lvl4pPr>
            <a:lvl5pPr>
              <a:defRPr lang="en-GB" sz="600" dirty="0">
                <a:solidFill>
                  <a:srgbClr val="3F1A01"/>
                </a:solidFill>
              </a:defRPr>
            </a:lvl5pPr>
          </a:lstStyle>
          <a:p>
            <a:pPr marL="180000" lvl="0" indent="-180000"/>
            <a:r>
              <a:rPr lang="en-US"/>
              <a:t>Click to edit Master text styles</a:t>
            </a:r>
          </a:p>
          <a:p>
            <a:pPr marL="180000" lvl="1" indent="-180000"/>
            <a:r>
              <a:rPr lang="en-US"/>
              <a:t>Second level</a:t>
            </a:r>
          </a:p>
          <a:p>
            <a:pPr marL="180000" lvl="2" indent="-180000"/>
            <a:r>
              <a:rPr lang="en-US"/>
              <a:t>Third level</a:t>
            </a:r>
          </a:p>
          <a:p>
            <a:pPr marL="180000" lvl="3" indent="-180000"/>
            <a:r>
              <a:rPr lang="en-US"/>
              <a:t>Fourth level</a:t>
            </a:r>
          </a:p>
          <a:p>
            <a:pPr marL="180000" lvl="4" indent="-180000"/>
            <a:r>
              <a:rPr lang="en-US"/>
              <a:t>Fifth level</a:t>
            </a:r>
            <a:endParaRPr lang="en-GB" dirty="0"/>
          </a:p>
        </p:txBody>
      </p:sp>
      <p:sp>
        <p:nvSpPr>
          <p:cNvPr id="12" name="Content Placeholder 2">
            <a:extLst>
              <a:ext uri="{FF2B5EF4-FFF2-40B4-BE49-F238E27FC236}">
                <a16:creationId xmlns:a16="http://schemas.microsoft.com/office/drawing/2014/main" id="{65BA79F2-FD03-4FA8-A335-28C51B2FEEC9}"/>
              </a:ext>
            </a:extLst>
          </p:cNvPr>
          <p:cNvSpPr>
            <a:spLocks noGrp="1"/>
          </p:cNvSpPr>
          <p:nvPr>
            <p:ph sz="half" idx="21"/>
          </p:nvPr>
        </p:nvSpPr>
        <p:spPr>
          <a:xfrm>
            <a:off x="6235825" y="1416785"/>
            <a:ext cx="2566800" cy="4415215"/>
          </a:xfrm>
          <a:prstGeom prst="round2DiagRect">
            <a:avLst>
              <a:gd name="adj1" fmla="val 0"/>
              <a:gd name="adj2" fmla="val 10602"/>
            </a:avLst>
          </a:prstGeom>
          <a:solidFill>
            <a:srgbClr val="D9D1CC"/>
          </a:solidFill>
        </p:spPr>
        <p:txBody>
          <a:bodyPr vert="horz" lIns="180000" tIns="180000" rIns="180000" bIns="180000" rtlCol="0">
            <a:noAutofit/>
          </a:bodyPr>
          <a:lstStyle>
            <a:lvl1pPr>
              <a:defRPr lang="en-GB" sz="1400" dirty="0">
                <a:solidFill>
                  <a:srgbClr val="3F1A01"/>
                </a:solidFill>
              </a:defRPr>
            </a:lvl1pPr>
            <a:lvl2pPr>
              <a:defRPr lang="en-GB" sz="1200" dirty="0">
                <a:solidFill>
                  <a:srgbClr val="3F1A01"/>
                </a:solidFill>
              </a:defRPr>
            </a:lvl2pPr>
            <a:lvl3pPr>
              <a:defRPr lang="en-GB" sz="1000" dirty="0">
                <a:solidFill>
                  <a:srgbClr val="3F1A01"/>
                </a:solidFill>
              </a:defRPr>
            </a:lvl3pPr>
            <a:lvl4pPr>
              <a:defRPr lang="en-GB" sz="800" dirty="0">
                <a:solidFill>
                  <a:srgbClr val="3F1A01"/>
                </a:solidFill>
              </a:defRPr>
            </a:lvl4pPr>
            <a:lvl5pPr>
              <a:defRPr lang="en-GB" sz="600" dirty="0">
                <a:solidFill>
                  <a:srgbClr val="3F1A01"/>
                </a:solidFill>
              </a:defRPr>
            </a:lvl5pPr>
          </a:lstStyle>
          <a:p>
            <a:pPr marL="180000" lvl="0" indent="-180000"/>
            <a:r>
              <a:rPr lang="en-US"/>
              <a:t>Click to edit Master text styles</a:t>
            </a:r>
          </a:p>
          <a:p>
            <a:pPr marL="180000" lvl="1" indent="-180000"/>
            <a:r>
              <a:rPr lang="en-US"/>
              <a:t>Second level</a:t>
            </a:r>
          </a:p>
          <a:p>
            <a:pPr marL="180000" lvl="2" indent="-180000"/>
            <a:r>
              <a:rPr lang="en-US"/>
              <a:t>Third level</a:t>
            </a:r>
          </a:p>
          <a:p>
            <a:pPr marL="180000" lvl="3" indent="-180000"/>
            <a:r>
              <a:rPr lang="en-US"/>
              <a:t>Fourth level</a:t>
            </a:r>
          </a:p>
          <a:p>
            <a:pPr marL="180000" lvl="4" indent="-180000"/>
            <a:r>
              <a:rPr lang="en-US"/>
              <a:t>Fifth level</a:t>
            </a:r>
            <a:endParaRPr lang="en-GB" dirty="0"/>
          </a:p>
        </p:txBody>
      </p:sp>
      <p:sp>
        <p:nvSpPr>
          <p:cNvPr id="21" name="Content Placeholder 2">
            <a:extLst>
              <a:ext uri="{FF2B5EF4-FFF2-40B4-BE49-F238E27FC236}">
                <a16:creationId xmlns:a16="http://schemas.microsoft.com/office/drawing/2014/main" id="{B780CFF6-1270-4A92-8741-A0B45708FB10}"/>
              </a:ext>
            </a:extLst>
          </p:cNvPr>
          <p:cNvSpPr>
            <a:spLocks noGrp="1"/>
          </p:cNvSpPr>
          <p:nvPr>
            <p:ph sz="half" idx="22"/>
          </p:nvPr>
        </p:nvSpPr>
        <p:spPr>
          <a:xfrm>
            <a:off x="3387787" y="1416785"/>
            <a:ext cx="2566800" cy="4415215"/>
          </a:xfrm>
          <a:prstGeom prst="round2DiagRect">
            <a:avLst>
              <a:gd name="adj1" fmla="val 0"/>
              <a:gd name="adj2" fmla="val 10602"/>
            </a:avLst>
          </a:prstGeom>
          <a:solidFill>
            <a:srgbClr val="D9D1CC"/>
          </a:solidFill>
        </p:spPr>
        <p:txBody>
          <a:bodyPr vert="horz" lIns="180000" tIns="180000" rIns="180000" bIns="180000" rtlCol="0">
            <a:noAutofit/>
          </a:bodyPr>
          <a:lstStyle>
            <a:lvl1pPr>
              <a:defRPr lang="en-GB" sz="1400" dirty="0">
                <a:solidFill>
                  <a:srgbClr val="3F1A01"/>
                </a:solidFill>
              </a:defRPr>
            </a:lvl1pPr>
            <a:lvl2pPr>
              <a:defRPr lang="en-GB" sz="1200" dirty="0">
                <a:solidFill>
                  <a:srgbClr val="3F1A01"/>
                </a:solidFill>
              </a:defRPr>
            </a:lvl2pPr>
            <a:lvl3pPr>
              <a:defRPr lang="en-GB" sz="1000" dirty="0">
                <a:solidFill>
                  <a:srgbClr val="3F1A01"/>
                </a:solidFill>
              </a:defRPr>
            </a:lvl3pPr>
            <a:lvl4pPr>
              <a:defRPr lang="en-GB" sz="800" dirty="0">
                <a:solidFill>
                  <a:srgbClr val="3F1A01"/>
                </a:solidFill>
              </a:defRPr>
            </a:lvl4pPr>
            <a:lvl5pPr>
              <a:defRPr lang="en-GB" sz="600" dirty="0">
                <a:solidFill>
                  <a:srgbClr val="3F1A01"/>
                </a:solidFill>
              </a:defRPr>
            </a:lvl5pPr>
          </a:lstStyle>
          <a:p>
            <a:pPr marL="180000" lvl="0" indent="-180000"/>
            <a:r>
              <a:rPr lang="en-US"/>
              <a:t>Click to edit Master text styles</a:t>
            </a:r>
          </a:p>
          <a:p>
            <a:pPr marL="180000" lvl="1" indent="-180000"/>
            <a:r>
              <a:rPr lang="en-US"/>
              <a:t>Second level</a:t>
            </a:r>
          </a:p>
          <a:p>
            <a:pPr marL="180000" lvl="2" indent="-180000"/>
            <a:r>
              <a:rPr lang="en-US"/>
              <a:t>Third level</a:t>
            </a:r>
          </a:p>
          <a:p>
            <a:pPr marL="180000" lvl="3" indent="-180000"/>
            <a:r>
              <a:rPr lang="en-US"/>
              <a:t>Fourth level</a:t>
            </a:r>
          </a:p>
          <a:p>
            <a:pPr marL="180000" lvl="4" indent="-180000"/>
            <a:r>
              <a:rPr lang="en-US"/>
              <a:t>Fifth level</a:t>
            </a:r>
            <a:endParaRPr lang="en-GB" dirty="0"/>
          </a:p>
        </p:txBody>
      </p:sp>
      <p:sp>
        <p:nvSpPr>
          <p:cNvPr id="22" name="Content Placeholder 2">
            <a:extLst>
              <a:ext uri="{FF2B5EF4-FFF2-40B4-BE49-F238E27FC236}">
                <a16:creationId xmlns:a16="http://schemas.microsoft.com/office/drawing/2014/main" id="{4CDCEE1B-29F3-4397-96F7-6921DB5D92F1}"/>
              </a:ext>
            </a:extLst>
          </p:cNvPr>
          <p:cNvSpPr>
            <a:spLocks noGrp="1"/>
          </p:cNvSpPr>
          <p:nvPr>
            <p:ph sz="half" idx="23"/>
          </p:nvPr>
        </p:nvSpPr>
        <p:spPr>
          <a:xfrm>
            <a:off x="539749" y="1416785"/>
            <a:ext cx="2566800" cy="4415215"/>
          </a:xfrm>
          <a:prstGeom prst="round2DiagRect">
            <a:avLst>
              <a:gd name="adj1" fmla="val 0"/>
              <a:gd name="adj2" fmla="val 10602"/>
            </a:avLst>
          </a:prstGeom>
          <a:solidFill>
            <a:srgbClr val="D9D1CC"/>
          </a:solidFill>
        </p:spPr>
        <p:txBody>
          <a:bodyPr vert="horz" lIns="180000" tIns="180000" rIns="180000" bIns="180000" rtlCol="0">
            <a:noAutofit/>
          </a:bodyPr>
          <a:lstStyle>
            <a:lvl1pPr>
              <a:defRPr lang="en-GB" sz="1400" dirty="0">
                <a:solidFill>
                  <a:srgbClr val="3F1A01"/>
                </a:solidFill>
              </a:defRPr>
            </a:lvl1pPr>
            <a:lvl2pPr>
              <a:defRPr lang="en-GB" sz="1200" dirty="0">
                <a:solidFill>
                  <a:srgbClr val="3F1A01"/>
                </a:solidFill>
              </a:defRPr>
            </a:lvl2pPr>
            <a:lvl3pPr>
              <a:defRPr lang="en-GB" sz="1000" dirty="0">
                <a:solidFill>
                  <a:srgbClr val="3F1A01"/>
                </a:solidFill>
              </a:defRPr>
            </a:lvl3pPr>
            <a:lvl4pPr>
              <a:defRPr lang="en-GB" sz="800" dirty="0">
                <a:solidFill>
                  <a:srgbClr val="3F1A01"/>
                </a:solidFill>
              </a:defRPr>
            </a:lvl4pPr>
            <a:lvl5pPr>
              <a:defRPr lang="en-GB" sz="600" dirty="0">
                <a:solidFill>
                  <a:srgbClr val="3F1A01"/>
                </a:solidFill>
              </a:defRPr>
            </a:lvl5pPr>
          </a:lstStyle>
          <a:p>
            <a:pPr marL="180000" lvl="0" indent="-180000"/>
            <a:r>
              <a:rPr lang="en-US"/>
              <a:t>Click to edit Master text styles</a:t>
            </a:r>
          </a:p>
          <a:p>
            <a:pPr marL="180000" lvl="1" indent="-180000"/>
            <a:r>
              <a:rPr lang="en-US"/>
              <a:t>Second level</a:t>
            </a:r>
          </a:p>
          <a:p>
            <a:pPr marL="180000" lvl="2" indent="-180000"/>
            <a:r>
              <a:rPr lang="en-US"/>
              <a:t>Third level</a:t>
            </a:r>
          </a:p>
          <a:p>
            <a:pPr marL="180000" lvl="3" indent="-180000"/>
            <a:r>
              <a:rPr lang="en-US"/>
              <a:t>Fourth level</a:t>
            </a:r>
          </a:p>
          <a:p>
            <a:pPr marL="180000" lvl="4" indent="-180000"/>
            <a:r>
              <a:rPr lang="en-US"/>
              <a:t>Fifth level</a:t>
            </a:r>
            <a:endParaRPr lang="en-GB" dirty="0"/>
          </a:p>
        </p:txBody>
      </p:sp>
      <p:sp>
        <p:nvSpPr>
          <p:cNvPr id="13" name="Pladsholder til tekst 4">
            <a:extLst>
              <a:ext uri="{FF2B5EF4-FFF2-40B4-BE49-F238E27FC236}">
                <a16:creationId xmlns:a16="http://schemas.microsoft.com/office/drawing/2014/main" id="{8F84772B-8496-4FD9-81FF-31041874A1E5}"/>
              </a:ext>
            </a:extLst>
          </p:cNvPr>
          <p:cNvSpPr>
            <a:spLocks noGrp="1"/>
          </p:cNvSpPr>
          <p:nvPr>
            <p:ph type="body" sz="quarter" idx="18" hasCustomPrompt="1"/>
          </p:nvPr>
        </p:nvSpPr>
        <p:spPr>
          <a:xfrm>
            <a:off x="539750" y="6102000"/>
            <a:ext cx="9483726" cy="619200"/>
          </a:xfrm>
          <a:prstGeom prst="rect">
            <a:avLst/>
          </a:prstGeom>
        </p:spPr>
        <p:txBody>
          <a:bodyPr anchor="b" anchorCtr="0">
            <a:noAutofit/>
          </a:bodyPr>
          <a:lstStyle>
            <a:lvl1pPr marL="0" indent="0">
              <a:spcBef>
                <a:spcPts val="0"/>
              </a:spcBef>
              <a:buFont typeface="+mj-lt"/>
              <a:buNone/>
              <a:defRPr sz="950" i="0">
                <a:solidFill>
                  <a:schemeClr val="accent2">
                    <a:lumMod val="50000"/>
                  </a:schemeClr>
                </a:solidFill>
                <a:latin typeface="Times New Roman" panose="02020603050405020304" pitchFamily="18" charset="0"/>
                <a:cs typeface="Times New Roman" panose="02020603050405020304" pitchFamily="18" charset="0"/>
              </a:defRPr>
            </a:lvl1pPr>
            <a:lvl2pPr marL="457200" indent="0">
              <a:buNone/>
              <a:defRPr/>
            </a:lvl2pPr>
          </a:lstStyle>
          <a:p>
            <a:pPr lvl="0"/>
            <a:r>
              <a:rPr lang="en-GB" dirty="0"/>
              <a:t>Reference text</a:t>
            </a:r>
          </a:p>
        </p:txBody>
      </p:sp>
      <p:sp>
        <p:nvSpPr>
          <p:cNvPr id="10" name="Slide Number Placeholder 5">
            <a:extLst>
              <a:ext uri="{FF2B5EF4-FFF2-40B4-BE49-F238E27FC236}">
                <a16:creationId xmlns:a16="http://schemas.microsoft.com/office/drawing/2014/main" id="{CF814FC2-2DB5-4AE0-A96E-5BBB8CC70D33}"/>
              </a:ext>
            </a:extLst>
          </p:cNvPr>
          <p:cNvSpPr>
            <a:spLocks noGrp="1"/>
          </p:cNvSpPr>
          <p:nvPr>
            <p:ph type="sldNum" sz="quarter" idx="4"/>
          </p:nvPr>
        </p:nvSpPr>
        <p:spPr>
          <a:xfrm>
            <a:off x="11326690" y="6434112"/>
            <a:ext cx="595310" cy="153888"/>
          </a:xfrm>
          <a:prstGeom prst="rect">
            <a:avLst/>
          </a:prstGeom>
        </p:spPr>
        <p:txBody>
          <a:bodyPr lIns="0" tIns="0" rIns="0" bIns="0" anchor="t" anchorCtr="0">
            <a:noAutofit/>
          </a:bodyPr>
          <a:lstStyle>
            <a:lvl1pPr algn="r">
              <a:defRPr sz="900">
                <a:solidFill>
                  <a:srgbClr val="3F1A01"/>
                </a:solidFill>
              </a:defRPr>
            </a:lvl1pPr>
          </a:lstStyle>
          <a:p>
            <a:fld id="{6DBC486D-4FAB-B746-8B02-8D7C842291C6}" type="slidenum">
              <a:rPr lang="en-US" smtClean="0"/>
              <a:pPr/>
              <a:t>‹#›</a:t>
            </a:fld>
            <a:endParaRPr lang="en-US" dirty="0"/>
          </a:p>
        </p:txBody>
      </p:sp>
    </p:spTree>
    <p:extLst>
      <p:ext uri="{BB962C8B-B14F-4D97-AF65-F5344CB8AC3E}">
        <p14:creationId xmlns:p14="http://schemas.microsoft.com/office/powerpoint/2010/main" val="3824433652"/>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Five Content boxes">
    <p:spTree>
      <p:nvGrpSpPr>
        <p:cNvPr id="1" name=""/>
        <p:cNvGrpSpPr/>
        <p:nvPr/>
      </p:nvGrpSpPr>
      <p:grpSpPr>
        <a:xfrm>
          <a:off x="0" y="0"/>
          <a:ext cx="0" cy="0"/>
          <a:chOff x="0" y="0"/>
          <a:chExt cx="0" cy="0"/>
        </a:xfrm>
      </p:grpSpPr>
      <p:sp>
        <p:nvSpPr>
          <p:cNvPr id="15" name="Text Placeholder 23">
            <a:extLst>
              <a:ext uri="{FF2B5EF4-FFF2-40B4-BE49-F238E27FC236}">
                <a16:creationId xmlns:a16="http://schemas.microsoft.com/office/drawing/2014/main" id="{A7DB8A8A-C1DF-41DA-B9ED-EBFE9FF8E943}"/>
              </a:ext>
            </a:extLst>
          </p:cNvPr>
          <p:cNvSpPr>
            <a:spLocks noGrp="1"/>
          </p:cNvSpPr>
          <p:nvPr>
            <p:ph type="body" sz="quarter" idx="17"/>
          </p:nvPr>
        </p:nvSpPr>
        <p:spPr>
          <a:xfrm>
            <a:off x="539749" y="539750"/>
            <a:ext cx="9213851" cy="266676"/>
          </a:xfrm>
          <a:prstGeom prst="rect">
            <a:avLst/>
          </a:prstGeom>
        </p:spPr>
        <p:txBody>
          <a:bodyPr wrap="square" lIns="0" tIns="0" rIns="0" bIns="0">
            <a:noAutofit/>
          </a:bodyPr>
          <a:lstStyle>
            <a:lvl1pPr marL="0" indent="0">
              <a:buNone/>
              <a:defRPr sz="1400">
                <a:solidFill>
                  <a:schemeClr val="accent2">
                    <a:lumMod val="50000"/>
                  </a:schemeClr>
                </a:solidFill>
                <a:latin typeface="Times New Roman" panose="02020603050405020304" pitchFamily="18" charset="0"/>
                <a:cs typeface="Times New Roman" panose="02020603050405020304" pitchFamily="18" charset="0"/>
              </a:defRPr>
            </a:lvl1pPr>
          </a:lstStyle>
          <a:p>
            <a:pPr lvl="0"/>
            <a:r>
              <a:rPr lang="en-US" dirty="0"/>
              <a:t>Click to edit Master text styles</a:t>
            </a:r>
          </a:p>
        </p:txBody>
      </p:sp>
      <p:sp>
        <p:nvSpPr>
          <p:cNvPr id="17" name="Title Placeholder 1">
            <a:extLst>
              <a:ext uri="{FF2B5EF4-FFF2-40B4-BE49-F238E27FC236}">
                <a16:creationId xmlns:a16="http://schemas.microsoft.com/office/drawing/2014/main" id="{D7BF96F8-7CDF-4F67-9D5E-D9FEF37302CF}"/>
              </a:ext>
            </a:extLst>
          </p:cNvPr>
          <p:cNvSpPr>
            <a:spLocks noGrp="1"/>
          </p:cNvSpPr>
          <p:nvPr>
            <p:ph type="title"/>
          </p:nvPr>
        </p:nvSpPr>
        <p:spPr>
          <a:xfrm>
            <a:off x="539749" y="814386"/>
            <a:ext cx="9213851" cy="332399"/>
          </a:xfrm>
          <a:prstGeom prst="rect">
            <a:avLst/>
          </a:prstGeom>
        </p:spPr>
        <p:txBody>
          <a:bodyPr vert="horz" lIns="0" tIns="0" rIns="0" bIns="0" rtlCol="0" anchor="b" anchorCtr="0">
            <a:noAutofit/>
          </a:bodyPr>
          <a:lstStyle>
            <a:lvl1pPr>
              <a:defRPr>
                <a:solidFill>
                  <a:srgbClr val="3F1A01"/>
                </a:solidFill>
              </a:defRPr>
            </a:lvl1pPr>
          </a:lstStyle>
          <a:p>
            <a:r>
              <a:rPr lang="en-US"/>
              <a:t>Click to edit Master title style</a:t>
            </a:r>
            <a:endParaRPr lang="en-GB" dirty="0"/>
          </a:p>
        </p:txBody>
      </p:sp>
      <p:sp>
        <p:nvSpPr>
          <p:cNvPr id="21" name="Content Placeholder 2">
            <a:extLst>
              <a:ext uri="{FF2B5EF4-FFF2-40B4-BE49-F238E27FC236}">
                <a16:creationId xmlns:a16="http://schemas.microsoft.com/office/drawing/2014/main" id="{B780CFF6-1270-4A92-8741-A0B45708FB10}"/>
              </a:ext>
            </a:extLst>
          </p:cNvPr>
          <p:cNvSpPr>
            <a:spLocks noGrp="1"/>
          </p:cNvSpPr>
          <p:nvPr>
            <p:ph sz="half" idx="22"/>
          </p:nvPr>
        </p:nvSpPr>
        <p:spPr>
          <a:xfrm>
            <a:off x="2816177" y="1416785"/>
            <a:ext cx="2005200" cy="4415215"/>
          </a:xfrm>
          <a:prstGeom prst="round2DiagRect">
            <a:avLst>
              <a:gd name="adj1" fmla="val 0"/>
              <a:gd name="adj2" fmla="val 13135"/>
            </a:avLst>
          </a:prstGeom>
          <a:solidFill>
            <a:srgbClr val="D9D1CC"/>
          </a:solidFill>
        </p:spPr>
        <p:txBody>
          <a:bodyPr vert="horz" lIns="180000" tIns="180000" rIns="180000" bIns="180000" rtlCol="0">
            <a:noAutofit/>
          </a:bodyPr>
          <a:lstStyle>
            <a:lvl1pPr>
              <a:defRPr lang="en-GB" sz="1400" dirty="0">
                <a:solidFill>
                  <a:srgbClr val="3F1A01"/>
                </a:solidFill>
              </a:defRPr>
            </a:lvl1pPr>
            <a:lvl2pPr>
              <a:defRPr lang="en-GB" sz="1200" dirty="0">
                <a:solidFill>
                  <a:srgbClr val="3F1A01"/>
                </a:solidFill>
              </a:defRPr>
            </a:lvl2pPr>
            <a:lvl3pPr>
              <a:defRPr lang="en-GB" sz="1000" dirty="0">
                <a:solidFill>
                  <a:srgbClr val="3F1A01"/>
                </a:solidFill>
              </a:defRPr>
            </a:lvl3pPr>
            <a:lvl4pPr>
              <a:defRPr lang="en-GB" sz="800" dirty="0">
                <a:solidFill>
                  <a:srgbClr val="3F1A01"/>
                </a:solidFill>
              </a:defRPr>
            </a:lvl4pPr>
            <a:lvl5pPr>
              <a:defRPr lang="en-GB" sz="600" dirty="0">
                <a:solidFill>
                  <a:srgbClr val="3F1A01"/>
                </a:solidFill>
              </a:defRPr>
            </a:lvl5pPr>
          </a:lstStyle>
          <a:p>
            <a:pPr marL="180000" lvl="0" indent="-180000"/>
            <a:r>
              <a:rPr lang="en-US"/>
              <a:t>Click to edit Master text styles</a:t>
            </a:r>
          </a:p>
          <a:p>
            <a:pPr marL="180000" lvl="1" indent="-180000"/>
            <a:r>
              <a:rPr lang="en-US"/>
              <a:t>Second level</a:t>
            </a:r>
          </a:p>
          <a:p>
            <a:pPr marL="180000" lvl="2" indent="-180000"/>
            <a:r>
              <a:rPr lang="en-US"/>
              <a:t>Third level</a:t>
            </a:r>
          </a:p>
          <a:p>
            <a:pPr marL="180000" lvl="3" indent="-180000"/>
            <a:r>
              <a:rPr lang="en-US"/>
              <a:t>Fourth level</a:t>
            </a:r>
          </a:p>
          <a:p>
            <a:pPr marL="180000" lvl="4" indent="-180000"/>
            <a:r>
              <a:rPr lang="en-US"/>
              <a:t>Fifth level</a:t>
            </a:r>
            <a:endParaRPr lang="en-GB" dirty="0"/>
          </a:p>
        </p:txBody>
      </p:sp>
      <p:sp>
        <p:nvSpPr>
          <p:cNvPr id="13" name="Content Placeholder 2">
            <a:extLst>
              <a:ext uri="{FF2B5EF4-FFF2-40B4-BE49-F238E27FC236}">
                <a16:creationId xmlns:a16="http://schemas.microsoft.com/office/drawing/2014/main" id="{2A747F93-4DB6-442B-83CE-024D95644E22}"/>
              </a:ext>
            </a:extLst>
          </p:cNvPr>
          <p:cNvSpPr>
            <a:spLocks noGrp="1"/>
          </p:cNvSpPr>
          <p:nvPr>
            <p:ph sz="half" idx="23"/>
          </p:nvPr>
        </p:nvSpPr>
        <p:spPr>
          <a:xfrm>
            <a:off x="539749" y="1416785"/>
            <a:ext cx="2005200" cy="4415215"/>
          </a:xfrm>
          <a:prstGeom prst="round2DiagRect">
            <a:avLst>
              <a:gd name="adj1" fmla="val 0"/>
              <a:gd name="adj2" fmla="val 13135"/>
            </a:avLst>
          </a:prstGeom>
          <a:solidFill>
            <a:srgbClr val="D9D1CC"/>
          </a:solidFill>
        </p:spPr>
        <p:txBody>
          <a:bodyPr vert="horz" lIns="180000" tIns="180000" rIns="180000" bIns="180000" rtlCol="0">
            <a:noAutofit/>
          </a:bodyPr>
          <a:lstStyle>
            <a:lvl1pPr>
              <a:defRPr lang="en-GB" sz="1400" dirty="0">
                <a:solidFill>
                  <a:srgbClr val="3F1A01"/>
                </a:solidFill>
              </a:defRPr>
            </a:lvl1pPr>
            <a:lvl2pPr>
              <a:defRPr lang="en-GB" sz="1200" dirty="0">
                <a:solidFill>
                  <a:srgbClr val="3F1A01"/>
                </a:solidFill>
              </a:defRPr>
            </a:lvl2pPr>
            <a:lvl3pPr>
              <a:defRPr lang="en-GB" sz="1000" dirty="0">
                <a:solidFill>
                  <a:srgbClr val="3F1A01"/>
                </a:solidFill>
              </a:defRPr>
            </a:lvl3pPr>
            <a:lvl4pPr>
              <a:defRPr lang="en-GB" sz="800" dirty="0">
                <a:solidFill>
                  <a:srgbClr val="3F1A01"/>
                </a:solidFill>
              </a:defRPr>
            </a:lvl4pPr>
            <a:lvl5pPr>
              <a:defRPr lang="en-GB" sz="600" dirty="0">
                <a:solidFill>
                  <a:srgbClr val="3F1A01"/>
                </a:solidFill>
              </a:defRPr>
            </a:lvl5pPr>
          </a:lstStyle>
          <a:p>
            <a:pPr marL="180000" lvl="0" indent="-180000"/>
            <a:r>
              <a:rPr lang="en-US"/>
              <a:t>Click to edit Master text styles</a:t>
            </a:r>
          </a:p>
          <a:p>
            <a:pPr marL="180000" lvl="1" indent="-180000"/>
            <a:r>
              <a:rPr lang="en-US"/>
              <a:t>Second level</a:t>
            </a:r>
          </a:p>
          <a:p>
            <a:pPr marL="180000" lvl="2" indent="-180000"/>
            <a:r>
              <a:rPr lang="en-US"/>
              <a:t>Third level</a:t>
            </a:r>
          </a:p>
          <a:p>
            <a:pPr marL="180000" lvl="3" indent="-180000"/>
            <a:r>
              <a:rPr lang="en-US"/>
              <a:t>Fourth level</a:t>
            </a:r>
          </a:p>
          <a:p>
            <a:pPr marL="180000" lvl="4" indent="-180000"/>
            <a:r>
              <a:rPr lang="en-US"/>
              <a:t>Fifth level</a:t>
            </a:r>
            <a:endParaRPr lang="en-GB" dirty="0"/>
          </a:p>
        </p:txBody>
      </p:sp>
      <p:sp>
        <p:nvSpPr>
          <p:cNvPr id="18" name="Content Placeholder 2">
            <a:extLst>
              <a:ext uri="{FF2B5EF4-FFF2-40B4-BE49-F238E27FC236}">
                <a16:creationId xmlns:a16="http://schemas.microsoft.com/office/drawing/2014/main" id="{E6296910-B416-47DB-9BF8-C98707B32C44}"/>
              </a:ext>
            </a:extLst>
          </p:cNvPr>
          <p:cNvSpPr>
            <a:spLocks noGrp="1"/>
          </p:cNvSpPr>
          <p:nvPr>
            <p:ph sz="half" idx="24"/>
          </p:nvPr>
        </p:nvSpPr>
        <p:spPr>
          <a:xfrm>
            <a:off x="5092606" y="1416785"/>
            <a:ext cx="2005200" cy="4415215"/>
          </a:xfrm>
          <a:prstGeom prst="round2DiagRect">
            <a:avLst>
              <a:gd name="adj1" fmla="val 0"/>
              <a:gd name="adj2" fmla="val 13135"/>
            </a:avLst>
          </a:prstGeom>
          <a:solidFill>
            <a:srgbClr val="D9D1CC"/>
          </a:solidFill>
        </p:spPr>
        <p:txBody>
          <a:bodyPr vert="horz" lIns="180000" tIns="180000" rIns="180000" bIns="180000" rtlCol="0">
            <a:noAutofit/>
          </a:bodyPr>
          <a:lstStyle>
            <a:lvl1pPr>
              <a:defRPr lang="en-GB" sz="1400" dirty="0">
                <a:solidFill>
                  <a:srgbClr val="3F1A01"/>
                </a:solidFill>
              </a:defRPr>
            </a:lvl1pPr>
            <a:lvl2pPr>
              <a:defRPr lang="en-GB" sz="1200" dirty="0">
                <a:solidFill>
                  <a:srgbClr val="3F1A01"/>
                </a:solidFill>
              </a:defRPr>
            </a:lvl2pPr>
            <a:lvl3pPr>
              <a:defRPr lang="en-GB" sz="1000" dirty="0">
                <a:solidFill>
                  <a:srgbClr val="3F1A01"/>
                </a:solidFill>
              </a:defRPr>
            </a:lvl3pPr>
            <a:lvl4pPr>
              <a:defRPr lang="en-GB" sz="800" dirty="0">
                <a:solidFill>
                  <a:srgbClr val="3F1A01"/>
                </a:solidFill>
              </a:defRPr>
            </a:lvl4pPr>
            <a:lvl5pPr>
              <a:defRPr lang="en-GB" sz="600" dirty="0">
                <a:solidFill>
                  <a:srgbClr val="3F1A01"/>
                </a:solidFill>
              </a:defRPr>
            </a:lvl5pPr>
          </a:lstStyle>
          <a:p>
            <a:pPr marL="180000" lvl="0" indent="-180000"/>
            <a:r>
              <a:rPr lang="en-US"/>
              <a:t>Click to edit Master text styles</a:t>
            </a:r>
          </a:p>
          <a:p>
            <a:pPr marL="180000" lvl="1" indent="-180000"/>
            <a:r>
              <a:rPr lang="en-US"/>
              <a:t>Second level</a:t>
            </a:r>
          </a:p>
          <a:p>
            <a:pPr marL="180000" lvl="2" indent="-180000"/>
            <a:r>
              <a:rPr lang="en-US"/>
              <a:t>Third level</a:t>
            </a:r>
          </a:p>
          <a:p>
            <a:pPr marL="180000" lvl="3" indent="-180000"/>
            <a:r>
              <a:rPr lang="en-US"/>
              <a:t>Fourth level</a:t>
            </a:r>
          </a:p>
          <a:p>
            <a:pPr marL="180000" lvl="4" indent="-180000"/>
            <a:r>
              <a:rPr lang="en-US"/>
              <a:t>Fifth level</a:t>
            </a:r>
            <a:endParaRPr lang="en-GB" dirty="0"/>
          </a:p>
        </p:txBody>
      </p:sp>
      <p:sp>
        <p:nvSpPr>
          <p:cNvPr id="23" name="Content Placeholder 2">
            <a:extLst>
              <a:ext uri="{FF2B5EF4-FFF2-40B4-BE49-F238E27FC236}">
                <a16:creationId xmlns:a16="http://schemas.microsoft.com/office/drawing/2014/main" id="{CB05F6D6-0881-4AA2-8968-65028435D370}"/>
              </a:ext>
            </a:extLst>
          </p:cNvPr>
          <p:cNvSpPr>
            <a:spLocks noGrp="1"/>
          </p:cNvSpPr>
          <p:nvPr>
            <p:ph sz="half" idx="25"/>
          </p:nvPr>
        </p:nvSpPr>
        <p:spPr>
          <a:xfrm>
            <a:off x="7369035" y="1416785"/>
            <a:ext cx="2005200" cy="4415215"/>
          </a:xfrm>
          <a:prstGeom prst="round2DiagRect">
            <a:avLst>
              <a:gd name="adj1" fmla="val 0"/>
              <a:gd name="adj2" fmla="val 13135"/>
            </a:avLst>
          </a:prstGeom>
          <a:solidFill>
            <a:srgbClr val="D9D1CC"/>
          </a:solidFill>
        </p:spPr>
        <p:txBody>
          <a:bodyPr vert="horz" lIns="180000" tIns="180000" rIns="180000" bIns="180000" rtlCol="0">
            <a:noAutofit/>
          </a:bodyPr>
          <a:lstStyle>
            <a:lvl1pPr>
              <a:defRPr lang="en-GB" sz="1400" dirty="0">
                <a:solidFill>
                  <a:srgbClr val="3F1A01"/>
                </a:solidFill>
              </a:defRPr>
            </a:lvl1pPr>
            <a:lvl2pPr>
              <a:defRPr lang="en-GB" sz="1200" dirty="0">
                <a:solidFill>
                  <a:srgbClr val="3F1A01"/>
                </a:solidFill>
              </a:defRPr>
            </a:lvl2pPr>
            <a:lvl3pPr>
              <a:defRPr lang="en-GB" sz="1000" dirty="0">
                <a:solidFill>
                  <a:srgbClr val="3F1A01"/>
                </a:solidFill>
              </a:defRPr>
            </a:lvl3pPr>
            <a:lvl4pPr>
              <a:defRPr lang="en-GB" sz="800" dirty="0">
                <a:solidFill>
                  <a:srgbClr val="3F1A01"/>
                </a:solidFill>
              </a:defRPr>
            </a:lvl4pPr>
            <a:lvl5pPr>
              <a:defRPr lang="en-GB" sz="600" dirty="0">
                <a:solidFill>
                  <a:srgbClr val="3F1A01"/>
                </a:solidFill>
              </a:defRPr>
            </a:lvl5pPr>
          </a:lstStyle>
          <a:p>
            <a:pPr marL="180000" lvl="0" indent="-180000"/>
            <a:r>
              <a:rPr lang="en-US"/>
              <a:t>Click to edit Master text styles</a:t>
            </a:r>
          </a:p>
          <a:p>
            <a:pPr marL="180000" lvl="1" indent="-180000"/>
            <a:r>
              <a:rPr lang="en-US"/>
              <a:t>Second level</a:t>
            </a:r>
          </a:p>
          <a:p>
            <a:pPr marL="180000" lvl="2" indent="-180000"/>
            <a:r>
              <a:rPr lang="en-US"/>
              <a:t>Third level</a:t>
            </a:r>
          </a:p>
          <a:p>
            <a:pPr marL="180000" lvl="3" indent="-180000"/>
            <a:r>
              <a:rPr lang="en-US"/>
              <a:t>Fourth level</a:t>
            </a:r>
          </a:p>
          <a:p>
            <a:pPr marL="180000" lvl="4" indent="-180000"/>
            <a:r>
              <a:rPr lang="en-US"/>
              <a:t>Fifth level</a:t>
            </a:r>
            <a:endParaRPr lang="en-GB" dirty="0"/>
          </a:p>
        </p:txBody>
      </p:sp>
      <p:sp>
        <p:nvSpPr>
          <p:cNvPr id="24" name="Content Placeholder 2">
            <a:extLst>
              <a:ext uri="{FF2B5EF4-FFF2-40B4-BE49-F238E27FC236}">
                <a16:creationId xmlns:a16="http://schemas.microsoft.com/office/drawing/2014/main" id="{53DE68EE-1CC1-40E6-BF93-25853579F688}"/>
              </a:ext>
            </a:extLst>
          </p:cNvPr>
          <p:cNvSpPr>
            <a:spLocks noGrp="1"/>
          </p:cNvSpPr>
          <p:nvPr>
            <p:ph sz="half" idx="26"/>
          </p:nvPr>
        </p:nvSpPr>
        <p:spPr>
          <a:xfrm>
            <a:off x="9645463" y="1416785"/>
            <a:ext cx="2005200" cy="4415215"/>
          </a:xfrm>
          <a:prstGeom prst="round2DiagRect">
            <a:avLst>
              <a:gd name="adj1" fmla="val 0"/>
              <a:gd name="adj2" fmla="val 13135"/>
            </a:avLst>
          </a:prstGeom>
          <a:solidFill>
            <a:srgbClr val="D9D1CC"/>
          </a:solidFill>
        </p:spPr>
        <p:txBody>
          <a:bodyPr vert="horz" lIns="180000" tIns="180000" rIns="180000" bIns="180000" rtlCol="0">
            <a:noAutofit/>
          </a:bodyPr>
          <a:lstStyle>
            <a:lvl1pPr>
              <a:defRPr lang="en-GB" sz="1400" dirty="0">
                <a:solidFill>
                  <a:srgbClr val="3F1A01"/>
                </a:solidFill>
              </a:defRPr>
            </a:lvl1pPr>
            <a:lvl2pPr>
              <a:defRPr lang="en-GB" sz="1200" dirty="0">
                <a:solidFill>
                  <a:srgbClr val="3F1A01"/>
                </a:solidFill>
              </a:defRPr>
            </a:lvl2pPr>
            <a:lvl3pPr>
              <a:defRPr lang="en-GB" sz="1000" dirty="0">
                <a:solidFill>
                  <a:srgbClr val="3F1A01"/>
                </a:solidFill>
              </a:defRPr>
            </a:lvl3pPr>
            <a:lvl4pPr>
              <a:defRPr lang="en-GB" sz="800" dirty="0">
                <a:solidFill>
                  <a:srgbClr val="3F1A01"/>
                </a:solidFill>
              </a:defRPr>
            </a:lvl4pPr>
            <a:lvl5pPr>
              <a:defRPr lang="en-GB" sz="600" dirty="0">
                <a:solidFill>
                  <a:srgbClr val="3F1A01"/>
                </a:solidFill>
              </a:defRPr>
            </a:lvl5pPr>
          </a:lstStyle>
          <a:p>
            <a:pPr marL="180000" lvl="0" indent="-180000"/>
            <a:r>
              <a:rPr lang="en-US"/>
              <a:t>Click to edit Master text styles</a:t>
            </a:r>
          </a:p>
          <a:p>
            <a:pPr marL="180000" lvl="1" indent="-180000"/>
            <a:r>
              <a:rPr lang="en-US"/>
              <a:t>Second level</a:t>
            </a:r>
          </a:p>
          <a:p>
            <a:pPr marL="180000" lvl="2" indent="-180000"/>
            <a:r>
              <a:rPr lang="en-US"/>
              <a:t>Third level</a:t>
            </a:r>
          </a:p>
          <a:p>
            <a:pPr marL="180000" lvl="3" indent="-180000"/>
            <a:r>
              <a:rPr lang="en-US"/>
              <a:t>Fourth level</a:t>
            </a:r>
          </a:p>
          <a:p>
            <a:pPr marL="180000" lvl="4" indent="-180000"/>
            <a:r>
              <a:rPr lang="en-US"/>
              <a:t>Fifth level</a:t>
            </a:r>
            <a:endParaRPr lang="en-GB" dirty="0"/>
          </a:p>
        </p:txBody>
      </p:sp>
      <p:sp>
        <p:nvSpPr>
          <p:cNvPr id="14" name="Pladsholder til tekst 4">
            <a:extLst>
              <a:ext uri="{FF2B5EF4-FFF2-40B4-BE49-F238E27FC236}">
                <a16:creationId xmlns:a16="http://schemas.microsoft.com/office/drawing/2014/main" id="{C07519B2-88ED-4FAB-AC68-9B196700937F}"/>
              </a:ext>
            </a:extLst>
          </p:cNvPr>
          <p:cNvSpPr>
            <a:spLocks noGrp="1"/>
          </p:cNvSpPr>
          <p:nvPr>
            <p:ph type="body" sz="quarter" idx="18" hasCustomPrompt="1"/>
          </p:nvPr>
        </p:nvSpPr>
        <p:spPr>
          <a:xfrm>
            <a:off x="539749" y="6102000"/>
            <a:ext cx="9213851" cy="619200"/>
          </a:xfrm>
          <a:prstGeom prst="rect">
            <a:avLst/>
          </a:prstGeom>
        </p:spPr>
        <p:txBody>
          <a:bodyPr anchor="b" anchorCtr="0">
            <a:noAutofit/>
          </a:bodyPr>
          <a:lstStyle>
            <a:lvl1pPr marL="0" indent="0">
              <a:spcBef>
                <a:spcPts val="0"/>
              </a:spcBef>
              <a:buFont typeface="+mj-lt"/>
              <a:buNone/>
              <a:defRPr sz="950" i="0">
                <a:solidFill>
                  <a:schemeClr val="accent2">
                    <a:lumMod val="50000"/>
                  </a:schemeClr>
                </a:solidFill>
                <a:latin typeface="Times New Roman" panose="02020603050405020304" pitchFamily="18" charset="0"/>
                <a:cs typeface="Times New Roman" panose="02020603050405020304" pitchFamily="18" charset="0"/>
              </a:defRPr>
            </a:lvl1pPr>
            <a:lvl2pPr marL="457200" indent="0">
              <a:buNone/>
              <a:defRPr/>
            </a:lvl2pPr>
          </a:lstStyle>
          <a:p>
            <a:pPr lvl="0"/>
            <a:r>
              <a:rPr lang="en-GB" dirty="0"/>
              <a:t>Reference text</a:t>
            </a:r>
          </a:p>
        </p:txBody>
      </p:sp>
      <p:sp>
        <p:nvSpPr>
          <p:cNvPr id="11" name="Slide Number Placeholder 5">
            <a:extLst>
              <a:ext uri="{FF2B5EF4-FFF2-40B4-BE49-F238E27FC236}">
                <a16:creationId xmlns:a16="http://schemas.microsoft.com/office/drawing/2014/main" id="{6B433809-62F1-4C59-BF7D-FDED709DFE1F}"/>
              </a:ext>
            </a:extLst>
          </p:cNvPr>
          <p:cNvSpPr>
            <a:spLocks noGrp="1"/>
          </p:cNvSpPr>
          <p:nvPr>
            <p:ph type="sldNum" sz="quarter" idx="4"/>
          </p:nvPr>
        </p:nvSpPr>
        <p:spPr>
          <a:xfrm>
            <a:off x="11326690" y="6434112"/>
            <a:ext cx="595310" cy="153888"/>
          </a:xfrm>
          <a:prstGeom prst="rect">
            <a:avLst/>
          </a:prstGeom>
        </p:spPr>
        <p:txBody>
          <a:bodyPr lIns="0" tIns="0" rIns="0" bIns="0" anchor="t" anchorCtr="0">
            <a:noAutofit/>
          </a:bodyPr>
          <a:lstStyle>
            <a:lvl1pPr algn="r">
              <a:defRPr sz="900">
                <a:solidFill>
                  <a:srgbClr val="3F1A01"/>
                </a:solidFill>
              </a:defRPr>
            </a:lvl1pPr>
          </a:lstStyle>
          <a:p>
            <a:fld id="{6DBC486D-4FAB-B746-8B02-8D7C842291C6}" type="slidenum">
              <a:rPr lang="en-US" smtClean="0"/>
              <a:pPr/>
              <a:t>‹#›</a:t>
            </a:fld>
            <a:endParaRPr lang="en-US" dirty="0"/>
          </a:p>
        </p:txBody>
      </p:sp>
    </p:spTree>
    <p:extLst>
      <p:ext uri="{BB962C8B-B14F-4D97-AF65-F5344CB8AC3E}">
        <p14:creationId xmlns:p14="http://schemas.microsoft.com/office/powerpoint/2010/main" val="3928178976"/>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wo Content 1/3 box righ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95F8AAD-49B5-41D3-8FB6-A7A1C88A8763}"/>
              </a:ext>
            </a:extLst>
          </p:cNvPr>
          <p:cNvSpPr>
            <a:spLocks noGrp="1"/>
          </p:cNvSpPr>
          <p:nvPr>
            <p:ph sz="half" idx="1"/>
          </p:nvPr>
        </p:nvSpPr>
        <p:spPr>
          <a:xfrm>
            <a:off x="9080500" y="1416785"/>
            <a:ext cx="3111501" cy="4415215"/>
          </a:xfrm>
          <a:prstGeom prst="snipRoundRect">
            <a:avLst>
              <a:gd name="adj1" fmla="val 10679"/>
              <a:gd name="adj2" fmla="val 0"/>
            </a:avLst>
          </a:prstGeom>
          <a:solidFill>
            <a:srgbClr val="D9D1CC"/>
          </a:solidFill>
        </p:spPr>
        <p:txBody>
          <a:bodyPr vert="horz" lIns="270000" tIns="270000" rIns="270000" bIns="270000" rtlCol="0">
            <a:noAutofit/>
          </a:bodyPr>
          <a:lstStyle>
            <a:lvl1pPr>
              <a:defRPr lang="en-GB" sz="1600" dirty="0">
                <a:solidFill>
                  <a:srgbClr val="3F1A01"/>
                </a:solidFill>
              </a:defRPr>
            </a:lvl1pPr>
            <a:lvl2pPr>
              <a:defRPr lang="en-GB" sz="1400" dirty="0">
                <a:solidFill>
                  <a:srgbClr val="3F1A01"/>
                </a:solidFill>
              </a:defRPr>
            </a:lvl2pPr>
            <a:lvl3pPr>
              <a:defRPr lang="en-GB" dirty="0">
                <a:solidFill>
                  <a:srgbClr val="3F1A01"/>
                </a:solidFill>
              </a:defRPr>
            </a:lvl3pPr>
            <a:lvl4pPr>
              <a:defRPr lang="en-GB" dirty="0">
                <a:solidFill>
                  <a:srgbClr val="3F1A01"/>
                </a:solidFill>
              </a:defRPr>
            </a:lvl4pPr>
            <a:lvl5pPr>
              <a:defRPr lang="en-GB" dirty="0">
                <a:solidFill>
                  <a:srgbClr val="3F1A01"/>
                </a:solidFill>
              </a:defRPr>
            </a:lvl5pPr>
          </a:lstStyle>
          <a:p>
            <a:pPr marL="180000" lvl="0" indent="-180000"/>
            <a:r>
              <a:rPr lang="en-US"/>
              <a:t>Click to edit Master text styles</a:t>
            </a:r>
          </a:p>
          <a:p>
            <a:pPr marL="180000" lvl="1" indent="-180000"/>
            <a:r>
              <a:rPr lang="en-US"/>
              <a:t>Second level</a:t>
            </a:r>
          </a:p>
          <a:p>
            <a:pPr marL="180000" lvl="2" indent="-180000"/>
            <a:r>
              <a:rPr lang="en-US"/>
              <a:t>Third level</a:t>
            </a:r>
          </a:p>
          <a:p>
            <a:pPr marL="180000" lvl="3" indent="-180000"/>
            <a:r>
              <a:rPr lang="en-US"/>
              <a:t>Fourth level</a:t>
            </a:r>
          </a:p>
          <a:p>
            <a:pPr marL="180000" lvl="4" indent="-180000"/>
            <a:r>
              <a:rPr lang="en-US"/>
              <a:t>Fifth level</a:t>
            </a:r>
            <a:endParaRPr lang="en-GB" dirty="0"/>
          </a:p>
        </p:txBody>
      </p:sp>
      <p:sp>
        <p:nvSpPr>
          <p:cNvPr id="16" name="Text Placeholder 23">
            <a:extLst>
              <a:ext uri="{FF2B5EF4-FFF2-40B4-BE49-F238E27FC236}">
                <a16:creationId xmlns:a16="http://schemas.microsoft.com/office/drawing/2014/main" id="{0E4D4693-4659-4187-ABB4-973AA3E9F612}"/>
              </a:ext>
            </a:extLst>
          </p:cNvPr>
          <p:cNvSpPr>
            <a:spLocks noGrp="1"/>
          </p:cNvSpPr>
          <p:nvPr>
            <p:ph type="body" sz="quarter" idx="17"/>
          </p:nvPr>
        </p:nvSpPr>
        <p:spPr>
          <a:xfrm>
            <a:off x="539749" y="539750"/>
            <a:ext cx="9213851" cy="266676"/>
          </a:xfrm>
          <a:prstGeom prst="rect">
            <a:avLst/>
          </a:prstGeom>
        </p:spPr>
        <p:txBody>
          <a:bodyPr wrap="square" lIns="0" tIns="0" rIns="0" bIns="0">
            <a:noAutofit/>
          </a:bodyPr>
          <a:lstStyle>
            <a:lvl1pPr marL="0" indent="0">
              <a:buNone/>
              <a:defRPr sz="1400">
                <a:solidFill>
                  <a:schemeClr val="accent2">
                    <a:lumMod val="50000"/>
                  </a:schemeClr>
                </a:solidFill>
                <a:latin typeface="Times New Roman" panose="02020603050405020304" pitchFamily="18" charset="0"/>
                <a:cs typeface="Times New Roman" panose="02020603050405020304" pitchFamily="18" charset="0"/>
              </a:defRPr>
            </a:lvl1pPr>
          </a:lstStyle>
          <a:p>
            <a:pPr lvl="0"/>
            <a:r>
              <a:rPr lang="en-US"/>
              <a:t>Click to edit Master text styles</a:t>
            </a:r>
          </a:p>
        </p:txBody>
      </p:sp>
      <p:sp>
        <p:nvSpPr>
          <p:cNvPr id="18" name="Title Placeholder 1">
            <a:extLst>
              <a:ext uri="{FF2B5EF4-FFF2-40B4-BE49-F238E27FC236}">
                <a16:creationId xmlns:a16="http://schemas.microsoft.com/office/drawing/2014/main" id="{86E6DD32-9C68-44BF-B120-2AE408D1786E}"/>
              </a:ext>
            </a:extLst>
          </p:cNvPr>
          <p:cNvSpPr>
            <a:spLocks noGrp="1"/>
          </p:cNvSpPr>
          <p:nvPr>
            <p:ph type="title"/>
          </p:nvPr>
        </p:nvSpPr>
        <p:spPr>
          <a:xfrm>
            <a:off x="539749" y="814386"/>
            <a:ext cx="9213851" cy="332399"/>
          </a:xfrm>
          <a:prstGeom prst="rect">
            <a:avLst/>
          </a:prstGeom>
        </p:spPr>
        <p:txBody>
          <a:bodyPr vert="horz" lIns="0" tIns="0" rIns="0" bIns="0" rtlCol="0" anchor="b" anchorCtr="0">
            <a:noAutofit/>
          </a:bodyPr>
          <a:lstStyle>
            <a:lvl1pPr>
              <a:defRPr>
                <a:solidFill>
                  <a:srgbClr val="3F1A01"/>
                </a:solidFill>
              </a:defRPr>
            </a:lvl1pPr>
          </a:lstStyle>
          <a:p>
            <a:r>
              <a:rPr lang="en-US"/>
              <a:t>Click to edit Master title style</a:t>
            </a:r>
            <a:endParaRPr lang="en-GB" dirty="0"/>
          </a:p>
        </p:txBody>
      </p:sp>
      <p:sp>
        <p:nvSpPr>
          <p:cNvPr id="20" name="Content Placeholder 2">
            <a:extLst>
              <a:ext uri="{FF2B5EF4-FFF2-40B4-BE49-F238E27FC236}">
                <a16:creationId xmlns:a16="http://schemas.microsoft.com/office/drawing/2014/main" id="{8435458E-E65E-4511-8905-9873E2C665A3}"/>
              </a:ext>
            </a:extLst>
          </p:cNvPr>
          <p:cNvSpPr>
            <a:spLocks noGrp="1"/>
          </p:cNvSpPr>
          <p:nvPr>
            <p:ph idx="19"/>
          </p:nvPr>
        </p:nvSpPr>
        <p:spPr>
          <a:xfrm>
            <a:off x="539750" y="1416785"/>
            <a:ext cx="8266113" cy="4415215"/>
          </a:xfrm>
          <a:prstGeom prst="rect">
            <a:avLst/>
          </a:prstGeom>
        </p:spPr>
        <p:txBody>
          <a:bodyPr/>
          <a:lstStyle>
            <a:lvl1pPr marL="180000" indent="-180000">
              <a:defRPr sz="1600">
                <a:solidFill>
                  <a:srgbClr val="3F1A01"/>
                </a:solidFill>
              </a:defRPr>
            </a:lvl1pPr>
            <a:lvl2pPr marL="360000" indent="-180000">
              <a:defRPr sz="1400">
                <a:solidFill>
                  <a:srgbClr val="3F1A01"/>
                </a:solidFill>
              </a:defRPr>
            </a:lvl2pPr>
            <a:lvl3pPr marL="540000" indent="-180000">
              <a:defRPr>
                <a:solidFill>
                  <a:srgbClr val="3F1A01"/>
                </a:solidFill>
              </a:defRPr>
            </a:lvl3pPr>
            <a:lvl4pPr marL="720000" indent="-180000">
              <a:defRPr>
                <a:solidFill>
                  <a:srgbClr val="3F1A01"/>
                </a:solidFill>
              </a:defRPr>
            </a:lvl4pPr>
            <a:lvl5pPr marL="900000" indent="-180000">
              <a:defRPr>
                <a:solidFill>
                  <a:srgbClr val="3F1A0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0" name="Pladsholder til tekst 4">
            <a:extLst>
              <a:ext uri="{FF2B5EF4-FFF2-40B4-BE49-F238E27FC236}">
                <a16:creationId xmlns:a16="http://schemas.microsoft.com/office/drawing/2014/main" id="{C7B08E89-D892-4380-88F0-37603E5C76A6}"/>
              </a:ext>
            </a:extLst>
          </p:cNvPr>
          <p:cNvSpPr>
            <a:spLocks noGrp="1"/>
          </p:cNvSpPr>
          <p:nvPr>
            <p:ph type="body" sz="quarter" idx="18" hasCustomPrompt="1"/>
          </p:nvPr>
        </p:nvSpPr>
        <p:spPr>
          <a:xfrm>
            <a:off x="539749" y="6102000"/>
            <a:ext cx="9213851" cy="619200"/>
          </a:xfrm>
          <a:prstGeom prst="rect">
            <a:avLst/>
          </a:prstGeom>
        </p:spPr>
        <p:txBody>
          <a:bodyPr anchor="b" anchorCtr="0">
            <a:noAutofit/>
          </a:bodyPr>
          <a:lstStyle>
            <a:lvl1pPr marL="0" indent="0">
              <a:spcBef>
                <a:spcPts val="0"/>
              </a:spcBef>
              <a:buFont typeface="+mj-lt"/>
              <a:buNone/>
              <a:defRPr sz="950" i="0">
                <a:solidFill>
                  <a:schemeClr val="accent2">
                    <a:lumMod val="50000"/>
                  </a:schemeClr>
                </a:solidFill>
                <a:latin typeface="Times New Roman" panose="02020603050405020304" pitchFamily="18" charset="0"/>
                <a:cs typeface="Times New Roman" panose="02020603050405020304" pitchFamily="18" charset="0"/>
              </a:defRPr>
            </a:lvl1pPr>
            <a:lvl2pPr marL="457200" indent="0">
              <a:buNone/>
              <a:defRPr/>
            </a:lvl2pPr>
          </a:lstStyle>
          <a:p>
            <a:pPr lvl="0"/>
            <a:r>
              <a:rPr lang="en-GB" dirty="0"/>
              <a:t>Reference text</a:t>
            </a:r>
          </a:p>
        </p:txBody>
      </p:sp>
      <p:sp>
        <p:nvSpPr>
          <p:cNvPr id="8" name="Slide Number Placeholder 5">
            <a:extLst>
              <a:ext uri="{FF2B5EF4-FFF2-40B4-BE49-F238E27FC236}">
                <a16:creationId xmlns:a16="http://schemas.microsoft.com/office/drawing/2014/main" id="{41FA609F-6FF6-40DC-8E24-6EC5975A0278}"/>
              </a:ext>
            </a:extLst>
          </p:cNvPr>
          <p:cNvSpPr>
            <a:spLocks noGrp="1"/>
          </p:cNvSpPr>
          <p:nvPr>
            <p:ph type="sldNum" sz="quarter" idx="4"/>
          </p:nvPr>
        </p:nvSpPr>
        <p:spPr>
          <a:xfrm>
            <a:off x="11326690" y="6434112"/>
            <a:ext cx="595310" cy="153888"/>
          </a:xfrm>
          <a:prstGeom prst="rect">
            <a:avLst/>
          </a:prstGeom>
        </p:spPr>
        <p:txBody>
          <a:bodyPr lIns="0" tIns="0" rIns="0" bIns="0" anchor="t" anchorCtr="0">
            <a:noAutofit/>
          </a:bodyPr>
          <a:lstStyle>
            <a:lvl1pPr algn="r">
              <a:defRPr sz="900">
                <a:solidFill>
                  <a:srgbClr val="3F1A01"/>
                </a:solidFill>
              </a:defRPr>
            </a:lvl1pPr>
          </a:lstStyle>
          <a:p>
            <a:fld id="{6DBC486D-4FAB-B746-8B02-8D7C842291C6}" type="slidenum">
              <a:rPr lang="en-US" smtClean="0"/>
              <a:pPr/>
              <a:t>‹#›</a:t>
            </a:fld>
            <a:endParaRPr lang="en-US" dirty="0"/>
          </a:p>
        </p:txBody>
      </p:sp>
    </p:spTree>
    <p:extLst>
      <p:ext uri="{BB962C8B-B14F-4D97-AF65-F5344CB8AC3E}">
        <p14:creationId xmlns:p14="http://schemas.microsoft.com/office/powerpoint/2010/main" val="2228769050"/>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wo Content 1/3 box left">
    <p:spTree>
      <p:nvGrpSpPr>
        <p:cNvPr id="1" name=""/>
        <p:cNvGrpSpPr/>
        <p:nvPr/>
      </p:nvGrpSpPr>
      <p:grpSpPr>
        <a:xfrm>
          <a:off x="0" y="0"/>
          <a:ext cx="0" cy="0"/>
          <a:chOff x="0" y="0"/>
          <a:chExt cx="0" cy="0"/>
        </a:xfrm>
      </p:grpSpPr>
      <p:sp>
        <p:nvSpPr>
          <p:cNvPr id="15" name="Text Placeholder 23">
            <a:extLst>
              <a:ext uri="{FF2B5EF4-FFF2-40B4-BE49-F238E27FC236}">
                <a16:creationId xmlns:a16="http://schemas.microsoft.com/office/drawing/2014/main" id="{64CF8D84-61CC-4DD9-995C-3AE5406BA918}"/>
              </a:ext>
            </a:extLst>
          </p:cNvPr>
          <p:cNvSpPr>
            <a:spLocks noGrp="1"/>
          </p:cNvSpPr>
          <p:nvPr>
            <p:ph type="body" sz="quarter" idx="17"/>
          </p:nvPr>
        </p:nvSpPr>
        <p:spPr>
          <a:xfrm>
            <a:off x="539749" y="539750"/>
            <a:ext cx="9213851" cy="266676"/>
          </a:xfrm>
          <a:prstGeom prst="rect">
            <a:avLst/>
          </a:prstGeom>
        </p:spPr>
        <p:txBody>
          <a:bodyPr wrap="square" lIns="0" tIns="0" rIns="0" bIns="0">
            <a:noAutofit/>
          </a:bodyPr>
          <a:lstStyle>
            <a:lvl1pPr marL="0" indent="0">
              <a:buNone/>
              <a:defRPr sz="1400">
                <a:solidFill>
                  <a:schemeClr val="accent2">
                    <a:lumMod val="50000"/>
                  </a:schemeClr>
                </a:solidFill>
                <a:latin typeface="Times New Roman" panose="02020603050405020304" pitchFamily="18" charset="0"/>
                <a:cs typeface="Times New Roman" panose="02020603050405020304" pitchFamily="18" charset="0"/>
              </a:defRPr>
            </a:lvl1pPr>
          </a:lstStyle>
          <a:p>
            <a:pPr lvl="0"/>
            <a:r>
              <a:rPr lang="en-US" dirty="0"/>
              <a:t>Click to edit Master text styles</a:t>
            </a:r>
          </a:p>
        </p:txBody>
      </p:sp>
      <p:sp>
        <p:nvSpPr>
          <p:cNvPr id="17" name="Title Placeholder 1">
            <a:extLst>
              <a:ext uri="{FF2B5EF4-FFF2-40B4-BE49-F238E27FC236}">
                <a16:creationId xmlns:a16="http://schemas.microsoft.com/office/drawing/2014/main" id="{DC27C748-BDAF-46F9-8F7F-7E2A7EFEC66B}"/>
              </a:ext>
            </a:extLst>
          </p:cNvPr>
          <p:cNvSpPr>
            <a:spLocks noGrp="1"/>
          </p:cNvSpPr>
          <p:nvPr>
            <p:ph type="title"/>
          </p:nvPr>
        </p:nvSpPr>
        <p:spPr>
          <a:xfrm>
            <a:off x="539749" y="814386"/>
            <a:ext cx="9213851" cy="332399"/>
          </a:xfrm>
          <a:prstGeom prst="rect">
            <a:avLst/>
          </a:prstGeom>
        </p:spPr>
        <p:txBody>
          <a:bodyPr vert="horz" lIns="0" tIns="0" rIns="0" bIns="0" rtlCol="0" anchor="b" anchorCtr="0">
            <a:noAutofit/>
          </a:bodyPr>
          <a:lstStyle>
            <a:lvl1pPr>
              <a:defRPr>
                <a:solidFill>
                  <a:srgbClr val="3F1A01"/>
                </a:solidFill>
              </a:defRPr>
            </a:lvl1pPr>
          </a:lstStyle>
          <a:p>
            <a:r>
              <a:rPr lang="en-US"/>
              <a:t>Click to edit Master title style</a:t>
            </a:r>
            <a:endParaRPr lang="en-GB" dirty="0"/>
          </a:p>
        </p:txBody>
      </p:sp>
      <p:sp>
        <p:nvSpPr>
          <p:cNvPr id="19" name="Content Placeholder 2">
            <a:extLst>
              <a:ext uri="{FF2B5EF4-FFF2-40B4-BE49-F238E27FC236}">
                <a16:creationId xmlns:a16="http://schemas.microsoft.com/office/drawing/2014/main" id="{3AEC8A2B-D88C-44AE-AC2B-A13D83E5BE3F}"/>
              </a:ext>
            </a:extLst>
          </p:cNvPr>
          <p:cNvSpPr>
            <a:spLocks noGrp="1"/>
          </p:cNvSpPr>
          <p:nvPr>
            <p:ph idx="19"/>
          </p:nvPr>
        </p:nvSpPr>
        <p:spPr>
          <a:xfrm>
            <a:off x="3384550" y="1416785"/>
            <a:ext cx="8266113" cy="4415215"/>
          </a:xfrm>
          <a:prstGeom prst="rect">
            <a:avLst/>
          </a:prstGeom>
        </p:spPr>
        <p:txBody>
          <a:bodyPr/>
          <a:lstStyle>
            <a:lvl1pPr marL="180000" indent="-180000">
              <a:defRPr sz="1600">
                <a:solidFill>
                  <a:srgbClr val="3F1A01"/>
                </a:solidFill>
              </a:defRPr>
            </a:lvl1pPr>
            <a:lvl2pPr marL="360000" indent="-180000">
              <a:defRPr sz="1400">
                <a:solidFill>
                  <a:srgbClr val="3F1A01"/>
                </a:solidFill>
              </a:defRPr>
            </a:lvl2pPr>
            <a:lvl3pPr marL="540000" indent="-180000">
              <a:defRPr>
                <a:solidFill>
                  <a:srgbClr val="3F1A01"/>
                </a:solidFill>
              </a:defRPr>
            </a:lvl3pPr>
            <a:lvl4pPr marL="720000" indent="-180000">
              <a:defRPr>
                <a:solidFill>
                  <a:srgbClr val="3F1A01"/>
                </a:solidFill>
              </a:defRPr>
            </a:lvl4pPr>
            <a:lvl5pPr marL="900000" indent="-180000">
              <a:defRPr>
                <a:solidFill>
                  <a:srgbClr val="3F1A0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Content Placeholder 2">
            <a:extLst>
              <a:ext uri="{FF2B5EF4-FFF2-40B4-BE49-F238E27FC236}">
                <a16:creationId xmlns:a16="http://schemas.microsoft.com/office/drawing/2014/main" id="{66D84B1D-4E7E-4816-81C0-9EA4A324043C}"/>
              </a:ext>
            </a:extLst>
          </p:cNvPr>
          <p:cNvSpPr>
            <a:spLocks noGrp="1"/>
          </p:cNvSpPr>
          <p:nvPr>
            <p:ph sz="half" idx="21"/>
          </p:nvPr>
        </p:nvSpPr>
        <p:spPr>
          <a:xfrm>
            <a:off x="0" y="1416785"/>
            <a:ext cx="3114675" cy="4415215"/>
          </a:xfrm>
          <a:prstGeom prst="round1Rect">
            <a:avLst>
              <a:gd name="adj" fmla="val 7879"/>
            </a:avLst>
          </a:prstGeom>
          <a:solidFill>
            <a:srgbClr val="D9D1CC"/>
          </a:solidFill>
        </p:spPr>
        <p:txBody>
          <a:bodyPr vert="horz" lIns="360000" tIns="270000" rIns="270000" bIns="270000" rtlCol="0">
            <a:noAutofit/>
          </a:bodyPr>
          <a:lstStyle>
            <a:lvl1pPr>
              <a:defRPr lang="en-GB" sz="1600" dirty="0">
                <a:solidFill>
                  <a:srgbClr val="3F1A01"/>
                </a:solidFill>
              </a:defRPr>
            </a:lvl1pPr>
            <a:lvl2pPr>
              <a:defRPr lang="en-GB" sz="1400" dirty="0">
                <a:solidFill>
                  <a:srgbClr val="3F1A01"/>
                </a:solidFill>
              </a:defRPr>
            </a:lvl2pPr>
            <a:lvl3pPr>
              <a:defRPr lang="en-GB" dirty="0">
                <a:solidFill>
                  <a:srgbClr val="3F1A01"/>
                </a:solidFill>
              </a:defRPr>
            </a:lvl3pPr>
            <a:lvl4pPr>
              <a:defRPr lang="en-GB" dirty="0">
                <a:solidFill>
                  <a:srgbClr val="3F1A01"/>
                </a:solidFill>
              </a:defRPr>
            </a:lvl4pPr>
            <a:lvl5pPr>
              <a:defRPr lang="en-GB" dirty="0">
                <a:solidFill>
                  <a:srgbClr val="3F1A01"/>
                </a:solidFill>
              </a:defRPr>
            </a:lvl5pPr>
          </a:lstStyle>
          <a:p>
            <a:pPr marL="180000" lvl="0" indent="-180000"/>
            <a:r>
              <a:rPr lang="en-US"/>
              <a:t>Click to edit Master text styles</a:t>
            </a:r>
          </a:p>
          <a:p>
            <a:pPr marL="180000" lvl="1" indent="-180000"/>
            <a:r>
              <a:rPr lang="en-US"/>
              <a:t>Second level</a:t>
            </a:r>
          </a:p>
          <a:p>
            <a:pPr marL="180000" lvl="2" indent="-180000"/>
            <a:r>
              <a:rPr lang="en-US"/>
              <a:t>Third level</a:t>
            </a:r>
          </a:p>
          <a:p>
            <a:pPr marL="180000" lvl="3" indent="-180000"/>
            <a:r>
              <a:rPr lang="en-US"/>
              <a:t>Fourth level</a:t>
            </a:r>
          </a:p>
          <a:p>
            <a:pPr marL="180000" lvl="4" indent="-180000"/>
            <a:r>
              <a:rPr lang="en-US"/>
              <a:t>Fifth level</a:t>
            </a:r>
            <a:endParaRPr lang="en-GB" dirty="0"/>
          </a:p>
        </p:txBody>
      </p:sp>
      <p:sp>
        <p:nvSpPr>
          <p:cNvPr id="11" name="Pladsholder til tekst 4">
            <a:extLst>
              <a:ext uri="{FF2B5EF4-FFF2-40B4-BE49-F238E27FC236}">
                <a16:creationId xmlns:a16="http://schemas.microsoft.com/office/drawing/2014/main" id="{3B4449AF-052C-4E4D-80A8-C32F1317B185}"/>
              </a:ext>
            </a:extLst>
          </p:cNvPr>
          <p:cNvSpPr>
            <a:spLocks noGrp="1"/>
          </p:cNvSpPr>
          <p:nvPr>
            <p:ph type="body" sz="quarter" idx="18" hasCustomPrompt="1"/>
          </p:nvPr>
        </p:nvSpPr>
        <p:spPr>
          <a:xfrm>
            <a:off x="539749" y="6102000"/>
            <a:ext cx="9213851" cy="619200"/>
          </a:xfrm>
          <a:prstGeom prst="rect">
            <a:avLst/>
          </a:prstGeom>
        </p:spPr>
        <p:txBody>
          <a:bodyPr anchor="b" anchorCtr="0">
            <a:noAutofit/>
          </a:bodyPr>
          <a:lstStyle>
            <a:lvl1pPr marL="0" indent="0">
              <a:spcBef>
                <a:spcPts val="0"/>
              </a:spcBef>
              <a:buFont typeface="+mj-lt"/>
              <a:buNone/>
              <a:defRPr sz="950" i="0">
                <a:solidFill>
                  <a:schemeClr val="accent2">
                    <a:lumMod val="50000"/>
                  </a:schemeClr>
                </a:solidFill>
                <a:latin typeface="Times New Roman" panose="02020603050405020304" pitchFamily="18" charset="0"/>
                <a:cs typeface="Times New Roman" panose="02020603050405020304" pitchFamily="18" charset="0"/>
              </a:defRPr>
            </a:lvl1pPr>
            <a:lvl2pPr marL="457200" indent="0">
              <a:buNone/>
              <a:defRPr/>
            </a:lvl2pPr>
          </a:lstStyle>
          <a:p>
            <a:pPr lvl="0"/>
            <a:r>
              <a:rPr lang="en-GB" dirty="0"/>
              <a:t>Reference text</a:t>
            </a:r>
          </a:p>
        </p:txBody>
      </p:sp>
      <p:sp>
        <p:nvSpPr>
          <p:cNvPr id="8" name="Slide Number Placeholder 5">
            <a:extLst>
              <a:ext uri="{FF2B5EF4-FFF2-40B4-BE49-F238E27FC236}">
                <a16:creationId xmlns:a16="http://schemas.microsoft.com/office/drawing/2014/main" id="{516D23F4-4203-45CD-8C41-02DBAE627251}"/>
              </a:ext>
            </a:extLst>
          </p:cNvPr>
          <p:cNvSpPr>
            <a:spLocks noGrp="1"/>
          </p:cNvSpPr>
          <p:nvPr>
            <p:ph type="sldNum" sz="quarter" idx="4"/>
          </p:nvPr>
        </p:nvSpPr>
        <p:spPr>
          <a:xfrm>
            <a:off x="11326690" y="6434112"/>
            <a:ext cx="595310" cy="153888"/>
          </a:xfrm>
          <a:prstGeom prst="rect">
            <a:avLst/>
          </a:prstGeom>
        </p:spPr>
        <p:txBody>
          <a:bodyPr lIns="0" tIns="0" rIns="0" bIns="0" anchor="t" anchorCtr="0">
            <a:noAutofit/>
          </a:bodyPr>
          <a:lstStyle>
            <a:lvl1pPr algn="r">
              <a:defRPr sz="900">
                <a:solidFill>
                  <a:srgbClr val="3F1A01"/>
                </a:solidFill>
              </a:defRPr>
            </a:lvl1pPr>
          </a:lstStyle>
          <a:p>
            <a:fld id="{6DBC486D-4FAB-B746-8B02-8D7C842291C6}" type="slidenum">
              <a:rPr lang="en-US" smtClean="0"/>
              <a:pPr/>
              <a:t>‹#›</a:t>
            </a:fld>
            <a:endParaRPr lang="en-US" dirty="0"/>
          </a:p>
        </p:txBody>
      </p:sp>
    </p:spTree>
    <p:extLst>
      <p:ext uri="{BB962C8B-B14F-4D97-AF65-F5344CB8AC3E}">
        <p14:creationId xmlns:p14="http://schemas.microsoft.com/office/powerpoint/2010/main" val="620879955"/>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wo Content box top">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95F8AAD-49B5-41D3-8FB6-A7A1C88A8763}"/>
              </a:ext>
            </a:extLst>
          </p:cNvPr>
          <p:cNvSpPr>
            <a:spLocks noGrp="1"/>
          </p:cNvSpPr>
          <p:nvPr>
            <p:ph sz="half" idx="1"/>
          </p:nvPr>
        </p:nvSpPr>
        <p:spPr>
          <a:xfrm>
            <a:off x="539750" y="1416785"/>
            <a:ext cx="11110914" cy="640551"/>
          </a:xfrm>
          <a:prstGeom prst="roundRect">
            <a:avLst>
              <a:gd name="adj" fmla="val 0"/>
            </a:avLst>
          </a:prstGeom>
          <a:noFill/>
          <a:ln w="12700">
            <a:solidFill>
              <a:srgbClr val="3F1A01"/>
            </a:solidFill>
          </a:ln>
        </p:spPr>
        <p:txBody>
          <a:bodyPr vert="horz" lIns="180000" tIns="180000" rIns="180000" bIns="180000" rtlCol="0">
            <a:noAutofit/>
          </a:bodyPr>
          <a:lstStyle>
            <a:lvl1pPr>
              <a:defRPr lang="en-GB" sz="1400" dirty="0">
                <a:solidFill>
                  <a:srgbClr val="3F1A01"/>
                </a:solidFill>
              </a:defRPr>
            </a:lvl1pPr>
          </a:lstStyle>
          <a:p>
            <a:pPr marL="180000" lvl="0" indent="-180000"/>
            <a:r>
              <a:rPr lang="en-US"/>
              <a:t>Click to edit Master text styles</a:t>
            </a:r>
          </a:p>
        </p:txBody>
      </p:sp>
      <p:sp>
        <p:nvSpPr>
          <p:cNvPr id="16" name="Text Placeholder 23">
            <a:extLst>
              <a:ext uri="{FF2B5EF4-FFF2-40B4-BE49-F238E27FC236}">
                <a16:creationId xmlns:a16="http://schemas.microsoft.com/office/drawing/2014/main" id="{2CCC86B9-2D5D-4C2B-AB04-1BEACE5EFA6F}"/>
              </a:ext>
            </a:extLst>
          </p:cNvPr>
          <p:cNvSpPr>
            <a:spLocks noGrp="1"/>
          </p:cNvSpPr>
          <p:nvPr>
            <p:ph type="body" sz="quarter" idx="17"/>
          </p:nvPr>
        </p:nvSpPr>
        <p:spPr>
          <a:xfrm>
            <a:off x="539749" y="539750"/>
            <a:ext cx="9213851" cy="266676"/>
          </a:xfrm>
          <a:prstGeom prst="rect">
            <a:avLst/>
          </a:prstGeom>
        </p:spPr>
        <p:txBody>
          <a:bodyPr wrap="square" lIns="0" tIns="0" rIns="0" bIns="0">
            <a:noAutofit/>
          </a:bodyPr>
          <a:lstStyle>
            <a:lvl1pPr marL="0" indent="0">
              <a:buNone/>
              <a:defRPr sz="1400">
                <a:solidFill>
                  <a:schemeClr val="accent2">
                    <a:lumMod val="50000"/>
                  </a:schemeClr>
                </a:solidFill>
                <a:latin typeface="Times New Roman" panose="02020603050405020304" pitchFamily="18" charset="0"/>
                <a:cs typeface="Times New Roman" panose="02020603050405020304" pitchFamily="18" charset="0"/>
              </a:defRPr>
            </a:lvl1pPr>
          </a:lstStyle>
          <a:p>
            <a:pPr lvl="0"/>
            <a:r>
              <a:rPr lang="en-US" dirty="0"/>
              <a:t>Click to edit Master text styles</a:t>
            </a:r>
          </a:p>
        </p:txBody>
      </p:sp>
      <p:sp>
        <p:nvSpPr>
          <p:cNvPr id="18" name="Title Placeholder 1">
            <a:extLst>
              <a:ext uri="{FF2B5EF4-FFF2-40B4-BE49-F238E27FC236}">
                <a16:creationId xmlns:a16="http://schemas.microsoft.com/office/drawing/2014/main" id="{A312696C-CDCF-4177-B53A-0AA1EF24DB65}"/>
              </a:ext>
            </a:extLst>
          </p:cNvPr>
          <p:cNvSpPr>
            <a:spLocks noGrp="1"/>
          </p:cNvSpPr>
          <p:nvPr>
            <p:ph type="title"/>
          </p:nvPr>
        </p:nvSpPr>
        <p:spPr>
          <a:xfrm>
            <a:off x="539749" y="814386"/>
            <a:ext cx="9213851" cy="332399"/>
          </a:xfrm>
          <a:prstGeom prst="rect">
            <a:avLst/>
          </a:prstGeom>
        </p:spPr>
        <p:txBody>
          <a:bodyPr vert="horz" lIns="0" tIns="0" rIns="0" bIns="0" rtlCol="0" anchor="b" anchorCtr="0">
            <a:noAutofit/>
          </a:bodyPr>
          <a:lstStyle>
            <a:lvl1pPr>
              <a:defRPr>
                <a:solidFill>
                  <a:srgbClr val="3F1A01"/>
                </a:solidFill>
              </a:defRPr>
            </a:lvl1pPr>
          </a:lstStyle>
          <a:p>
            <a:r>
              <a:rPr lang="en-US"/>
              <a:t>Click to edit Master title style</a:t>
            </a:r>
            <a:endParaRPr lang="en-GB" dirty="0"/>
          </a:p>
        </p:txBody>
      </p:sp>
      <p:sp>
        <p:nvSpPr>
          <p:cNvPr id="20" name="Content Placeholder 2">
            <a:extLst>
              <a:ext uri="{FF2B5EF4-FFF2-40B4-BE49-F238E27FC236}">
                <a16:creationId xmlns:a16="http://schemas.microsoft.com/office/drawing/2014/main" id="{374CEACC-B1C4-4362-9DD9-7FD3DE74C17F}"/>
              </a:ext>
            </a:extLst>
          </p:cNvPr>
          <p:cNvSpPr>
            <a:spLocks noGrp="1"/>
          </p:cNvSpPr>
          <p:nvPr>
            <p:ph idx="19"/>
          </p:nvPr>
        </p:nvSpPr>
        <p:spPr>
          <a:xfrm>
            <a:off x="539750" y="2327336"/>
            <a:ext cx="11110913" cy="3504664"/>
          </a:xfrm>
          <a:prstGeom prst="rect">
            <a:avLst/>
          </a:prstGeom>
        </p:spPr>
        <p:txBody>
          <a:bodyPr/>
          <a:lstStyle>
            <a:lvl1pPr marL="180000" indent="-180000">
              <a:defRPr sz="1600">
                <a:solidFill>
                  <a:srgbClr val="3F1A01"/>
                </a:solidFill>
              </a:defRPr>
            </a:lvl1pPr>
            <a:lvl2pPr marL="360000" indent="-180000">
              <a:defRPr sz="1400">
                <a:solidFill>
                  <a:srgbClr val="3F1A01"/>
                </a:solidFill>
              </a:defRPr>
            </a:lvl2pPr>
            <a:lvl3pPr marL="540000" indent="-180000">
              <a:defRPr>
                <a:solidFill>
                  <a:srgbClr val="3F1A01"/>
                </a:solidFill>
              </a:defRPr>
            </a:lvl3pPr>
            <a:lvl4pPr marL="720000" indent="-180000">
              <a:defRPr>
                <a:solidFill>
                  <a:srgbClr val="3F1A01"/>
                </a:solidFill>
              </a:defRPr>
            </a:lvl4pPr>
            <a:lvl5pPr marL="900000" indent="-180000">
              <a:defRPr>
                <a:solidFill>
                  <a:srgbClr val="3F1A0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1" name="Pladsholder til tekst 4">
            <a:extLst>
              <a:ext uri="{FF2B5EF4-FFF2-40B4-BE49-F238E27FC236}">
                <a16:creationId xmlns:a16="http://schemas.microsoft.com/office/drawing/2014/main" id="{C2FA2014-45E3-4655-AD32-913166D73C50}"/>
              </a:ext>
            </a:extLst>
          </p:cNvPr>
          <p:cNvSpPr>
            <a:spLocks noGrp="1"/>
          </p:cNvSpPr>
          <p:nvPr>
            <p:ph type="body" sz="quarter" idx="18" hasCustomPrompt="1"/>
          </p:nvPr>
        </p:nvSpPr>
        <p:spPr>
          <a:xfrm>
            <a:off x="539749" y="6102000"/>
            <a:ext cx="9213851" cy="619200"/>
          </a:xfrm>
          <a:prstGeom prst="rect">
            <a:avLst/>
          </a:prstGeom>
        </p:spPr>
        <p:txBody>
          <a:bodyPr anchor="b" anchorCtr="0">
            <a:noAutofit/>
          </a:bodyPr>
          <a:lstStyle>
            <a:lvl1pPr marL="0" indent="0">
              <a:spcBef>
                <a:spcPts val="0"/>
              </a:spcBef>
              <a:buFont typeface="+mj-lt"/>
              <a:buNone/>
              <a:defRPr sz="950" i="0">
                <a:solidFill>
                  <a:schemeClr val="accent2">
                    <a:lumMod val="50000"/>
                  </a:schemeClr>
                </a:solidFill>
                <a:latin typeface="Times New Roman" panose="02020603050405020304" pitchFamily="18" charset="0"/>
                <a:cs typeface="Times New Roman" panose="02020603050405020304" pitchFamily="18" charset="0"/>
              </a:defRPr>
            </a:lvl1pPr>
            <a:lvl2pPr marL="457200" indent="0">
              <a:buNone/>
              <a:defRPr/>
            </a:lvl2pPr>
          </a:lstStyle>
          <a:p>
            <a:pPr lvl="0"/>
            <a:r>
              <a:rPr lang="en-GB" dirty="0"/>
              <a:t>Reference text</a:t>
            </a:r>
          </a:p>
        </p:txBody>
      </p:sp>
      <p:sp>
        <p:nvSpPr>
          <p:cNvPr id="8" name="Slide Number Placeholder 5">
            <a:extLst>
              <a:ext uri="{FF2B5EF4-FFF2-40B4-BE49-F238E27FC236}">
                <a16:creationId xmlns:a16="http://schemas.microsoft.com/office/drawing/2014/main" id="{C5BA4F94-D2E2-44F9-B1D2-71668720D83F}"/>
              </a:ext>
            </a:extLst>
          </p:cNvPr>
          <p:cNvSpPr>
            <a:spLocks noGrp="1"/>
          </p:cNvSpPr>
          <p:nvPr>
            <p:ph type="sldNum" sz="quarter" idx="4"/>
          </p:nvPr>
        </p:nvSpPr>
        <p:spPr>
          <a:xfrm>
            <a:off x="11326690" y="6434112"/>
            <a:ext cx="595310" cy="153888"/>
          </a:xfrm>
          <a:prstGeom prst="rect">
            <a:avLst/>
          </a:prstGeom>
        </p:spPr>
        <p:txBody>
          <a:bodyPr lIns="0" tIns="0" rIns="0" bIns="0" anchor="t" anchorCtr="0">
            <a:noAutofit/>
          </a:bodyPr>
          <a:lstStyle>
            <a:lvl1pPr algn="r">
              <a:defRPr sz="900">
                <a:solidFill>
                  <a:srgbClr val="3F1A01"/>
                </a:solidFill>
              </a:defRPr>
            </a:lvl1pPr>
          </a:lstStyle>
          <a:p>
            <a:fld id="{6DBC486D-4FAB-B746-8B02-8D7C842291C6}" type="slidenum">
              <a:rPr lang="en-US" smtClean="0"/>
              <a:pPr/>
              <a:t>‹#›</a:t>
            </a:fld>
            <a:endParaRPr lang="en-US" dirty="0"/>
          </a:p>
        </p:txBody>
      </p:sp>
    </p:spTree>
    <p:extLst>
      <p:ext uri="{BB962C8B-B14F-4D97-AF65-F5344CB8AC3E}">
        <p14:creationId xmlns:p14="http://schemas.microsoft.com/office/powerpoint/2010/main" val="1815629997"/>
      </p:ext>
    </p:extLst>
  </p:cSld>
  <p:clrMapOvr>
    <a:masterClrMapping/>
  </p:clrMapOvr>
  <p:hf hdr="0" ftr="0" dt="0"/>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13336F67-6EC0-4D94-9FA3-005804C5CF22}"/>
              </a:ext>
            </a:extLst>
          </p:cNvPr>
          <p:cNvSpPr>
            <a:spLocks noGrp="1"/>
          </p:cNvSpPr>
          <p:nvPr>
            <p:ph type="pic" idx="1"/>
          </p:nvPr>
        </p:nvSpPr>
        <p:spPr>
          <a:xfrm>
            <a:off x="5283200" y="1416785"/>
            <a:ext cx="6362700" cy="4415215"/>
          </a:xfrm>
          <a:prstGeom prst="round2DiagRect">
            <a:avLst>
              <a:gd name="adj1" fmla="val 0"/>
              <a:gd name="adj2" fmla="val 12069"/>
            </a:avLst>
          </a:prstGeom>
        </p:spPr>
        <p:txBody>
          <a:bodyPr/>
          <a:lstStyle>
            <a:lvl1pPr marL="0" indent="0">
              <a:buNone/>
              <a:defRPr sz="2000">
                <a:solidFill>
                  <a:srgbClr val="1A1A17"/>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da-DK" dirty="0"/>
          </a:p>
        </p:txBody>
      </p:sp>
      <p:sp>
        <p:nvSpPr>
          <p:cNvPr id="14" name="Text Placeholder 23">
            <a:extLst>
              <a:ext uri="{FF2B5EF4-FFF2-40B4-BE49-F238E27FC236}">
                <a16:creationId xmlns:a16="http://schemas.microsoft.com/office/drawing/2014/main" id="{20F21667-3A77-4BD5-AA10-B777CEEB8E92}"/>
              </a:ext>
            </a:extLst>
          </p:cNvPr>
          <p:cNvSpPr>
            <a:spLocks noGrp="1"/>
          </p:cNvSpPr>
          <p:nvPr>
            <p:ph type="body" sz="quarter" idx="19"/>
          </p:nvPr>
        </p:nvSpPr>
        <p:spPr>
          <a:xfrm>
            <a:off x="539749" y="539750"/>
            <a:ext cx="9213851" cy="266676"/>
          </a:xfrm>
          <a:prstGeom prst="rect">
            <a:avLst/>
          </a:prstGeom>
        </p:spPr>
        <p:txBody>
          <a:bodyPr wrap="square" lIns="0" tIns="0" rIns="0" bIns="0">
            <a:noAutofit/>
          </a:bodyPr>
          <a:lstStyle>
            <a:lvl1pPr marL="0" indent="0">
              <a:buNone/>
              <a:defRPr sz="1400">
                <a:solidFill>
                  <a:schemeClr val="accent2">
                    <a:lumMod val="50000"/>
                  </a:schemeClr>
                </a:solidFill>
                <a:latin typeface="Times New Roman" panose="02020603050405020304" pitchFamily="18" charset="0"/>
                <a:cs typeface="Times New Roman" panose="02020603050405020304" pitchFamily="18" charset="0"/>
              </a:defRPr>
            </a:lvl1pPr>
          </a:lstStyle>
          <a:p>
            <a:pPr lvl="0"/>
            <a:r>
              <a:rPr lang="en-US" dirty="0"/>
              <a:t>Click to edit Master text styles</a:t>
            </a:r>
          </a:p>
        </p:txBody>
      </p:sp>
      <p:sp>
        <p:nvSpPr>
          <p:cNvPr id="18" name="Content Placeholder 2">
            <a:extLst>
              <a:ext uri="{FF2B5EF4-FFF2-40B4-BE49-F238E27FC236}">
                <a16:creationId xmlns:a16="http://schemas.microsoft.com/office/drawing/2014/main" id="{ADC0193F-BC1A-423E-8734-55776A8D0CB8}"/>
              </a:ext>
            </a:extLst>
          </p:cNvPr>
          <p:cNvSpPr>
            <a:spLocks noGrp="1"/>
          </p:cNvSpPr>
          <p:nvPr>
            <p:ph idx="21"/>
          </p:nvPr>
        </p:nvSpPr>
        <p:spPr>
          <a:xfrm>
            <a:off x="539751" y="1416785"/>
            <a:ext cx="4471988" cy="4415215"/>
          </a:xfrm>
          <a:prstGeom prst="rect">
            <a:avLst/>
          </a:prstGeom>
        </p:spPr>
        <p:txBody>
          <a:bodyPr/>
          <a:lstStyle>
            <a:lvl1pPr marL="180000" indent="-180000">
              <a:defRPr sz="1600">
                <a:solidFill>
                  <a:srgbClr val="3F1A01"/>
                </a:solidFill>
              </a:defRPr>
            </a:lvl1pPr>
            <a:lvl2pPr marL="360000" indent="-180000">
              <a:defRPr sz="1400">
                <a:solidFill>
                  <a:srgbClr val="3F1A01"/>
                </a:solidFill>
              </a:defRPr>
            </a:lvl2pPr>
            <a:lvl3pPr marL="540000" indent="-180000">
              <a:defRPr>
                <a:solidFill>
                  <a:srgbClr val="3F1A01"/>
                </a:solidFill>
              </a:defRPr>
            </a:lvl3pPr>
            <a:lvl4pPr marL="720000" indent="-180000">
              <a:defRPr>
                <a:solidFill>
                  <a:srgbClr val="3F1A01"/>
                </a:solidFill>
              </a:defRPr>
            </a:lvl4pPr>
            <a:lvl5pPr marL="900000" indent="-180000">
              <a:defRPr>
                <a:solidFill>
                  <a:srgbClr val="3F1A0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Title 3">
            <a:extLst>
              <a:ext uri="{FF2B5EF4-FFF2-40B4-BE49-F238E27FC236}">
                <a16:creationId xmlns:a16="http://schemas.microsoft.com/office/drawing/2014/main" id="{A853B65C-0F17-4A31-8523-13F387549FA4}"/>
              </a:ext>
            </a:extLst>
          </p:cNvPr>
          <p:cNvSpPr>
            <a:spLocks noGrp="1"/>
          </p:cNvSpPr>
          <p:nvPr>
            <p:ph type="title"/>
          </p:nvPr>
        </p:nvSpPr>
        <p:spPr>
          <a:xfrm>
            <a:off x="539749" y="813600"/>
            <a:ext cx="9213851" cy="332399"/>
          </a:xfrm>
        </p:spPr>
        <p:txBody>
          <a:bodyPr/>
          <a:lstStyle>
            <a:lvl1pPr>
              <a:defRPr>
                <a:solidFill>
                  <a:srgbClr val="3F1A01"/>
                </a:solidFill>
              </a:defRPr>
            </a:lvl1pPr>
          </a:lstStyle>
          <a:p>
            <a:r>
              <a:rPr lang="en-US"/>
              <a:t>Click to edit Master title style</a:t>
            </a:r>
            <a:endParaRPr lang="en-GB" dirty="0"/>
          </a:p>
        </p:txBody>
      </p:sp>
      <p:sp>
        <p:nvSpPr>
          <p:cNvPr id="9" name="Pladsholder til tekst 4">
            <a:extLst>
              <a:ext uri="{FF2B5EF4-FFF2-40B4-BE49-F238E27FC236}">
                <a16:creationId xmlns:a16="http://schemas.microsoft.com/office/drawing/2014/main" id="{AE7B6B55-5350-40F1-BCE0-62619D7C90D3}"/>
              </a:ext>
            </a:extLst>
          </p:cNvPr>
          <p:cNvSpPr>
            <a:spLocks noGrp="1"/>
          </p:cNvSpPr>
          <p:nvPr>
            <p:ph type="body" sz="quarter" idx="18" hasCustomPrompt="1"/>
          </p:nvPr>
        </p:nvSpPr>
        <p:spPr>
          <a:xfrm>
            <a:off x="539749" y="6102000"/>
            <a:ext cx="9213851" cy="619200"/>
          </a:xfrm>
          <a:prstGeom prst="rect">
            <a:avLst/>
          </a:prstGeom>
        </p:spPr>
        <p:txBody>
          <a:bodyPr anchor="b" anchorCtr="0">
            <a:noAutofit/>
          </a:bodyPr>
          <a:lstStyle>
            <a:lvl1pPr marL="0" indent="0">
              <a:spcBef>
                <a:spcPts val="0"/>
              </a:spcBef>
              <a:buFont typeface="+mj-lt"/>
              <a:buNone/>
              <a:defRPr sz="950" i="0">
                <a:solidFill>
                  <a:schemeClr val="accent2">
                    <a:lumMod val="50000"/>
                  </a:schemeClr>
                </a:solidFill>
                <a:latin typeface="Times New Roman" panose="02020603050405020304" pitchFamily="18" charset="0"/>
                <a:cs typeface="Times New Roman" panose="02020603050405020304" pitchFamily="18" charset="0"/>
              </a:defRPr>
            </a:lvl1pPr>
            <a:lvl2pPr marL="457200" indent="0">
              <a:buNone/>
              <a:defRPr/>
            </a:lvl2pPr>
          </a:lstStyle>
          <a:p>
            <a:pPr lvl="0"/>
            <a:r>
              <a:rPr lang="en-GB" dirty="0"/>
              <a:t>Reference text</a:t>
            </a:r>
          </a:p>
        </p:txBody>
      </p:sp>
      <p:sp>
        <p:nvSpPr>
          <p:cNvPr id="8" name="Slide Number Placeholder 5">
            <a:extLst>
              <a:ext uri="{FF2B5EF4-FFF2-40B4-BE49-F238E27FC236}">
                <a16:creationId xmlns:a16="http://schemas.microsoft.com/office/drawing/2014/main" id="{6FFFF8FD-1292-4179-931B-CE9A81C5A6FA}"/>
              </a:ext>
            </a:extLst>
          </p:cNvPr>
          <p:cNvSpPr>
            <a:spLocks noGrp="1"/>
          </p:cNvSpPr>
          <p:nvPr>
            <p:ph type="sldNum" sz="quarter" idx="4"/>
          </p:nvPr>
        </p:nvSpPr>
        <p:spPr>
          <a:xfrm>
            <a:off x="11326690" y="6434112"/>
            <a:ext cx="595310" cy="153888"/>
          </a:xfrm>
          <a:prstGeom prst="rect">
            <a:avLst/>
          </a:prstGeom>
        </p:spPr>
        <p:txBody>
          <a:bodyPr lIns="0" tIns="0" rIns="0" bIns="0" anchor="t" anchorCtr="0">
            <a:noAutofit/>
          </a:bodyPr>
          <a:lstStyle>
            <a:lvl1pPr algn="r">
              <a:defRPr sz="900">
                <a:solidFill>
                  <a:srgbClr val="3F1A01"/>
                </a:solidFill>
              </a:defRPr>
            </a:lvl1pPr>
          </a:lstStyle>
          <a:p>
            <a:fld id="{6DBC486D-4FAB-B746-8B02-8D7C842291C6}" type="slidenum">
              <a:rPr lang="en-US" smtClean="0"/>
              <a:pPr/>
              <a:t>‹#›</a:t>
            </a:fld>
            <a:endParaRPr lang="en-US" dirty="0"/>
          </a:p>
        </p:txBody>
      </p:sp>
    </p:spTree>
    <p:extLst>
      <p:ext uri="{BB962C8B-B14F-4D97-AF65-F5344CB8AC3E}">
        <p14:creationId xmlns:p14="http://schemas.microsoft.com/office/powerpoint/2010/main" val="4286961165"/>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 White">
    <p:bg>
      <p:bgPr>
        <a:solidFill>
          <a:schemeClr val="bg1"/>
        </a:solidFill>
        <a:effectLst/>
      </p:bgPr>
    </p:bg>
    <p:spTree>
      <p:nvGrpSpPr>
        <p:cNvPr id="1" name=""/>
        <p:cNvGrpSpPr/>
        <p:nvPr/>
      </p:nvGrpSpPr>
      <p:grpSpPr>
        <a:xfrm>
          <a:off x="0" y="0"/>
          <a:ext cx="0" cy="0"/>
          <a:chOff x="0" y="0"/>
          <a:chExt cx="0" cy="0"/>
        </a:xfrm>
      </p:grpSpPr>
      <p:sp>
        <p:nvSpPr>
          <p:cNvPr id="4" name="ColoredBackground">
            <a:extLst>
              <a:ext uri="{FF2B5EF4-FFF2-40B4-BE49-F238E27FC236}">
                <a16:creationId xmlns:a16="http://schemas.microsoft.com/office/drawing/2014/main" id="{31C2D26E-04D9-461A-A4E6-425D036AE429}"/>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8" name="Noise" descr="Shape&#10;&#10;Description automatically generated with medium confidence">
            <a:extLst>
              <a:ext uri="{FF2B5EF4-FFF2-40B4-BE49-F238E27FC236}">
                <a16:creationId xmlns:a16="http://schemas.microsoft.com/office/drawing/2014/main" id="{AEFB8980-3819-4628-B1E9-F3AC1EFA58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Grafik">
            <a:extLst>
              <a:ext uri="{FF2B5EF4-FFF2-40B4-BE49-F238E27FC236}">
                <a16:creationId xmlns:a16="http://schemas.microsoft.com/office/drawing/2014/main" id="{F40430AE-3291-4DC4-984C-4D87254BA476}"/>
              </a:ext>
            </a:extLst>
          </p:cNvPr>
          <p:cNvSpPr>
            <a:spLocks noEditPoints="1"/>
          </p:cNvSpPr>
          <p:nvPr/>
        </p:nvSpPr>
        <p:spPr bwMode="auto">
          <a:xfrm>
            <a:off x="8102600" y="-2176101"/>
            <a:ext cx="8385175" cy="9817101"/>
          </a:xfrm>
          <a:custGeom>
            <a:avLst/>
            <a:gdLst>
              <a:gd name="T0" fmla="*/ 276 w 2642"/>
              <a:gd name="T1" fmla="*/ 2871 h 3094"/>
              <a:gd name="T2" fmla="*/ 588 w 2642"/>
              <a:gd name="T3" fmla="*/ 2871 h 3094"/>
              <a:gd name="T4" fmla="*/ 2083 w 2642"/>
              <a:gd name="T5" fmla="*/ 2843 h 3094"/>
              <a:gd name="T6" fmla="*/ 2338 w 2642"/>
              <a:gd name="T7" fmla="*/ 2900 h 3094"/>
              <a:gd name="T8" fmla="*/ 29 w 2642"/>
              <a:gd name="T9" fmla="*/ 1219 h 3094"/>
              <a:gd name="T10" fmla="*/ 29 w 2642"/>
              <a:gd name="T11" fmla="*/ 2444 h 3094"/>
              <a:gd name="T12" fmla="*/ 559 w 2642"/>
              <a:gd name="T13" fmla="*/ 2386 h 3094"/>
              <a:gd name="T14" fmla="*/ 29 w 2642"/>
              <a:gd name="T15" fmla="*/ 1219 h 3094"/>
              <a:gd name="T16" fmla="*/ 2584 w 2642"/>
              <a:gd name="T17" fmla="*/ 2386 h 3094"/>
              <a:gd name="T18" fmla="*/ 2083 w 2642"/>
              <a:gd name="T19" fmla="*/ 2444 h 3094"/>
              <a:gd name="T20" fmla="*/ 2642 w 2642"/>
              <a:gd name="T21" fmla="*/ 1248 h 3094"/>
              <a:gd name="T22" fmla="*/ 210 w 2642"/>
              <a:gd name="T23" fmla="*/ 292 h 3094"/>
              <a:gd name="T24" fmla="*/ 210 w 2642"/>
              <a:gd name="T25" fmla="*/ 970 h 3094"/>
              <a:gd name="T26" fmla="*/ 559 w 2642"/>
              <a:gd name="T27" fmla="*/ 912 h 3094"/>
              <a:gd name="T28" fmla="*/ 658 w 2642"/>
              <a:gd name="T29" fmla="*/ 350 h 3094"/>
              <a:gd name="T30" fmla="*/ 2432 w 2642"/>
              <a:gd name="T31" fmla="*/ 292 h 3094"/>
              <a:gd name="T32" fmla="*/ 1984 w 2642"/>
              <a:gd name="T33" fmla="*/ 350 h 3094"/>
              <a:gd name="T34" fmla="*/ 2083 w 2642"/>
              <a:gd name="T35" fmla="*/ 912 h 3094"/>
              <a:gd name="T36" fmla="*/ 2432 w 2642"/>
              <a:gd name="T37" fmla="*/ 970 h 3094"/>
              <a:gd name="T38" fmla="*/ 2432 w 2642"/>
              <a:gd name="T39" fmla="*/ 292 h 3094"/>
              <a:gd name="T40" fmla="*/ 814 w 2642"/>
              <a:gd name="T41" fmla="*/ 29 h 3094"/>
              <a:gd name="T42" fmla="*/ 1292 w 2642"/>
              <a:gd name="T43" fmla="*/ 602 h 3094"/>
              <a:gd name="T44" fmla="*/ 989 w 2642"/>
              <a:gd name="T45" fmla="*/ 660 h 3094"/>
              <a:gd name="T46" fmla="*/ 801 w 2642"/>
              <a:gd name="T47" fmla="*/ 1311 h 3094"/>
              <a:gd name="T48" fmla="*/ 743 w 2642"/>
              <a:gd name="T49" fmla="*/ 1060 h 3094"/>
              <a:gd name="T50" fmla="*/ 1292 w 2642"/>
              <a:gd name="T51" fmla="*/ 1369 h 3094"/>
              <a:gd name="T52" fmla="*/ 842 w 2642"/>
              <a:gd name="T53" fmla="*/ 1782 h 3094"/>
              <a:gd name="T54" fmla="*/ 433 w 2642"/>
              <a:gd name="T55" fmla="*/ 1476 h 3094"/>
              <a:gd name="T56" fmla="*/ 375 w 2642"/>
              <a:gd name="T57" fmla="*/ 1782 h 3094"/>
              <a:gd name="T58" fmla="*/ 784 w 2642"/>
              <a:gd name="T59" fmla="*/ 2669 h 3094"/>
              <a:gd name="T60" fmla="*/ 842 w 2642"/>
              <a:gd name="T61" fmla="*/ 2181 h 3094"/>
              <a:gd name="T62" fmla="*/ 921 w 2642"/>
              <a:gd name="T63" fmla="*/ 3036 h 3094"/>
              <a:gd name="T64" fmla="*/ 1321 w 2642"/>
              <a:gd name="T65" fmla="*/ 3094 h 3094"/>
              <a:gd name="T66" fmla="*/ 1722 w 2642"/>
              <a:gd name="T67" fmla="*/ 3036 h 3094"/>
              <a:gd name="T68" fmla="*/ 1800 w 2642"/>
              <a:gd name="T69" fmla="*/ 2181 h 3094"/>
              <a:gd name="T70" fmla="*/ 1858 w 2642"/>
              <a:gd name="T71" fmla="*/ 2669 h 3094"/>
              <a:gd name="T72" fmla="*/ 2267 w 2642"/>
              <a:gd name="T73" fmla="*/ 1782 h 3094"/>
              <a:gd name="T74" fmla="*/ 2210 w 2642"/>
              <a:gd name="T75" fmla="*/ 1476 h 3094"/>
              <a:gd name="T76" fmla="*/ 1800 w 2642"/>
              <a:gd name="T77" fmla="*/ 1782 h 3094"/>
              <a:gd name="T78" fmla="*/ 1350 w 2642"/>
              <a:gd name="T79" fmla="*/ 1369 h 3094"/>
              <a:gd name="T80" fmla="*/ 1899 w 2642"/>
              <a:gd name="T81" fmla="*/ 1060 h 3094"/>
              <a:gd name="T82" fmla="*/ 1841 w 2642"/>
              <a:gd name="T83" fmla="*/ 1311 h 3094"/>
              <a:gd name="T84" fmla="*/ 1643 w 2642"/>
              <a:gd name="T85" fmla="*/ 660 h 3094"/>
              <a:gd name="T86" fmla="*/ 1350 w 2642"/>
              <a:gd name="T87" fmla="*/ 602 h 3094"/>
              <a:gd name="T88" fmla="*/ 1828 w 2642"/>
              <a:gd name="T89" fmla="*/ 29 h 30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642" h="3094">
                <a:moveTo>
                  <a:pt x="559" y="2843"/>
                </a:moveTo>
                <a:cubicBezTo>
                  <a:pt x="305" y="2843"/>
                  <a:pt x="305" y="2843"/>
                  <a:pt x="305" y="2843"/>
                </a:cubicBezTo>
                <a:cubicBezTo>
                  <a:pt x="289" y="2843"/>
                  <a:pt x="276" y="2856"/>
                  <a:pt x="276" y="2871"/>
                </a:cubicBezTo>
                <a:cubicBezTo>
                  <a:pt x="276" y="2887"/>
                  <a:pt x="289" y="2900"/>
                  <a:pt x="305" y="2900"/>
                </a:cubicBezTo>
                <a:cubicBezTo>
                  <a:pt x="559" y="2900"/>
                  <a:pt x="559" y="2900"/>
                  <a:pt x="559" y="2900"/>
                </a:cubicBezTo>
                <a:cubicBezTo>
                  <a:pt x="575" y="2900"/>
                  <a:pt x="588" y="2887"/>
                  <a:pt x="588" y="2871"/>
                </a:cubicBezTo>
                <a:cubicBezTo>
                  <a:pt x="588" y="2856"/>
                  <a:pt x="575" y="2843"/>
                  <a:pt x="559" y="2843"/>
                </a:cubicBezTo>
                <a:moveTo>
                  <a:pt x="2338" y="2843"/>
                </a:moveTo>
                <a:cubicBezTo>
                  <a:pt x="2083" y="2843"/>
                  <a:pt x="2083" y="2843"/>
                  <a:pt x="2083" y="2843"/>
                </a:cubicBezTo>
                <a:cubicBezTo>
                  <a:pt x="2068" y="2843"/>
                  <a:pt x="2055" y="2856"/>
                  <a:pt x="2055" y="2871"/>
                </a:cubicBezTo>
                <a:cubicBezTo>
                  <a:pt x="2055" y="2887"/>
                  <a:pt x="2068" y="2900"/>
                  <a:pt x="2083" y="2900"/>
                </a:cubicBezTo>
                <a:cubicBezTo>
                  <a:pt x="2338" y="2900"/>
                  <a:pt x="2338" y="2900"/>
                  <a:pt x="2338" y="2900"/>
                </a:cubicBezTo>
                <a:cubicBezTo>
                  <a:pt x="2354" y="2900"/>
                  <a:pt x="2366" y="2887"/>
                  <a:pt x="2366" y="2871"/>
                </a:cubicBezTo>
                <a:cubicBezTo>
                  <a:pt x="2366" y="2856"/>
                  <a:pt x="2354" y="2843"/>
                  <a:pt x="2338" y="2843"/>
                </a:cubicBezTo>
                <a:moveTo>
                  <a:pt x="29" y="1219"/>
                </a:moveTo>
                <a:cubicBezTo>
                  <a:pt x="13" y="1219"/>
                  <a:pt x="0" y="1232"/>
                  <a:pt x="0" y="1248"/>
                </a:cubicBezTo>
                <a:cubicBezTo>
                  <a:pt x="0" y="2415"/>
                  <a:pt x="0" y="2415"/>
                  <a:pt x="0" y="2415"/>
                </a:cubicBezTo>
                <a:cubicBezTo>
                  <a:pt x="0" y="2431"/>
                  <a:pt x="13" y="2444"/>
                  <a:pt x="29" y="2444"/>
                </a:cubicBezTo>
                <a:cubicBezTo>
                  <a:pt x="559" y="2444"/>
                  <a:pt x="559" y="2444"/>
                  <a:pt x="559" y="2444"/>
                </a:cubicBezTo>
                <a:cubicBezTo>
                  <a:pt x="575" y="2444"/>
                  <a:pt x="588" y="2431"/>
                  <a:pt x="588" y="2415"/>
                </a:cubicBezTo>
                <a:cubicBezTo>
                  <a:pt x="588" y="2399"/>
                  <a:pt x="575" y="2386"/>
                  <a:pt x="559" y="2386"/>
                </a:cubicBezTo>
                <a:cubicBezTo>
                  <a:pt x="58" y="2386"/>
                  <a:pt x="58" y="2386"/>
                  <a:pt x="58" y="2386"/>
                </a:cubicBezTo>
                <a:cubicBezTo>
                  <a:pt x="58" y="1248"/>
                  <a:pt x="58" y="1248"/>
                  <a:pt x="58" y="1248"/>
                </a:cubicBezTo>
                <a:cubicBezTo>
                  <a:pt x="58" y="1232"/>
                  <a:pt x="45" y="1219"/>
                  <a:pt x="29" y="1219"/>
                </a:cubicBezTo>
                <a:moveTo>
                  <a:pt x="2613" y="1219"/>
                </a:moveTo>
                <a:cubicBezTo>
                  <a:pt x="2597" y="1219"/>
                  <a:pt x="2584" y="1232"/>
                  <a:pt x="2584" y="1248"/>
                </a:cubicBezTo>
                <a:cubicBezTo>
                  <a:pt x="2584" y="2386"/>
                  <a:pt x="2584" y="2386"/>
                  <a:pt x="2584" y="2386"/>
                </a:cubicBezTo>
                <a:cubicBezTo>
                  <a:pt x="2083" y="2386"/>
                  <a:pt x="2083" y="2386"/>
                  <a:pt x="2083" y="2386"/>
                </a:cubicBezTo>
                <a:cubicBezTo>
                  <a:pt x="2067" y="2386"/>
                  <a:pt x="2055" y="2399"/>
                  <a:pt x="2055" y="2415"/>
                </a:cubicBezTo>
                <a:cubicBezTo>
                  <a:pt x="2055" y="2431"/>
                  <a:pt x="2067" y="2444"/>
                  <a:pt x="2083" y="2444"/>
                </a:cubicBezTo>
                <a:cubicBezTo>
                  <a:pt x="2613" y="2444"/>
                  <a:pt x="2613" y="2444"/>
                  <a:pt x="2613" y="2444"/>
                </a:cubicBezTo>
                <a:cubicBezTo>
                  <a:pt x="2629" y="2444"/>
                  <a:pt x="2642" y="2431"/>
                  <a:pt x="2642" y="2415"/>
                </a:cubicBezTo>
                <a:cubicBezTo>
                  <a:pt x="2642" y="1248"/>
                  <a:pt x="2642" y="1248"/>
                  <a:pt x="2642" y="1248"/>
                </a:cubicBezTo>
                <a:cubicBezTo>
                  <a:pt x="2642" y="1232"/>
                  <a:pt x="2629" y="1219"/>
                  <a:pt x="2613" y="1219"/>
                </a:cubicBezTo>
                <a:moveTo>
                  <a:pt x="658" y="292"/>
                </a:moveTo>
                <a:cubicBezTo>
                  <a:pt x="210" y="292"/>
                  <a:pt x="210" y="292"/>
                  <a:pt x="210" y="292"/>
                </a:cubicBezTo>
                <a:cubicBezTo>
                  <a:pt x="194" y="292"/>
                  <a:pt x="181" y="305"/>
                  <a:pt x="181" y="321"/>
                </a:cubicBezTo>
                <a:cubicBezTo>
                  <a:pt x="181" y="941"/>
                  <a:pt x="181" y="941"/>
                  <a:pt x="181" y="941"/>
                </a:cubicBezTo>
                <a:cubicBezTo>
                  <a:pt x="181" y="957"/>
                  <a:pt x="194" y="970"/>
                  <a:pt x="210" y="970"/>
                </a:cubicBezTo>
                <a:cubicBezTo>
                  <a:pt x="559" y="970"/>
                  <a:pt x="559" y="970"/>
                  <a:pt x="559" y="970"/>
                </a:cubicBezTo>
                <a:cubicBezTo>
                  <a:pt x="575" y="970"/>
                  <a:pt x="588" y="957"/>
                  <a:pt x="588" y="941"/>
                </a:cubicBezTo>
                <a:cubicBezTo>
                  <a:pt x="588" y="925"/>
                  <a:pt x="575" y="912"/>
                  <a:pt x="559" y="912"/>
                </a:cubicBezTo>
                <a:cubicBezTo>
                  <a:pt x="239" y="912"/>
                  <a:pt x="239" y="912"/>
                  <a:pt x="239" y="912"/>
                </a:cubicBezTo>
                <a:cubicBezTo>
                  <a:pt x="239" y="350"/>
                  <a:pt x="239" y="350"/>
                  <a:pt x="239" y="350"/>
                </a:cubicBezTo>
                <a:cubicBezTo>
                  <a:pt x="658" y="350"/>
                  <a:pt x="658" y="350"/>
                  <a:pt x="658" y="350"/>
                </a:cubicBezTo>
                <a:cubicBezTo>
                  <a:pt x="674" y="350"/>
                  <a:pt x="687" y="337"/>
                  <a:pt x="687" y="321"/>
                </a:cubicBezTo>
                <a:cubicBezTo>
                  <a:pt x="687" y="305"/>
                  <a:pt x="674" y="292"/>
                  <a:pt x="658" y="292"/>
                </a:cubicBezTo>
                <a:moveTo>
                  <a:pt x="2432" y="292"/>
                </a:moveTo>
                <a:cubicBezTo>
                  <a:pt x="1984" y="292"/>
                  <a:pt x="1984" y="292"/>
                  <a:pt x="1984" y="292"/>
                </a:cubicBezTo>
                <a:cubicBezTo>
                  <a:pt x="1968" y="292"/>
                  <a:pt x="1955" y="305"/>
                  <a:pt x="1955" y="321"/>
                </a:cubicBezTo>
                <a:cubicBezTo>
                  <a:pt x="1955" y="337"/>
                  <a:pt x="1968" y="350"/>
                  <a:pt x="1984" y="350"/>
                </a:cubicBezTo>
                <a:cubicBezTo>
                  <a:pt x="2403" y="350"/>
                  <a:pt x="2403" y="350"/>
                  <a:pt x="2403" y="350"/>
                </a:cubicBezTo>
                <a:cubicBezTo>
                  <a:pt x="2403" y="912"/>
                  <a:pt x="2403" y="912"/>
                  <a:pt x="2403" y="912"/>
                </a:cubicBezTo>
                <a:cubicBezTo>
                  <a:pt x="2083" y="912"/>
                  <a:pt x="2083" y="912"/>
                  <a:pt x="2083" y="912"/>
                </a:cubicBezTo>
                <a:cubicBezTo>
                  <a:pt x="2068" y="912"/>
                  <a:pt x="2055" y="925"/>
                  <a:pt x="2055" y="941"/>
                </a:cubicBezTo>
                <a:cubicBezTo>
                  <a:pt x="2055" y="957"/>
                  <a:pt x="2068" y="970"/>
                  <a:pt x="2083" y="970"/>
                </a:cubicBezTo>
                <a:cubicBezTo>
                  <a:pt x="2432" y="970"/>
                  <a:pt x="2432" y="970"/>
                  <a:pt x="2432" y="970"/>
                </a:cubicBezTo>
                <a:cubicBezTo>
                  <a:pt x="2448" y="970"/>
                  <a:pt x="2461" y="957"/>
                  <a:pt x="2461" y="941"/>
                </a:cubicBezTo>
                <a:cubicBezTo>
                  <a:pt x="2461" y="321"/>
                  <a:pt x="2461" y="321"/>
                  <a:pt x="2461" y="321"/>
                </a:cubicBezTo>
                <a:cubicBezTo>
                  <a:pt x="2461" y="305"/>
                  <a:pt x="2448" y="292"/>
                  <a:pt x="2432" y="292"/>
                </a:cubicBezTo>
                <a:moveTo>
                  <a:pt x="1799" y="0"/>
                </a:moveTo>
                <a:cubicBezTo>
                  <a:pt x="843" y="0"/>
                  <a:pt x="843" y="0"/>
                  <a:pt x="843" y="0"/>
                </a:cubicBezTo>
                <a:cubicBezTo>
                  <a:pt x="827" y="0"/>
                  <a:pt x="814" y="13"/>
                  <a:pt x="814" y="29"/>
                </a:cubicBezTo>
                <a:cubicBezTo>
                  <a:pt x="814" y="45"/>
                  <a:pt x="827" y="58"/>
                  <a:pt x="843" y="58"/>
                </a:cubicBezTo>
                <a:cubicBezTo>
                  <a:pt x="1292" y="58"/>
                  <a:pt x="1292" y="58"/>
                  <a:pt x="1292" y="58"/>
                </a:cubicBezTo>
                <a:cubicBezTo>
                  <a:pt x="1292" y="602"/>
                  <a:pt x="1292" y="602"/>
                  <a:pt x="1292" y="602"/>
                </a:cubicBezTo>
                <a:cubicBezTo>
                  <a:pt x="989" y="602"/>
                  <a:pt x="989" y="602"/>
                  <a:pt x="989" y="602"/>
                </a:cubicBezTo>
                <a:cubicBezTo>
                  <a:pt x="973" y="602"/>
                  <a:pt x="960" y="615"/>
                  <a:pt x="960" y="631"/>
                </a:cubicBezTo>
                <a:cubicBezTo>
                  <a:pt x="960" y="647"/>
                  <a:pt x="973" y="660"/>
                  <a:pt x="989" y="660"/>
                </a:cubicBezTo>
                <a:cubicBezTo>
                  <a:pt x="1292" y="660"/>
                  <a:pt x="1292" y="660"/>
                  <a:pt x="1292" y="660"/>
                </a:cubicBezTo>
                <a:cubicBezTo>
                  <a:pt x="1292" y="1311"/>
                  <a:pt x="1292" y="1311"/>
                  <a:pt x="1292" y="1311"/>
                </a:cubicBezTo>
                <a:cubicBezTo>
                  <a:pt x="801" y="1311"/>
                  <a:pt x="801" y="1311"/>
                  <a:pt x="801" y="1311"/>
                </a:cubicBezTo>
                <a:cubicBezTo>
                  <a:pt x="801" y="1060"/>
                  <a:pt x="801" y="1060"/>
                  <a:pt x="801" y="1060"/>
                </a:cubicBezTo>
                <a:cubicBezTo>
                  <a:pt x="801" y="1044"/>
                  <a:pt x="788" y="1031"/>
                  <a:pt x="772" y="1031"/>
                </a:cubicBezTo>
                <a:cubicBezTo>
                  <a:pt x="756" y="1031"/>
                  <a:pt x="743" y="1044"/>
                  <a:pt x="743" y="1060"/>
                </a:cubicBezTo>
                <a:cubicBezTo>
                  <a:pt x="743" y="1340"/>
                  <a:pt x="743" y="1340"/>
                  <a:pt x="743" y="1340"/>
                </a:cubicBezTo>
                <a:cubicBezTo>
                  <a:pt x="743" y="1356"/>
                  <a:pt x="756" y="1369"/>
                  <a:pt x="772" y="1369"/>
                </a:cubicBezTo>
                <a:cubicBezTo>
                  <a:pt x="1292" y="1369"/>
                  <a:pt x="1292" y="1369"/>
                  <a:pt x="1292" y="1369"/>
                </a:cubicBezTo>
                <a:cubicBezTo>
                  <a:pt x="1292" y="2123"/>
                  <a:pt x="1292" y="2123"/>
                  <a:pt x="1292" y="2123"/>
                </a:cubicBezTo>
                <a:cubicBezTo>
                  <a:pt x="842" y="2123"/>
                  <a:pt x="842" y="2123"/>
                  <a:pt x="842" y="2123"/>
                </a:cubicBezTo>
                <a:cubicBezTo>
                  <a:pt x="842" y="1782"/>
                  <a:pt x="842" y="1782"/>
                  <a:pt x="842" y="1782"/>
                </a:cubicBezTo>
                <a:cubicBezTo>
                  <a:pt x="842" y="1766"/>
                  <a:pt x="829" y="1753"/>
                  <a:pt x="813" y="1753"/>
                </a:cubicBezTo>
                <a:cubicBezTo>
                  <a:pt x="433" y="1753"/>
                  <a:pt x="433" y="1753"/>
                  <a:pt x="433" y="1753"/>
                </a:cubicBezTo>
                <a:cubicBezTo>
                  <a:pt x="433" y="1476"/>
                  <a:pt x="433" y="1476"/>
                  <a:pt x="433" y="1476"/>
                </a:cubicBezTo>
                <a:cubicBezTo>
                  <a:pt x="433" y="1460"/>
                  <a:pt x="420" y="1447"/>
                  <a:pt x="404" y="1447"/>
                </a:cubicBezTo>
                <a:cubicBezTo>
                  <a:pt x="388" y="1447"/>
                  <a:pt x="375" y="1460"/>
                  <a:pt x="375" y="1476"/>
                </a:cubicBezTo>
                <a:cubicBezTo>
                  <a:pt x="375" y="1782"/>
                  <a:pt x="375" y="1782"/>
                  <a:pt x="375" y="1782"/>
                </a:cubicBezTo>
                <a:cubicBezTo>
                  <a:pt x="375" y="1798"/>
                  <a:pt x="388" y="1811"/>
                  <a:pt x="404" y="1811"/>
                </a:cubicBezTo>
                <a:cubicBezTo>
                  <a:pt x="784" y="1811"/>
                  <a:pt x="784" y="1811"/>
                  <a:pt x="784" y="1811"/>
                </a:cubicBezTo>
                <a:cubicBezTo>
                  <a:pt x="784" y="2669"/>
                  <a:pt x="784" y="2669"/>
                  <a:pt x="784" y="2669"/>
                </a:cubicBezTo>
                <a:cubicBezTo>
                  <a:pt x="784" y="2685"/>
                  <a:pt x="797" y="2698"/>
                  <a:pt x="813" y="2698"/>
                </a:cubicBezTo>
                <a:cubicBezTo>
                  <a:pt x="829" y="2698"/>
                  <a:pt x="842" y="2685"/>
                  <a:pt x="842" y="2669"/>
                </a:cubicBezTo>
                <a:cubicBezTo>
                  <a:pt x="842" y="2181"/>
                  <a:pt x="842" y="2181"/>
                  <a:pt x="842" y="2181"/>
                </a:cubicBezTo>
                <a:cubicBezTo>
                  <a:pt x="1292" y="2181"/>
                  <a:pt x="1292" y="2181"/>
                  <a:pt x="1292" y="2181"/>
                </a:cubicBezTo>
                <a:cubicBezTo>
                  <a:pt x="1292" y="3036"/>
                  <a:pt x="1292" y="3036"/>
                  <a:pt x="1292" y="3036"/>
                </a:cubicBezTo>
                <a:cubicBezTo>
                  <a:pt x="921" y="3036"/>
                  <a:pt x="921" y="3036"/>
                  <a:pt x="921" y="3036"/>
                </a:cubicBezTo>
                <a:cubicBezTo>
                  <a:pt x="905" y="3036"/>
                  <a:pt x="892" y="3049"/>
                  <a:pt x="892" y="3065"/>
                </a:cubicBezTo>
                <a:cubicBezTo>
                  <a:pt x="892" y="3081"/>
                  <a:pt x="905" y="3094"/>
                  <a:pt x="921" y="3094"/>
                </a:cubicBezTo>
                <a:cubicBezTo>
                  <a:pt x="1321" y="3094"/>
                  <a:pt x="1321" y="3094"/>
                  <a:pt x="1321" y="3094"/>
                </a:cubicBezTo>
                <a:cubicBezTo>
                  <a:pt x="1722" y="3094"/>
                  <a:pt x="1722" y="3094"/>
                  <a:pt x="1722" y="3094"/>
                </a:cubicBezTo>
                <a:cubicBezTo>
                  <a:pt x="1738" y="3094"/>
                  <a:pt x="1751" y="3081"/>
                  <a:pt x="1751" y="3065"/>
                </a:cubicBezTo>
                <a:cubicBezTo>
                  <a:pt x="1751" y="3049"/>
                  <a:pt x="1738" y="3036"/>
                  <a:pt x="1722" y="3036"/>
                </a:cubicBezTo>
                <a:cubicBezTo>
                  <a:pt x="1350" y="3036"/>
                  <a:pt x="1350" y="3036"/>
                  <a:pt x="1350" y="3036"/>
                </a:cubicBezTo>
                <a:cubicBezTo>
                  <a:pt x="1350" y="2181"/>
                  <a:pt x="1350" y="2181"/>
                  <a:pt x="1350" y="2181"/>
                </a:cubicBezTo>
                <a:cubicBezTo>
                  <a:pt x="1800" y="2181"/>
                  <a:pt x="1800" y="2181"/>
                  <a:pt x="1800" y="2181"/>
                </a:cubicBezTo>
                <a:cubicBezTo>
                  <a:pt x="1800" y="2669"/>
                  <a:pt x="1800" y="2669"/>
                  <a:pt x="1800" y="2669"/>
                </a:cubicBezTo>
                <a:cubicBezTo>
                  <a:pt x="1800" y="2685"/>
                  <a:pt x="1813" y="2698"/>
                  <a:pt x="1829" y="2698"/>
                </a:cubicBezTo>
                <a:cubicBezTo>
                  <a:pt x="1845" y="2698"/>
                  <a:pt x="1858" y="2685"/>
                  <a:pt x="1858" y="2669"/>
                </a:cubicBezTo>
                <a:cubicBezTo>
                  <a:pt x="1858" y="1811"/>
                  <a:pt x="1858" y="1811"/>
                  <a:pt x="1858" y="1811"/>
                </a:cubicBezTo>
                <a:cubicBezTo>
                  <a:pt x="2239" y="1811"/>
                  <a:pt x="2239" y="1811"/>
                  <a:pt x="2239" y="1811"/>
                </a:cubicBezTo>
                <a:cubicBezTo>
                  <a:pt x="2254" y="1811"/>
                  <a:pt x="2267" y="1798"/>
                  <a:pt x="2267" y="1782"/>
                </a:cubicBezTo>
                <a:cubicBezTo>
                  <a:pt x="2267" y="1476"/>
                  <a:pt x="2267" y="1476"/>
                  <a:pt x="2267" y="1476"/>
                </a:cubicBezTo>
                <a:cubicBezTo>
                  <a:pt x="2267" y="1460"/>
                  <a:pt x="2254" y="1447"/>
                  <a:pt x="2239" y="1447"/>
                </a:cubicBezTo>
                <a:cubicBezTo>
                  <a:pt x="2223" y="1447"/>
                  <a:pt x="2210" y="1460"/>
                  <a:pt x="2210" y="1476"/>
                </a:cubicBezTo>
                <a:cubicBezTo>
                  <a:pt x="2210" y="1753"/>
                  <a:pt x="2210" y="1753"/>
                  <a:pt x="2210" y="1753"/>
                </a:cubicBezTo>
                <a:cubicBezTo>
                  <a:pt x="1829" y="1753"/>
                  <a:pt x="1829" y="1753"/>
                  <a:pt x="1829" y="1753"/>
                </a:cubicBezTo>
                <a:cubicBezTo>
                  <a:pt x="1813" y="1753"/>
                  <a:pt x="1800" y="1766"/>
                  <a:pt x="1800" y="1782"/>
                </a:cubicBezTo>
                <a:cubicBezTo>
                  <a:pt x="1800" y="2123"/>
                  <a:pt x="1800" y="2123"/>
                  <a:pt x="1800" y="2123"/>
                </a:cubicBezTo>
                <a:cubicBezTo>
                  <a:pt x="1350" y="2123"/>
                  <a:pt x="1350" y="2123"/>
                  <a:pt x="1350" y="2123"/>
                </a:cubicBezTo>
                <a:cubicBezTo>
                  <a:pt x="1350" y="1369"/>
                  <a:pt x="1350" y="1369"/>
                  <a:pt x="1350" y="1369"/>
                </a:cubicBezTo>
                <a:cubicBezTo>
                  <a:pt x="1870" y="1369"/>
                  <a:pt x="1870" y="1369"/>
                  <a:pt x="1870" y="1369"/>
                </a:cubicBezTo>
                <a:cubicBezTo>
                  <a:pt x="1886" y="1369"/>
                  <a:pt x="1899" y="1356"/>
                  <a:pt x="1899" y="1340"/>
                </a:cubicBezTo>
                <a:cubicBezTo>
                  <a:pt x="1899" y="1060"/>
                  <a:pt x="1899" y="1060"/>
                  <a:pt x="1899" y="1060"/>
                </a:cubicBezTo>
                <a:cubicBezTo>
                  <a:pt x="1899" y="1044"/>
                  <a:pt x="1886" y="1031"/>
                  <a:pt x="1870" y="1031"/>
                </a:cubicBezTo>
                <a:cubicBezTo>
                  <a:pt x="1854" y="1031"/>
                  <a:pt x="1841" y="1044"/>
                  <a:pt x="1841" y="1060"/>
                </a:cubicBezTo>
                <a:cubicBezTo>
                  <a:pt x="1841" y="1311"/>
                  <a:pt x="1841" y="1311"/>
                  <a:pt x="1841" y="1311"/>
                </a:cubicBezTo>
                <a:cubicBezTo>
                  <a:pt x="1350" y="1311"/>
                  <a:pt x="1350" y="1311"/>
                  <a:pt x="1350" y="1311"/>
                </a:cubicBezTo>
                <a:cubicBezTo>
                  <a:pt x="1350" y="660"/>
                  <a:pt x="1350" y="660"/>
                  <a:pt x="1350" y="660"/>
                </a:cubicBezTo>
                <a:cubicBezTo>
                  <a:pt x="1643" y="660"/>
                  <a:pt x="1643" y="660"/>
                  <a:pt x="1643" y="660"/>
                </a:cubicBezTo>
                <a:cubicBezTo>
                  <a:pt x="1659" y="660"/>
                  <a:pt x="1672" y="647"/>
                  <a:pt x="1672" y="631"/>
                </a:cubicBezTo>
                <a:cubicBezTo>
                  <a:pt x="1672" y="615"/>
                  <a:pt x="1659" y="602"/>
                  <a:pt x="1643" y="602"/>
                </a:cubicBezTo>
                <a:cubicBezTo>
                  <a:pt x="1350" y="602"/>
                  <a:pt x="1350" y="602"/>
                  <a:pt x="1350" y="602"/>
                </a:cubicBezTo>
                <a:cubicBezTo>
                  <a:pt x="1350" y="58"/>
                  <a:pt x="1350" y="58"/>
                  <a:pt x="1350" y="58"/>
                </a:cubicBezTo>
                <a:cubicBezTo>
                  <a:pt x="1799" y="58"/>
                  <a:pt x="1799" y="58"/>
                  <a:pt x="1799" y="58"/>
                </a:cubicBezTo>
                <a:cubicBezTo>
                  <a:pt x="1815" y="58"/>
                  <a:pt x="1828" y="45"/>
                  <a:pt x="1828" y="29"/>
                </a:cubicBezTo>
                <a:cubicBezTo>
                  <a:pt x="1828" y="13"/>
                  <a:pt x="1815" y="0"/>
                  <a:pt x="1799" y="0"/>
                </a:cubicBezTo>
              </a:path>
            </a:pathLst>
          </a:custGeom>
          <a:solidFill>
            <a:srgbClr val="B2B2B2">
              <a:alpha val="9804"/>
            </a:srgbClr>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2" name="Title 1">
            <a:extLst>
              <a:ext uri="{FF2B5EF4-FFF2-40B4-BE49-F238E27FC236}">
                <a16:creationId xmlns:a16="http://schemas.microsoft.com/office/drawing/2014/main" id="{D8464564-6547-498D-A220-7B346E5B1408}"/>
              </a:ext>
            </a:extLst>
          </p:cNvPr>
          <p:cNvSpPr>
            <a:spLocks noGrp="1"/>
          </p:cNvSpPr>
          <p:nvPr>
            <p:ph type="title"/>
          </p:nvPr>
        </p:nvSpPr>
        <p:spPr>
          <a:xfrm>
            <a:off x="1219200" y="546100"/>
            <a:ext cx="6642100" cy="2105818"/>
          </a:xfrm>
        </p:spPr>
        <p:txBody>
          <a:bodyPr anchor="b"/>
          <a:lstStyle>
            <a:lvl1pPr>
              <a:defRPr sz="4000">
                <a:solidFill>
                  <a:srgbClr val="3F1A01"/>
                </a:solidFill>
              </a:defRPr>
            </a:lvl1p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1592638D-BCB6-4F07-9847-FBAA9B3609B5}"/>
              </a:ext>
            </a:extLst>
          </p:cNvPr>
          <p:cNvSpPr>
            <a:spLocks noGrp="1"/>
          </p:cNvSpPr>
          <p:nvPr>
            <p:ph type="body" idx="1"/>
          </p:nvPr>
        </p:nvSpPr>
        <p:spPr>
          <a:xfrm>
            <a:off x="1219200" y="2678906"/>
            <a:ext cx="6642100" cy="1500187"/>
          </a:xfrm>
          <a:prstGeom prst="rect">
            <a:avLst/>
          </a:prstGeom>
        </p:spPr>
        <p:txBody>
          <a:bodyPr/>
          <a:lstStyle>
            <a:lvl1pPr marL="0" indent="0">
              <a:buNone/>
              <a:defRPr sz="2400">
                <a:solidFill>
                  <a:schemeClr val="accent2"/>
                </a:solidFill>
                <a:latin typeface="Times New Roman" panose="02020603050405020304" pitchFamily="18" charset="0"/>
                <a:cs typeface="Times New Roman" panose="02020603050405020304" pitchFamily="18"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 name="Logo">
            <a:extLst>
              <a:ext uri="{FF2B5EF4-FFF2-40B4-BE49-F238E27FC236}">
                <a16:creationId xmlns:a16="http://schemas.microsoft.com/office/drawing/2014/main" id="{7D430883-348B-4F96-B27B-40097E253643}"/>
              </a:ext>
            </a:extLst>
          </p:cNvPr>
          <p:cNvSpPr/>
          <p:nvPr/>
        </p:nvSpPr>
        <p:spPr>
          <a:xfrm>
            <a:off x="9397252" y="5875721"/>
            <a:ext cx="2253411" cy="440942"/>
          </a:xfrm>
          <a:custGeom>
            <a:avLst/>
            <a:gdLst>
              <a:gd name="connsiteX0" fmla="*/ 1783139 w 2253411"/>
              <a:gd name="connsiteY0" fmla="*/ 136254 h 440942"/>
              <a:gd name="connsiteX1" fmla="*/ 1751520 w 2253411"/>
              <a:gd name="connsiteY1" fmla="*/ 136254 h 440942"/>
              <a:gd name="connsiteX2" fmla="*/ 1751520 w 2253411"/>
              <a:gd name="connsiteY2" fmla="*/ 299806 h 440942"/>
              <a:gd name="connsiteX3" fmla="*/ 1783139 w 2253411"/>
              <a:gd name="connsiteY3" fmla="*/ 299806 h 440942"/>
              <a:gd name="connsiteX4" fmla="*/ 293338 w 2253411"/>
              <a:gd name="connsiteY4" fmla="*/ 409024 h 440942"/>
              <a:gd name="connsiteX5" fmla="*/ 297448 w 2253411"/>
              <a:gd name="connsiteY5" fmla="*/ 413147 h 440942"/>
              <a:gd name="connsiteX6" fmla="*/ 297460 w 2253411"/>
              <a:gd name="connsiteY6" fmla="*/ 413147 h 440942"/>
              <a:gd name="connsiteX7" fmla="*/ 333669 w 2253411"/>
              <a:gd name="connsiteY7" fmla="*/ 413147 h 440942"/>
              <a:gd name="connsiteX8" fmla="*/ 337779 w 2253411"/>
              <a:gd name="connsiteY8" fmla="*/ 409047 h 440942"/>
              <a:gd name="connsiteX9" fmla="*/ 337777 w 2253411"/>
              <a:gd name="connsiteY9" fmla="*/ 409024 h 440942"/>
              <a:gd name="connsiteX10" fmla="*/ 333683 w 2253411"/>
              <a:gd name="connsiteY10" fmla="*/ 404916 h 440942"/>
              <a:gd name="connsiteX11" fmla="*/ 333669 w 2253411"/>
              <a:gd name="connsiteY11" fmla="*/ 404916 h 440942"/>
              <a:gd name="connsiteX12" fmla="*/ 297460 w 2253411"/>
              <a:gd name="connsiteY12" fmla="*/ 404916 h 440942"/>
              <a:gd name="connsiteX13" fmla="*/ 293338 w 2253411"/>
              <a:gd name="connsiteY13" fmla="*/ 409021 h 440942"/>
              <a:gd name="connsiteX14" fmla="*/ 293338 w 2253411"/>
              <a:gd name="connsiteY14" fmla="*/ 409024 h 440942"/>
              <a:gd name="connsiteX15" fmla="*/ 39859 w 2253411"/>
              <a:gd name="connsiteY15" fmla="*/ 409024 h 440942"/>
              <a:gd name="connsiteX16" fmla="*/ 43946 w 2253411"/>
              <a:gd name="connsiteY16" fmla="*/ 413147 h 440942"/>
              <a:gd name="connsiteX17" fmla="*/ 43967 w 2253411"/>
              <a:gd name="connsiteY17" fmla="*/ 413147 h 440942"/>
              <a:gd name="connsiteX18" fmla="*/ 80176 w 2253411"/>
              <a:gd name="connsiteY18" fmla="*/ 413147 h 440942"/>
              <a:gd name="connsiteX19" fmla="*/ 84298 w 2253411"/>
              <a:gd name="connsiteY19" fmla="*/ 409037 h 440942"/>
              <a:gd name="connsiteX20" fmla="*/ 84298 w 2253411"/>
              <a:gd name="connsiteY20" fmla="*/ 409024 h 440942"/>
              <a:gd name="connsiteX21" fmla="*/ 80179 w 2253411"/>
              <a:gd name="connsiteY21" fmla="*/ 404916 h 440942"/>
              <a:gd name="connsiteX22" fmla="*/ 80176 w 2253411"/>
              <a:gd name="connsiteY22" fmla="*/ 404916 h 440942"/>
              <a:gd name="connsiteX23" fmla="*/ 43967 w 2253411"/>
              <a:gd name="connsiteY23" fmla="*/ 404916 h 440942"/>
              <a:gd name="connsiteX24" fmla="*/ 39859 w 2253411"/>
              <a:gd name="connsiteY24" fmla="*/ 409012 h 440942"/>
              <a:gd name="connsiteX25" fmla="*/ 39859 w 2253411"/>
              <a:gd name="connsiteY25" fmla="*/ 409024 h 440942"/>
              <a:gd name="connsiteX26" fmla="*/ 80177 w 2253411"/>
              <a:gd name="connsiteY26" fmla="*/ 339849 h 440942"/>
              <a:gd name="connsiteX27" fmla="*/ 8803 w 2253411"/>
              <a:gd name="connsiteY27" fmla="*/ 339849 h 440942"/>
              <a:gd name="connsiteX28" fmla="*/ 8803 w 2253411"/>
              <a:gd name="connsiteY28" fmla="*/ 177644 h 440942"/>
              <a:gd name="connsiteX29" fmla="*/ 4680 w 2253411"/>
              <a:gd name="connsiteY29" fmla="*/ 173521 h 440942"/>
              <a:gd name="connsiteX30" fmla="*/ 572 w 2253411"/>
              <a:gd name="connsiteY30" fmla="*/ 177639 h 440942"/>
              <a:gd name="connsiteX31" fmla="*/ 572 w 2253411"/>
              <a:gd name="connsiteY31" fmla="*/ 177644 h 440942"/>
              <a:gd name="connsiteX32" fmla="*/ 572 w 2253411"/>
              <a:gd name="connsiteY32" fmla="*/ 343959 h 440942"/>
              <a:gd name="connsiteX33" fmla="*/ 4676 w 2253411"/>
              <a:gd name="connsiteY33" fmla="*/ 348080 h 440942"/>
              <a:gd name="connsiteX34" fmla="*/ 4680 w 2253411"/>
              <a:gd name="connsiteY34" fmla="*/ 348080 h 440942"/>
              <a:gd name="connsiteX35" fmla="*/ 80176 w 2253411"/>
              <a:gd name="connsiteY35" fmla="*/ 348080 h 440942"/>
              <a:gd name="connsiteX36" fmla="*/ 84298 w 2253411"/>
              <a:gd name="connsiteY36" fmla="*/ 343970 h 440942"/>
              <a:gd name="connsiteX37" fmla="*/ 84298 w 2253411"/>
              <a:gd name="connsiteY37" fmla="*/ 343959 h 440942"/>
              <a:gd name="connsiteX38" fmla="*/ 80176 w 2253411"/>
              <a:gd name="connsiteY38" fmla="*/ 339849 h 440942"/>
              <a:gd name="connsiteX39" fmla="*/ 98412 w 2253411"/>
              <a:gd name="connsiteY39" fmla="*/ 45530 h 440942"/>
              <a:gd name="connsiteX40" fmla="*/ 94292 w 2253411"/>
              <a:gd name="connsiteY40" fmla="*/ 41422 h 440942"/>
              <a:gd name="connsiteX41" fmla="*/ 94289 w 2253411"/>
              <a:gd name="connsiteY41" fmla="*/ 41422 h 440942"/>
              <a:gd name="connsiteX42" fmla="*/ 30459 w 2253411"/>
              <a:gd name="connsiteY42" fmla="*/ 41422 h 440942"/>
              <a:gd name="connsiteX43" fmla="*/ 26351 w 2253411"/>
              <a:gd name="connsiteY43" fmla="*/ 45518 h 440942"/>
              <a:gd name="connsiteX44" fmla="*/ 26351 w 2253411"/>
              <a:gd name="connsiteY44" fmla="*/ 45530 h 440942"/>
              <a:gd name="connsiteX45" fmla="*/ 26351 w 2253411"/>
              <a:gd name="connsiteY45" fmla="*/ 133916 h 440942"/>
              <a:gd name="connsiteX46" fmla="*/ 30456 w 2253411"/>
              <a:gd name="connsiteY46" fmla="*/ 138039 h 440942"/>
              <a:gd name="connsiteX47" fmla="*/ 30459 w 2253411"/>
              <a:gd name="connsiteY47" fmla="*/ 138039 h 440942"/>
              <a:gd name="connsiteX48" fmla="*/ 80191 w 2253411"/>
              <a:gd name="connsiteY48" fmla="*/ 138039 h 440942"/>
              <a:gd name="connsiteX49" fmla="*/ 84300 w 2253411"/>
              <a:gd name="connsiteY49" fmla="*/ 133916 h 440942"/>
              <a:gd name="connsiteX50" fmla="*/ 80191 w 2253411"/>
              <a:gd name="connsiteY50" fmla="*/ 129808 h 440942"/>
              <a:gd name="connsiteX51" fmla="*/ 34582 w 2253411"/>
              <a:gd name="connsiteY51" fmla="*/ 129808 h 440942"/>
              <a:gd name="connsiteX52" fmla="*/ 34582 w 2253411"/>
              <a:gd name="connsiteY52" fmla="*/ 49653 h 440942"/>
              <a:gd name="connsiteX53" fmla="*/ 94291 w 2253411"/>
              <a:gd name="connsiteY53" fmla="*/ 49653 h 440942"/>
              <a:gd name="connsiteX54" fmla="*/ 98413 w 2253411"/>
              <a:gd name="connsiteY54" fmla="*/ 45540 h 440942"/>
              <a:gd name="connsiteX55" fmla="*/ 98413 w 2253411"/>
              <a:gd name="connsiteY55" fmla="*/ 45530 h 440942"/>
              <a:gd name="connsiteX56" fmla="*/ 271146 w 2253411"/>
              <a:gd name="connsiteY56" fmla="*/ 190835 h 440942"/>
              <a:gd name="connsiteX57" fmla="*/ 271146 w 2253411"/>
              <a:gd name="connsiteY57" fmla="*/ 150874 h 440942"/>
              <a:gd name="connsiteX58" fmla="*/ 267039 w 2253411"/>
              <a:gd name="connsiteY58" fmla="*/ 146752 h 440942"/>
              <a:gd name="connsiteX59" fmla="*/ 267037 w 2253411"/>
              <a:gd name="connsiteY59" fmla="*/ 146752 h 440942"/>
              <a:gd name="connsiteX60" fmla="*/ 262900 w 2253411"/>
              <a:gd name="connsiteY60" fmla="*/ 150873 h 440942"/>
              <a:gd name="connsiteX61" fmla="*/ 262900 w 2253411"/>
              <a:gd name="connsiteY61" fmla="*/ 150874 h 440942"/>
              <a:gd name="connsiteX62" fmla="*/ 262900 w 2253411"/>
              <a:gd name="connsiteY62" fmla="*/ 186698 h 440942"/>
              <a:gd name="connsiteX63" fmla="*/ 192929 w 2253411"/>
              <a:gd name="connsiteY63" fmla="*/ 186698 h 440942"/>
              <a:gd name="connsiteX64" fmla="*/ 192929 w 2253411"/>
              <a:gd name="connsiteY64" fmla="*/ 93846 h 440942"/>
              <a:gd name="connsiteX65" fmla="*/ 234730 w 2253411"/>
              <a:gd name="connsiteY65" fmla="*/ 93846 h 440942"/>
              <a:gd name="connsiteX66" fmla="*/ 238853 w 2253411"/>
              <a:gd name="connsiteY66" fmla="*/ 89738 h 440942"/>
              <a:gd name="connsiteX67" fmla="*/ 234730 w 2253411"/>
              <a:gd name="connsiteY67" fmla="*/ 85602 h 440942"/>
              <a:gd name="connsiteX68" fmla="*/ 192929 w 2253411"/>
              <a:gd name="connsiteY68" fmla="*/ 85602 h 440942"/>
              <a:gd name="connsiteX69" fmla="*/ 192929 w 2253411"/>
              <a:gd name="connsiteY69" fmla="*/ 8058 h 440942"/>
              <a:gd name="connsiteX70" fmla="*/ 256951 w 2253411"/>
              <a:gd name="connsiteY70" fmla="*/ 8058 h 440942"/>
              <a:gd name="connsiteX71" fmla="*/ 261072 w 2253411"/>
              <a:gd name="connsiteY71" fmla="*/ 3946 h 440942"/>
              <a:gd name="connsiteX72" fmla="*/ 261072 w 2253411"/>
              <a:gd name="connsiteY72" fmla="*/ 3935 h 440942"/>
              <a:gd name="connsiteX73" fmla="*/ 256954 w 2253411"/>
              <a:gd name="connsiteY73" fmla="*/ -175 h 440942"/>
              <a:gd name="connsiteX74" fmla="*/ 256951 w 2253411"/>
              <a:gd name="connsiteY74" fmla="*/ -175 h 440942"/>
              <a:gd name="connsiteX75" fmla="*/ 120686 w 2253411"/>
              <a:gd name="connsiteY75" fmla="*/ -175 h 440942"/>
              <a:gd name="connsiteX76" fmla="*/ 116578 w 2253411"/>
              <a:gd name="connsiteY76" fmla="*/ 3935 h 440942"/>
              <a:gd name="connsiteX77" fmla="*/ 120685 w 2253411"/>
              <a:gd name="connsiteY77" fmla="*/ 8058 h 440942"/>
              <a:gd name="connsiteX78" fmla="*/ 120686 w 2253411"/>
              <a:gd name="connsiteY78" fmla="*/ 8058 h 440942"/>
              <a:gd name="connsiteX79" fmla="*/ 184696 w 2253411"/>
              <a:gd name="connsiteY79" fmla="*/ 8058 h 440942"/>
              <a:gd name="connsiteX80" fmla="*/ 184696 w 2253411"/>
              <a:gd name="connsiteY80" fmla="*/ 85629 h 440942"/>
              <a:gd name="connsiteX81" fmla="*/ 141436 w 2253411"/>
              <a:gd name="connsiteY81" fmla="*/ 85629 h 440942"/>
              <a:gd name="connsiteX82" fmla="*/ 137315 w 2253411"/>
              <a:gd name="connsiteY82" fmla="*/ 89752 h 440942"/>
              <a:gd name="connsiteX83" fmla="*/ 141435 w 2253411"/>
              <a:gd name="connsiteY83" fmla="*/ 93860 h 440942"/>
              <a:gd name="connsiteX84" fmla="*/ 141436 w 2253411"/>
              <a:gd name="connsiteY84" fmla="*/ 93860 h 440942"/>
              <a:gd name="connsiteX85" fmla="*/ 184696 w 2253411"/>
              <a:gd name="connsiteY85" fmla="*/ 93860 h 440942"/>
              <a:gd name="connsiteX86" fmla="*/ 184696 w 2253411"/>
              <a:gd name="connsiteY86" fmla="*/ 186698 h 440942"/>
              <a:gd name="connsiteX87" fmla="*/ 114724 w 2253411"/>
              <a:gd name="connsiteY87" fmla="*/ 186698 h 440942"/>
              <a:gd name="connsiteX88" fmla="*/ 114724 w 2253411"/>
              <a:gd name="connsiteY88" fmla="*/ 150874 h 440942"/>
              <a:gd name="connsiteX89" fmla="*/ 110611 w 2253411"/>
              <a:gd name="connsiteY89" fmla="*/ 146752 h 440942"/>
              <a:gd name="connsiteX90" fmla="*/ 110602 w 2253411"/>
              <a:gd name="connsiteY90" fmla="*/ 146752 h 440942"/>
              <a:gd name="connsiteX91" fmla="*/ 106479 w 2253411"/>
              <a:gd name="connsiteY91" fmla="*/ 150874 h 440942"/>
              <a:gd name="connsiteX92" fmla="*/ 106479 w 2253411"/>
              <a:gd name="connsiteY92" fmla="*/ 190835 h 440942"/>
              <a:gd name="connsiteX93" fmla="*/ 110598 w 2253411"/>
              <a:gd name="connsiteY93" fmla="*/ 194943 h 440942"/>
              <a:gd name="connsiteX94" fmla="*/ 110602 w 2253411"/>
              <a:gd name="connsiteY94" fmla="*/ 194943 h 440942"/>
              <a:gd name="connsiteX95" fmla="*/ 184696 w 2253411"/>
              <a:gd name="connsiteY95" fmla="*/ 194943 h 440942"/>
              <a:gd name="connsiteX96" fmla="*/ 184696 w 2253411"/>
              <a:gd name="connsiteY96" fmla="*/ 302418 h 440942"/>
              <a:gd name="connsiteX97" fmla="*/ 120523 w 2253411"/>
              <a:gd name="connsiteY97" fmla="*/ 302418 h 440942"/>
              <a:gd name="connsiteX98" fmla="*/ 120523 w 2253411"/>
              <a:gd name="connsiteY98" fmla="*/ 253744 h 440942"/>
              <a:gd name="connsiteX99" fmla="*/ 116395 w 2253411"/>
              <a:gd name="connsiteY99" fmla="*/ 249636 h 440942"/>
              <a:gd name="connsiteX100" fmla="*/ 116386 w 2253411"/>
              <a:gd name="connsiteY100" fmla="*/ 249636 h 440942"/>
              <a:gd name="connsiteX101" fmla="*/ 62189 w 2253411"/>
              <a:gd name="connsiteY101" fmla="*/ 249636 h 440942"/>
              <a:gd name="connsiteX102" fmla="*/ 62189 w 2253411"/>
              <a:gd name="connsiteY102" fmla="*/ 210170 h 440942"/>
              <a:gd name="connsiteX103" fmla="*/ 58084 w 2253411"/>
              <a:gd name="connsiteY103" fmla="*/ 206047 h 440942"/>
              <a:gd name="connsiteX104" fmla="*/ 58081 w 2253411"/>
              <a:gd name="connsiteY104" fmla="*/ 206047 h 440942"/>
              <a:gd name="connsiteX105" fmla="*/ 53958 w 2253411"/>
              <a:gd name="connsiteY105" fmla="*/ 210170 h 440942"/>
              <a:gd name="connsiteX106" fmla="*/ 53958 w 2253411"/>
              <a:gd name="connsiteY106" fmla="*/ 253744 h 440942"/>
              <a:gd name="connsiteX107" fmla="*/ 58081 w 2253411"/>
              <a:gd name="connsiteY107" fmla="*/ 257867 h 440942"/>
              <a:gd name="connsiteX108" fmla="*/ 112277 w 2253411"/>
              <a:gd name="connsiteY108" fmla="*/ 257867 h 440942"/>
              <a:gd name="connsiteX109" fmla="*/ 112277 w 2253411"/>
              <a:gd name="connsiteY109" fmla="*/ 380182 h 440942"/>
              <a:gd name="connsiteX110" fmla="*/ 116382 w 2253411"/>
              <a:gd name="connsiteY110" fmla="*/ 384304 h 440942"/>
              <a:gd name="connsiteX111" fmla="*/ 116386 w 2253411"/>
              <a:gd name="connsiteY111" fmla="*/ 384304 h 440942"/>
              <a:gd name="connsiteX112" fmla="*/ 120523 w 2253411"/>
              <a:gd name="connsiteY112" fmla="*/ 380182 h 440942"/>
              <a:gd name="connsiteX113" fmla="*/ 120523 w 2253411"/>
              <a:gd name="connsiteY113" fmla="*/ 310649 h 440942"/>
              <a:gd name="connsiteX114" fmla="*/ 184696 w 2253411"/>
              <a:gd name="connsiteY114" fmla="*/ 310649 h 440942"/>
              <a:gd name="connsiteX115" fmla="*/ 184696 w 2253411"/>
              <a:gd name="connsiteY115" fmla="*/ 432537 h 440942"/>
              <a:gd name="connsiteX116" fmla="*/ 131736 w 2253411"/>
              <a:gd name="connsiteY116" fmla="*/ 432537 h 440942"/>
              <a:gd name="connsiteX117" fmla="*/ 127628 w 2253411"/>
              <a:gd name="connsiteY117" fmla="*/ 436615 h 440942"/>
              <a:gd name="connsiteX118" fmla="*/ 127628 w 2253411"/>
              <a:gd name="connsiteY118" fmla="*/ 436646 h 440942"/>
              <a:gd name="connsiteX119" fmla="*/ 131716 w 2253411"/>
              <a:gd name="connsiteY119" fmla="*/ 440768 h 440942"/>
              <a:gd name="connsiteX120" fmla="*/ 131736 w 2253411"/>
              <a:gd name="connsiteY120" fmla="*/ 440768 h 440942"/>
              <a:gd name="connsiteX121" fmla="*/ 245888 w 2253411"/>
              <a:gd name="connsiteY121" fmla="*/ 440768 h 440942"/>
              <a:gd name="connsiteX122" fmla="*/ 250011 w 2253411"/>
              <a:gd name="connsiteY122" fmla="*/ 436657 h 440942"/>
              <a:gd name="connsiteX123" fmla="*/ 250011 w 2253411"/>
              <a:gd name="connsiteY123" fmla="*/ 436646 h 440942"/>
              <a:gd name="connsiteX124" fmla="*/ 245909 w 2253411"/>
              <a:gd name="connsiteY124" fmla="*/ 432537 h 440942"/>
              <a:gd name="connsiteX125" fmla="*/ 245888 w 2253411"/>
              <a:gd name="connsiteY125" fmla="*/ 432537 h 440942"/>
              <a:gd name="connsiteX126" fmla="*/ 192929 w 2253411"/>
              <a:gd name="connsiteY126" fmla="*/ 432537 h 440942"/>
              <a:gd name="connsiteX127" fmla="*/ 192929 w 2253411"/>
              <a:gd name="connsiteY127" fmla="*/ 310649 h 440942"/>
              <a:gd name="connsiteX128" fmla="*/ 257116 w 2253411"/>
              <a:gd name="connsiteY128" fmla="*/ 310649 h 440942"/>
              <a:gd name="connsiteX129" fmla="*/ 257116 w 2253411"/>
              <a:gd name="connsiteY129" fmla="*/ 380182 h 440942"/>
              <a:gd name="connsiteX130" fmla="*/ 261250 w 2253411"/>
              <a:gd name="connsiteY130" fmla="*/ 384304 h 440942"/>
              <a:gd name="connsiteX131" fmla="*/ 265358 w 2253411"/>
              <a:gd name="connsiteY131" fmla="*/ 380182 h 440942"/>
              <a:gd name="connsiteX132" fmla="*/ 265358 w 2253411"/>
              <a:gd name="connsiteY132" fmla="*/ 257867 h 440942"/>
              <a:gd name="connsiteX133" fmla="*/ 319557 w 2253411"/>
              <a:gd name="connsiteY133" fmla="*/ 257867 h 440942"/>
              <a:gd name="connsiteX134" fmla="*/ 323665 w 2253411"/>
              <a:gd name="connsiteY134" fmla="*/ 253748 h 440942"/>
              <a:gd name="connsiteX135" fmla="*/ 323665 w 2253411"/>
              <a:gd name="connsiteY135" fmla="*/ 253744 h 440942"/>
              <a:gd name="connsiteX136" fmla="*/ 323665 w 2253411"/>
              <a:gd name="connsiteY136" fmla="*/ 210170 h 440942"/>
              <a:gd name="connsiteX137" fmla="*/ 319557 w 2253411"/>
              <a:gd name="connsiteY137" fmla="*/ 206047 h 440942"/>
              <a:gd name="connsiteX138" fmla="*/ 315434 w 2253411"/>
              <a:gd name="connsiteY138" fmla="*/ 210170 h 440942"/>
              <a:gd name="connsiteX139" fmla="*/ 315434 w 2253411"/>
              <a:gd name="connsiteY139" fmla="*/ 249636 h 440942"/>
              <a:gd name="connsiteX140" fmla="*/ 261250 w 2253411"/>
              <a:gd name="connsiteY140" fmla="*/ 249636 h 440942"/>
              <a:gd name="connsiteX141" fmla="*/ 257115 w 2253411"/>
              <a:gd name="connsiteY141" fmla="*/ 253733 h 440942"/>
              <a:gd name="connsiteX142" fmla="*/ 257115 w 2253411"/>
              <a:gd name="connsiteY142" fmla="*/ 253744 h 440942"/>
              <a:gd name="connsiteX143" fmla="*/ 257115 w 2253411"/>
              <a:gd name="connsiteY143" fmla="*/ 302416 h 440942"/>
              <a:gd name="connsiteX144" fmla="*/ 192927 w 2253411"/>
              <a:gd name="connsiteY144" fmla="*/ 302416 h 440942"/>
              <a:gd name="connsiteX145" fmla="*/ 192927 w 2253411"/>
              <a:gd name="connsiteY145" fmla="*/ 194943 h 440942"/>
              <a:gd name="connsiteX146" fmla="*/ 267036 w 2253411"/>
              <a:gd name="connsiteY146" fmla="*/ 194943 h 440942"/>
              <a:gd name="connsiteX147" fmla="*/ 271144 w 2253411"/>
              <a:gd name="connsiteY147" fmla="*/ 190849 h 440942"/>
              <a:gd name="connsiteX148" fmla="*/ 271144 w 2253411"/>
              <a:gd name="connsiteY148" fmla="*/ 190835 h 440942"/>
              <a:gd name="connsiteX149" fmla="*/ 351285 w 2253411"/>
              <a:gd name="connsiteY149" fmla="*/ 133931 h 440942"/>
              <a:gd name="connsiteX150" fmla="*/ 351285 w 2253411"/>
              <a:gd name="connsiteY150" fmla="*/ 45545 h 440942"/>
              <a:gd name="connsiteX151" fmla="*/ 347175 w 2253411"/>
              <a:gd name="connsiteY151" fmla="*/ 41422 h 440942"/>
              <a:gd name="connsiteX152" fmla="*/ 347164 w 2253411"/>
              <a:gd name="connsiteY152" fmla="*/ 41422 h 440942"/>
              <a:gd name="connsiteX153" fmla="*/ 283332 w 2253411"/>
              <a:gd name="connsiteY153" fmla="*/ 41422 h 440942"/>
              <a:gd name="connsiteX154" fmla="*/ 279224 w 2253411"/>
              <a:gd name="connsiteY154" fmla="*/ 45524 h 440942"/>
              <a:gd name="connsiteX155" fmla="*/ 279224 w 2253411"/>
              <a:gd name="connsiteY155" fmla="*/ 45545 h 440942"/>
              <a:gd name="connsiteX156" fmla="*/ 283332 w 2253411"/>
              <a:gd name="connsiteY156" fmla="*/ 49653 h 440942"/>
              <a:gd name="connsiteX157" fmla="*/ 343054 w 2253411"/>
              <a:gd name="connsiteY157" fmla="*/ 49653 h 440942"/>
              <a:gd name="connsiteX158" fmla="*/ 343054 w 2253411"/>
              <a:gd name="connsiteY158" fmla="*/ 129808 h 440942"/>
              <a:gd name="connsiteX159" fmla="*/ 297460 w 2253411"/>
              <a:gd name="connsiteY159" fmla="*/ 129808 h 440942"/>
              <a:gd name="connsiteX160" fmla="*/ 293338 w 2253411"/>
              <a:gd name="connsiteY160" fmla="*/ 133918 h 440942"/>
              <a:gd name="connsiteX161" fmla="*/ 293338 w 2253411"/>
              <a:gd name="connsiteY161" fmla="*/ 133931 h 440942"/>
              <a:gd name="connsiteX162" fmla="*/ 297460 w 2253411"/>
              <a:gd name="connsiteY162" fmla="*/ 138039 h 440942"/>
              <a:gd name="connsiteX163" fmla="*/ 347164 w 2253411"/>
              <a:gd name="connsiteY163" fmla="*/ 138039 h 440942"/>
              <a:gd name="connsiteX164" fmla="*/ 351285 w 2253411"/>
              <a:gd name="connsiteY164" fmla="*/ 133931 h 440942"/>
              <a:gd name="connsiteX165" fmla="*/ 377065 w 2253411"/>
              <a:gd name="connsiteY165" fmla="*/ 343972 h 440942"/>
              <a:gd name="connsiteX166" fmla="*/ 377065 w 2253411"/>
              <a:gd name="connsiteY166" fmla="*/ 177629 h 440942"/>
              <a:gd name="connsiteX167" fmla="*/ 372946 w 2253411"/>
              <a:gd name="connsiteY167" fmla="*/ 173521 h 440942"/>
              <a:gd name="connsiteX168" fmla="*/ 372943 w 2253411"/>
              <a:gd name="connsiteY168" fmla="*/ 173521 h 440942"/>
              <a:gd name="connsiteX169" fmla="*/ 368834 w 2253411"/>
              <a:gd name="connsiteY169" fmla="*/ 177617 h 440942"/>
              <a:gd name="connsiteX170" fmla="*/ 368834 w 2253411"/>
              <a:gd name="connsiteY170" fmla="*/ 177629 h 440942"/>
              <a:gd name="connsiteX171" fmla="*/ 368834 w 2253411"/>
              <a:gd name="connsiteY171" fmla="*/ 339836 h 440942"/>
              <a:gd name="connsiteX172" fmla="*/ 297460 w 2253411"/>
              <a:gd name="connsiteY172" fmla="*/ 339836 h 440942"/>
              <a:gd name="connsiteX173" fmla="*/ 293338 w 2253411"/>
              <a:gd name="connsiteY173" fmla="*/ 343970 h 440942"/>
              <a:gd name="connsiteX174" fmla="*/ 293338 w 2253411"/>
              <a:gd name="connsiteY174" fmla="*/ 343972 h 440942"/>
              <a:gd name="connsiteX175" fmla="*/ 297438 w 2253411"/>
              <a:gd name="connsiteY175" fmla="*/ 348080 h 440942"/>
              <a:gd name="connsiteX176" fmla="*/ 297460 w 2253411"/>
              <a:gd name="connsiteY176" fmla="*/ 348080 h 440942"/>
              <a:gd name="connsiteX177" fmla="*/ 372943 w 2253411"/>
              <a:gd name="connsiteY177" fmla="*/ 348080 h 440942"/>
              <a:gd name="connsiteX178" fmla="*/ 377065 w 2253411"/>
              <a:gd name="connsiteY178" fmla="*/ 343992 h 440942"/>
              <a:gd name="connsiteX179" fmla="*/ 377065 w 2253411"/>
              <a:gd name="connsiteY179" fmla="*/ 343972 h 440942"/>
              <a:gd name="connsiteX180" fmla="*/ 577721 w 2253411"/>
              <a:gd name="connsiteY180" fmla="*/ 299806 h 440942"/>
              <a:gd name="connsiteX181" fmla="*/ 609683 w 2253411"/>
              <a:gd name="connsiteY181" fmla="*/ 299806 h 440942"/>
              <a:gd name="connsiteX182" fmla="*/ 609683 w 2253411"/>
              <a:gd name="connsiteY182" fmla="*/ 196098 h 440942"/>
              <a:gd name="connsiteX183" fmla="*/ 551186 w 2253411"/>
              <a:gd name="connsiteY183" fmla="*/ 131498 h 440942"/>
              <a:gd name="connsiteX184" fmla="*/ 500878 w 2253411"/>
              <a:gd name="connsiteY184" fmla="*/ 159709 h 440942"/>
              <a:gd name="connsiteX185" fmla="*/ 500878 w 2253411"/>
              <a:gd name="connsiteY185" fmla="*/ 136254 h 440942"/>
              <a:gd name="connsiteX186" fmla="*/ 469601 w 2253411"/>
              <a:gd name="connsiteY186" fmla="*/ 136254 h 440942"/>
              <a:gd name="connsiteX187" fmla="*/ 469601 w 2253411"/>
              <a:gd name="connsiteY187" fmla="*/ 299806 h 440942"/>
              <a:gd name="connsiteX188" fmla="*/ 501565 w 2253411"/>
              <a:gd name="connsiteY188" fmla="*/ 299806 h 440942"/>
              <a:gd name="connsiteX189" fmla="*/ 501565 w 2253411"/>
              <a:gd name="connsiteY189" fmla="*/ 205278 h 440942"/>
              <a:gd name="connsiteX190" fmla="*/ 539629 w 2253411"/>
              <a:gd name="connsiteY190" fmla="*/ 160396 h 440942"/>
              <a:gd name="connsiteX191" fmla="*/ 577721 w 2253411"/>
              <a:gd name="connsiteY191" fmla="*/ 201540 h 440942"/>
              <a:gd name="connsiteX192" fmla="*/ 766751 w 2253411"/>
              <a:gd name="connsiteY192" fmla="*/ 201196 h 440942"/>
              <a:gd name="connsiteX193" fmla="*/ 677320 w 2253411"/>
              <a:gd name="connsiteY193" fmla="*/ 201196 h 440942"/>
              <a:gd name="connsiteX194" fmla="*/ 721870 w 2253411"/>
              <a:gd name="connsiteY194" fmla="*/ 159366 h 440942"/>
              <a:gd name="connsiteX195" fmla="*/ 766751 w 2253411"/>
              <a:gd name="connsiteY195" fmla="*/ 201196 h 440942"/>
              <a:gd name="connsiteX196" fmla="*/ 799388 w 2253411"/>
              <a:gd name="connsiteY196" fmla="*/ 227044 h 440942"/>
              <a:gd name="connsiteX197" fmla="*/ 800075 w 2253411"/>
              <a:gd name="connsiteY197" fmla="*/ 216835 h 440942"/>
              <a:gd name="connsiteX198" fmla="*/ 721527 w 2253411"/>
              <a:gd name="connsiteY198" fmla="*/ 131155 h 440942"/>
              <a:gd name="connsiteX199" fmla="*/ 643324 w 2253411"/>
              <a:gd name="connsiteY199" fmla="*/ 217522 h 440942"/>
              <a:gd name="connsiteX200" fmla="*/ 725608 w 2253411"/>
              <a:gd name="connsiteY200" fmla="*/ 304904 h 440942"/>
              <a:gd name="connsiteX201" fmla="*/ 799044 w 2253411"/>
              <a:gd name="connsiteY201" fmla="*/ 253221 h 440942"/>
              <a:gd name="connsiteX202" fmla="*/ 771519 w 2253411"/>
              <a:gd name="connsiteY202" fmla="*/ 243698 h 440942"/>
              <a:gd name="connsiteX203" fmla="*/ 725608 w 2253411"/>
              <a:gd name="connsiteY203" fmla="*/ 276679 h 440942"/>
              <a:gd name="connsiteX204" fmla="*/ 676304 w 2253411"/>
              <a:gd name="connsiteY204" fmla="*/ 227044 h 440942"/>
              <a:gd name="connsiteX205" fmla="*/ 945791 w 2253411"/>
              <a:gd name="connsiteY205" fmla="*/ 299820 h 440942"/>
              <a:gd name="connsiteX206" fmla="*/ 976394 w 2253411"/>
              <a:gd name="connsiteY206" fmla="*/ 299820 h 440942"/>
              <a:gd name="connsiteX207" fmla="*/ 974677 w 2253411"/>
              <a:gd name="connsiteY207" fmla="*/ 269547 h 440942"/>
              <a:gd name="connsiteX208" fmla="*/ 974677 w 2253411"/>
              <a:gd name="connsiteY208" fmla="*/ 136254 h 440942"/>
              <a:gd name="connsiteX209" fmla="*/ 942727 w 2253411"/>
              <a:gd name="connsiteY209" fmla="*/ 136254 h 440942"/>
              <a:gd name="connsiteX210" fmla="*/ 942727 w 2253411"/>
              <a:gd name="connsiteY210" fmla="*/ 234863 h 440942"/>
              <a:gd name="connsiteX211" fmla="*/ 903948 w 2253411"/>
              <a:gd name="connsiteY211" fmla="*/ 276679 h 440942"/>
              <a:gd name="connsiteX212" fmla="*/ 866901 w 2253411"/>
              <a:gd name="connsiteY212" fmla="*/ 234519 h 440942"/>
              <a:gd name="connsiteX213" fmla="*/ 866901 w 2253411"/>
              <a:gd name="connsiteY213" fmla="*/ 136254 h 440942"/>
              <a:gd name="connsiteX214" fmla="*/ 834924 w 2253411"/>
              <a:gd name="connsiteY214" fmla="*/ 136254 h 440942"/>
              <a:gd name="connsiteX215" fmla="*/ 834924 w 2253411"/>
              <a:gd name="connsiteY215" fmla="*/ 239287 h 440942"/>
              <a:gd name="connsiteX216" fmla="*/ 896143 w 2253411"/>
              <a:gd name="connsiteY216" fmla="*/ 304903 h 440942"/>
              <a:gd name="connsiteX217" fmla="*/ 944418 w 2253411"/>
              <a:gd name="connsiteY217" fmla="*/ 280086 h 440942"/>
              <a:gd name="connsiteX218" fmla="*/ 945791 w 2253411"/>
              <a:gd name="connsiteY218" fmla="*/ 299818 h 440942"/>
              <a:gd name="connsiteX219" fmla="*/ 1098324 w 2253411"/>
              <a:gd name="connsiteY219" fmla="*/ 167541 h 440942"/>
              <a:gd name="connsiteX220" fmla="*/ 1112271 w 2253411"/>
              <a:gd name="connsiteY220" fmla="*/ 168559 h 440942"/>
              <a:gd name="connsiteX221" fmla="*/ 1112271 w 2253411"/>
              <a:gd name="connsiteY221" fmla="*/ 134563 h 440942"/>
              <a:gd name="connsiteX222" fmla="*/ 1101731 w 2253411"/>
              <a:gd name="connsiteY222" fmla="*/ 133532 h 440942"/>
              <a:gd name="connsiteX223" fmla="*/ 1052771 w 2253411"/>
              <a:gd name="connsiteY223" fmla="*/ 164808 h 440942"/>
              <a:gd name="connsiteX224" fmla="*/ 1052771 w 2253411"/>
              <a:gd name="connsiteY224" fmla="*/ 136266 h 440942"/>
              <a:gd name="connsiteX225" fmla="*/ 1021481 w 2253411"/>
              <a:gd name="connsiteY225" fmla="*/ 136266 h 440942"/>
              <a:gd name="connsiteX226" fmla="*/ 1021481 w 2253411"/>
              <a:gd name="connsiteY226" fmla="*/ 299806 h 440942"/>
              <a:gd name="connsiteX227" fmla="*/ 1053443 w 2253411"/>
              <a:gd name="connsiteY227" fmla="*/ 299806 h 440942"/>
              <a:gd name="connsiteX228" fmla="*/ 1053443 w 2253411"/>
              <a:gd name="connsiteY228" fmla="*/ 217851 h 440942"/>
              <a:gd name="connsiteX229" fmla="*/ 1098324 w 2253411"/>
              <a:gd name="connsiteY229" fmla="*/ 167543 h 440942"/>
              <a:gd name="connsiteX230" fmla="*/ 1263512 w 2253411"/>
              <a:gd name="connsiteY230" fmla="*/ 217865 h 440942"/>
              <a:gd name="connsiteX231" fmla="*/ 1212518 w 2253411"/>
              <a:gd name="connsiteY231" fmla="*/ 276350 h 440942"/>
              <a:gd name="connsiteX232" fmla="*/ 1161507 w 2253411"/>
              <a:gd name="connsiteY232" fmla="*/ 217865 h 440942"/>
              <a:gd name="connsiteX233" fmla="*/ 1212518 w 2253411"/>
              <a:gd name="connsiteY233" fmla="*/ 159709 h 440942"/>
              <a:gd name="connsiteX234" fmla="*/ 1263512 w 2253411"/>
              <a:gd name="connsiteY234" fmla="*/ 217865 h 440942"/>
              <a:gd name="connsiteX235" fmla="*/ 1296163 w 2253411"/>
              <a:gd name="connsiteY235" fmla="*/ 217865 h 440942"/>
              <a:gd name="connsiteX236" fmla="*/ 1212518 w 2253411"/>
              <a:gd name="connsiteY236" fmla="*/ 131169 h 440942"/>
              <a:gd name="connsiteX237" fmla="*/ 1128871 w 2253411"/>
              <a:gd name="connsiteY237" fmla="*/ 217865 h 440942"/>
              <a:gd name="connsiteX238" fmla="*/ 1212518 w 2253411"/>
              <a:gd name="connsiteY238" fmla="*/ 304904 h 440942"/>
              <a:gd name="connsiteX239" fmla="*/ 1296163 w 2253411"/>
              <a:gd name="connsiteY239" fmla="*/ 217865 h 440942"/>
              <a:gd name="connsiteX240" fmla="*/ 1388657 w 2253411"/>
              <a:gd name="connsiteY240" fmla="*/ 301496 h 440942"/>
              <a:gd name="connsiteX241" fmla="*/ 1410425 w 2253411"/>
              <a:gd name="connsiteY241" fmla="*/ 298446 h 440942"/>
              <a:gd name="connsiteX242" fmla="*/ 1410425 w 2253411"/>
              <a:gd name="connsiteY242" fmla="*/ 271237 h 440942"/>
              <a:gd name="connsiteX243" fmla="*/ 1397836 w 2253411"/>
              <a:gd name="connsiteY243" fmla="*/ 272612 h 440942"/>
              <a:gd name="connsiteX244" fmla="*/ 1375054 w 2253411"/>
              <a:gd name="connsiteY244" fmla="*/ 250158 h 440942"/>
              <a:gd name="connsiteX245" fmla="*/ 1375054 w 2253411"/>
              <a:gd name="connsiteY245" fmla="*/ 165152 h 440942"/>
              <a:gd name="connsiteX246" fmla="*/ 1410423 w 2253411"/>
              <a:gd name="connsiteY246" fmla="*/ 165152 h 440942"/>
              <a:gd name="connsiteX247" fmla="*/ 1410423 w 2253411"/>
              <a:gd name="connsiteY247" fmla="*/ 136254 h 440942"/>
              <a:gd name="connsiteX248" fmla="*/ 1375054 w 2253411"/>
              <a:gd name="connsiteY248" fmla="*/ 136254 h 440942"/>
              <a:gd name="connsiteX249" fmla="*/ 1375054 w 2253411"/>
              <a:gd name="connsiteY249" fmla="*/ 84585 h 440942"/>
              <a:gd name="connsiteX250" fmla="*/ 1345825 w 2253411"/>
              <a:gd name="connsiteY250" fmla="*/ 84585 h 440942"/>
              <a:gd name="connsiteX251" fmla="*/ 1345825 w 2253411"/>
              <a:gd name="connsiteY251" fmla="*/ 111092 h 440942"/>
              <a:gd name="connsiteX252" fmla="*/ 1320665 w 2253411"/>
              <a:gd name="connsiteY252" fmla="*/ 136254 h 440942"/>
              <a:gd name="connsiteX253" fmla="*/ 1311814 w 2253411"/>
              <a:gd name="connsiteY253" fmla="*/ 136254 h 440942"/>
              <a:gd name="connsiteX254" fmla="*/ 1311814 w 2253411"/>
              <a:gd name="connsiteY254" fmla="*/ 165152 h 440942"/>
              <a:gd name="connsiteX255" fmla="*/ 1343105 w 2253411"/>
              <a:gd name="connsiteY255" fmla="*/ 165152 h 440942"/>
              <a:gd name="connsiteX256" fmla="*/ 1343105 w 2253411"/>
              <a:gd name="connsiteY256" fmla="*/ 254911 h 440942"/>
              <a:gd name="connsiteX257" fmla="*/ 1388657 w 2253411"/>
              <a:gd name="connsiteY257" fmla="*/ 301496 h 440942"/>
              <a:gd name="connsiteX258" fmla="*/ 1564344 w 2253411"/>
              <a:gd name="connsiteY258" fmla="*/ 217865 h 440942"/>
              <a:gd name="connsiteX259" fmla="*/ 1513349 w 2253411"/>
              <a:gd name="connsiteY259" fmla="*/ 276350 h 440942"/>
              <a:gd name="connsiteX260" fmla="*/ 1462340 w 2253411"/>
              <a:gd name="connsiteY260" fmla="*/ 217865 h 440942"/>
              <a:gd name="connsiteX261" fmla="*/ 1513349 w 2253411"/>
              <a:gd name="connsiteY261" fmla="*/ 159709 h 440942"/>
              <a:gd name="connsiteX262" fmla="*/ 1564344 w 2253411"/>
              <a:gd name="connsiteY262" fmla="*/ 217865 h 440942"/>
              <a:gd name="connsiteX263" fmla="*/ 1596994 w 2253411"/>
              <a:gd name="connsiteY263" fmla="*/ 217865 h 440942"/>
              <a:gd name="connsiteX264" fmla="*/ 1513349 w 2253411"/>
              <a:gd name="connsiteY264" fmla="*/ 131169 h 440942"/>
              <a:gd name="connsiteX265" fmla="*/ 1429704 w 2253411"/>
              <a:gd name="connsiteY265" fmla="*/ 217865 h 440942"/>
              <a:gd name="connsiteX266" fmla="*/ 1513349 w 2253411"/>
              <a:gd name="connsiteY266" fmla="*/ 304904 h 440942"/>
              <a:gd name="connsiteX267" fmla="*/ 1596994 w 2253411"/>
              <a:gd name="connsiteY267" fmla="*/ 217865 h 440942"/>
              <a:gd name="connsiteX268" fmla="*/ 1709456 w 2253411"/>
              <a:gd name="connsiteY268" fmla="*/ 167543 h 440942"/>
              <a:gd name="connsiteX269" fmla="*/ 1723392 w 2253411"/>
              <a:gd name="connsiteY269" fmla="*/ 168560 h 440942"/>
              <a:gd name="connsiteX270" fmla="*/ 1723392 w 2253411"/>
              <a:gd name="connsiteY270" fmla="*/ 134563 h 440942"/>
              <a:gd name="connsiteX271" fmla="*/ 1712851 w 2253411"/>
              <a:gd name="connsiteY271" fmla="*/ 133532 h 440942"/>
              <a:gd name="connsiteX272" fmla="*/ 1663890 w 2253411"/>
              <a:gd name="connsiteY272" fmla="*/ 164808 h 440942"/>
              <a:gd name="connsiteX273" fmla="*/ 1663890 w 2253411"/>
              <a:gd name="connsiteY273" fmla="*/ 136266 h 440942"/>
              <a:gd name="connsiteX274" fmla="*/ 1632614 w 2253411"/>
              <a:gd name="connsiteY274" fmla="*/ 136266 h 440942"/>
              <a:gd name="connsiteX275" fmla="*/ 1632614 w 2253411"/>
              <a:gd name="connsiteY275" fmla="*/ 299806 h 440942"/>
              <a:gd name="connsiteX276" fmla="*/ 1664564 w 2253411"/>
              <a:gd name="connsiteY276" fmla="*/ 299806 h 440942"/>
              <a:gd name="connsiteX277" fmla="*/ 1664564 w 2253411"/>
              <a:gd name="connsiteY277" fmla="*/ 217851 h 440942"/>
              <a:gd name="connsiteX278" fmla="*/ 1709456 w 2253411"/>
              <a:gd name="connsiteY278" fmla="*/ 167543 h 440942"/>
              <a:gd name="connsiteX279" fmla="*/ 1790286 w 2253411"/>
              <a:gd name="connsiteY279" fmla="*/ 74360 h 440942"/>
              <a:gd name="connsiteX280" fmla="*/ 1767488 w 2253411"/>
              <a:gd name="connsiteY280" fmla="*/ 51248 h 440942"/>
              <a:gd name="connsiteX281" fmla="*/ 1744374 w 2253411"/>
              <a:gd name="connsiteY281" fmla="*/ 74045 h 440942"/>
              <a:gd name="connsiteX282" fmla="*/ 1767159 w 2253411"/>
              <a:gd name="connsiteY282" fmla="*/ 97158 h 440942"/>
              <a:gd name="connsiteX283" fmla="*/ 1790286 w 2253411"/>
              <a:gd name="connsiteY283" fmla="*/ 74401 h 440942"/>
              <a:gd name="connsiteX284" fmla="*/ 1790286 w 2253411"/>
              <a:gd name="connsiteY284" fmla="*/ 74362 h 440942"/>
              <a:gd name="connsiteX285" fmla="*/ 1937899 w 2253411"/>
              <a:gd name="connsiteY285" fmla="*/ 299820 h 440942"/>
              <a:gd name="connsiteX286" fmla="*/ 1968489 w 2253411"/>
              <a:gd name="connsiteY286" fmla="*/ 299820 h 440942"/>
              <a:gd name="connsiteX287" fmla="*/ 1966785 w 2253411"/>
              <a:gd name="connsiteY287" fmla="*/ 269547 h 440942"/>
              <a:gd name="connsiteX288" fmla="*/ 1966785 w 2253411"/>
              <a:gd name="connsiteY288" fmla="*/ 136254 h 440942"/>
              <a:gd name="connsiteX289" fmla="*/ 1934821 w 2253411"/>
              <a:gd name="connsiteY289" fmla="*/ 136254 h 440942"/>
              <a:gd name="connsiteX290" fmla="*/ 1934821 w 2253411"/>
              <a:gd name="connsiteY290" fmla="*/ 234863 h 440942"/>
              <a:gd name="connsiteX291" fmla="*/ 1896069 w 2253411"/>
              <a:gd name="connsiteY291" fmla="*/ 276679 h 440942"/>
              <a:gd name="connsiteX292" fmla="*/ 1859008 w 2253411"/>
              <a:gd name="connsiteY292" fmla="*/ 234519 h 440942"/>
              <a:gd name="connsiteX293" fmla="*/ 1859008 w 2253411"/>
              <a:gd name="connsiteY293" fmla="*/ 136254 h 440942"/>
              <a:gd name="connsiteX294" fmla="*/ 1827032 w 2253411"/>
              <a:gd name="connsiteY294" fmla="*/ 136254 h 440942"/>
              <a:gd name="connsiteX295" fmla="*/ 1827032 w 2253411"/>
              <a:gd name="connsiteY295" fmla="*/ 239287 h 440942"/>
              <a:gd name="connsiteX296" fmla="*/ 1888249 w 2253411"/>
              <a:gd name="connsiteY296" fmla="*/ 304903 h 440942"/>
              <a:gd name="connsiteX297" fmla="*/ 1936524 w 2253411"/>
              <a:gd name="connsiteY297" fmla="*/ 280086 h 440942"/>
              <a:gd name="connsiteX298" fmla="*/ 1937899 w 2253411"/>
              <a:gd name="connsiteY298" fmla="*/ 299818 h 440942"/>
              <a:gd name="connsiteX299" fmla="*/ 2253984 w 2253411"/>
              <a:gd name="connsiteY299" fmla="*/ 299806 h 440942"/>
              <a:gd name="connsiteX300" fmla="*/ 2253984 w 2253411"/>
              <a:gd name="connsiteY300" fmla="*/ 193721 h 440942"/>
              <a:gd name="connsiteX301" fmla="*/ 2197547 w 2253411"/>
              <a:gd name="connsiteY301" fmla="*/ 131498 h 440942"/>
              <a:gd name="connsiteX302" fmla="*/ 2142800 w 2253411"/>
              <a:gd name="connsiteY302" fmla="*/ 162431 h 440942"/>
              <a:gd name="connsiteX303" fmla="*/ 2093839 w 2253411"/>
              <a:gd name="connsiteY303" fmla="*/ 131498 h 440942"/>
              <a:gd name="connsiteX304" fmla="*/ 2044204 w 2253411"/>
              <a:gd name="connsiteY304" fmla="*/ 158005 h 440942"/>
              <a:gd name="connsiteX305" fmla="*/ 2044204 w 2253411"/>
              <a:gd name="connsiteY305" fmla="*/ 136254 h 440942"/>
              <a:gd name="connsiteX306" fmla="*/ 2013588 w 2253411"/>
              <a:gd name="connsiteY306" fmla="*/ 136254 h 440942"/>
              <a:gd name="connsiteX307" fmla="*/ 2013588 w 2253411"/>
              <a:gd name="connsiteY307" fmla="*/ 299806 h 440942"/>
              <a:gd name="connsiteX308" fmla="*/ 2045221 w 2253411"/>
              <a:gd name="connsiteY308" fmla="*/ 299806 h 440942"/>
              <a:gd name="connsiteX309" fmla="*/ 2045221 w 2253411"/>
              <a:gd name="connsiteY309" fmla="*/ 201209 h 440942"/>
              <a:gd name="connsiteX310" fmla="*/ 2083299 w 2253411"/>
              <a:gd name="connsiteY310" fmla="*/ 159709 h 440942"/>
              <a:gd name="connsiteX311" fmla="*/ 2117971 w 2253411"/>
              <a:gd name="connsiteY311" fmla="*/ 197115 h 440942"/>
              <a:gd name="connsiteX312" fmla="*/ 2117971 w 2253411"/>
              <a:gd name="connsiteY312" fmla="*/ 299807 h 440942"/>
              <a:gd name="connsiteX313" fmla="*/ 2149932 w 2253411"/>
              <a:gd name="connsiteY313" fmla="*/ 299807 h 440942"/>
              <a:gd name="connsiteX314" fmla="*/ 2149932 w 2253411"/>
              <a:gd name="connsiteY314" fmla="*/ 200867 h 440942"/>
              <a:gd name="connsiteX315" fmla="*/ 2187682 w 2253411"/>
              <a:gd name="connsiteY315" fmla="*/ 159711 h 440942"/>
              <a:gd name="connsiteX316" fmla="*/ 2222364 w 2253411"/>
              <a:gd name="connsiteY316" fmla="*/ 197115 h 440942"/>
              <a:gd name="connsiteX317" fmla="*/ 2222364 w 2253411"/>
              <a:gd name="connsiteY317" fmla="*/ 299807 h 440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Lst>
            <a:rect l="l" t="t" r="r" b="b"/>
            <a:pathLst>
              <a:path w="2253411" h="440942">
                <a:moveTo>
                  <a:pt x="1783139" y="136254"/>
                </a:moveTo>
                <a:lnTo>
                  <a:pt x="1751520" y="136254"/>
                </a:lnTo>
                <a:lnTo>
                  <a:pt x="1751520" y="299806"/>
                </a:lnTo>
                <a:lnTo>
                  <a:pt x="1783139" y="299806"/>
                </a:lnTo>
                <a:close/>
                <a:moveTo>
                  <a:pt x="293338" y="409024"/>
                </a:moveTo>
                <a:cubicBezTo>
                  <a:pt x="293335" y="411298"/>
                  <a:pt x="295174" y="413144"/>
                  <a:pt x="297448" y="413147"/>
                </a:cubicBezTo>
                <a:cubicBezTo>
                  <a:pt x="297452" y="413147"/>
                  <a:pt x="297456" y="413147"/>
                  <a:pt x="297460" y="413147"/>
                </a:cubicBezTo>
                <a:lnTo>
                  <a:pt x="333669" y="413147"/>
                </a:lnTo>
                <a:cubicBezTo>
                  <a:pt x="335936" y="413150"/>
                  <a:pt x="337776" y="411314"/>
                  <a:pt x="337779" y="409047"/>
                </a:cubicBezTo>
                <a:cubicBezTo>
                  <a:pt x="337779" y="409039"/>
                  <a:pt x="337779" y="409032"/>
                  <a:pt x="337777" y="409024"/>
                </a:cubicBezTo>
                <a:cubicBezTo>
                  <a:pt x="337782" y="406760"/>
                  <a:pt x="335949" y="404921"/>
                  <a:pt x="333683" y="404916"/>
                </a:cubicBezTo>
                <a:cubicBezTo>
                  <a:pt x="333678" y="404916"/>
                  <a:pt x="333674" y="404916"/>
                  <a:pt x="333669" y="404916"/>
                </a:cubicBezTo>
                <a:lnTo>
                  <a:pt x="297460" y="404916"/>
                </a:lnTo>
                <a:cubicBezTo>
                  <a:pt x="295188" y="404911"/>
                  <a:pt x="293342" y="406749"/>
                  <a:pt x="293338" y="409021"/>
                </a:cubicBezTo>
                <a:cubicBezTo>
                  <a:pt x="293338" y="409023"/>
                  <a:pt x="293338" y="409024"/>
                  <a:pt x="293338" y="409024"/>
                </a:cubicBezTo>
                <a:moveTo>
                  <a:pt x="39859" y="409024"/>
                </a:moveTo>
                <a:cubicBezTo>
                  <a:pt x="39849" y="411291"/>
                  <a:pt x="41679" y="413137"/>
                  <a:pt x="43946" y="413147"/>
                </a:cubicBezTo>
                <a:cubicBezTo>
                  <a:pt x="43953" y="413147"/>
                  <a:pt x="43959" y="413147"/>
                  <a:pt x="43967" y="413147"/>
                </a:cubicBezTo>
                <a:lnTo>
                  <a:pt x="80176" y="413147"/>
                </a:lnTo>
                <a:cubicBezTo>
                  <a:pt x="82449" y="413150"/>
                  <a:pt x="84295" y="411311"/>
                  <a:pt x="84298" y="409037"/>
                </a:cubicBezTo>
                <a:cubicBezTo>
                  <a:pt x="84298" y="409032"/>
                  <a:pt x="84298" y="409029"/>
                  <a:pt x="84298" y="409024"/>
                </a:cubicBezTo>
                <a:cubicBezTo>
                  <a:pt x="84295" y="406752"/>
                  <a:pt x="82451" y="404913"/>
                  <a:pt x="80179" y="404916"/>
                </a:cubicBezTo>
                <a:cubicBezTo>
                  <a:pt x="80177" y="404916"/>
                  <a:pt x="80177" y="404916"/>
                  <a:pt x="80176" y="404916"/>
                </a:cubicBezTo>
                <a:lnTo>
                  <a:pt x="43967" y="404916"/>
                </a:lnTo>
                <a:cubicBezTo>
                  <a:pt x="41701" y="404913"/>
                  <a:pt x="39862" y="406746"/>
                  <a:pt x="39859" y="409012"/>
                </a:cubicBezTo>
                <a:cubicBezTo>
                  <a:pt x="39859" y="409016"/>
                  <a:pt x="39859" y="409021"/>
                  <a:pt x="39859" y="409024"/>
                </a:cubicBezTo>
                <a:moveTo>
                  <a:pt x="80177" y="339849"/>
                </a:moveTo>
                <a:lnTo>
                  <a:pt x="8803" y="339849"/>
                </a:lnTo>
                <a:lnTo>
                  <a:pt x="8803" y="177644"/>
                </a:lnTo>
                <a:cubicBezTo>
                  <a:pt x="8801" y="175367"/>
                  <a:pt x="6955" y="173523"/>
                  <a:pt x="4680" y="173521"/>
                </a:cubicBezTo>
                <a:cubicBezTo>
                  <a:pt x="2408" y="173523"/>
                  <a:pt x="569" y="175367"/>
                  <a:pt x="572" y="177639"/>
                </a:cubicBezTo>
                <a:cubicBezTo>
                  <a:pt x="572" y="177640"/>
                  <a:pt x="572" y="177642"/>
                  <a:pt x="572" y="177644"/>
                </a:cubicBezTo>
                <a:lnTo>
                  <a:pt x="572" y="343959"/>
                </a:lnTo>
                <a:cubicBezTo>
                  <a:pt x="567" y="346229"/>
                  <a:pt x="2404" y="348075"/>
                  <a:pt x="4676" y="348080"/>
                </a:cubicBezTo>
                <a:cubicBezTo>
                  <a:pt x="4677" y="348080"/>
                  <a:pt x="4679" y="348080"/>
                  <a:pt x="4680" y="348080"/>
                </a:cubicBezTo>
                <a:lnTo>
                  <a:pt x="80176" y="348080"/>
                </a:lnTo>
                <a:cubicBezTo>
                  <a:pt x="82449" y="348083"/>
                  <a:pt x="84295" y="346244"/>
                  <a:pt x="84298" y="343970"/>
                </a:cubicBezTo>
                <a:cubicBezTo>
                  <a:pt x="84298" y="343965"/>
                  <a:pt x="84298" y="343962"/>
                  <a:pt x="84298" y="343959"/>
                </a:cubicBezTo>
                <a:cubicBezTo>
                  <a:pt x="84290" y="341687"/>
                  <a:pt x="82447" y="339849"/>
                  <a:pt x="80176" y="339849"/>
                </a:cubicBezTo>
                <a:moveTo>
                  <a:pt x="98412" y="45530"/>
                </a:moveTo>
                <a:cubicBezTo>
                  <a:pt x="98409" y="43258"/>
                  <a:pt x="96564" y="41419"/>
                  <a:pt x="94292" y="41422"/>
                </a:cubicBezTo>
                <a:cubicBezTo>
                  <a:pt x="94291" y="41422"/>
                  <a:pt x="94291" y="41422"/>
                  <a:pt x="94289" y="41422"/>
                </a:cubicBezTo>
                <a:lnTo>
                  <a:pt x="30459" y="41422"/>
                </a:lnTo>
                <a:cubicBezTo>
                  <a:pt x="28193" y="41419"/>
                  <a:pt x="26354" y="43252"/>
                  <a:pt x="26351" y="45518"/>
                </a:cubicBezTo>
                <a:cubicBezTo>
                  <a:pt x="26351" y="45521"/>
                  <a:pt x="26351" y="45526"/>
                  <a:pt x="26351" y="45530"/>
                </a:cubicBezTo>
                <a:lnTo>
                  <a:pt x="26351" y="133916"/>
                </a:lnTo>
                <a:cubicBezTo>
                  <a:pt x="26346" y="136188"/>
                  <a:pt x="28184" y="138034"/>
                  <a:pt x="30456" y="138039"/>
                </a:cubicBezTo>
                <a:cubicBezTo>
                  <a:pt x="30458" y="138039"/>
                  <a:pt x="30458" y="138039"/>
                  <a:pt x="30459" y="138039"/>
                </a:cubicBezTo>
                <a:lnTo>
                  <a:pt x="80191" y="138039"/>
                </a:lnTo>
                <a:cubicBezTo>
                  <a:pt x="82460" y="138026"/>
                  <a:pt x="84295" y="136187"/>
                  <a:pt x="84300" y="133916"/>
                </a:cubicBezTo>
                <a:cubicBezTo>
                  <a:pt x="84293" y="131651"/>
                  <a:pt x="82459" y="129814"/>
                  <a:pt x="80191" y="129808"/>
                </a:cubicBezTo>
                <a:lnTo>
                  <a:pt x="34582" y="129808"/>
                </a:lnTo>
                <a:lnTo>
                  <a:pt x="34582" y="49653"/>
                </a:lnTo>
                <a:lnTo>
                  <a:pt x="94291" y="49653"/>
                </a:lnTo>
                <a:cubicBezTo>
                  <a:pt x="96564" y="49656"/>
                  <a:pt x="98410" y="47813"/>
                  <a:pt x="98413" y="45540"/>
                </a:cubicBezTo>
                <a:cubicBezTo>
                  <a:pt x="98413" y="45537"/>
                  <a:pt x="98413" y="45534"/>
                  <a:pt x="98413" y="45530"/>
                </a:cubicBezTo>
                <a:moveTo>
                  <a:pt x="271146" y="190835"/>
                </a:moveTo>
                <a:lnTo>
                  <a:pt x="271146" y="150874"/>
                </a:lnTo>
                <a:cubicBezTo>
                  <a:pt x="271151" y="148602"/>
                  <a:pt x="269311" y="146756"/>
                  <a:pt x="267039" y="146752"/>
                </a:cubicBezTo>
                <a:cubicBezTo>
                  <a:pt x="267039" y="146752"/>
                  <a:pt x="267037" y="146752"/>
                  <a:pt x="267037" y="146752"/>
                </a:cubicBezTo>
                <a:cubicBezTo>
                  <a:pt x="264756" y="146747"/>
                  <a:pt x="262904" y="148593"/>
                  <a:pt x="262900" y="150873"/>
                </a:cubicBezTo>
                <a:cubicBezTo>
                  <a:pt x="262900" y="150873"/>
                  <a:pt x="262900" y="150874"/>
                  <a:pt x="262900" y="150874"/>
                </a:cubicBezTo>
                <a:lnTo>
                  <a:pt x="262900" y="186698"/>
                </a:lnTo>
                <a:lnTo>
                  <a:pt x="192929" y="186698"/>
                </a:lnTo>
                <a:lnTo>
                  <a:pt x="192929" y="93846"/>
                </a:lnTo>
                <a:lnTo>
                  <a:pt x="234730" y="93846"/>
                </a:lnTo>
                <a:cubicBezTo>
                  <a:pt x="236999" y="93841"/>
                  <a:pt x="238840" y="92007"/>
                  <a:pt x="238853" y="89738"/>
                </a:cubicBezTo>
                <a:cubicBezTo>
                  <a:pt x="238852" y="87459"/>
                  <a:pt x="237009" y="85610"/>
                  <a:pt x="234730" y="85602"/>
                </a:cubicBezTo>
                <a:lnTo>
                  <a:pt x="192929" y="85602"/>
                </a:lnTo>
                <a:lnTo>
                  <a:pt x="192929" y="8058"/>
                </a:lnTo>
                <a:lnTo>
                  <a:pt x="256951" y="8058"/>
                </a:lnTo>
                <a:cubicBezTo>
                  <a:pt x="259225" y="8061"/>
                  <a:pt x="261071" y="6220"/>
                  <a:pt x="261072" y="3946"/>
                </a:cubicBezTo>
                <a:cubicBezTo>
                  <a:pt x="261072" y="3943"/>
                  <a:pt x="261072" y="3938"/>
                  <a:pt x="261072" y="3935"/>
                </a:cubicBezTo>
                <a:cubicBezTo>
                  <a:pt x="261071" y="1663"/>
                  <a:pt x="259226" y="-176"/>
                  <a:pt x="256954" y="-175"/>
                </a:cubicBezTo>
                <a:cubicBezTo>
                  <a:pt x="256953" y="-175"/>
                  <a:pt x="256951" y="-175"/>
                  <a:pt x="256951" y="-175"/>
                </a:cubicBezTo>
                <a:lnTo>
                  <a:pt x="120686" y="-175"/>
                </a:lnTo>
                <a:cubicBezTo>
                  <a:pt x="118418" y="-173"/>
                  <a:pt x="116580" y="1666"/>
                  <a:pt x="116578" y="3935"/>
                </a:cubicBezTo>
                <a:cubicBezTo>
                  <a:pt x="116573" y="6207"/>
                  <a:pt x="118411" y="8053"/>
                  <a:pt x="120685" y="8058"/>
                </a:cubicBezTo>
                <a:cubicBezTo>
                  <a:pt x="120685" y="8058"/>
                  <a:pt x="120686" y="8058"/>
                  <a:pt x="120686" y="8058"/>
                </a:cubicBezTo>
                <a:lnTo>
                  <a:pt x="184696" y="8058"/>
                </a:lnTo>
                <a:lnTo>
                  <a:pt x="184696" y="85629"/>
                </a:lnTo>
                <a:lnTo>
                  <a:pt x="141436" y="85629"/>
                </a:lnTo>
                <a:cubicBezTo>
                  <a:pt x="139161" y="85631"/>
                  <a:pt x="137317" y="87475"/>
                  <a:pt x="137315" y="89752"/>
                </a:cubicBezTo>
                <a:cubicBezTo>
                  <a:pt x="137318" y="92024"/>
                  <a:pt x="139163" y="93864"/>
                  <a:pt x="141435" y="93860"/>
                </a:cubicBezTo>
                <a:cubicBezTo>
                  <a:pt x="141435" y="93860"/>
                  <a:pt x="141436" y="93860"/>
                  <a:pt x="141436" y="93860"/>
                </a:cubicBezTo>
                <a:lnTo>
                  <a:pt x="184696" y="93860"/>
                </a:lnTo>
                <a:lnTo>
                  <a:pt x="184696" y="186698"/>
                </a:lnTo>
                <a:lnTo>
                  <a:pt x="114724" y="186698"/>
                </a:lnTo>
                <a:lnTo>
                  <a:pt x="114724" y="150874"/>
                </a:lnTo>
                <a:cubicBezTo>
                  <a:pt x="114727" y="148601"/>
                  <a:pt x="112885" y="146755"/>
                  <a:pt x="110611" y="146752"/>
                </a:cubicBezTo>
                <a:cubicBezTo>
                  <a:pt x="110608" y="146752"/>
                  <a:pt x="110605" y="146752"/>
                  <a:pt x="110602" y="146752"/>
                </a:cubicBezTo>
                <a:cubicBezTo>
                  <a:pt x="108325" y="146753"/>
                  <a:pt x="106481" y="148598"/>
                  <a:pt x="106479" y="150874"/>
                </a:cubicBezTo>
                <a:lnTo>
                  <a:pt x="106479" y="190835"/>
                </a:lnTo>
                <a:cubicBezTo>
                  <a:pt x="106482" y="193107"/>
                  <a:pt x="108326" y="194947"/>
                  <a:pt x="110598" y="194943"/>
                </a:cubicBezTo>
                <a:cubicBezTo>
                  <a:pt x="110598" y="194943"/>
                  <a:pt x="110600" y="194943"/>
                  <a:pt x="110602" y="194943"/>
                </a:cubicBezTo>
                <a:lnTo>
                  <a:pt x="184696" y="194943"/>
                </a:lnTo>
                <a:lnTo>
                  <a:pt x="184696" y="302418"/>
                </a:lnTo>
                <a:lnTo>
                  <a:pt x="120523" y="302418"/>
                </a:lnTo>
                <a:lnTo>
                  <a:pt x="120523" y="253744"/>
                </a:lnTo>
                <a:cubicBezTo>
                  <a:pt x="120518" y="251469"/>
                  <a:pt x="118670" y="249630"/>
                  <a:pt x="116395" y="249636"/>
                </a:cubicBezTo>
                <a:cubicBezTo>
                  <a:pt x="116392" y="249636"/>
                  <a:pt x="116389" y="249636"/>
                  <a:pt x="116386" y="249636"/>
                </a:cubicBezTo>
                <a:lnTo>
                  <a:pt x="62189" y="249636"/>
                </a:lnTo>
                <a:lnTo>
                  <a:pt x="62189" y="210170"/>
                </a:lnTo>
                <a:cubicBezTo>
                  <a:pt x="62194" y="207898"/>
                  <a:pt x="60356" y="206052"/>
                  <a:pt x="58084" y="206047"/>
                </a:cubicBezTo>
                <a:cubicBezTo>
                  <a:pt x="58082" y="206047"/>
                  <a:pt x="58082" y="206047"/>
                  <a:pt x="58081" y="206047"/>
                </a:cubicBezTo>
                <a:cubicBezTo>
                  <a:pt x="55805" y="206054"/>
                  <a:pt x="53964" y="207895"/>
                  <a:pt x="53958" y="210170"/>
                </a:cubicBezTo>
                <a:lnTo>
                  <a:pt x="53958" y="253744"/>
                </a:lnTo>
                <a:cubicBezTo>
                  <a:pt x="53960" y="256020"/>
                  <a:pt x="55804" y="257866"/>
                  <a:pt x="58081" y="257867"/>
                </a:cubicBezTo>
                <a:lnTo>
                  <a:pt x="112277" y="257867"/>
                </a:lnTo>
                <a:lnTo>
                  <a:pt x="112277" y="380182"/>
                </a:lnTo>
                <a:cubicBezTo>
                  <a:pt x="112273" y="382454"/>
                  <a:pt x="114110" y="384300"/>
                  <a:pt x="116382" y="384304"/>
                </a:cubicBezTo>
                <a:cubicBezTo>
                  <a:pt x="116384" y="384304"/>
                  <a:pt x="116386" y="384304"/>
                  <a:pt x="116386" y="384304"/>
                </a:cubicBezTo>
                <a:cubicBezTo>
                  <a:pt x="118666" y="384303"/>
                  <a:pt x="120515" y="382460"/>
                  <a:pt x="120523" y="380182"/>
                </a:cubicBezTo>
                <a:lnTo>
                  <a:pt x="120523" y="310649"/>
                </a:lnTo>
                <a:lnTo>
                  <a:pt x="184696" y="310649"/>
                </a:lnTo>
                <a:lnTo>
                  <a:pt x="184696" y="432537"/>
                </a:lnTo>
                <a:lnTo>
                  <a:pt x="131736" y="432537"/>
                </a:lnTo>
                <a:cubicBezTo>
                  <a:pt x="129475" y="432528"/>
                  <a:pt x="127636" y="434355"/>
                  <a:pt x="127628" y="436615"/>
                </a:cubicBezTo>
                <a:cubicBezTo>
                  <a:pt x="127628" y="436625"/>
                  <a:pt x="127628" y="436635"/>
                  <a:pt x="127628" y="436646"/>
                </a:cubicBezTo>
                <a:cubicBezTo>
                  <a:pt x="127618" y="438913"/>
                  <a:pt x="129448" y="440759"/>
                  <a:pt x="131716" y="440768"/>
                </a:cubicBezTo>
                <a:cubicBezTo>
                  <a:pt x="131722" y="440768"/>
                  <a:pt x="131730" y="440768"/>
                  <a:pt x="131736" y="440768"/>
                </a:cubicBezTo>
                <a:lnTo>
                  <a:pt x="245888" y="440768"/>
                </a:lnTo>
                <a:cubicBezTo>
                  <a:pt x="248162" y="440771"/>
                  <a:pt x="250008" y="438930"/>
                  <a:pt x="250011" y="436657"/>
                </a:cubicBezTo>
                <a:cubicBezTo>
                  <a:pt x="250011" y="436654"/>
                  <a:pt x="250011" y="436649"/>
                  <a:pt x="250011" y="436646"/>
                </a:cubicBezTo>
                <a:cubicBezTo>
                  <a:pt x="250013" y="434378"/>
                  <a:pt x="248176" y="432539"/>
                  <a:pt x="245909" y="432537"/>
                </a:cubicBezTo>
                <a:cubicBezTo>
                  <a:pt x="245903" y="432537"/>
                  <a:pt x="245895" y="432537"/>
                  <a:pt x="245888" y="432537"/>
                </a:cubicBezTo>
                <a:lnTo>
                  <a:pt x="192929" y="432537"/>
                </a:lnTo>
                <a:lnTo>
                  <a:pt x="192929" y="310649"/>
                </a:lnTo>
                <a:lnTo>
                  <a:pt x="257116" y="310649"/>
                </a:lnTo>
                <a:lnTo>
                  <a:pt x="257116" y="380182"/>
                </a:lnTo>
                <a:cubicBezTo>
                  <a:pt x="257124" y="382460"/>
                  <a:pt x="258972" y="384303"/>
                  <a:pt x="261250" y="384304"/>
                </a:cubicBezTo>
                <a:cubicBezTo>
                  <a:pt x="263522" y="384296"/>
                  <a:pt x="265358" y="382454"/>
                  <a:pt x="265358" y="380182"/>
                </a:cubicBezTo>
                <a:lnTo>
                  <a:pt x="265358" y="257867"/>
                </a:lnTo>
                <a:lnTo>
                  <a:pt x="319557" y="257867"/>
                </a:lnTo>
                <a:cubicBezTo>
                  <a:pt x="321829" y="257864"/>
                  <a:pt x="323668" y="256020"/>
                  <a:pt x="323665" y="253748"/>
                </a:cubicBezTo>
                <a:cubicBezTo>
                  <a:pt x="323665" y="253746"/>
                  <a:pt x="323665" y="253744"/>
                  <a:pt x="323665" y="253744"/>
                </a:cubicBezTo>
                <a:lnTo>
                  <a:pt x="323665" y="210170"/>
                </a:lnTo>
                <a:cubicBezTo>
                  <a:pt x="323665" y="207898"/>
                  <a:pt x="321827" y="206055"/>
                  <a:pt x="319557" y="206047"/>
                </a:cubicBezTo>
                <a:cubicBezTo>
                  <a:pt x="317280" y="206049"/>
                  <a:pt x="315436" y="207893"/>
                  <a:pt x="315434" y="210170"/>
                </a:cubicBezTo>
                <a:lnTo>
                  <a:pt x="315434" y="249636"/>
                </a:lnTo>
                <a:lnTo>
                  <a:pt x="261250" y="249636"/>
                </a:lnTo>
                <a:cubicBezTo>
                  <a:pt x="258977" y="249625"/>
                  <a:pt x="257124" y="251460"/>
                  <a:pt x="257115" y="253733"/>
                </a:cubicBezTo>
                <a:cubicBezTo>
                  <a:pt x="257115" y="253737"/>
                  <a:pt x="257115" y="253741"/>
                  <a:pt x="257115" y="253744"/>
                </a:cubicBezTo>
                <a:lnTo>
                  <a:pt x="257115" y="302416"/>
                </a:lnTo>
                <a:lnTo>
                  <a:pt x="192927" y="302416"/>
                </a:lnTo>
                <a:lnTo>
                  <a:pt x="192927" y="194943"/>
                </a:lnTo>
                <a:lnTo>
                  <a:pt x="267036" y="194943"/>
                </a:lnTo>
                <a:cubicBezTo>
                  <a:pt x="269301" y="194948"/>
                  <a:pt x="271141" y="193113"/>
                  <a:pt x="271144" y="190849"/>
                </a:cubicBezTo>
                <a:cubicBezTo>
                  <a:pt x="271144" y="190845"/>
                  <a:pt x="271144" y="190840"/>
                  <a:pt x="271144" y="190835"/>
                </a:cubicBezTo>
                <a:moveTo>
                  <a:pt x="351285" y="133931"/>
                </a:moveTo>
                <a:lnTo>
                  <a:pt x="351285" y="45545"/>
                </a:lnTo>
                <a:cubicBezTo>
                  <a:pt x="351288" y="43271"/>
                  <a:pt x="349449" y="41425"/>
                  <a:pt x="347175" y="41422"/>
                </a:cubicBezTo>
                <a:cubicBezTo>
                  <a:pt x="347170" y="41422"/>
                  <a:pt x="347167" y="41422"/>
                  <a:pt x="347164" y="41422"/>
                </a:cubicBezTo>
                <a:lnTo>
                  <a:pt x="283332" y="41422"/>
                </a:lnTo>
                <a:cubicBezTo>
                  <a:pt x="281065" y="41420"/>
                  <a:pt x="279226" y="43257"/>
                  <a:pt x="279224" y="45524"/>
                </a:cubicBezTo>
                <a:cubicBezTo>
                  <a:pt x="279224" y="45530"/>
                  <a:pt x="279224" y="45538"/>
                  <a:pt x="279224" y="45545"/>
                </a:cubicBezTo>
                <a:cubicBezTo>
                  <a:pt x="279226" y="47813"/>
                  <a:pt x="281065" y="49651"/>
                  <a:pt x="283332" y="49653"/>
                </a:cubicBezTo>
                <a:lnTo>
                  <a:pt x="343054" y="49653"/>
                </a:lnTo>
                <a:lnTo>
                  <a:pt x="343054" y="129808"/>
                </a:lnTo>
                <a:lnTo>
                  <a:pt x="297460" y="129808"/>
                </a:lnTo>
                <a:cubicBezTo>
                  <a:pt x="295187" y="129805"/>
                  <a:pt x="293341" y="131644"/>
                  <a:pt x="293338" y="133918"/>
                </a:cubicBezTo>
                <a:cubicBezTo>
                  <a:pt x="293338" y="133923"/>
                  <a:pt x="293338" y="133926"/>
                  <a:pt x="293338" y="133931"/>
                </a:cubicBezTo>
                <a:cubicBezTo>
                  <a:pt x="293344" y="136201"/>
                  <a:pt x="295188" y="138039"/>
                  <a:pt x="297460" y="138039"/>
                </a:cubicBezTo>
                <a:lnTo>
                  <a:pt x="347164" y="138039"/>
                </a:lnTo>
                <a:cubicBezTo>
                  <a:pt x="349434" y="138039"/>
                  <a:pt x="351279" y="136201"/>
                  <a:pt x="351285" y="133931"/>
                </a:cubicBezTo>
                <a:moveTo>
                  <a:pt x="377065" y="343972"/>
                </a:moveTo>
                <a:lnTo>
                  <a:pt x="377065" y="177629"/>
                </a:lnTo>
                <a:cubicBezTo>
                  <a:pt x="377062" y="175357"/>
                  <a:pt x="375218" y="173518"/>
                  <a:pt x="372946" y="173521"/>
                </a:cubicBezTo>
                <a:cubicBezTo>
                  <a:pt x="372944" y="173521"/>
                  <a:pt x="372943" y="173521"/>
                  <a:pt x="372943" y="173521"/>
                </a:cubicBezTo>
                <a:cubicBezTo>
                  <a:pt x="370677" y="173518"/>
                  <a:pt x="368838" y="175351"/>
                  <a:pt x="368834" y="177617"/>
                </a:cubicBezTo>
                <a:cubicBezTo>
                  <a:pt x="368834" y="177621"/>
                  <a:pt x="368834" y="177625"/>
                  <a:pt x="368834" y="177629"/>
                </a:cubicBezTo>
                <a:lnTo>
                  <a:pt x="368834" y="339836"/>
                </a:lnTo>
                <a:lnTo>
                  <a:pt x="297460" y="339836"/>
                </a:lnTo>
                <a:cubicBezTo>
                  <a:pt x="295179" y="339839"/>
                  <a:pt x="293335" y="341690"/>
                  <a:pt x="293338" y="343970"/>
                </a:cubicBezTo>
                <a:cubicBezTo>
                  <a:pt x="293338" y="343970"/>
                  <a:pt x="293338" y="343972"/>
                  <a:pt x="293338" y="343972"/>
                </a:cubicBezTo>
                <a:cubicBezTo>
                  <a:pt x="293335" y="346239"/>
                  <a:pt x="295171" y="348078"/>
                  <a:pt x="297438" y="348080"/>
                </a:cubicBezTo>
                <a:cubicBezTo>
                  <a:pt x="297446" y="348080"/>
                  <a:pt x="297452" y="348080"/>
                  <a:pt x="297460" y="348080"/>
                </a:cubicBezTo>
                <a:lnTo>
                  <a:pt x="372943" y="348080"/>
                </a:lnTo>
                <a:cubicBezTo>
                  <a:pt x="375210" y="348089"/>
                  <a:pt x="377056" y="346260"/>
                  <a:pt x="377065" y="343992"/>
                </a:cubicBezTo>
                <a:cubicBezTo>
                  <a:pt x="377065" y="343986"/>
                  <a:pt x="377065" y="343978"/>
                  <a:pt x="377065" y="343972"/>
                </a:cubicBezTo>
                <a:moveTo>
                  <a:pt x="577721" y="299806"/>
                </a:moveTo>
                <a:lnTo>
                  <a:pt x="609683" y="299806"/>
                </a:lnTo>
                <a:lnTo>
                  <a:pt x="609683" y="196098"/>
                </a:lnTo>
                <a:cubicBezTo>
                  <a:pt x="609683" y="159709"/>
                  <a:pt x="590294" y="131498"/>
                  <a:pt x="551186" y="131498"/>
                </a:cubicBezTo>
                <a:cubicBezTo>
                  <a:pt x="532153" y="131498"/>
                  <a:pt x="512778" y="139317"/>
                  <a:pt x="500878" y="159709"/>
                </a:cubicBezTo>
                <a:lnTo>
                  <a:pt x="500878" y="136254"/>
                </a:lnTo>
                <a:lnTo>
                  <a:pt x="469601" y="136254"/>
                </a:lnTo>
                <a:lnTo>
                  <a:pt x="469601" y="299806"/>
                </a:lnTo>
                <a:lnTo>
                  <a:pt x="501565" y="299806"/>
                </a:lnTo>
                <a:lnTo>
                  <a:pt x="501565" y="205278"/>
                </a:lnTo>
                <a:cubicBezTo>
                  <a:pt x="501565" y="180447"/>
                  <a:pt x="514481" y="160396"/>
                  <a:pt x="539629" y="160396"/>
                </a:cubicBezTo>
                <a:cubicBezTo>
                  <a:pt x="568198" y="160396"/>
                  <a:pt x="577721" y="178769"/>
                  <a:pt x="577721" y="201540"/>
                </a:cubicBezTo>
                <a:close/>
                <a:moveTo>
                  <a:pt x="766751" y="201196"/>
                </a:moveTo>
                <a:lnTo>
                  <a:pt x="677320" y="201196"/>
                </a:lnTo>
                <a:cubicBezTo>
                  <a:pt x="678681" y="180130"/>
                  <a:pt x="695020" y="159366"/>
                  <a:pt x="721870" y="159366"/>
                </a:cubicBezTo>
                <a:cubicBezTo>
                  <a:pt x="750756" y="159366"/>
                  <a:pt x="766064" y="177739"/>
                  <a:pt x="766751" y="201196"/>
                </a:cubicBezTo>
                <a:moveTo>
                  <a:pt x="799388" y="227044"/>
                </a:moveTo>
                <a:cubicBezTo>
                  <a:pt x="799861" y="223662"/>
                  <a:pt x="800091" y="220250"/>
                  <a:pt x="800075" y="216835"/>
                </a:cubicBezTo>
                <a:cubicBezTo>
                  <a:pt x="800075" y="165839"/>
                  <a:pt x="771836" y="131155"/>
                  <a:pt x="721527" y="131155"/>
                </a:cubicBezTo>
                <a:cubicBezTo>
                  <a:pt x="680385" y="131155"/>
                  <a:pt x="643324" y="166182"/>
                  <a:pt x="643324" y="217522"/>
                </a:cubicBezTo>
                <a:cubicBezTo>
                  <a:pt x="643324" y="272955"/>
                  <a:pt x="681746" y="304904"/>
                  <a:pt x="725608" y="304904"/>
                </a:cubicBezTo>
                <a:cubicBezTo>
                  <a:pt x="763687" y="304904"/>
                  <a:pt x="789865" y="282134"/>
                  <a:pt x="799044" y="253221"/>
                </a:cubicBezTo>
                <a:lnTo>
                  <a:pt x="771519" y="243698"/>
                </a:lnTo>
                <a:cubicBezTo>
                  <a:pt x="765391" y="262058"/>
                  <a:pt x="752130" y="276679"/>
                  <a:pt x="725608" y="276679"/>
                </a:cubicBezTo>
                <a:cubicBezTo>
                  <a:pt x="698057" y="276679"/>
                  <a:pt x="676991" y="256285"/>
                  <a:pt x="676304" y="227044"/>
                </a:cubicBezTo>
                <a:close/>
                <a:moveTo>
                  <a:pt x="945791" y="299820"/>
                </a:moveTo>
                <a:lnTo>
                  <a:pt x="976394" y="299820"/>
                </a:lnTo>
                <a:cubicBezTo>
                  <a:pt x="975261" y="289769"/>
                  <a:pt x="974688" y="279662"/>
                  <a:pt x="974677" y="269547"/>
                </a:cubicBezTo>
                <a:lnTo>
                  <a:pt x="974677" y="136254"/>
                </a:lnTo>
                <a:lnTo>
                  <a:pt x="942727" y="136254"/>
                </a:lnTo>
                <a:lnTo>
                  <a:pt x="942727" y="234863"/>
                </a:lnTo>
                <a:cubicBezTo>
                  <a:pt x="942727" y="259681"/>
                  <a:pt x="929810" y="276679"/>
                  <a:pt x="903948" y="276679"/>
                </a:cubicBezTo>
                <a:cubicBezTo>
                  <a:pt x="877097" y="276679"/>
                  <a:pt x="866901" y="256959"/>
                  <a:pt x="866901" y="234519"/>
                </a:cubicBezTo>
                <a:lnTo>
                  <a:pt x="866901" y="136254"/>
                </a:lnTo>
                <a:lnTo>
                  <a:pt x="834924" y="136254"/>
                </a:lnTo>
                <a:lnTo>
                  <a:pt x="834924" y="239287"/>
                </a:lnTo>
                <a:cubicBezTo>
                  <a:pt x="834924" y="276348"/>
                  <a:pt x="858065" y="304903"/>
                  <a:pt x="896143" y="304903"/>
                </a:cubicBezTo>
                <a:cubicBezTo>
                  <a:pt x="915175" y="304903"/>
                  <a:pt x="935582" y="297084"/>
                  <a:pt x="944418" y="280086"/>
                </a:cubicBezTo>
                <a:cubicBezTo>
                  <a:pt x="944422" y="286687"/>
                  <a:pt x="944881" y="293281"/>
                  <a:pt x="945791" y="299818"/>
                </a:cubicBezTo>
                <a:moveTo>
                  <a:pt x="1098324" y="167541"/>
                </a:moveTo>
                <a:cubicBezTo>
                  <a:pt x="1102992" y="167551"/>
                  <a:pt x="1107652" y="167891"/>
                  <a:pt x="1112271" y="168559"/>
                </a:cubicBezTo>
                <a:lnTo>
                  <a:pt x="1112271" y="134563"/>
                </a:lnTo>
                <a:cubicBezTo>
                  <a:pt x="1108795" y="133908"/>
                  <a:pt x="1105269" y="133563"/>
                  <a:pt x="1101731" y="133532"/>
                </a:cubicBezTo>
                <a:cubicBezTo>
                  <a:pt x="1085077" y="133532"/>
                  <a:pt x="1064671" y="139661"/>
                  <a:pt x="1052771" y="164808"/>
                </a:cubicBezTo>
                <a:lnTo>
                  <a:pt x="1052771" y="136266"/>
                </a:lnTo>
                <a:lnTo>
                  <a:pt x="1021481" y="136266"/>
                </a:lnTo>
                <a:lnTo>
                  <a:pt x="1021481" y="299806"/>
                </a:lnTo>
                <a:lnTo>
                  <a:pt x="1053443" y="299806"/>
                </a:lnTo>
                <a:lnTo>
                  <a:pt x="1053443" y="217851"/>
                </a:lnTo>
                <a:cubicBezTo>
                  <a:pt x="1053443" y="181820"/>
                  <a:pt x="1071474" y="167543"/>
                  <a:pt x="1098324" y="167543"/>
                </a:cubicBezTo>
                <a:moveTo>
                  <a:pt x="1263512" y="217865"/>
                </a:moveTo>
                <a:cubicBezTo>
                  <a:pt x="1263512" y="255943"/>
                  <a:pt x="1239712" y="276350"/>
                  <a:pt x="1212518" y="276350"/>
                </a:cubicBezTo>
                <a:cubicBezTo>
                  <a:pt x="1185308" y="276350"/>
                  <a:pt x="1161507" y="255943"/>
                  <a:pt x="1161507" y="217865"/>
                </a:cubicBezTo>
                <a:cubicBezTo>
                  <a:pt x="1161507" y="180116"/>
                  <a:pt x="1185308" y="159709"/>
                  <a:pt x="1212518" y="159709"/>
                </a:cubicBezTo>
                <a:cubicBezTo>
                  <a:pt x="1239712" y="159709"/>
                  <a:pt x="1263512" y="180116"/>
                  <a:pt x="1263512" y="217865"/>
                </a:cubicBezTo>
                <a:moveTo>
                  <a:pt x="1296163" y="217865"/>
                </a:moveTo>
                <a:cubicBezTo>
                  <a:pt x="1296163" y="168230"/>
                  <a:pt x="1261479" y="131169"/>
                  <a:pt x="1212518" y="131169"/>
                </a:cubicBezTo>
                <a:cubicBezTo>
                  <a:pt x="1163557" y="131169"/>
                  <a:pt x="1128871" y="168230"/>
                  <a:pt x="1128871" y="217865"/>
                </a:cubicBezTo>
                <a:cubicBezTo>
                  <a:pt x="1128871" y="267844"/>
                  <a:pt x="1163555" y="304904"/>
                  <a:pt x="1212518" y="304904"/>
                </a:cubicBezTo>
                <a:cubicBezTo>
                  <a:pt x="1261479" y="304904"/>
                  <a:pt x="1296163" y="267844"/>
                  <a:pt x="1296163" y="217865"/>
                </a:cubicBezTo>
                <a:moveTo>
                  <a:pt x="1388657" y="301496"/>
                </a:moveTo>
                <a:cubicBezTo>
                  <a:pt x="1396028" y="301629"/>
                  <a:pt x="1403374" y="300599"/>
                  <a:pt x="1410425" y="298446"/>
                </a:cubicBezTo>
                <a:lnTo>
                  <a:pt x="1410425" y="271237"/>
                </a:lnTo>
                <a:cubicBezTo>
                  <a:pt x="1406285" y="272108"/>
                  <a:pt x="1402068" y="272569"/>
                  <a:pt x="1397836" y="272612"/>
                </a:cubicBezTo>
                <a:cubicBezTo>
                  <a:pt x="1381182" y="272612"/>
                  <a:pt x="1375054" y="265109"/>
                  <a:pt x="1375054" y="250158"/>
                </a:cubicBezTo>
                <a:lnTo>
                  <a:pt x="1375054" y="165152"/>
                </a:lnTo>
                <a:lnTo>
                  <a:pt x="1410423" y="165152"/>
                </a:lnTo>
                <a:lnTo>
                  <a:pt x="1410423" y="136254"/>
                </a:lnTo>
                <a:lnTo>
                  <a:pt x="1375054" y="136254"/>
                </a:lnTo>
                <a:lnTo>
                  <a:pt x="1375054" y="84585"/>
                </a:lnTo>
                <a:lnTo>
                  <a:pt x="1345825" y="84585"/>
                </a:lnTo>
                <a:lnTo>
                  <a:pt x="1345825" y="111092"/>
                </a:lnTo>
                <a:cubicBezTo>
                  <a:pt x="1345825" y="125383"/>
                  <a:pt x="1338335" y="136254"/>
                  <a:pt x="1320665" y="136254"/>
                </a:cubicBezTo>
                <a:lnTo>
                  <a:pt x="1311814" y="136254"/>
                </a:lnTo>
                <a:lnTo>
                  <a:pt x="1311814" y="165152"/>
                </a:lnTo>
                <a:lnTo>
                  <a:pt x="1343105" y="165152"/>
                </a:lnTo>
                <a:lnTo>
                  <a:pt x="1343105" y="254911"/>
                </a:lnTo>
                <a:cubicBezTo>
                  <a:pt x="1343105" y="284512"/>
                  <a:pt x="1360777" y="301496"/>
                  <a:pt x="1388657" y="301496"/>
                </a:cubicBezTo>
                <a:moveTo>
                  <a:pt x="1564344" y="217865"/>
                </a:moveTo>
                <a:cubicBezTo>
                  <a:pt x="1564344" y="255943"/>
                  <a:pt x="1540543" y="276350"/>
                  <a:pt x="1513349" y="276350"/>
                </a:cubicBezTo>
                <a:cubicBezTo>
                  <a:pt x="1486155" y="276350"/>
                  <a:pt x="1462340" y="255943"/>
                  <a:pt x="1462340" y="217865"/>
                </a:cubicBezTo>
                <a:cubicBezTo>
                  <a:pt x="1462340" y="180116"/>
                  <a:pt x="1486155" y="159709"/>
                  <a:pt x="1513349" y="159709"/>
                </a:cubicBezTo>
                <a:cubicBezTo>
                  <a:pt x="1540544" y="159709"/>
                  <a:pt x="1564344" y="180116"/>
                  <a:pt x="1564344" y="217865"/>
                </a:cubicBezTo>
                <a:moveTo>
                  <a:pt x="1596994" y="217865"/>
                </a:moveTo>
                <a:cubicBezTo>
                  <a:pt x="1596994" y="168230"/>
                  <a:pt x="1562310" y="131169"/>
                  <a:pt x="1513349" y="131169"/>
                </a:cubicBezTo>
                <a:cubicBezTo>
                  <a:pt x="1464388" y="131169"/>
                  <a:pt x="1429704" y="168230"/>
                  <a:pt x="1429704" y="217865"/>
                </a:cubicBezTo>
                <a:cubicBezTo>
                  <a:pt x="1429704" y="267844"/>
                  <a:pt x="1464388" y="304904"/>
                  <a:pt x="1513349" y="304904"/>
                </a:cubicBezTo>
                <a:cubicBezTo>
                  <a:pt x="1562310" y="304904"/>
                  <a:pt x="1596994" y="267844"/>
                  <a:pt x="1596994" y="217865"/>
                </a:cubicBezTo>
                <a:moveTo>
                  <a:pt x="1709456" y="167543"/>
                </a:moveTo>
                <a:cubicBezTo>
                  <a:pt x="1714119" y="167552"/>
                  <a:pt x="1718776" y="167893"/>
                  <a:pt x="1723392" y="168560"/>
                </a:cubicBezTo>
                <a:lnTo>
                  <a:pt x="1723392" y="134563"/>
                </a:lnTo>
                <a:cubicBezTo>
                  <a:pt x="1719915" y="133908"/>
                  <a:pt x="1716387" y="133563"/>
                  <a:pt x="1712851" y="133532"/>
                </a:cubicBezTo>
                <a:cubicBezTo>
                  <a:pt x="1696195" y="133532"/>
                  <a:pt x="1675790" y="139661"/>
                  <a:pt x="1663890" y="164808"/>
                </a:cubicBezTo>
                <a:lnTo>
                  <a:pt x="1663890" y="136266"/>
                </a:lnTo>
                <a:lnTo>
                  <a:pt x="1632614" y="136266"/>
                </a:lnTo>
                <a:lnTo>
                  <a:pt x="1632614" y="299806"/>
                </a:lnTo>
                <a:lnTo>
                  <a:pt x="1664564" y="299806"/>
                </a:lnTo>
                <a:lnTo>
                  <a:pt x="1664564" y="217851"/>
                </a:lnTo>
                <a:cubicBezTo>
                  <a:pt x="1664564" y="181820"/>
                  <a:pt x="1682606" y="167543"/>
                  <a:pt x="1709456" y="167543"/>
                </a:cubicBezTo>
                <a:moveTo>
                  <a:pt x="1790286" y="74360"/>
                </a:moveTo>
                <a:cubicBezTo>
                  <a:pt x="1790373" y="61682"/>
                  <a:pt x="1780166" y="51335"/>
                  <a:pt x="1767488" y="51248"/>
                </a:cubicBezTo>
                <a:cubicBezTo>
                  <a:pt x="1754810" y="51160"/>
                  <a:pt x="1744461" y="61367"/>
                  <a:pt x="1744374" y="74045"/>
                </a:cubicBezTo>
                <a:cubicBezTo>
                  <a:pt x="1744288" y="86717"/>
                  <a:pt x="1754486" y="97064"/>
                  <a:pt x="1767159" y="97158"/>
                </a:cubicBezTo>
                <a:cubicBezTo>
                  <a:pt x="1779829" y="97261"/>
                  <a:pt x="1790184" y="87071"/>
                  <a:pt x="1790286" y="74401"/>
                </a:cubicBezTo>
                <a:cubicBezTo>
                  <a:pt x="1790286" y="74389"/>
                  <a:pt x="1790286" y="74374"/>
                  <a:pt x="1790286" y="74362"/>
                </a:cubicBezTo>
                <a:moveTo>
                  <a:pt x="1937899" y="299820"/>
                </a:moveTo>
                <a:lnTo>
                  <a:pt x="1968489" y="299820"/>
                </a:lnTo>
                <a:cubicBezTo>
                  <a:pt x="1967368" y="289767"/>
                  <a:pt x="1966799" y="279662"/>
                  <a:pt x="1966785" y="269547"/>
                </a:cubicBezTo>
                <a:lnTo>
                  <a:pt x="1966785" y="136254"/>
                </a:lnTo>
                <a:lnTo>
                  <a:pt x="1934821" y="136254"/>
                </a:lnTo>
                <a:lnTo>
                  <a:pt x="1934821" y="234863"/>
                </a:lnTo>
                <a:cubicBezTo>
                  <a:pt x="1934821" y="259681"/>
                  <a:pt x="1921917" y="276679"/>
                  <a:pt x="1896069" y="276679"/>
                </a:cubicBezTo>
                <a:cubicBezTo>
                  <a:pt x="1869204" y="276679"/>
                  <a:pt x="1859008" y="256959"/>
                  <a:pt x="1859008" y="234519"/>
                </a:cubicBezTo>
                <a:lnTo>
                  <a:pt x="1859008" y="136254"/>
                </a:lnTo>
                <a:lnTo>
                  <a:pt x="1827032" y="136254"/>
                </a:lnTo>
                <a:lnTo>
                  <a:pt x="1827032" y="239287"/>
                </a:lnTo>
                <a:cubicBezTo>
                  <a:pt x="1827032" y="276348"/>
                  <a:pt x="1850171" y="304903"/>
                  <a:pt x="1888249" y="304903"/>
                </a:cubicBezTo>
                <a:cubicBezTo>
                  <a:pt x="1907282" y="304903"/>
                  <a:pt x="1927689" y="297084"/>
                  <a:pt x="1936524" y="280086"/>
                </a:cubicBezTo>
                <a:cubicBezTo>
                  <a:pt x="1936529" y="286687"/>
                  <a:pt x="1936988" y="293281"/>
                  <a:pt x="1937899" y="299818"/>
                </a:cubicBezTo>
                <a:moveTo>
                  <a:pt x="2253984" y="299806"/>
                </a:moveTo>
                <a:lnTo>
                  <a:pt x="2253984" y="193721"/>
                </a:lnTo>
                <a:cubicBezTo>
                  <a:pt x="2253984" y="150874"/>
                  <a:pt x="2226102" y="131498"/>
                  <a:pt x="2197547" y="131498"/>
                </a:cubicBezTo>
                <a:cubicBezTo>
                  <a:pt x="2176797" y="131498"/>
                  <a:pt x="2155704" y="138974"/>
                  <a:pt x="2142800" y="162431"/>
                </a:cubicBezTo>
                <a:cubicBezTo>
                  <a:pt x="2133951" y="141365"/>
                  <a:pt x="2114231" y="131498"/>
                  <a:pt x="2093839" y="131498"/>
                </a:cubicBezTo>
                <a:cubicBezTo>
                  <a:pt x="2074793" y="131498"/>
                  <a:pt x="2054387" y="139991"/>
                  <a:pt x="2044204" y="158005"/>
                </a:cubicBezTo>
                <a:lnTo>
                  <a:pt x="2044204" y="136254"/>
                </a:lnTo>
                <a:lnTo>
                  <a:pt x="2013588" y="136254"/>
                </a:lnTo>
                <a:lnTo>
                  <a:pt x="2013588" y="299806"/>
                </a:lnTo>
                <a:lnTo>
                  <a:pt x="2045221" y="299806"/>
                </a:lnTo>
                <a:lnTo>
                  <a:pt x="2045221" y="201209"/>
                </a:lnTo>
                <a:cubicBezTo>
                  <a:pt x="2045221" y="176723"/>
                  <a:pt x="2060516" y="159709"/>
                  <a:pt x="2083299" y="159709"/>
                </a:cubicBezTo>
                <a:cubicBezTo>
                  <a:pt x="2107759" y="159709"/>
                  <a:pt x="2117971" y="176035"/>
                  <a:pt x="2117971" y="197115"/>
                </a:cubicBezTo>
                <a:lnTo>
                  <a:pt x="2117971" y="299807"/>
                </a:lnTo>
                <a:lnTo>
                  <a:pt x="2149932" y="299807"/>
                </a:lnTo>
                <a:lnTo>
                  <a:pt x="2149932" y="200867"/>
                </a:lnTo>
                <a:cubicBezTo>
                  <a:pt x="2149932" y="177410"/>
                  <a:pt x="2165242" y="159711"/>
                  <a:pt x="2187682" y="159711"/>
                </a:cubicBezTo>
                <a:cubicBezTo>
                  <a:pt x="2211824" y="159711"/>
                  <a:pt x="2222364" y="175706"/>
                  <a:pt x="2222364" y="197115"/>
                </a:cubicBezTo>
                <a:lnTo>
                  <a:pt x="2222364" y="299807"/>
                </a:lnTo>
                <a:close/>
              </a:path>
            </a:pathLst>
          </a:custGeom>
          <a:solidFill>
            <a:srgbClr val="3F1A01"/>
          </a:solidFill>
          <a:ln w="1586" cap="flat">
            <a:noFill/>
            <a:prstDash val="solid"/>
            <a:miter/>
          </a:ln>
        </p:spPr>
        <p:txBody>
          <a:bodyPr rtlCol="0" anchor="ctr"/>
          <a:lstStyle/>
          <a:p>
            <a:endParaRPr lang="en-GB" dirty="0"/>
          </a:p>
        </p:txBody>
      </p:sp>
      <p:sp>
        <p:nvSpPr>
          <p:cNvPr id="12" name="ExternalLogo" hidden="1">
            <a:extLst>
              <a:ext uri="{FF2B5EF4-FFF2-40B4-BE49-F238E27FC236}">
                <a16:creationId xmlns:a16="http://schemas.microsoft.com/office/drawing/2014/main" id="{F253FA73-F8E5-49E6-B795-4EEF95E9B435}"/>
              </a:ext>
            </a:extLst>
          </p:cNvPr>
          <p:cNvSpPr/>
          <p:nvPr/>
        </p:nvSpPr>
        <p:spPr>
          <a:xfrm>
            <a:off x="10023475" y="4968741"/>
            <a:ext cx="1627188" cy="636980"/>
          </a:xfrm>
          <a:prstGeom prst="rect">
            <a:avLst/>
          </a:prstGeom>
          <a:solidFill>
            <a:srgbClr val="D1D1D1"/>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chorCtr="0">
            <a:noAutofit/>
          </a:bodyPr>
          <a:lstStyle/>
          <a:p>
            <a:pPr algn="ctr"/>
            <a:r>
              <a:rPr lang="en-GB" sz="900" dirty="0">
                <a:solidFill>
                  <a:srgbClr val="FF00FF"/>
                </a:solidFill>
              </a:rPr>
              <a:t>External logo</a:t>
            </a:r>
          </a:p>
        </p:txBody>
      </p:sp>
    </p:spTree>
    <p:extLst>
      <p:ext uri="{BB962C8B-B14F-4D97-AF65-F5344CB8AC3E}">
        <p14:creationId xmlns:p14="http://schemas.microsoft.com/office/powerpoint/2010/main" val="3443686568"/>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Quote - White">
    <p:bg>
      <p:bgPr>
        <a:solidFill>
          <a:schemeClr val="bg1"/>
        </a:solidFill>
        <a:effectLst/>
      </p:bgPr>
    </p:bg>
    <p:spTree>
      <p:nvGrpSpPr>
        <p:cNvPr id="1" name=""/>
        <p:cNvGrpSpPr/>
        <p:nvPr/>
      </p:nvGrpSpPr>
      <p:grpSpPr>
        <a:xfrm>
          <a:off x="0" y="0"/>
          <a:ext cx="0" cy="0"/>
          <a:chOff x="0" y="0"/>
          <a:chExt cx="0" cy="0"/>
        </a:xfrm>
      </p:grpSpPr>
      <p:pic>
        <p:nvPicPr>
          <p:cNvPr id="8" name="Picture 7" descr="Shape&#10;&#10;Description automatically generated with medium confidence">
            <a:extLst>
              <a:ext uri="{FF2B5EF4-FFF2-40B4-BE49-F238E27FC236}">
                <a16:creationId xmlns:a16="http://schemas.microsoft.com/office/drawing/2014/main" id="{046A0194-BE4C-426D-8A2B-CC3963A8B2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8464564-6547-498D-A220-7B346E5B1408}"/>
              </a:ext>
            </a:extLst>
          </p:cNvPr>
          <p:cNvSpPr>
            <a:spLocks noGrp="1"/>
          </p:cNvSpPr>
          <p:nvPr>
            <p:ph type="title"/>
          </p:nvPr>
        </p:nvSpPr>
        <p:spPr>
          <a:xfrm>
            <a:off x="1219200" y="1485000"/>
            <a:ext cx="6642100" cy="2429818"/>
          </a:xfrm>
        </p:spPr>
        <p:txBody>
          <a:bodyPr anchor="b">
            <a:normAutofit/>
          </a:bodyPr>
          <a:lstStyle>
            <a:lvl1pPr>
              <a:defRPr sz="6000" b="0" i="1">
                <a:solidFill>
                  <a:srgbClr val="3F1A01"/>
                </a:solidFill>
                <a:latin typeface="Times New Roman" panose="02020603050405020304" pitchFamily="18" charset="0"/>
                <a:cs typeface="Times New Roman" panose="02020603050405020304" pitchFamily="18" charset="0"/>
              </a:defRPr>
            </a:lvl1p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1592638D-BCB6-4F07-9847-FBAA9B3609B5}"/>
              </a:ext>
            </a:extLst>
          </p:cNvPr>
          <p:cNvSpPr>
            <a:spLocks noGrp="1"/>
          </p:cNvSpPr>
          <p:nvPr>
            <p:ph type="body" idx="1"/>
          </p:nvPr>
        </p:nvSpPr>
        <p:spPr>
          <a:xfrm>
            <a:off x="1219200" y="4238818"/>
            <a:ext cx="6642100" cy="1203175"/>
          </a:xfrm>
          <a:prstGeom prst="rect">
            <a:avLst/>
          </a:prstGeom>
        </p:spPr>
        <p:txBody>
          <a:bodyPr/>
          <a:lstStyle>
            <a:lvl1pPr marL="0" indent="0">
              <a:buNone/>
              <a:defRPr sz="1600">
                <a:solidFill>
                  <a:srgbClr val="3F1A01"/>
                </a:solidFill>
                <a:latin typeface="+mn-lt"/>
                <a:cs typeface="Times New Roman" panose="02020603050405020304" pitchFamily="18"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6" name="Freeform 9">
            <a:extLst>
              <a:ext uri="{FF2B5EF4-FFF2-40B4-BE49-F238E27FC236}">
                <a16:creationId xmlns:a16="http://schemas.microsoft.com/office/drawing/2014/main" id="{C2D8A25E-CAAF-4846-8D8A-7A9026C78018}"/>
              </a:ext>
            </a:extLst>
          </p:cNvPr>
          <p:cNvSpPr>
            <a:spLocks noEditPoints="1"/>
          </p:cNvSpPr>
          <p:nvPr/>
        </p:nvSpPr>
        <p:spPr bwMode="auto">
          <a:xfrm>
            <a:off x="8102600" y="-2176101"/>
            <a:ext cx="8385175" cy="9817101"/>
          </a:xfrm>
          <a:custGeom>
            <a:avLst/>
            <a:gdLst>
              <a:gd name="T0" fmla="*/ 276 w 2642"/>
              <a:gd name="T1" fmla="*/ 2871 h 3094"/>
              <a:gd name="T2" fmla="*/ 588 w 2642"/>
              <a:gd name="T3" fmla="*/ 2871 h 3094"/>
              <a:gd name="T4" fmla="*/ 2083 w 2642"/>
              <a:gd name="T5" fmla="*/ 2843 h 3094"/>
              <a:gd name="T6" fmla="*/ 2338 w 2642"/>
              <a:gd name="T7" fmla="*/ 2900 h 3094"/>
              <a:gd name="T8" fmla="*/ 29 w 2642"/>
              <a:gd name="T9" fmla="*/ 1219 h 3094"/>
              <a:gd name="T10" fmla="*/ 29 w 2642"/>
              <a:gd name="T11" fmla="*/ 2444 h 3094"/>
              <a:gd name="T12" fmla="*/ 559 w 2642"/>
              <a:gd name="T13" fmla="*/ 2386 h 3094"/>
              <a:gd name="T14" fmla="*/ 29 w 2642"/>
              <a:gd name="T15" fmla="*/ 1219 h 3094"/>
              <a:gd name="T16" fmla="*/ 2584 w 2642"/>
              <a:gd name="T17" fmla="*/ 2386 h 3094"/>
              <a:gd name="T18" fmla="*/ 2083 w 2642"/>
              <a:gd name="T19" fmla="*/ 2444 h 3094"/>
              <a:gd name="T20" fmla="*/ 2642 w 2642"/>
              <a:gd name="T21" fmla="*/ 1248 h 3094"/>
              <a:gd name="T22" fmla="*/ 210 w 2642"/>
              <a:gd name="T23" fmla="*/ 292 h 3094"/>
              <a:gd name="T24" fmla="*/ 210 w 2642"/>
              <a:gd name="T25" fmla="*/ 970 h 3094"/>
              <a:gd name="T26" fmla="*/ 559 w 2642"/>
              <a:gd name="T27" fmla="*/ 912 h 3094"/>
              <a:gd name="T28" fmla="*/ 658 w 2642"/>
              <a:gd name="T29" fmla="*/ 350 h 3094"/>
              <a:gd name="T30" fmla="*/ 2432 w 2642"/>
              <a:gd name="T31" fmla="*/ 292 h 3094"/>
              <a:gd name="T32" fmla="*/ 1984 w 2642"/>
              <a:gd name="T33" fmla="*/ 350 h 3094"/>
              <a:gd name="T34" fmla="*/ 2083 w 2642"/>
              <a:gd name="T35" fmla="*/ 912 h 3094"/>
              <a:gd name="T36" fmla="*/ 2432 w 2642"/>
              <a:gd name="T37" fmla="*/ 970 h 3094"/>
              <a:gd name="T38" fmla="*/ 2432 w 2642"/>
              <a:gd name="T39" fmla="*/ 292 h 3094"/>
              <a:gd name="T40" fmla="*/ 814 w 2642"/>
              <a:gd name="T41" fmla="*/ 29 h 3094"/>
              <a:gd name="T42" fmla="*/ 1292 w 2642"/>
              <a:gd name="T43" fmla="*/ 602 h 3094"/>
              <a:gd name="T44" fmla="*/ 989 w 2642"/>
              <a:gd name="T45" fmla="*/ 660 h 3094"/>
              <a:gd name="T46" fmla="*/ 801 w 2642"/>
              <a:gd name="T47" fmla="*/ 1311 h 3094"/>
              <a:gd name="T48" fmla="*/ 743 w 2642"/>
              <a:gd name="T49" fmla="*/ 1060 h 3094"/>
              <a:gd name="T50" fmla="*/ 1292 w 2642"/>
              <a:gd name="T51" fmla="*/ 1369 h 3094"/>
              <a:gd name="T52" fmla="*/ 842 w 2642"/>
              <a:gd name="T53" fmla="*/ 1782 h 3094"/>
              <a:gd name="T54" fmla="*/ 433 w 2642"/>
              <a:gd name="T55" fmla="*/ 1476 h 3094"/>
              <a:gd name="T56" fmla="*/ 375 w 2642"/>
              <a:gd name="T57" fmla="*/ 1782 h 3094"/>
              <a:gd name="T58" fmla="*/ 784 w 2642"/>
              <a:gd name="T59" fmla="*/ 2669 h 3094"/>
              <a:gd name="T60" fmla="*/ 842 w 2642"/>
              <a:gd name="T61" fmla="*/ 2181 h 3094"/>
              <a:gd name="T62" fmla="*/ 921 w 2642"/>
              <a:gd name="T63" fmla="*/ 3036 h 3094"/>
              <a:gd name="T64" fmla="*/ 1321 w 2642"/>
              <a:gd name="T65" fmla="*/ 3094 h 3094"/>
              <a:gd name="T66" fmla="*/ 1722 w 2642"/>
              <a:gd name="T67" fmla="*/ 3036 h 3094"/>
              <a:gd name="T68" fmla="*/ 1800 w 2642"/>
              <a:gd name="T69" fmla="*/ 2181 h 3094"/>
              <a:gd name="T70" fmla="*/ 1858 w 2642"/>
              <a:gd name="T71" fmla="*/ 2669 h 3094"/>
              <a:gd name="T72" fmla="*/ 2267 w 2642"/>
              <a:gd name="T73" fmla="*/ 1782 h 3094"/>
              <a:gd name="T74" fmla="*/ 2210 w 2642"/>
              <a:gd name="T75" fmla="*/ 1476 h 3094"/>
              <a:gd name="T76" fmla="*/ 1800 w 2642"/>
              <a:gd name="T77" fmla="*/ 1782 h 3094"/>
              <a:gd name="T78" fmla="*/ 1350 w 2642"/>
              <a:gd name="T79" fmla="*/ 1369 h 3094"/>
              <a:gd name="T80" fmla="*/ 1899 w 2642"/>
              <a:gd name="T81" fmla="*/ 1060 h 3094"/>
              <a:gd name="T82" fmla="*/ 1841 w 2642"/>
              <a:gd name="T83" fmla="*/ 1311 h 3094"/>
              <a:gd name="T84" fmla="*/ 1643 w 2642"/>
              <a:gd name="T85" fmla="*/ 660 h 3094"/>
              <a:gd name="T86" fmla="*/ 1350 w 2642"/>
              <a:gd name="T87" fmla="*/ 602 h 3094"/>
              <a:gd name="T88" fmla="*/ 1828 w 2642"/>
              <a:gd name="T89" fmla="*/ 29 h 30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642" h="3094">
                <a:moveTo>
                  <a:pt x="559" y="2843"/>
                </a:moveTo>
                <a:cubicBezTo>
                  <a:pt x="305" y="2843"/>
                  <a:pt x="305" y="2843"/>
                  <a:pt x="305" y="2843"/>
                </a:cubicBezTo>
                <a:cubicBezTo>
                  <a:pt x="289" y="2843"/>
                  <a:pt x="276" y="2856"/>
                  <a:pt x="276" y="2871"/>
                </a:cubicBezTo>
                <a:cubicBezTo>
                  <a:pt x="276" y="2887"/>
                  <a:pt x="289" y="2900"/>
                  <a:pt x="305" y="2900"/>
                </a:cubicBezTo>
                <a:cubicBezTo>
                  <a:pt x="559" y="2900"/>
                  <a:pt x="559" y="2900"/>
                  <a:pt x="559" y="2900"/>
                </a:cubicBezTo>
                <a:cubicBezTo>
                  <a:pt x="575" y="2900"/>
                  <a:pt x="588" y="2887"/>
                  <a:pt x="588" y="2871"/>
                </a:cubicBezTo>
                <a:cubicBezTo>
                  <a:pt x="588" y="2856"/>
                  <a:pt x="575" y="2843"/>
                  <a:pt x="559" y="2843"/>
                </a:cubicBezTo>
                <a:moveTo>
                  <a:pt x="2338" y="2843"/>
                </a:moveTo>
                <a:cubicBezTo>
                  <a:pt x="2083" y="2843"/>
                  <a:pt x="2083" y="2843"/>
                  <a:pt x="2083" y="2843"/>
                </a:cubicBezTo>
                <a:cubicBezTo>
                  <a:pt x="2068" y="2843"/>
                  <a:pt x="2055" y="2856"/>
                  <a:pt x="2055" y="2871"/>
                </a:cubicBezTo>
                <a:cubicBezTo>
                  <a:pt x="2055" y="2887"/>
                  <a:pt x="2068" y="2900"/>
                  <a:pt x="2083" y="2900"/>
                </a:cubicBezTo>
                <a:cubicBezTo>
                  <a:pt x="2338" y="2900"/>
                  <a:pt x="2338" y="2900"/>
                  <a:pt x="2338" y="2900"/>
                </a:cubicBezTo>
                <a:cubicBezTo>
                  <a:pt x="2354" y="2900"/>
                  <a:pt x="2366" y="2887"/>
                  <a:pt x="2366" y="2871"/>
                </a:cubicBezTo>
                <a:cubicBezTo>
                  <a:pt x="2366" y="2856"/>
                  <a:pt x="2354" y="2843"/>
                  <a:pt x="2338" y="2843"/>
                </a:cubicBezTo>
                <a:moveTo>
                  <a:pt x="29" y="1219"/>
                </a:moveTo>
                <a:cubicBezTo>
                  <a:pt x="13" y="1219"/>
                  <a:pt x="0" y="1232"/>
                  <a:pt x="0" y="1248"/>
                </a:cubicBezTo>
                <a:cubicBezTo>
                  <a:pt x="0" y="2415"/>
                  <a:pt x="0" y="2415"/>
                  <a:pt x="0" y="2415"/>
                </a:cubicBezTo>
                <a:cubicBezTo>
                  <a:pt x="0" y="2431"/>
                  <a:pt x="13" y="2444"/>
                  <a:pt x="29" y="2444"/>
                </a:cubicBezTo>
                <a:cubicBezTo>
                  <a:pt x="559" y="2444"/>
                  <a:pt x="559" y="2444"/>
                  <a:pt x="559" y="2444"/>
                </a:cubicBezTo>
                <a:cubicBezTo>
                  <a:pt x="575" y="2444"/>
                  <a:pt x="588" y="2431"/>
                  <a:pt x="588" y="2415"/>
                </a:cubicBezTo>
                <a:cubicBezTo>
                  <a:pt x="588" y="2399"/>
                  <a:pt x="575" y="2386"/>
                  <a:pt x="559" y="2386"/>
                </a:cubicBezTo>
                <a:cubicBezTo>
                  <a:pt x="58" y="2386"/>
                  <a:pt x="58" y="2386"/>
                  <a:pt x="58" y="2386"/>
                </a:cubicBezTo>
                <a:cubicBezTo>
                  <a:pt x="58" y="1248"/>
                  <a:pt x="58" y="1248"/>
                  <a:pt x="58" y="1248"/>
                </a:cubicBezTo>
                <a:cubicBezTo>
                  <a:pt x="58" y="1232"/>
                  <a:pt x="45" y="1219"/>
                  <a:pt x="29" y="1219"/>
                </a:cubicBezTo>
                <a:moveTo>
                  <a:pt x="2613" y="1219"/>
                </a:moveTo>
                <a:cubicBezTo>
                  <a:pt x="2597" y="1219"/>
                  <a:pt x="2584" y="1232"/>
                  <a:pt x="2584" y="1248"/>
                </a:cubicBezTo>
                <a:cubicBezTo>
                  <a:pt x="2584" y="2386"/>
                  <a:pt x="2584" y="2386"/>
                  <a:pt x="2584" y="2386"/>
                </a:cubicBezTo>
                <a:cubicBezTo>
                  <a:pt x="2083" y="2386"/>
                  <a:pt x="2083" y="2386"/>
                  <a:pt x="2083" y="2386"/>
                </a:cubicBezTo>
                <a:cubicBezTo>
                  <a:pt x="2067" y="2386"/>
                  <a:pt x="2055" y="2399"/>
                  <a:pt x="2055" y="2415"/>
                </a:cubicBezTo>
                <a:cubicBezTo>
                  <a:pt x="2055" y="2431"/>
                  <a:pt x="2067" y="2444"/>
                  <a:pt x="2083" y="2444"/>
                </a:cubicBezTo>
                <a:cubicBezTo>
                  <a:pt x="2613" y="2444"/>
                  <a:pt x="2613" y="2444"/>
                  <a:pt x="2613" y="2444"/>
                </a:cubicBezTo>
                <a:cubicBezTo>
                  <a:pt x="2629" y="2444"/>
                  <a:pt x="2642" y="2431"/>
                  <a:pt x="2642" y="2415"/>
                </a:cubicBezTo>
                <a:cubicBezTo>
                  <a:pt x="2642" y="1248"/>
                  <a:pt x="2642" y="1248"/>
                  <a:pt x="2642" y="1248"/>
                </a:cubicBezTo>
                <a:cubicBezTo>
                  <a:pt x="2642" y="1232"/>
                  <a:pt x="2629" y="1219"/>
                  <a:pt x="2613" y="1219"/>
                </a:cubicBezTo>
                <a:moveTo>
                  <a:pt x="658" y="292"/>
                </a:moveTo>
                <a:cubicBezTo>
                  <a:pt x="210" y="292"/>
                  <a:pt x="210" y="292"/>
                  <a:pt x="210" y="292"/>
                </a:cubicBezTo>
                <a:cubicBezTo>
                  <a:pt x="194" y="292"/>
                  <a:pt x="181" y="305"/>
                  <a:pt x="181" y="321"/>
                </a:cubicBezTo>
                <a:cubicBezTo>
                  <a:pt x="181" y="941"/>
                  <a:pt x="181" y="941"/>
                  <a:pt x="181" y="941"/>
                </a:cubicBezTo>
                <a:cubicBezTo>
                  <a:pt x="181" y="957"/>
                  <a:pt x="194" y="970"/>
                  <a:pt x="210" y="970"/>
                </a:cubicBezTo>
                <a:cubicBezTo>
                  <a:pt x="559" y="970"/>
                  <a:pt x="559" y="970"/>
                  <a:pt x="559" y="970"/>
                </a:cubicBezTo>
                <a:cubicBezTo>
                  <a:pt x="575" y="970"/>
                  <a:pt x="588" y="957"/>
                  <a:pt x="588" y="941"/>
                </a:cubicBezTo>
                <a:cubicBezTo>
                  <a:pt x="588" y="925"/>
                  <a:pt x="575" y="912"/>
                  <a:pt x="559" y="912"/>
                </a:cubicBezTo>
                <a:cubicBezTo>
                  <a:pt x="239" y="912"/>
                  <a:pt x="239" y="912"/>
                  <a:pt x="239" y="912"/>
                </a:cubicBezTo>
                <a:cubicBezTo>
                  <a:pt x="239" y="350"/>
                  <a:pt x="239" y="350"/>
                  <a:pt x="239" y="350"/>
                </a:cubicBezTo>
                <a:cubicBezTo>
                  <a:pt x="658" y="350"/>
                  <a:pt x="658" y="350"/>
                  <a:pt x="658" y="350"/>
                </a:cubicBezTo>
                <a:cubicBezTo>
                  <a:pt x="674" y="350"/>
                  <a:pt x="687" y="337"/>
                  <a:pt x="687" y="321"/>
                </a:cubicBezTo>
                <a:cubicBezTo>
                  <a:pt x="687" y="305"/>
                  <a:pt x="674" y="292"/>
                  <a:pt x="658" y="292"/>
                </a:cubicBezTo>
                <a:moveTo>
                  <a:pt x="2432" y="292"/>
                </a:moveTo>
                <a:cubicBezTo>
                  <a:pt x="1984" y="292"/>
                  <a:pt x="1984" y="292"/>
                  <a:pt x="1984" y="292"/>
                </a:cubicBezTo>
                <a:cubicBezTo>
                  <a:pt x="1968" y="292"/>
                  <a:pt x="1955" y="305"/>
                  <a:pt x="1955" y="321"/>
                </a:cubicBezTo>
                <a:cubicBezTo>
                  <a:pt x="1955" y="337"/>
                  <a:pt x="1968" y="350"/>
                  <a:pt x="1984" y="350"/>
                </a:cubicBezTo>
                <a:cubicBezTo>
                  <a:pt x="2403" y="350"/>
                  <a:pt x="2403" y="350"/>
                  <a:pt x="2403" y="350"/>
                </a:cubicBezTo>
                <a:cubicBezTo>
                  <a:pt x="2403" y="912"/>
                  <a:pt x="2403" y="912"/>
                  <a:pt x="2403" y="912"/>
                </a:cubicBezTo>
                <a:cubicBezTo>
                  <a:pt x="2083" y="912"/>
                  <a:pt x="2083" y="912"/>
                  <a:pt x="2083" y="912"/>
                </a:cubicBezTo>
                <a:cubicBezTo>
                  <a:pt x="2068" y="912"/>
                  <a:pt x="2055" y="925"/>
                  <a:pt x="2055" y="941"/>
                </a:cubicBezTo>
                <a:cubicBezTo>
                  <a:pt x="2055" y="957"/>
                  <a:pt x="2068" y="970"/>
                  <a:pt x="2083" y="970"/>
                </a:cubicBezTo>
                <a:cubicBezTo>
                  <a:pt x="2432" y="970"/>
                  <a:pt x="2432" y="970"/>
                  <a:pt x="2432" y="970"/>
                </a:cubicBezTo>
                <a:cubicBezTo>
                  <a:pt x="2448" y="970"/>
                  <a:pt x="2461" y="957"/>
                  <a:pt x="2461" y="941"/>
                </a:cubicBezTo>
                <a:cubicBezTo>
                  <a:pt x="2461" y="321"/>
                  <a:pt x="2461" y="321"/>
                  <a:pt x="2461" y="321"/>
                </a:cubicBezTo>
                <a:cubicBezTo>
                  <a:pt x="2461" y="305"/>
                  <a:pt x="2448" y="292"/>
                  <a:pt x="2432" y="292"/>
                </a:cubicBezTo>
                <a:moveTo>
                  <a:pt x="1799" y="0"/>
                </a:moveTo>
                <a:cubicBezTo>
                  <a:pt x="843" y="0"/>
                  <a:pt x="843" y="0"/>
                  <a:pt x="843" y="0"/>
                </a:cubicBezTo>
                <a:cubicBezTo>
                  <a:pt x="827" y="0"/>
                  <a:pt x="814" y="13"/>
                  <a:pt x="814" y="29"/>
                </a:cubicBezTo>
                <a:cubicBezTo>
                  <a:pt x="814" y="45"/>
                  <a:pt x="827" y="58"/>
                  <a:pt x="843" y="58"/>
                </a:cubicBezTo>
                <a:cubicBezTo>
                  <a:pt x="1292" y="58"/>
                  <a:pt x="1292" y="58"/>
                  <a:pt x="1292" y="58"/>
                </a:cubicBezTo>
                <a:cubicBezTo>
                  <a:pt x="1292" y="602"/>
                  <a:pt x="1292" y="602"/>
                  <a:pt x="1292" y="602"/>
                </a:cubicBezTo>
                <a:cubicBezTo>
                  <a:pt x="989" y="602"/>
                  <a:pt x="989" y="602"/>
                  <a:pt x="989" y="602"/>
                </a:cubicBezTo>
                <a:cubicBezTo>
                  <a:pt x="973" y="602"/>
                  <a:pt x="960" y="615"/>
                  <a:pt x="960" y="631"/>
                </a:cubicBezTo>
                <a:cubicBezTo>
                  <a:pt x="960" y="647"/>
                  <a:pt x="973" y="660"/>
                  <a:pt x="989" y="660"/>
                </a:cubicBezTo>
                <a:cubicBezTo>
                  <a:pt x="1292" y="660"/>
                  <a:pt x="1292" y="660"/>
                  <a:pt x="1292" y="660"/>
                </a:cubicBezTo>
                <a:cubicBezTo>
                  <a:pt x="1292" y="1311"/>
                  <a:pt x="1292" y="1311"/>
                  <a:pt x="1292" y="1311"/>
                </a:cubicBezTo>
                <a:cubicBezTo>
                  <a:pt x="801" y="1311"/>
                  <a:pt x="801" y="1311"/>
                  <a:pt x="801" y="1311"/>
                </a:cubicBezTo>
                <a:cubicBezTo>
                  <a:pt x="801" y="1060"/>
                  <a:pt x="801" y="1060"/>
                  <a:pt x="801" y="1060"/>
                </a:cubicBezTo>
                <a:cubicBezTo>
                  <a:pt x="801" y="1044"/>
                  <a:pt x="788" y="1031"/>
                  <a:pt x="772" y="1031"/>
                </a:cubicBezTo>
                <a:cubicBezTo>
                  <a:pt x="756" y="1031"/>
                  <a:pt x="743" y="1044"/>
                  <a:pt x="743" y="1060"/>
                </a:cubicBezTo>
                <a:cubicBezTo>
                  <a:pt x="743" y="1340"/>
                  <a:pt x="743" y="1340"/>
                  <a:pt x="743" y="1340"/>
                </a:cubicBezTo>
                <a:cubicBezTo>
                  <a:pt x="743" y="1356"/>
                  <a:pt x="756" y="1369"/>
                  <a:pt x="772" y="1369"/>
                </a:cubicBezTo>
                <a:cubicBezTo>
                  <a:pt x="1292" y="1369"/>
                  <a:pt x="1292" y="1369"/>
                  <a:pt x="1292" y="1369"/>
                </a:cubicBezTo>
                <a:cubicBezTo>
                  <a:pt x="1292" y="2123"/>
                  <a:pt x="1292" y="2123"/>
                  <a:pt x="1292" y="2123"/>
                </a:cubicBezTo>
                <a:cubicBezTo>
                  <a:pt x="842" y="2123"/>
                  <a:pt x="842" y="2123"/>
                  <a:pt x="842" y="2123"/>
                </a:cubicBezTo>
                <a:cubicBezTo>
                  <a:pt x="842" y="1782"/>
                  <a:pt x="842" y="1782"/>
                  <a:pt x="842" y="1782"/>
                </a:cubicBezTo>
                <a:cubicBezTo>
                  <a:pt x="842" y="1766"/>
                  <a:pt x="829" y="1753"/>
                  <a:pt x="813" y="1753"/>
                </a:cubicBezTo>
                <a:cubicBezTo>
                  <a:pt x="433" y="1753"/>
                  <a:pt x="433" y="1753"/>
                  <a:pt x="433" y="1753"/>
                </a:cubicBezTo>
                <a:cubicBezTo>
                  <a:pt x="433" y="1476"/>
                  <a:pt x="433" y="1476"/>
                  <a:pt x="433" y="1476"/>
                </a:cubicBezTo>
                <a:cubicBezTo>
                  <a:pt x="433" y="1460"/>
                  <a:pt x="420" y="1447"/>
                  <a:pt x="404" y="1447"/>
                </a:cubicBezTo>
                <a:cubicBezTo>
                  <a:pt x="388" y="1447"/>
                  <a:pt x="375" y="1460"/>
                  <a:pt x="375" y="1476"/>
                </a:cubicBezTo>
                <a:cubicBezTo>
                  <a:pt x="375" y="1782"/>
                  <a:pt x="375" y="1782"/>
                  <a:pt x="375" y="1782"/>
                </a:cubicBezTo>
                <a:cubicBezTo>
                  <a:pt x="375" y="1798"/>
                  <a:pt x="388" y="1811"/>
                  <a:pt x="404" y="1811"/>
                </a:cubicBezTo>
                <a:cubicBezTo>
                  <a:pt x="784" y="1811"/>
                  <a:pt x="784" y="1811"/>
                  <a:pt x="784" y="1811"/>
                </a:cubicBezTo>
                <a:cubicBezTo>
                  <a:pt x="784" y="2669"/>
                  <a:pt x="784" y="2669"/>
                  <a:pt x="784" y="2669"/>
                </a:cubicBezTo>
                <a:cubicBezTo>
                  <a:pt x="784" y="2685"/>
                  <a:pt x="797" y="2698"/>
                  <a:pt x="813" y="2698"/>
                </a:cubicBezTo>
                <a:cubicBezTo>
                  <a:pt x="829" y="2698"/>
                  <a:pt x="842" y="2685"/>
                  <a:pt x="842" y="2669"/>
                </a:cubicBezTo>
                <a:cubicBezTo>
                  <a:pt x="842" y="2181"/>
                  <a:pt x="842" y="2181"/>
                  <a:pt x="842" y="2181"/>
                </a:cubicBezTo>
                <a:cubicBezTo>
                  <a:pt x="1292" y="2181"/>
                  <a:pt x="1292" y="2181"/>
                  <a:pt x="1292" y="2181"/>
                </a:cubicBezTo>
                <a:cubicBezTo>
                  <a:pt x="1292" y="3036"/>
                  <a:pt x="1292" y="3036"/>
                  <a:pt x="1292" y="3036"/>
                </a:cubicBezTo>
                <a:cubicBezTo>
                  <a:pt x="921" y="3036"/>
                  <a:pt x="921" y="3036"/>
                  <a:pt x="921" y="3036"/>
                </a:cubicBezTo>
                <a:cubicBezTo>
                  <a:pt x="905" y="3036"/>
                  <a:pt x="892" y="3049"/>
                  <a:pt x="892" y="3065"/>
                </a:cubicBezTo>
                <a:cubicBezTo>
                  <a:pt x="892" y="3081"/>
                  <a:pt x="905" y="3094"/>
                  <a:pt x="921" y="3094"/>
                </a:cubicBezTo>
                <a:cubicBezTo>
                  <a:pt x="1321" y="3094"/>
                  <a:pt x="1321" y="3094"/>
                  <a:pt x="1321" y="3094"/>
                </a:cubicBezTo>
                <a:cubicBezTo>
                  <a:pt x="1722" y="3094"/>
                  <a:pt x="1722" y="3094"/>
                  <a:pt x="1722" y="3094"/>
                </a:cubicBezTo>
                <a:cubicBezTo>
                  <a:pt x="1738" y="3094"/>
                  <a:pt x="1751" y="3081"/>
                  <a:pt x="1751" y="3065"/>
                </a:cubicBezTo>
                <a:cubicBezTo>
                  <a:pt x="1751" y="3049"/>
                  <a:pt x="1738" y="3036"/>
                  <a:pt x="1722" y="3036"/>
                </a:cubicBezTo>
                <a:cubicBezTo>
                  <a:pt x="1350" y="3036"/>
                  <a:pt x="1350" y="3036"/>
                  <a:pt x="1350" y="3036"/>
                </a:cubicBezTo>
                <a:cubicBezTo>
                  <a:pt x="1350" y="2181"/>
                  <a:pt x="1350" y="2181"/>
                  <a:pt x="1350" y="2181"/>
                </a:cubicBezTo>
                <a:cubicBezTo>
                  <a:pt x="1800" y="2181"/>
                  <a:pt x="1800" y="2181"/>
                  <a:pt x="1800" y="2181"/>
                </a:cubicBezTo>
                <a:cubicBezTo>
                  <a:pt x="1800" y="2669"/>
                  <a:pt x="1800" y="2669"/>
                  <a:pt x="1800" y="2669"/>
                </a:cubicBezTo>
                <a:cubicBezTo>
                  <a:pt x="1800" y="2685"/>
                  <a:pt x="1813" y="2698"/>
                  <a:pt x="1829" y="2698"/>
                </a:cubicBezTo>
                <a:cubicBezTo>
                  <a:pt x="1845" y="2698"/>
                  <a:pt x="1858" y="2685"/>
                  <a:pt x="1858" y="2669"/>
                </a:cubicBezTo>
                <a:cubicBezTo>
                  <a:pt x="1858" y="1811"/>
                  <a:pt x="1858" y="1811"/>
                  <a:pt x="1858" y="1811"/>
                </a:cubicBezTo>
                <a:cubicBezTo>
                  <a:pt x="2239" y="1811"/>
                  <a:pt x="2239" y="1811"/>
                  <a:pt x="2239" y="1811"/>
                </a:cubicBezTo>
                <a:cubicBezTo>
                  <a:pt x="2254" y="1811"/>
                  <a:pt x="2267" y="1798"/>
                  <a:pt x="2267" y="1782"/>
                </a:cubicBezTo>
                <a:cubicBezTo>
                  <a:pt x="2267" y="1476"/>
                  <a:pt x="2267" y="1476"/>
                  <a:pt x="2267" y="1476"/>
                </a:cubicBezTo>
                <a:cubicBezTo>
                  <a:pt x="2267" y="1460"/>
                  <a:pt x="2254" y="1447"/>
                  <a:pt x="2239" y="1447"/>
                </a:cubicBezTo>
                <a:cubicBezTo>
                  <a:pt x="2223" y="1447"/>
                  <a:pt x="2210" y="1460"/>
                  <a:pt x="2210" y="1476"/>
                </a:cubicBezTo>
                <a:cubicBezTo>
                  <a:pt x="2210" y="1753"/>
                  <a:pt x="2210" y="1753"/>
                  <a:pt x="2210" y="1753"/>
                </a:cubicBezTo>
                <a:cubicBezTo>
                  <a:pt x="1829" y="1753"/>
                  <a:pt x="1829" y="1753"/>
                  <a:pt x="1829" y="1753"/>
                </a:cubicBezTo>
                <a:cubicBezTo>
                  <a:pt x="1813" y="1753"/>
                  <a:pt x="1800" y="1766"/>
                  <a:pt x="1800" y="1782"/>
                </a:cubicBezTo>
                <a:cubicBezTo>
                  <a:pt x="1800" y="2123"/>
                  <a:pt x="1800" y="2123"/>
                  <a:pt x="1800" y="2123"/>
                </a:cubicBezTo>
                <a:cubicBezTo>
                  <a:pt x="1350" y="2123"/>
                  <a:pt x="1350" y="2123"/>
                  <a:pt x="1350" y="2123"/>
                </a:cubicBezTo>
                <a:cubicBezTo>
                  <a:pt x="1350" y="1369"/>
                  <a:pt x="1350" y="1369"/>
                  <a:pt x="1350" y="1369"/>
                </a:cubicBezTo>
                <a:cubicBezTo>
                  <a:pt x="1870" y="1369"/>
                  <a:pt x="1870" y="1369"/>
                  <a:pt x="1870" y="1369"/>
                </a:cubicBezTo>
                <a:cubicBezTo>
                  <a:pt x="1886" y="1369"/>
                  <a:pt x="1899" y="1356"/>
                  <a:pt x="1899" y="1340"/>
                </a:cubicBezTo>
                <a:cubicBezTo>
                  <a:pt x="1899" y="1060"/>
                  <a:pt x="1899" y="1060"/>
                  <a:pt x="1899" y="1060"/>
                </a:cubicBezTo>
                <a:cubicBezTo>
                  <a:pt x="1899" y="1044"/>
                  <a:pt x="1886" y="1031"/>
                  <a:pt x="1870" y="1031"/>
                </a:cubicBezTo>
                <a:cubicBezTo>
                  <a:pt x="1854" y="1031"/>
                  <a:pt x="1841" y="1044"/>
                  <a:pt x="1841" y="1060"/>
                </a:cubicBezTo>
                <a:cubicBezTo>
                  <a:pt x="1841" y="1311"/>
                  <a:pt x="1841" y="1311"/>
                  <a:pt x="1841" y="1311"/>
                </a:cubicBezTo>
                <a:cubicBezTo>
                  <a:pt x="1350" y="1311"/>
                  <a:pt x="1350" y="1311"/>
                  <a:pt x="1350" y="1311"/>
                </a:cubicBezTo>
                <a:cubicBezTo>
                  <a:pt x="1350" y="660"/>
                  <a:pt x="1350" y="660"/>
                  <a:pt x="1350" y="660"/>
                </a:cubicBezTo>
                <a:cubicBezTo>
                  <a:pt x="1643" y="660"/>
                  <a:pt x="1643" y="660"/>
                  <a:pt x="1643" y="660"/>
                </a:cubicBezTo>
                <a:cubicBezTo>
                  <a:pt x="1659" y="660"/>
                  <a:pt x="1672" y="647"/>
                  <a:pt x="1672" y="631"/>
                </a:cubicBezTo>
                <a:cubicBezTo>
                  <a:pt x="1672" y="615"/>
                  <a:pt x="1659" y="602"/>
                  <a:pt x="1643" y="602"/>
                </a:cubicBezTo>
                <a:cubicBezTo>
                  <a:pt x="1350" y="602"/>
                  <a:pt x="1350" y="602"/>
                  <a:pt x="1350" y="602"/>
                </a:cubicBezTo>
                <a:cubicBezTo>
                  <a:pt x="1350" y="58"/>
                  <a:pt x="1350" y="58"/>
                  <a:pt x="1350" y="58"/>
                </a:cubicBezTo>
                <a:cubicBezTo>
                  <a:pt x="1799" y="58"/>
                  <a:pt x="1799" y="58"/>
                  <a:pt x="1799" y="58"/>
                </a:cubicBezTo>
                <a:cubicBezTo>
                  <a:pt x="1815" y="58"/>
                  <a:pt x="1828" y="45"/>
                  <a:pt x="1828" y="29"/>
                </a:cubicBezTo>
                <a:cubicBezTo>
                  <a:pt x="1828" y="13"/>
                  <a:pt x="1815" y="0"/>
                  <a:pt x="1799" y="0"/>
                </a:cubicBezTo>
              </a:path>
            </a:pathLst>
          </a:custGeom>
          <a:solidFill>
            <a:srgbClr val="B2B2B2">
              <a:alpha val="10000"/>
            </a:srgbClr>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12" name="TextBox 11">
            <a:extLst>
              <a:ext uri="{FF2B5EF4-FFF2-40B4-BE49-F238E27FC236}">
                <a16:creationId xmlns:a16="http://schemas.microsoft.com/office/drawing/2014/main" id="{2D286C11-828A-4F0B-B5E1-F318F95635E1}"/>
              </a:ext>
            </a:extLst>
          </p:cNvPr>
          <p:cNvSpPr txBox="1"/>
          <p:nvPr/>
        </p:nvSpPr>
        <p:spPr>
          <a:xfrm>
            <a:off x="546100" y="540000"/>
            <a:ext cx="671457" cy="621000"/>
          </a:xfrm>
          <a:custGeom>
            <a:avLst/>
            <a:gdLst/>
            <a:ahLst/>
            <a:cxnLst/>
            <a:rect l="l" t="t" r="r" b="b"/>
            <a:pathLst>
              <a:path w="444141" h="410766">
                <a:moveTo>
                  <a:pt x="278979" y="0"/>
                </a:moveTo>
                <a:lnTo>
                  <a:pt x="444141" y="0"/>
                </a:lnTo>
                <a:lnTo>
                  <a:pt x="444141" y="141201"/>
                </a:lnTo>
                <a:cubicBezTo>
                  <a:pt x="444141" y="217649"/>
                  <a:pt x="435298" y="272703"/>
                  <a:pt x="417612" y="306363"/>
                </a:cubicBezTo>
                <a:cubicBezTo>
                  <a:pt x="393080" y="352574"/>
                  <a:pt x="354856" y="387375"/>
                  <a:pt x="302940" y="410766"/>
                </a:cubicBezTo>
                <a:lnTo>
                  <a:pt x="265286" y="350007"/>
                </a:lnTo>
                <a:cubicBezTo>
                  <a:pt x="296094" y="337455"/>
                  <a:pt x="319057" y="317630"/>
                  <a:pt x="334175" y="290531"/>
                </a:cubicBezTo>
                <a:cubicBezTo>
                  <a:pt x="349294" y="263432"/>
                  <a:pt x="357709" y="226206"/>
                  <a:pt x="359420" y="178854"/>
                </a:cubicBezTo>
                <a:lnTo>
                  <a:pt x="278979" y="178854"/>
                </a:lnTo>
                <a:close/>
                <a:moveTo>
                  <a:pt x="13692" y="0"/>
                </a:moveTo>
                <a:lnTo>
                  <a:pt x="178854" y="0"/>
                </a:lnTo>
                <a:lnTo>
                  <a:pt x="178854" y="141201"/>
                </a:lnTo>
                <a:cubicBezTo>
                  <a:pt x="178854" y="217649"/>
                  <a:pt x="170012" y="272703"/>
                  <a:pt x="152326" y="306363"/>
                </a:cubicBezTo>
                <a:cubicBezTo>
                  <a:pt x="127794" y="352574"/>
                  <a:pt x="89570" y="387375"/>
                  <a:pt x="37654" y="410766"/>
                </a:cubicBezTo>
                <a:lnTo>
                  <a:pt x="0" y="350007"/>
                </a:lnTo>
                <a:cubicBezTo>
                  <a:pt x="30808" y="337455"/>
                  <a:pt x="53771" y="317630"/>
                  <a:pt x="68889" y="290531"/>
                </a:cubicBezTo>
                <a:cubicBezTo>
                  <a:pt x="84007" y="263432"/>
                  <a:pt x="92422" y="226206"/>
                  <a:pt x="94134" y="178854"/>
                </a:cubicBezTo>
                <a:lnTo>
                  <a:pt x="13692" y="178854"/>
                </a:lnTo>
                <a:close/>
              </a:path>
            </a:pathLst>
          </a:custGeom>
          <a:solidFill>
            <a:schemeClr val="accent2"/>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GB" sz="13800" dirty="0">
              <a:solidFill>
                <a:srgbClr val="B59E5F"/>
              </a:solidFill>
            </a:endParaRPr>
          </a:p>
        </p:txBody>
      </p:sp>
      <p:sp>
        <p:nvSpPr>
          <p:cNvPr id="10" name="Pladsholder til tekst 4">
            <a:extLst>
              <a:ext uri="{FF2B5EF4-FFF2-40B4-BE49-F238E27FC236}">
                <a16:creationId xmlns:a16="http://schemas.microsoft.com/office/drawing/2014/main" id="{4ADEA91C-0F29-4DA2-BC16-BC86BFD342DD}"/>
              </a:ext>
            </a:extLst>
          </p:cNvPr>
          <p:cNvSpPr>
            <a:spLocks noGrp="1"/>
          </p:cNvSpPr>
          <p:nvPr>
            <p:ph type="body" sz="quarter" idx="18" hasCustomPrompt="1"/>
          </p:nvPr>
        </p:nvSpPr>
        <p:spPr>
          <a:xfrm>
            <a:off x="539749" y="6102000"/>
            <a:ext cx="9213851" cy="619200"/>
          </a:xfrm>
          <a:prstGeom prst="rect">
            <a:avLst/>
          </a:prstGeom>
        </p:spPr>
        <p:txBody>
          <a:bodyPr anchor="ctr" anchorCtr="0">
            <a:noAutofit/>
          </a:bodyPr>
          <a:lstStyle>
            <a:lvl1pPr marL="144000" indent="-144000">
              <a:spcBef>
                <a:spcPts val="0"/>
              </a:spcBef>
              <a:buFont typeface="+mj-lt"/>
              <a:buAutoNum type="arabicPeriod"/>
              <a:defRPr sz="900" i="0">
                <a:solidFill>
                  <a:srgbClr val="B59E5F"/>
                </a:solidFill>
                <a:latin typeface="Times New Roman" panose="02020603050405020304" pitchFamily="18" charset="0"/>
                <a:cs typeface="Times New Roman" panose="02020603050405020304" pitchFamily="18" charset="0"/>
              </a:defRPr>
            </a:lvl1pPr>
            <a:lvl2pPr marL="457200" indent="0">
              <a:buNone/>
              <a:defRPr/>
            </a:lvl2pPr>
          </a:lstStyle>
          <a:p>
            <a:pPr lvl="0"/>
            <a:r>
              <a:rPr lang="en-GB" dirty="0"/>
              <a:t>Reference text</a:t>
            </a:r>
          </a:p>
        </p:txBody>
      </p:sp>
      <p:sp>
        <p:nvSpPr>
          <p:cNvPr id="11" name="Slide Number Placeholder 5">
            <a:extLst>
              <a:ext uri="{FF2B5EF4-FFF2-40B4-BE49-F238E27FC236}">
                <a16:creationId xmlns:a16="http://schemas.microsoft.com/office/drawing/2014/main" id="{DF8FFBA0-9BCF-4FDE-8EB5-7E1BFEB8987B}"/>
              </a:ext>
            </a:extLst>
          </p:cNvPr>
          <p:cNvSpPr>
            <a:spLocks noGrp="1"/>
          </p:cNvSpPr>
          <p:nvPr>
            <p:ph type="sldNum" sz="quarter" idx="4"/>
          </p:nvPr>
        </p:nvSpPr>
        <p:spPr>
          <a:xfrm>
            <a:off x="11326690" y="6434112"/>
            <a:ext cx="595310" cy="153888"/>
          </a:xfrm>
          <a:prstGeom prst="rect">
            <a:avLst/>
          </a:prstGeom>
        </p:spPr>
        <p:txBody>
          <a:bodyPr lIns="0" tIns="0" rIns="0" bIns="0" anchor="t" anchorCtr="0">
            <a:noAutofit/>
          </a:bodyPr>
          <a:lstStyle>
            <a:lvl1pPr algn="r">
              <a:defRPr sz="900">
                <a:solidFill>
                  <a:srgbClr val="3F1A01"/>
                </a:solidFill>
              </a:defRPr>
            </a:lvl1pPr>
          </a:lstStyle>
          <a:p>
            <a:fld id="{6DBC486D-4FAB-B746-8B02-8D7C842291C6}" type="slidenum">
              <a:rPr lang="en-US" smtClean="0"/>
              <a:pPr/>
              <a:t>‹#›</a:t>
            </a:fld>
            <a:endParaRPr lang="en-US" dirty="0"/>
          </a:p>
        </p:txBody>
      </p:sp>
    </p:spTree>
    <p:extLst>
      <p:ext uri="{BB962C8B-B14F-4D97-AF65-F5344CB8AC3E}">
        <p14:creationId xmlns:p14="http://schemas.microsoft.com/office/powerpoint/2010/main" val="2719671317"/>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7" name="Text Placeholder 23">
            <a:extLst>
              <a:ext uri="{FF2B5EF4-FFF2-40B4-BE49-F238E27FC236}">
                <a16:creationId xmlns:a16="http://schemas.microsoft.com/office/drawing/2014/main" id="{9F380D97-DAE4-4E3E-B133-3EBC8A64F5F6}"/>
              </a:ext>
            </a:extLst>
          </p:cNvPr>
          <p:cNvSpPr>
            <a:spLocks noGrp="1"/>
          </p:cNvSpPr>
          <p:nvPr>
            <p:ph type="body" sz="quarter" idx="17"/>
          </p:nvPr>
        </p:nvSpPr>
        <p:spPr>
          <a:xfrm>
            <a:off x="539749" y="539750"/>
            <a:ext cx="9213851" cy="266676"/>
          </a:xfrm>
          <a:prstGeom prst="rect">
            <a:avLst/>
          </a:prstGeom>
        </p:spPr>
        <p:txBody>
          <a:bodyPr wrap="square" lIns="0" tIns="0" rIns="0" bIns="0">
            <a:noAutofit/>
          </a:bodyPr>
          <a:lstStyle>
            <a:lvl1pPr marL="0" indent="0">
              <a:buNone/>
              <a:defRPr sz="1400">
                <a:solidFill>
                  <a:schemeClr val="accent2">
                    <a:lumMod val="50000"/>
                  </a:schemeClr>
                </a:solidFill>
                <a:latin typeface="Times New Roman" panose="02020603050405020304" pitchFamily="18" charset="0"/>
                <a:cs typeface="Times New Roman" panose="02020603050405020304" pitchFamily="18" charset="0"/>
              </a:defRPr>
            </a:lvl1pPr>
          </a:lstStyle>
          <a:p>
            <a:pPr lvl="0"/>
            <a:r>
              <a:rPr lang="en-US"/>
              <a:t>Click to edit Master text styles</a:t>
            </a:r>
          </a:p>
        </p:txBody>
      </p:sp>
      <p:sp>
        <p:nvSpPr>
          <p:cNvPr id="11" name="Title Placeholder 1">
            <a:extLst>
              <a:ext uri="{FF2B5EF4-FFF2-40B4-BE49-F238E27FC236}">
                <a16:creationId xmlns:a16="http://schemas.microsoft.com/office/drawing/2014/main" id="{EF3772DB-6000-4985-8EBA-51858DFE2832}"/>
              </a:ext>
            </a:extLst>
          </p:cNvPr>
          <p:cNvSpPr>
            <a:spLocks noGrp="1"/>
          </p:cNvSpPr>
          <p:nvPr>
            <p:ph type="title"/>
          </p:nvPr>
        </p:nvSpPr>
        <p:spPr>
          <a:xfrm>
            <a:off x="539749" y="814386"/>
            <a:ext cx="9213851" cy="332399"/>
          </a:xfrm>
          <a:prstGeom prst="rect">
            <a:avLst/>
          </a:prstGeom>
        </p:spPr>
        <p:txBody>
          <a:bodyPr vert="horz" lIns="0" tIns="0" rIns="0" bIns="0" rtlCol="0" anchor="b" anchorCtr="0">
            <a:noAutofit/>
          </a:bodyPr>
          <a:lstStyle>
            <a:lvl1pPr>
              <a:defRPr>
                <a:solidFill>
                  <a:srgbClr val="3F1A01"/>
                </a:solidFill>
              </a:defRPr>
            </a:lvl1pPr>
          </a:lstStyle>
          <a:p>
            <a:r>
              <a:rPr lang="en-US"/>
              <a:t>Click to edit Master title style</a:t>
            </a:r>
            <a:endParaRPr lang="en-GB" dirty="0"/>
          </a:p>
        </p:txBody>
      </p:sp>
      <p:sp>
        <p:nvSpPr>
          <p:cNvPr id="9" name="Pladsholder til tekst 4">
            <a:extLst>
              <a:ext uri="{FF2B5EF4-FFF2-40B4-BE49-F238E27FC236}">
                <a16:creationId xmlns:a16="http://schemas.microsoft.com/office/drawing/2014/main" id="{EB9918F4-186C-4F1E-9988-CE4FE67D853D}"/>
              </a:ext>
            </a:extLst>
          </p:cNvPr>
          <p:cNvSpPr>
            <a:spLocks noGrp="1"/>
          </p:cNvSpPr>
          <p:nvPr>
            <p:ph type="body" sz="quarter" idx="18" hasCustomPrompt="1"/>
          </p:nvPr>
        </p:nvSpPr>
        <p:spPr>
          <a:xfrm>
            <a:off x="539749" y="6102000"/>
            <a:ext cx="9213851" cy="619200"/>
          </a:xfrm>
          <a:prstGeom prst="rect">
            <a:avLst/>
          </a:prstGeom>
        </p:spPr>
        <p:txBody>
          <a:bodyPr anchor="b" anchorCtr="0">
            <a:noAutofit/>
          </a:bodyPr>
          <a:lstStyle>
            <a:lvl1pPr marL="0" indent="0">
              <a:spcBef>
                <a:spcPts val="0"/>
              </a:spcBef>
              <a:buFont typeface="+mj-lt"/>
              <a:buNone/>
              <a:defRPr sz="950" i="0">
                <a:solidFill>
                  <a:schemeClr val="accent2">
                    <a:lumMod val="50000"/>
                  </a:schemeClr>
                </a:solidFill>
                <a:latin typeface="Times New Roman" panose="02020603050405020304" pitchFamily="18" charset="0"/>
                <a:cs typeface="Times New Roman" panose="02020603050405020304" pitchFamily="18" charset="0"/>
              </a:defRPr>
            </a:lvl1pPr>
            <a:lvl2pPr marL="457200" indent="0">
              <a:buNone/>
              <a:defRPr/>
            </a:lvl2pPr>
          </a:lstStyle>
          <a:p>
            <a:pPr lvl="0"/>
            <a:r>
              <a:rPr lang="en-GB" dirty="0"/>
              <a:t>Reference text</a:t>
            </a:r>
          </a:p>
        </p:txBody>
      </p:sp>
      <p:sp>
        <p:nvSpPr>
          <p:cNvPr id="6" name="Slide Number Placeholder 5">
            <a:extLst>
              <a:ext uri="{FF2B5EF4-FFF2-40B4-BE49-F238E27FC236}">
                <a16:creationId xmlns:a16="http://schemas.microsoft.com/office/drawing/2014/main" id="{EA66928B-E5D4-4FB2-B7C6-A2880BA21980}"/>
              </a:ext>
            </a:extLst>
          </p:cNvPr>
          <p:cNvSpPr>
            <a:spLocks noGrp="1"/>
          </p:cNvSpPr>
          <p:nvPr>
            <p:ph type="sldNum" sz="quarter" idx="4"/>
          </p:nvPr>
        </p:nvSpPr>
        <p:spPr>
          <a:xfrm>
            <a:off x="11326690" y="6434112"/>
            <a:ext cx="595310" cy="153888"/>
          </a:xfrm>
          <a:prstGeom prst="rect">
            <a:avLst/>
          </a:prstGeom>
        </p:spPr>
        <p:txBody>
          <a:bodyPr lIns="0" tIns="0" rIns="0" bIns="0" anchor="t" anchorCtr="0">
            <a:noAutofit/>
          </a:bodyPr>
          <a:lstStyle>
            <a:lvl1pPr algn="r">
              <a:defRPr sz="900">
                <a:solidFill>
                  <a:srgbClr val="3F1A01"/>
                </a:solidFill>
              </a:defRPr>
            </a:lvl1pPr>
          </a:lstStyle>
          <a:p>
            <a:fld id="{6DBC486D-4FAB-B746-8B02-8D7C842291C6}" type="slidenum">
              <a:rPr lang="en-US" smtClean="0"/>
              <a:pPr/>
              <a:t>‹#›</a:t>
            </a:fld>
            <a:endParaRPr lang="en-US" dirty="0"/>
          </a:p>
        </p:txBody>
      </p:sp>
    </p:spTree>
    <p:extLst>
      <p:ext uri="{BB962C8B-B14F-4D97-AF65-F5344CB8AC3E}">
        <p14:creationId xmlns:p14="http://schemas.microsoft.com/office/powerpoint/2010/main" val="3205592119"/>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97200634-BE12-408B-B3E1-ADF3BFE2B1D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210663" y="524930"/>
            <a:ext cx="1440000" cy="281496"/>
          </a:xfrm>
          <a:prstGeom prst="rect">
            <a:avLst/>
          </a:prstGeom>
        </p:spPr>
      </p:pic>
      <p:sp>
        <p:nvSpPr>
          <p:cNvPr id="6" name="Slide Number Placeholder 5">
            <a:extLst>
              <a:ext uri="{FF2B5EF4-FFF2-40B4-BE49-F238E27FC236}">
                <a16:creationId xmlns:a16="http://schemas.microsoft.com/office/drawing/2014/main" id="{8A463EA2-0B07-4BBE-B465-49B379782DA1}"/>
              </a:ext>
            </a:extLst>
          </p:cNvPr>
          <p:cNvSpPr>
            <a:spLocks noGrp="1"/>
          </p:cNvSpPr>
          <p:nvPr>
            <p:ph type="sldNum" sz="quarter" idx="4"/>
          </p:nvPr>
        </p:nvSpPr>
        <p:spPr>
          <a:xfrm>
            <a:off x="11326690" y="6434112"/>
            <a:ext cx="595310" cy="153888"/>
          </a:xfrm>
          <a:prstGeom prst="rect">
            <a:avLst/>
          </a:prstGeom>
        </p:spPr>
        <p:txBody>
          <a:bodyPr lIns="0" tIns="0" rIns="0" bIns="0" anchor="t" anchorCtr="0">
            <a:noAutofit/>
          </a:bodyPr>
          <a:lstStyle>
            <a:lvl1pPr algn="r">
              <a:defRPr sz="900">
                <a:solidFill>
                  <a:srgbClr val="3F1A01"/>
                </a:solidFill>
              </a:defRPr>
            </a:lvl1pPr>
          </a:lstStyle>
          <a:p>
            <a:fld id="{6DBC486D-4FAB-B746-8B02-8D7C842291C6}" type="slidenum">
              <a:rPr lang="en-US" smtClean="0"/>
              <a:pPr/>
              <a:t>‹#›</a:t>
            </a:fld>
            <a:endParaRPr lang="en-US" dirty="0"/>
          </a:p>
        </p:txBody>
      </p:sp>
    </p:spTree>
    <p:extLst>
      <p:ext uri="{BB962C8B-B14F-4D97-AF65-F5344CB8AC3E}">
        <p14:creationId xmlns:p14="http://schemas.microsoft.com/office/powerpoint/2010/main" val="3336109867"/>
      </p:ext>
    </p:extLst>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ection Header - Dark Grey">
    <p:bg>
      <p:bgPr>
        <a:solidFill>
          <a:srgbClr val="717171"/>
        </a:solidFill>
        <a:effectLst/>
      </p:bgPr>
    </p:bg>
    <p:spTree>
      <p:nvGrpSpPr>
        <p:cNvPr id="1" name=""/>
        <p:cNvGrpSpPr/>
        <p:nvPr/>
      </p:nvGrpSpPr>
      <p:grpSpPr>
        <a:xfrm>
          <a:off x="0" y="0"/>
          <a:ext cx="0" cy="0"/>
          <a:chOff x="0" y="0"/>
          <a:chExt cx="0" cy="0"/>
        </a:xfrm>
      </p:grpSpPr>
      <p:sp>
        <p:nvSpPr>
          <p:cNvPr id="8" name="ColoredBackground">
            <a:extLst>
              <a:ext uri="{FF2B5EF4-FFF2-40B4-BE49-F238E27FC236}">
                <a16:creationId xmlns:a16="http://schemas.microsoft.com/office/drawing/2014/main" id="{1FFDC5C2-3165-4D61-99DD-D9666F0EA897}"/>
              </a:ext>
            </a:extLst>
          </p:cNvPr>
          <p:cNvSpPr/>
          <p:nvPr/>
        </p:nvSpPr>
        <p:spPr>
          <a:xfrm>
            <a:off x="0" y="-1"/>
            <a:ext cx="12192000" cy="6858000"/>
          </a:xfrm>
          <a:prstGeom prst="rect">
            <a:avLst/>
          </a:prstGeom>
          <a:solidFill>
            <a:srgbClr val="7171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6" name="Noise" descr="Shape&#10;&#10;Description automatically generated with medium confidence">
            <a:extLst>
              <a:ext uri="{FF2B5EF4-FFF2-40B4-BE49-F238E27FC236}">
                <a16:creationId xmlns:a16="http://schemas.microsoft.com/office/drawing/2014/main" id="{CE9D16BA-266C-4197-8301-D366A7B298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8464564-6547-498D-A220-7B346E5B1408}"/>
              </a:ext>
            </a:extLst>
          </p:cNvPr>
          <p:cNvSpPr>
            <a:spLocks noGrp="1"/>
          </p:cNvSpPr>
          <p:nvPr>
            <p:ph type="title"/>
          </p:nvPr>
        </p:nvSpPr>
        <p:spPr>
          <a:xfrm>
            <a:off x="1219200" y="546100"/>
            <a:ext cx="6642100" cy="2105818"/>
          </a:xfrm>
        </p:spPr>
        <p:txBody>
          <a:bodyPr anchor="b"/>
          <a:lstStyle>
            <a:lvl1pPr>
              <a:defRPr sz="4000">
                <a:solidFill>
                  <a:srgbClr val="3F1A01"/>
                </a:solidFill>
              </a:defRPr>
            </a:lvl1p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1592638D-BCB6-4F07-9847-FBAA9B3609B5}"/>
              </a:ext>
            </a:extLst>
          </p:cNvPr>
          <p:cNvSpPr>
            <a:spLocks noGrp="1"/>
          </p:cNvSpPr>
          <p:nvPr>
            <p:ph type="body" idx="1"/>
          </p:nvPr>
        </p:nvSpPr>
        <p:spPr>
          <a:xfrm>
            <a:off x="1219200" y="2678906"/>
            <a:ext cx="6642100" cy="1500187"/>
          </a:xfrm>
          <a:prstGeom prst="rect">
            <a:avLst/>
          </a:prstGeom>
        </p:spPr>
        <p:txBody>
          <a:bodyPr/>
          <a:lstStyle>
            <a:lvl1pPr marL="0" indent="0">
              <a:buNone/>
              <a:defRPr sz="2400">
                <a:solidFill>
                  <a:srgbClr val="B2B2B2"/>
                </a:solidFill>
                <a:latin typeface="Times New Roman" panose="02020603050405020304" pitchFamily="18" charset="0"/>
                <a:cs typeface="Times New Roman" panose="02020603050405020304" pitchFamily="18"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 name="Grafik">
            <a:extLst>
              <a:ext uri="{FF2B5EF4-FFF2-40B4-BE49-F238E27FC236}">
                <a16:creationId xmlns:a16="http://schemas.microsoft.com/office/drawing/2014/main" id="{F99A5728-0C52-43BA-9A39-F36DCDDF47DF}"/>
              </a:ext>
            </a:extLst>
          </p:cNvPr>
          <p:cNvSpPr>
            <a:spLocks noEditPoints="1"/>
          </p:cNvSpPr>
          <p:nvPr/>
        </p:nvSpPr>
        <p:spPr bwMode="auto">
          <a:xfrm rot="5400000">
            <a:off x="7458075" y="-2243138"/>
            <a:ext cx="8385175" cy="9817101"/>
          </a:xfrm>
          <a:custGeom>
            <a:avLst/>
            <a:gdLst>
              <a:gd name="T0" fmla="*/ 276 w 2642"/>
              <a:gd name="T1" fmla="*/ 2871 h 3094"/>
              <a:gd name="T2" fmla="*/ 588 w 2642"/>
              <a:gd name="T3" fmla="*/ 2871 h 3094"/>
              <a:gd name="T4" fmla="*/ 2083 w 2642"/>
              <a:gd name="T5" fmla="*/ 2843 h 3094"/>
              <a:gd name="T6" fmla="*/ 2338 w 2642"/>
              <a:gd name="T7" fmla="*/ 2900 h 3094"/>
              <a:gd name="T8" fmla="*/ 29 w 2642"/>
              <a:gd name="T9" fmla="*/ 1219 h 3094"/>
              <a:gd name="T10" fmla="*/ 29 w 2642"/>
              <a:gd name="T11" fmla="*/ 2444 h 3094"/>
              <a:gd name="T12" fmla="*/ 559 w 2642"/>
              <a:gd name="T13" fmla="*/ 2386 h 3094"/>
              <a:gd name="T14" fmla="*/ 29 w 2642"/>
              <a:gd name="T15" fmla="*/ 1219 h 3094"/>
              <a:gd name="T16" fmla="*/ 2584 w 2642"/>
              <a:gd name="T17" fmla="*/ 2386 h 3094"/>
              <a:gd name="T18" fmla="*/ 2083 w 2642"/>
              <a:gd name="T19" fmla="*/ 2444 h 3094"/>
              <a:gd name="T20" fmla="*/ 2642 w 2642"/>
              <a:gd name="T21" fmla="*/ 1248 h 3094"/>
              <a:gd name="T22" fmla="*/ 210 w 2642"/>
              <a:gd name="T23" fmla="*/ 292 h 3094"/>
              <a:gd name="T24" fmla="*/ 210 w 2642"/>
              <a:gd name="T25" fmla="*/ 970 h 3094"/>
              <a:gd name="T26" fmla="*/ 559 w 2642"/>
              <a:gd name="T27" fmla="*/ 912 h 3094"/>
              <a:gd name="T28" fmla="*/ 658 w 2642"/>
              <a:gd name="T29" fmla="*/ 350 h 3094"/>
              <a:gd name="T30" fmla="*/ 2432 w 2642"/>
              <a:gd name="T31" fmla="*/ 292 h 3094"/>
              <a:gd name="T32" fmla="*/ 1984 w 2642"/>
              <a:gd name="T33" fmla="*/ 350 h 3094"/>
              <a:gd name="T34" fmla="*/ 2083 w 2642"/>
              <a:gd name="T35" fmla="*/ 912 h 3094"/>
              <a:gd name="T36" fmla="*/ 2432 w 2642"/>
              <a:gd name="T37" fmla="*/ 970 h 3094"/>
              <a:gd name="T38" fmla="*/ 2432 w 2642"/>
              <a:gd name="T39" fmla="*/ 292 h 3094"/>
              <a:gd name="T40" fmla="*/ 814 w 2642"/>
              <a:gd name="T41" fmla="*/ 29 h 3094"/>
              <a:gd name="T42" fmla="*/ 1292 w 2642"/>
              <a:gd name="T43" fmla="*/ 602 h 3094"/>
              <a:gd name="T44" fmla="*/ 989 w 2642"/>
              <a:gd name="T45" fmla="*/ 660 h 3094"/>
              <a:gd name="T46" fmla="*/ 801 w 2642"/>
              <a:gd name="T47" fmla="*/ 1311 h 3094"/>
              <a:gd name="T48" fmla="*/ 743 w 2642"/>
              <a:gd name="T49" fmla="*/ 1060 h 3094"/>
              <a:gd name="T50" fmla="*/ 1292 w 2642"/>
              <a:gd name="T51" fmla="*/ 1369 h 3094"/>
              <a:gd name="T52" fmla="*/ 842 w 2642"/>
              <a:gd name="T53" fmla="*/ 1782 h 3094"/>
              <a:gd name="T54" fmla="*/ 433 w 2642"/>
              <a:gd name="T55" fmla="*/ 1476 h 3094"/>
              <a:gd name="T56" fmla="*/ 375 w 2642"/>
              <a:gd name="T57" fmla="*/ 1782 h 3094"/>
              <a:gd name="T58" fmla="*/ 784 w 2642"/>
              <a:gd name="T59" fmla="*/ 2669 h 3094"/>
              <a:gd name="T60" fmla="*/ 842 w 2642"/>
              <a:gd name="T61" fmla="*/ 2181 h 3094"/>
              <a:gd name="T62" fmla="*/ 921 w 2642"/>
              <a:gd name="T63" fmla="*/ 3036 h 3094"/>
              <a:gd name="T64" fmla="*/ 1321 w 2642"/>
              <a:gd name="T65" fmla="*/ 3094 h 3094"/>
              <a:gd name="T66" fmla="*/ 1722 w 2642"/>
              <a:gd name="T67" fmla="*/ 3036 h 3094"/>
              <a:gd name="T68" fmla="*/ 1800 w 2642"/>
              <a:gd name="T69" fmla="*/ 2181 h 3094"/>
              <a:gd name="T70" fmla="*/ 1858 w 2642"/>
              <a:gd name="T71" fmla="*/ 2669 h 3094"/>
              <a:gd name="T72" fmla="*/ 2267 w 2642"/>
              <a:gd name="T73" fmla="*/ 1782 h 3094"/>
              <a:gd name="T74" fmla="*/ 2210 w 2642"/>
              <a:gd name="T75" fmla="*/ 1476 h 3094"/>
              <a:gd name="T76" fmla="*/ 1800 w 2642"/>
              <a:gd name="T77" fmla="*/ 1782 h 3094"/>
              <a:gd name="T78" fmla="*/ 1350 w 2642"/>
              <a:gd name="T79" fmla="*/ 1369 h 3094"/>
              <a:gd name="T80" fmla="*/ 1899 w 2642"/>
              <a:gd name="T81" fmla="*/ 1060 h 3094"/>
              <a:gd name="T82" fmla="*/ 1841 w 2642"/>
              <a:gd name="T83" fmla="*/ 1311 h 3094"/>
              <a:gd name="T84" fmla="*/ 1643 w 2642"/>
              <a:gd name="T85" fmla="*/ 660 h 3094"/>
              <a:gd name="T86" fmla="*/ 1350 w 2642"/>
              <a:gd name="T87" fmla="*/ 602 h 3094"/>
              <a:gd name="T88" fmla="*/ 1828 w 2642"/>
              <a:gd name="T89" fmla="*/ 29 h 30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642" h="3094">
                <a:moveTo>
                  <a:pt x="559" y="2843"/>
                </a:moveTo>
                <a:cubicBezTo>
                  <a:pt x="305" y="2843"/>
                  <a:pt x="305" y="2843"/>
                  <a:pt x="305" y="2843"/>
                </a:cubicBezTo>
                <a:cubicBezTo>
                  <a:pt x="289" y="2843"/>
                  <a:pt x="276" y="2856"/>
                  <a:pt x="276" y="2871"/>
                </a:cubicBezTo>
                <a:cubicBezTo>
                  <a:pt x="276" y="2887"/>
                  <a:pt x="289" y="2900"/>
                  <a:pt x="305" y="2900"/>
                </a:cubicBezTo>
                <a:cubicBezTo>
                  <a:pt x="559" y="2900"/>
                  <a:pt x="559" y="2900"/>
                  <a:pt x="559" y="2900"/>
                </a:cubicBezTo>
                <a:cubicBezTo>
                  <a:pt x="575" y="2900"/>
                  <a:pt x="588" y="2887"/>
                  <a:pt x="588" y="2871"/>
                </a:cubicBezTo>
                <a:cubicBezTo>
                  <a:pt x="588" y="2856"/>
                  <a:pt x="575" y="2843"/>
                  <a:pt x="559" y="2843"/>
                </a:cubicBezTo>
                <a:moveTo>
                  <a:pt x="2338" y="2843"/>
                </a:moveTo>
                <a:cubicBezTo>
                  <a:pt x="2083" y="2843"/>
                  <a:pt x="2083" y="2843"/>
                  <a:pt x="2083" y="2843"/>
                </a:cubicBezTo>
                <a:cubicBezTo>
                  <a:pt x="2068" y="2843"/>
                  <a:pt x="2055" y="2856"/>
                  <a:pt x="2055" y="2871"/>
                </a:cubicBezTo>
                <a:cubicBezTo>
                  <a:pt x="2055" y="2887"/>
                  <a:pt x="2068" y="2900"/>
                  <a:pt x="2083" y="2900"/>
                </a:cubicBezTo>
                <a:cubicBezTo>
                  <a:pt x="2338" y="2900"/>
                  <a:pt x="2338" y="2900"/>
                  <a:pt x="2338" y="2900"/>
                </a:cubicBezTo>
                <a:cubicBezTo>
                  <a:pt x="2354" y="2900"/>
                  <a:pt x="2366" y="2887"/>
                  <a:pt x="2366" y="2871"/>
                </a:cubicBezTo>
                <a:cubicBezTo>
                  <a:pt x="2366" y="2856"/>
                  <a:pt x="2354" y="2843"/>
                  <a:pt x="2338" y="2843"/>
                </a:cubicBezTo>
                <a:moveTo>
                  <a:pt x="29" y="1219"/>
                </a:moveTo>
                <a:cubicBezTo>
                  <a:pt x="13" y="1219"/>
                  <a:pt x="0" y="1232"/>
                  <a:pt x="0" y="1248"/>
                </a:cubicBezTo>
                <a:cubicBezTo>
                  <a:pt x="0" y="2415"/>
                  <a:pt x="0" y="2415"/>
                  <a:pt x="0" y="2415"/>
                </a:cubicBezTo>
                <a:cubicBezTo>
                  <a:pt x="0" y="2431"/>
                  <a:pt x="13" y="2444"/>
                  <a:pt x="29" y="2444"/>
                </a:cubicBezTo>
                <a:cubicBezTo>
                  <a:pt x="559" y="2444"/>
                  <a:pt x="559" y="2444"/>
                  <a:pt x="559" y="2444"/>
                </a:cubicBezTo>
                <a:cubicBezTo>
                  <a:pt x="575" y="2444"/>
                  <a:pt x="588" y="2431"/>
                  <a:pt x="588" y="2415"/>
                </a:cubicBezTo>
                <a:cubicBezTo>
                  <a:pt x="588" y="2399"/>
                  <a:pt x="575" y="2386"/>
                  <a:pt x="559" y="2386"/>
                </a:cubicBezTo>
                <a:cubicBezTo>
                  <a:pt x="58" y="2386"/>
                  <a:pt x="58" y="2386"/>
                  <a:pt x="58" y="2386"/>
                </a:cubicBezTo>
                <a:cubicBezTo>
                  <a:pt x="58" y="1248"/>
                  <a:pt x="58" y="1248"/>
                  <a:pt x="58" y="1248"/>
                </a:cubicBezTo>
                <a:cubicBezTo>
                  <a:pt x="58" y="1232"/>
                  <a:pt x="45" y="1219"/>
                  <a:pt x="29" y="1219"/>
                </a:cubicBezTo>
                <a:moveTo>
                  <a:pt x="2613" y="1219"/>
                </a:moveTo>
                <a:cubicBezTo>
                  <a:pt x="2597" y="1219"/>
                  <a:pt x="2584" y="1232"/>
                  <a:pt x="2584" y="1248"/>
                </a:cubicBezTo>
                <a:cubicBezTo>
                  <a:pt x="2584" y="2386"/>
                  <a:pt x="2584" y="2386"/>
                  <a:pt x="2584" y="2386"/>
                </a:cubicBezTo>
                <a:cubicBezTo>
                  <a:pt x="2083" y="2386"/>
                  <a:pt x="2083" y="2386"/>
                  <a:pt x="2083" y="2386"/>
                </a:cubicBezTo>
                <a:cubicBezTo>
                  <a:pt x="2067" y="2386"/>
                  <a:pt x="2055" y="2399"/>
                  <a:pt x="2055" y="2415"/>
                </a:cubicBezTo>
                <a:cubicBezTo>
                  <a:pt x="2055" y="2431"/>
                  <a:pt x="2067" y="2444"/>
                  <a:pt x="2083" y="2444"/>
                </a:cubicBezTo>
                <a:cubicBezTo>
                  <a:pt x="2613" y="2444"/>
                  <a:pt x="2613" y="2444"/>
                  <a:pt x="2613" y="2444"/>
                </a:cubicBezTo>
                <a:cubicBezTo>
                  <a:pt x="2629" y="2444"/>
                  <a:pt x="2642" y="2431"/>
                  <a:pt x="2642" y="2415"/>
                </a:cubicBezTo>
                <a:cubicBezTo>
                  <a:pt x="2642" y="1248"/>
                  <a:pt x="2642" y="1248"/>
                  <a:pt x="2642" y="1248"/>
                </a:cubicBezTo>
                <a:cubicBezTo>
                  <a:pt x="2642" y="1232"/>
                  <a:pt x="2629" y="1219"/>
                  <a:pt x="2613" y="1219"/>
                </a:cubicBezTo>
                <a:moveTo>
                  <a:pt x="658" y="292"/>
                </a:moveTo>
                <a:cubicBezTo>
                  <a:pt x="210" y="292"/>
                  <a:pt x="210" y="292"/>
                  <a:pt x="210" y="292"/>
                </a:cubicBezTo>
                <a:cubicBezTo>
                  <a:pt x="194" y="292"/>
                  <a:pt x="181" y="305"/>
                  <a:pt x="181" y="321"/>
                </a:cubicBezTo>
                <a:cubicBezTo>
                  <a:pt x="181" y="941"/>
                  <a:pt x="181" y="941"/>
                  <a:pt x="181" y="941"/>
                </a:cubicBezTo>
                <a:cubicBezTo>
                  <a:pt x="181" y="957"/>
                  <a:pt x="194" y="970"/>
                  <a:pt x="210" y="970"/>
                </a:cubicBezTo>
                <a:cubicBezTo>
                  <a:pt x="559" y="970"/>
                  <a:pt x="559" y="970"/>
                  <a:pt x="559" y="970"/>
                </a:cubicBezTo>
                <a:cubicBezTo>
                  <a:pt x="575" y="970"/>
                  <a:pt x="588" y="957"/>
                  <a:pt x="588" y="941"/>
                </a:cubicBezTo>
                <a:cubicBezTo>
                  <a:pt x="588" y="925"/>
                  <a:pt x="575" y="912"/>
                  <a:pt x="559" y="912"/>
                </a:cubicBezTo>
                <a:cubicBezTo>
                  <a:pt x="239" y="912"/>
                  <a:pt x="239" y="912"/>
                  <a:pt x="239" y="912"/>
                </a:cubicBezTo>
                <a:cubicBezTo>
                  <a:pt x="239" y="350"/>
                  <a:pt x="239" y="350"/>
                  <a:pt x="239" y="350"/>
                </a:cubicBezTo>
                <a:cubicBezTo>
                  <a:pt x="658" y="350"/>
                  <a:pt x="658" y="350"/>
                  <a:pt x="658" y="350"/>
                </a:cubicBezTo>
                <a:cubicBezTo>
                  <a:pt x="674" y="350"/>
                  <a:pt x="687" y="337"/>
                  <a:pt x="687" y="321"/>
                </a:cubicBezTo>
                <a:cubicBezTo>
                  <a:pt x="687" y="305"/>
                  <a:pt x="674" y="292"/>
                  <a:pt x="658" y="292"/>
                </a:cubicBezTo>
                <a:moveTo>
                  <a:pt x="2432" y="292"/>
                </a:moveTo>
                <a:cubicBezTo>
                  <a:pt x="1984" y="292"/>
                  <a:pt x="1984" y="292"/>
                  <a:pt x="1984" y="292"/>
                </a:cubicBezTo>
                <a:cubicBezTo>
                  <a:pt x="1968" y="292"/>
                  <a:pt x="1955" y="305"/>
                  <a:pt x="1955" y="321"/>
                </a:cubicBezTo>
                <a:cubicBezTo>
                  <a:pt x="1955" y="337"/>
                  <a:pt x="1968" y="350"/>
                  <a:pt x="1984" y="350"/>
                </a:cubicBezTo>
                <a:cubicBezTo>
                  <a:pt x="2403" y="350"/>
                  <a:pt x="2403" y="350"/>
                  <a:pt x="2403" y="350"/>
                </a:cubicBezTo>
                <a:cubicBezTo>
                  <a:pt x="2403" y="912"/>
                  <a:pt x="2403" y="912"/>
                  <a:pt x="2403" y="912"/>
                </a:cubicBezTo>
                <a:cubicBezTo>
                  <a:pt x="2083" y="912"/>
                  <a:pt x="2083" y="912"/>
                  <a:pt x="2083" y="912"/>
                </a:cubicBezTo>
                <a:cubicBezTo>
                  <a:pt x="2068" y="912"/>
                  <a:pt x="2055" y="925"/>
                  <a:pt x="2055" y="941"/>
                </a:cubicBezTo>
                <a:cubicBezTo>
                  <a:pt x="2055" y="957"/>
                  <a:pt x="2068" y="970"/>
                  <a:pt x="2083" y="970"/>
                </a:cubicBezTo>
                <a:cubicBezTo>
                  <a:pt x="2432" y="970"/>
                  <a:pt x="2432" y="970"/>
                  <a:pt x="2432" y="970"/>
                </a:cubicBezTo>
                <a:cubicBezTo>
                  <a:pt x="2448" y="970"/>
                  <a:pt x="2461" y="957"/>
                  <a:pt x="2461" y="941"/>
                </a:cubicBezTo>
                <a:cubicBezTo>
                  <a:pt x="2461" y="321"/>
                  <a:pt x="2461" y="321"/>
                  <a:pt x="2461" y="321"/>
                </a:cubicBezTo>
                <a:cubicBezTo>
                  <a:pt x="2461" y="305"/>
                  <a:pt x="2448" y="292"/>
                  <a:pt x="2432" y="292"/>
                </a:cubicBezTo>
                <a:moveTo>
                  <a:pt x="1799" y="0"/>
                </a:moveTo>
                <a:cubicBezTo>
                  <a:pt x="843" y="0"/>
                  <a:pt x="843" y="0"/>
                  <a:pt x="843" y="0"/>
                </a:cubicBezTo>
                <a:cubicBezTo>
                  <a:pt x="827" y="0"/>
                  <a:pt x="814" y="13"/>
                  <a:pt x="814" y="29"/>
                </a:cubicBezTo>
                <a:cubicBezTo>
                  <a:pt x="814" y="45"/>
                  <a:pt x="827" y="58"/>
                  <a:pt x="843" y="58"/>
                </a:cubicBezTo>
                <a:cubicBezTo>
                  <a:pt x="1292" y="58"/>
                  <a:pt x="1292" y="58"/>
                  <a:pt x="1292" y="58"/>
                </a:cubicBezTo>
                <a:cubicBezTo>
                  <a:pt x="1292" y="602"/>
                  <a:pt x="1292" y="602"/>
                  <a:pt x="1292" y="602"/>
                </a:cubicBezTo>
                <a:cubicBezTo>
                  <a:pt x="989" y="602"/>
                  <a:pt x="989" y="602"/>
                  <a:pt x="989" y="602"/>
                </a:cubicBezTo>
                <a:cubicBezTo>
                  <a:pt x="973" y="602"/>
                  <a:pt x="960" y="615"/>
                  <a:pt x="960" y="631"/>
                </a:cubicBezTo>
                <a:cubicBezTo>
                  <a:pt x="960" y="647"/>
                  <a:pt x="973" y="660"/>
                  <a:pt x="989" y="660"/>
                </a:cubicBezTo>
                <a:cubicBezTo>
                  <a:pt x="1292" y="660"/>
                  <a:pt x="1292" y="660"/>
                  <a:pt x="1292" y="660"/>
                </a:cubicBezTo>
                <a:cubicBezTo>
                  <a:pt x="1292" y="1311"/>
                  <a:pt x="1292" y="1311"/>
                  <a:pt x="1292" y="1311"/>
                </a:cubicBezTo>
                <a:cubicBezTo>
                  <a:pt x="801" y="1311"/>
                  <a:pt x="801" y="1311"/>
                  <a:pt x="801" y="1311"/>
                </a:cubicBezTo>
                <a:cubicBezTo>
                  <a:pt x="801" y="1060"/>
                  <a:pt x="801" y="1060"/>
                  <a:pt x="801" y="1060"/>
                </a:cubicBezTo>
                <a:cubicBezTo>
                  <a:pt x="801" y="1044"/>
                  <a:pt x="788" y="1031"/>
                  <a:pt x="772" y="1031"/>
                </a:cubicBezTo>
                <a:cubicBezTo>
                  <a:pt x="756" y="1031"/>
                  <a:pt x="743" y="1044"/>
                  <a:pt x="743" y="1060"/>
                </a:cubicBezTo>
                <a:cubicBezTo>
                  <a:pt x="743" y="1340"/>
                  <a:pt x="743" y="1340"/>
                  <a:pt x="743" y="1340"/>
                </a:cubicBezTo>
                <a:cubicBezTo>
                  <a:pt x="743" y="1356"/>
                  <a:pt x="756" y="1369"/>
                  <a:pt x="772" y="1369"/>
                </a:cubicBezTo>
                <a:cubicBezTo>
                  <a:pt x="1292" y="1369"/>
                  <a:pt x="1292" y="1369"/>
                  <a:pt x="1292" y="1369"/>
                </a:cubicBezTo>
                <a:cubicBezTo>
                  <a:pt x="1292" y="2123"/>
                  <a:pt x="1292" y="2123"/>
                  <a:pt x="1292" y="2123"/>
                </a:cubicBezTo>
                <a:cubicBezTo>
                  <a:pt x="842" y="2123"/>
                  <a:pt x="842" y="2123"/>
                  <a:pt x="842" y="2123"/>
                </a:cubicBezTo>
                <a:cubicBezTo>
                  <a:pt x="842" y="1782"/>
                  <a:pt x="842" y="1782"/>
                  <a:pt x="842" y="1782"/>
                </a:cubicBezTo>
                <a:cubicBezTo>
                  <a:pt x="842" y="1766"/>
                  <a:pt x="829" y="1753"/>
                  <a:pt x="813" y="1753"/>
                </a:cubicBezTo>
                <a:cubicBezTo>
                  <a:pt x="433" y="1753"/>
                  <a:pt x="433" y="1753"/>
                  <a:pt x="433" y="1753"/>
                </a:cubicBezTo>
                <a:cubicBezTo>
                  <a:pt x="433" y="1476"/>
                  <a:pt x="433" y="1476"/>
                  <a:pt x="433" y="1476"/>
                </a:cubicBezTo>
                <a:cubicBezTo>
                  <a:pt x="433" y="1460"/>
                  <a:pt x="420" y="1447"/>
                  <a:pt x="404" y="1447"/>
                </a:cubicBezTo>
                <a:cubicBezTo>
                  <a:pt x="388" y="1447"/>
                  <a:pt x="375" y="1460"/>
                  <a:pt x="375" y="1476"/>
                </a:cubicBezTo>
                <a:cubicBezTo>
                  <a:pt x="375" y="1782"/>
                  <a:pt x="375" y="1782"/>
                  <a:pt x="375" y="1782"/>
                </a:cubicBezTo>
                <a:cubicBezTo>
                  <a:pt x="375" y="1798"/>
                  <a:pt x="388" y="1811"/>
                  <a:pt x="404" y="1811"/>
                </a:cubicBezTo>
                <a:cubicBezTo>
                  <a:pt x="784" y="1811"/>
                  <a:pt x="784" y="1811"/>
                  <a:pt x="784" y="1811"/>
                </a:cubicBezTo>
                <a:cubicBezTo>
                  <a:pt x="784" y="2669"/>
                  <a:pt x="784" y="2669"/>
                  <a:pt x="784" y="2669"/>
                </a:cubicBezTo>
                <a:cubicBezTo>
                  <a:pt x="784" y="2685"/>
                  <a:pt x="797" y="2698"/>
                  <a:pt x="813" y="2698"/>
                </a:cubicBezTo>
                <a:cubicBezTo>
                  <a:pt x="829" y="2698"/>
                  <a:pt x="842" y="2685"/>
                  <a:pt x="842" y="2669"/>
                </a:cubicBezTo>
                <a:cubicBezTo>
                  <a:pt x="842" y="2181"/>
                  <a:pt x="842" y="2181"/>
                  <a:pt x="842" y="2181"/>
                </a:cubicBezTo>
                <a:cubicBezTo>
                  <a:pt x="1292" y="2181"/>
                  <a:pt x="1292" y="2181"/>
                  <a:pt x="1292" y="2181"/>
                </a:cubicBezTo>
                <a:cubicBezTo>
                  <a:pt x="1292" y="3036"/>
                  <a:pt x="1292" y="3036"/>
                  <a:pt x="1292" y="3036"/>
                </a:cubicBezTo>
                <a:cubicBezTo>
                  <a:pt x="921" y="3036"/>
                  <a:pt x="921" y="3036"/>
                  <a:pt x="921" y="3036"/>
                </a:cubicBezTo>
                <a:cubicBezTo>
                  <a:pt x="905" y="3036"/>
                  <a:pt x="892" y="3049"/>
                  <a:pt x="892" y="3065"/>
                </a:cubicBezTo>
                <a:cubicBezTo>
                  <a:pt x="892" y="3081"/>
                  <a:pt x="905" y="3094"/>
                  <a:pt x="921" y="3094"/>
                </a:cubicBezTo>
                <a:cubicBezTo>
                  <a:pt x="1321" y="3094"/>
                  <a:pt x="1321" y="3094"/>
                  <a:pt x="1321" y="3094"/>
                </a:cubicBezTo>
                <a:cubicBezTo>
                  <a:pt x="1722" y="3094"/>
                  <a:pt x="1722" y="3094"/>
                  <a:pt x="1722" y="3094"/>
                </a:cubicBezTo>
                <a:cubicBezTo>
                  <a:pt x="1738" y="3094"/>
                  <a:pt x="1751" y="3081"/>
                  <a:pt x="1751" y="3065"/>
                </a:cubicBezTo>
                <a:cubicBezTo>
                  <a:pt x="1751" y="3049"/>
                  <a:pt x="1738" y="3036"/>
                  <a:pt x="1722" y="3036"/>
                </a:cubicBezTo>
                <a:cubicBezTo>
                  <a:pt x="1350" y="3036"/>
                  <a:pt x="1350" y="3036"/>
                  <a:pt x="1350" y="3036"/>
                </a:cubicBezTo>
                <a:cubicBezTo>
                  <a:pt x="1350" y="2181"/>
                  <a:pt x="1350" y="2181"/>
                  <a:pt x="1350" y="2181"/>
                </a:cubicBezTo>
                <a:cubicBezTo>
                  <a:pt x="1800" y="2181"/>
                  <a:pt x="1800" y="2181"/>
                  <a:pt x="1800" y="2181"/>
                </a:cubicBezTo>
                <a:cubicBezTo>
                  <a:pt x="1800" y="2669"/>
                  <a:pt x="1800" y="2669"/>
                  <a:pt x="1800" y="2669"/>
                </a:cubicBezTo>
                <a:cubicBezTo>
                  <a:pt x="1800" y="2685"/>
                  <a:pt x="1813" y="2698"/>
                  <a:pt x="1829" y="2698"/>
                </a:cubicBezTo>
                <a:cubicBezTo>
                  <a:pt x="1845" y="2698"/>
                  <a:pt x="1858" y="2685"/>
                  <a:pt x="1858" y="2669"/>
                </a:cubicBezTo>
                <a:cubicBezTo>
                  <a:pt x="1858" y="1811"/>
                  <a:pt x="1858" y="1811"/>
                  <a:pt x="1858" y="1811"/>
                </a:cubicBezTo>
                <a:cubicBezTo>
                  <a:pt x="2239" y="1811"/>
                  <a:pt x="2239" y="1811"/>
                  <a:pt x="2239" y="1811"/>
                </a:cubicBezTo>
                <a:cubicBezTo>
                  <a:pt x="2254" y="1811"/>
                  <a:pt x="2267" y="1798"/>
                  <a:pt x="2267" y="1782"/>
                </a:cubicBezTo>
                <a:cubicBezTo>
                  <a:pt x="2267" y="1476"/>
                  <a:pt x="2267" y="1476"/>
                  <a:pt x="2267" y="1476"/>
                </a:cubicBezTo>
                <a:cubicBezTo>
                  <a:pt x="2267" y="1460"/>
                  <a:pt x="2254" y="1447"/>
                  <a:pt x="2239" y="1447"/>
                </a:cubicBezTo>
                <a:cubicBezTo>
                  <a:pt x="2223" y="1447"/>
                  <a:pt x="2210" y="1460"/>
                  <a:pt x="2210" y="1476"/>
                </a:cubicBezTo>
                <a:cubicBezTo>
                  <a:pt x="2210" y="1753"/>
                  <a:pt x="2210" y="1753"/>
                  <a:pt x="2210" y="1753"/>
                </a:cubicBezTo>
                <a:cubicBezTo>
                  <a:pt x="1829" y="1753"/>
                  <a:pt x="1829" y="1753"/>
                  <a:pt x="1829" y="1753"/>
                </a:cubicBezTo>
                <a:cubicBezTo>
                  <a:pt x="1813" y="1753"/>
                  <a:pt x="1800" y="1766"/>
                  <a:pt x="1800" y="1782"/>
                </a:cubicBezTo>
                <a:cubicBezTo>
                  <a:pt x="1800" y="2123"/>
                  <a:pt x="1800" y="2123"/>
                  <a:pt x="1800" y="2123"/>
                </a:cubicBezTo>
                <a:cubicBezTo>
                  <a:pt x="1350" y="2123"/>
                  <a:pt x="1350" y="2123"/>
                  <a:pt x="1350" y="2123"/>
                </a:cubicBezTo>
                <a:cubicBezTo>
                  <a:pt x="1350" y="1369"/>
                  <a:pt x="1350" y="1369"/>
                  <a:pt x="1350" y="1369"/>
                </a:cubicBezTo>
                <a:cubicBezTo>
                  <a:pt x="1870" y="1369"/>
                  <a:pt x="1870" y="1369"/>
                  <a:pt x="1870" y="1369"/>
                </a:cubicBezTo>
                <a:cubicBezTo>
                  <a:pt x="1886" y="1369"/>
                  <a:pt x="1899" y="1356"/>
                  <a:pt x="1899" y="1340"/>
                </a:cubicBezTo>
                <a:cubicBezTo>
                  <a:pt x="1899" y="1060"/>
                  <a:pt x="1899" y="1060"/>
                  <a:pt x="1899" y="1060"/>
                </a:cubicBezTo>
                <a:cubicBezTo>
                  <a:pt x="1899" y="1044"/>
                  <a:pt x="1886" y="1031"/>
                  <a:pt x="1870" y="1031"/>
                </a:cubicBezTo>
                <a:cubicBezTo>
                  <a:pt x="1854" y="1031"/>
                  <a:pt x="1841" y="1044"/>
                  <a:pt x="1841" y="1060"/>
                </a:cubicBezTo>
                <a:cubicBezTo>
                  <a:pt x="1841" y="1311"/>
                  <a:pt x="1841" y="1311"/>
                  <a:pt x="1841" y="1311"/>
                </a:cubicBezTo>
                <a:cubicBezTo>
                  <a:pt x="1350" y="1311"/>
                  <a:pt x="1350" y="1311"/>
                  <a:pt x="1350" y="1311"/>
                </a:cubicBezTo>
                <a:cubicBezTo>
                  <a:pt x="1350" y="660"/>
                  <a:pt x="1350" y="660"/>
                  <a:pt x="1350" y="660"/>
                </a:cubicBezTo>
                <a:cubicBezTo>
                  <a:pt x="1643" y="660"/>
                  <a:pt x="1643" y="660"/>
                  <a:pt x="1643" y="660"/>
                </a:cubicBezTo>
                <a:cubicBezTo>
                  <a:pt x="1659" y="660"/>
                  <a:pt x="1672" y="647"/>
                  <a:pt x="1672" y="631"/>
                </a:cubicBezTo>
                <a:cubicBezTo>
                  <a:pt x="1672" y="615"/>
                  <a:pt x="1659" y="602"/>
                  <a:pt x="1643" y="602"/>
                </a:cubicBezTo>
                <a:cubicBezTo>
                  <a:pt x="1350" y="602"/>
                  <a:pt x="1350" y="602"/>
                  <a:pt x="1350" y="602"/>
                </a:cubicBezTo>
                <a:cubicBezTo>
                  <a:pt x="1350" y="58"/>
                  <a:pt x="1350" y="58"/>
                  <a:pt x="1350" y="58"/>
                </a:cubicBezTo>
                <a:cubicBezTo>
                  <a:pt x="1799" y="58"/>
                  <a:pt x="1799" y="58"/>
                  <a:pt x="1799" y="58"/>
                </a:cubicBezTo>
                <a:cubicBezTo>
                  <a:pt x="1815" y="58"/>
                  <a:pt x="1828" y="45"/>
                  <a:pt x="1828" y="29"/>
                </a:cubicBezTo>
                <a:cubicBezTo>
                  <a:pt x="1828" y="13"/>
                  <a:pt x="1815" y="0"/>
                  <a:pt x="1799" y="0"/>
                </a:cubicBezTo>
              </a:path>
            </a:pathLst>
          </a:custGeom>
          <a:solidFill>
            <a:srgbClr val="B2B2B2">
              <a:alpha val="9804"/>
            </a:srgbClr>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11" name="Logo">
            <a:extLst>
              <a:ext uri="{FF2B5EF4-FFF2-40B4-BE49-F238E27FC236}">
                <a16:creationId xmlns:a16="http://schemas.microsoft.com/office/drawing/2014/main" id="{4FEAB3C7-1F67-4064-B58F-EF2762E1660F}"/>
              </a:ext>
            </a:extLst>
          </p:cNvPr>
          <p:cNvSpPr/>
          <p:nvPr/>
        </p:nvSpPr>
        <p:spPr>
          <a:xfrm>
            <a:off x="9397252" y="5875721"/>
            <a:ext cx="2253411" cy="440942"/>
          </a:xfrm>
          <a:custGeom>
            <a:avLst/>
            <a:gdLst>
              <a:gd name="connsiteX0" fmla="*/ 1783139 w 2253411"/>
              <a:gd name="connsiteY0" fmla="*/ 136254 h 440942"/>
              <a:gd name="connsiteX1" fmla="*/ 1751520 w 2253411"/>
              <a:gd name="connsiteY1" fmla="*/ 136254 h 440942"/>
              <a:gd name="connsiteX2" fmla="*/ 1751520 w 2253411"/>
              <a:gd name="connsiteY2" fmla="*/ 299806 h 440942"/>
              <a:gd name="connsiteX3" fmla="*/ 1783139 w 2253411"/>
              <a:gd name="connsiteY3" fmla="*/ 299806 h 440942"/>
              <a:gd name="connsiteX4" fmla="*/ 293338 w 2253411"/>
              <a:gd name="connsiteY4" fmla="*/ 409024 h 440942"/>
              <a:gd name="connsiteX5" fmla="*/ 297448 w 2253411"/>
              <a:gd name="connsiteY5" fmla="*/ 413147 h 440942"/>
              <a:gd name="connsiteX6" fmla="*/ 297460 w 2253411"/>
              <a:gd name="connsiteY6" fmla="*/ 413147 h 440942"/>
              <a:gd name="connsiteX7" fmla="*/ 333669 w 2253411"/>
              <a:gd name="connsiteY7" fmla="*/ 413147 h 440942"/>
              <a:gd name="connsiteX8" fmla="*/ 337779 w 2253411"/>
              <a:gd name="connsiteY8" fmla="*/ 409047 h 440942"/>
              <a:gd name="connsiteX9" fmla="*/ 337777 w 2253411"/>
              <a:gd name="connsiteY9" fmla="*/ 409024 h 440942"/>
              <a:gd name="connsiteX10" fmla="*/ 333683 w 2253411"/>
              <a:gd name="connsiteY10" fmla="*/ 404916 h 440942"/>
              <a:gd name="connsiteX11" fmla="*/ 333669 w 2253411"/>
              <a:gd name="connsiteY11" fmla="*/ 404916 h 440942"/>
              <a:gd name="connsiteX12" fmla="*/ 297460 w 2253411"/>
              <a:gd name="connsiteY12" fmla="*/ 404916 h 440942"/>
              <a:gd name="connsiteX13" fmla="*/ 293338 w 2253411"/>
              <a:gd name="connsiteY13" fmla="*/ 409021 h 440942"/>
              <a:gd name="connsiteX14" fmla="*/ 293338 w 2253411"/>
              <a:gd name="connsiteY14" fmla="*/ 409024 h 440942"/>
              <a:gd name="connsiteX15" fmla="*/ 39859 w 2253411"/>
              <a:gd name="connsiteY15" fmla="*/ 409024 h 440942"/>
              <a:gd name="connsiteX16" fmla="*/ 43946 w 2253411"/>
              <a:gd name="connsiteY16" fmla="*/ 413147 h 440942"/>
              <a:gd name="connsiteX17" fmla="*/ 43967 w 2253411"/>
              <a:gd name="connsiteY17" fmla="*/ 413147 h 440942"/>
              <a:gd name="connsiteX18" fmla="*/ 80176 w 2253411"/>
              <a:gd name="connsiteY18" fmla="*/ 413147 h 440942"/>
              <a:gd name="connsiteX19" fmla="*/ 84298 w 2253411"/>
              <a:gd name="connsiteY19" fmla="*/ 409037 h 440942"/>
              <a:gd name="connsiteX20" fmla="*/ 84298 w 2253411"/>
              <a:gd name="connsiteY20" fmla="*/ 409024 h 440942"/>
              <a:gd name="connsiteX21" fmla="*/ 80179 w 2253411"/>
              <a:gd name="connsiteY21" fmla="*/ 404916 h 440942"/>
              <a:gd name="connsiteX22" fmla="*/ 80176 w 2253411"/>
              <a:gd name="connsiteY22" fmla="*/ 404916 h 440942"/>
              <a:gd name="connsiteX23" fmla="*/ 43967 w 2253411"/>
              <a:gd name="connsiteY23" fmla="*/ 404916 h 440942"/>
              <a:gd name="connsiteX24" fmla="*/ 39859 w 2253411"/>
              <a:gd name="connsiteY24" fmla="*/ 409012 h 440942"/>
              <a:gd name="connsiteX25" fmla="*/ 39859 w 2253411"/>
              <a:gd name="connsiteY25" fmla="*/ 409024 h 440942"/>
              <a:gd name="connsiteX26" fmla="*/ 80177 w 2253411"/>
              <a:gd name="connsiteY26" fmla="*/ 339849 h 440942"/>
              <a:gd name="connsiteX27" fmla="*/ 8803 w 2253411"/>
              <a:gd name="connsiteY27" fmla="*/ 339849 h 440942"/>
              <a:gd name="connsiteX28" fmla="*/ 8803 w 2253411"/>
              <a:gd name="connsiteY28" fmla="*/ 177644 h 440942"/>
              <a:gd name="connsiteX29" fmla="*/ 4680 w 2253411"/>
              <a:gd name="connsiteY29" fmla="*/ 173521 h 440942"/>
              <a:gd name="connsiteX30" fmla="*/ 572 w 2253411"/>
              <a:gd name="connsiteY30" fmla="*/ 177639 h 440942"/>
              <a:gd name="connsiteX31" fmla="*/ 572 w 2253411"/>
              <a:gd name="connsiteY31" fmla="*/ 177644 h 440942"/>
              <a:gd name="connsiteX32" fmla="*/ 572 w 2253411"/>
              <a:gd name="connsiteY32" fmla="*/ 343959 h 440942"/>
              <a:gd name="connsiteX33" fmla="*/ 4676 w 2253411"/>
              <a:gd name="connsiteY33" fmla="*/ 348080 h 440942"/>
              <a:gd name="connsiteX34" fmla="*/ 4680 w 2253411"/>
              <a:gd name="connsiteY34" fmla="*/ 348080 h 440942"/>
              <a:gd name="connsiteX35" fmla="*/ 80176 w 2253411"/>
              <a:gd name="connsiteY35" fmla="*/ 348080 h 440942"/>
              <a:gd name="connsiteX36" fmla="*/ 84298 w 2253411"/>
              <a:gd name="connsiteY36" fmla="*/ 343970 h 440942"/>
              <a:gd name="connsiteX37" fmla="*/ 84298 w 2253411"/>
              <a:gd name="connsiteY37" fmla="*/ 343959 h 440942"/>
              <a:gd name="connsiteX38" fmla="*/ 80176 w 2253411"/>
              <a:gd name="connsiteY38" fmla="*/ 339849 h 440942"/>
              <a:gd name="connsiteX39" fmla="*/ 98412 w 2253411"/>
              <a:gd name="connsiteY39" fmla="*/ 45530 h 440942"/>
              <a:gd name="connsiteX40" fmla="*/ 94292 w 2253411"/>
              <a:gd name="connsiteY40" fmla="*/ 41422 h 440942"/>
              <a:gd name="connsiteX41" fmla="*/ 94289 w 2253411"/>
              <a:gd name="connsiteY41" fmla="*/ 41422 h 440942"/>
              <a:gd name="connsiteX42" fmla="*/ 30459 w 2253411"/>
              <a:gd name="connsiteY42" fmla="*/ 41422 h 440942"/>
              <a:gd name="connsiteX43" fmla="*/ 26351 w 2253411"/>
              <a:gd name="connsiteY43" fmla="*/ 45518 h 440942"/>
              <a:gd name="connsiteX44" fmla="*/ 26351 w 2253411"/>
              <a:gd name="connsiteY44" fmla="*/ 45530 h 440942"/>
              <a:gd name="connsiteX45" fmla="*/ 26351 w 2253411"/>
              <a:gd name="connsiteY45" fmla="*/ 133916 h 440942"/>
              <a:gd name="connsiteX46" fmla="*/ 30456 w 2253411"/>
              <a:gd name="connsiteY46" fmla="*/ 138039 h 440942"/>
              <a:gd name="connsiteX47" fmla="*/ 30459 w 2253411"/>
              <a:gd name="connsiteY47" fmla="*/ 138039 h 440942"/>
              <a:gd name="connsiteX48" fmla="*/ 80191 w 2253411"/>
              <a:gd name="connsiteY48" fmla="*/ 138039 h 440942"/>
              <a:gd name="connsiteX49" fmla="*/ 84300 w 2253411"/>
              <a:gd name="connsiteY49" fmla="*/ 133916 h 440942"/>
              <a:gd name="connsiteX50" fmla="*/ 80191 w 2253411"/>
              <a:gd name="connsiteY50" fmla="*/ 129808 h 440942"/>
              <a:gd name="connsiteX51" fmla="*/ 34582 w 2253411"/>
              <a:gd name="connsiteY51" fmla="*/ 129808 h 440942"/>
              <a:gd name="connsiteX52" fmla="*/ 34582 w 2253411"/>
              <a:gd name="connsiteY52" fmla="*/ 49653 h 440942"/>
              <a:gd name="connsiteX53" fmla="*/ 94291 w 2253411"/>
              <a:gd name="connsiteY53" fmla="*/ 49653 h 440942"/>
              <a:gd name="connsiteX54" fmla="*/ 98413 w 2253411"/>
              <a:gd name="connsiteY54" fmla="*/ 45540 h 440942"/>
              <a:gd name="connsiteX55" fmla="*/ 98413 w 2253411"/>
              <a:gd name="connsiteY55" fmla="*/ 45530 h 440942"/>
              <a:gd name="connsiteX56" fmla="*/ 271146 w 2253411"/>
              <a:gd name="connsiteY56" fmla="*/ 190835 h 440942"/>
              <a:gd name="connsiteX57" fmla="*/ 271146 w 2253411"/>
              <a:gd name="connsiteY57" fmla="*/ 150874 h 440942"/>
              <a:gd name="connsiteX58" fmla="*/ 267039 w 2253411"/>
              <a:gd name="connsiteY58" fmla="*/ 146752 h 440942"/>
              <a:gd name="connsiteX59" fmla="*/ 267037 w 2253411"/>
              <a:gd name="connsiteY59" fmla="*/ 146752 h 440942"/>
              <a:gd name="connsiteX60" fmla="*/ 262900 w 2253411"/>
              <a:gd name="connsiteY60" fmla="*/ 150873 h 440942"/>
              <a:gd name="connsiteX61" fmla="*/ 262900 w 2253411"/>
              <a:gd name="connsiteY61" fmla="*/ 150874 h 440942"/>
              <a:gd name="connsiteX62" fmla="*/ 262900 w 2253411"/>
              <a:gd name="connsiteY62" fmla="*/ 186698 h 440942"/>
              <a:gd name="connsiteX63" fmla="*/ 192929 w 2253411"/>
              <a:gd name="connsiteY63" fmla="*/ 186698 h 440942"/>
              <a:gd name="connsiteX64" fmla="*/ 192929 w 2253411"/>
              <a:gd name="connsiteY64" fmla="*/ 93846 h 440942"/>
              <a:gd name="connsiteX65" fmla="*/ 234730 w 2253411"/>
              <a:gd name="connsiteY65" fmla="*/ 93846 h 440942"/>
              <a:gd name="connsiteX66" fmla="*/ 238853 w 2253411"/>
              <a:gd name="connsiteY66" fmla="*/ 89738 h 440942"/>
              <a:gd name="connsiteX67" fmla="*/ 234730 w 2253411"/>
              <a:gd name="connsiteY67" fmla="*/ 85602 h 440942"/>
              <a:gd name="connsiteX68" fmla="*/ 192929 w 2253411"/>
              <a:gd name="connsiteY68" fmla="*/ 85602 h 440942"/>
              <a:gd name="connsiteX69" fmla="*/ 192929 w 2253411"/>
              <a:gd name="connsiteY69" fmla="*/ 8058 h 440942"/>
              <a:gd name="connsiteX70" fmla="*/ 256951 w 2253411"/>
              <a:gd name="connsiteY70" fmla="*/ 8058 h 440942"/>
              <a:gd name="connsiteX71" fmla="*/ 261072 w 2253411"/>
              <a:gd name="connsiteY71" fmla="*/ 3946 h 440942"/>
              <a:gd name="connsiteX72" fmla="*/ 261072 w 2253411"/>
              <a:gd name="connsiteY72" fmla="*/ 3935 h 440942"/>
              <a:gd name="connsiteX73" fmla="*/ 256954 w 2253411"/>
              <a:gd name="connsiteY73" fmla="*/ -175 h 440942"/>
              <a:gd name="connsiteX74" fmla="*/ 256951 w 2253411"/>
              <a:gd name="connsiteY74" fmla="*/ -175 h 440942"/>
              <a:gd name="connsiteX75" fmla="*/ 120686 w 2253411"/>
              <a:gd name="connsiteY75" fmla="*/ -175 h 440942"/>
              <a:gd name="connsiteX76" fmla="*/ 116578 w 2253411"/>
              <a:gd name="connsiteY76" fmla="*/ 3935 h 440942"/>
              <a:gd name="connsiteX77" fmla="*/ 120685 w 2253411"/>
              <a:gd name="connsiteY77" fmla="*/ 8058 h 440942"/>
              <a:gd name="connsiteX78" fmla="*/ 120686 w 2253411"/>
              <a:gd name="connsiteY78" fmla="*/ 8058 h 440942"/>
              <a:gd name="connsiteX79" fmla="*/ 184696 w 2253411"/>
              <a:gd name="connsiteY79" fmla="*/ 8058 h 440942"/>
              <a:gd name="connsiteX80" fmla="*/ 184696 w 2253411"/>
              <a:gd name="connsiteY80" fmla="*/ 85629 h 440942"/>
              <a:gd name="connsiteX81" fmla="*/ 141436 w 2253411"/>
              <a:gd name="connsiteY81" fmla="*/ 85629 h 440942"/>
              <a:gd name="connsiteX82" fmla="*/ 137315 w 2253411"/>
              <a:gd name="connsiteY82" fmla="*/ 89752 h 440942"/>
              <a:gd name="connsiteX83" fmla="*/ 141435 w 2253411"/>
              <a:gd name="connsiteY83" fmla="*/ 93860 h 440942"/>
              <a:gd name="connsiteX84" fmla="*/ 141436 w 2253411"/>
              <a:gd name="connsiteY84" fmla="*/ 93860 h 440942"/>
              <a:gd name="connsiteX85" fmla="*/ 184696 w 2253411"/>
              <a:gd name="connsiteY85" fmla="*/ 93860 h 440942"/>
              <a:gd name="connsiteX86" fmla="*/ 184696 w 2253411"/>
              <a:gd name="connsiteY86" fmla="*/ 186698 h 440942"/>
              <a:gd name="connsiteX87" fmla="*/ 114724 w 2253411"/>
              <a:gd name="connsiteY87" fmla="*/ 186698 h 440942"/>
              <a:gd name="connsiteX88" fmla="*/ 114724 w 2253411"/>
              <a:gd name="connsiteY88" fmla="*/ 150874 h 440942"/>
              <a:gd name="connsiteX89" fmla="*/ 110611 w 2253411"/>
              <a:gd name="connsiteY89" fmla="*/ 146752 h 440942"/>
              <a:gd name="connsiteX90" fmla="*/ 110602 w 2253411"/>
              <a:gd name="connsiteY90" fmla="*/ 146752 h 440942"/>
              <a:gd name="connsiteX91" fmla="*/ 106479 w 2253411"/>
              <a:gd name="connsiteY91" fmla="*/ 150874 h 440942"/>
              <a:gd name="connsiteX92" fmla="*/ 106479 w 2253411"/>
              <a:gd name="connsiteY92" fmla="*/ 190835 h 440942"/>
              <a:gd name="connsiteX93" fmla="*/ 110598 w 2253411"/>
              <a:gd name="connsiteY93" fmla="*/ 194943 h 440942"/>
              <a:gd name="connsiteX94" fmla="*/ 110602 w 2253411"/>
              <a:gd name="connsiteY94" fmla="*/ 194943 h 440942"/>
              <a:gd name="connsiteX95" fmla="*/ 184696 w 2253411"/>
              <a:gd name="connsiteY95" fmla="*/ 194943 h 440942"/>
              <a:gd name="connsiteX96" fmla="*/ 184696 w 2253411"/>
              <a:gd name="connsiteY96" fmla="*/ 302418 h 440942"/>
              <a:gd name="connsiteX97" fmla="*/ 120523 w 2253411"/>
              <a:gd name="connsiteY97" fmla="*/ 302418 h 440942"/>
              <a:gd name="connsiteX98" fmla="*/ 120523 w 2253411"/>
              <a:gd name="connsiteY98" fmla="*/ 253744 h 440942"/>
              <a:gd name="connsiteX99" fmla="*/ 116395 w 2253411"/>
              <a:gd name="connsiteY99" fmla="*/ 249636 h 440942"/>
              <a:gd name="connsiteX100" fmla="*/ 116386 w 2253411"/>
              <a:gd name="connsiteY100" fmla="*/ 249636 h 440942"/>
              <a:gd name="connsiteX101" fmla="*/ 62189 w 2253411"/>
              <a:gd name="connsiteY101" fmla="*/ 249636 h 440942"/>
              <a:gd name="connsiteX102" fmla="*/ 62189 w 2253411"/>
              <a:gd name="connsiteY102" fmla="*/ 210170 h 440942"/>
              <a:gd name="connsiteX103" fmla="*/ 58084 w 2253411"/>
              <a:gd name="connsiteY103" fmla="*/ 206047 h 440942"/>
              <a:gd name="connsiteX104" fmla="*/ 58081 w 2253411"/>
              <a:gd name="connsiteY104" fmla="*/ 206047 h 440942"/>
              <a:gd name="connsiteX105" fmla="*/ 53958 w 2253411"/>
              <a:gd name="connsiteY105" fmla="*/ 210170 h 440942"/>
              <a:gd name="connsiteX106" fmla="*/ 53958 w 2253411"/>
              <a:gd name="connsiteY106" fmla="*/ 253744 h 440942"/>
              <a:gd name="connsiteX107" fmla="*/ 58081 w 2253411"/>
              <a:gd name="connsiteY107" fmla="*/ 257867 h 440942"/>
              <a:gd name="connsiteX108" fmla="*/ 112277 w 2253411"/>
              <a:gd name="connsiteY108" fmla="*/ 257867 h 440942"/>
              <a:gd name="connsiteX109" fmla="*/ 112277 w 2253411"/>
              <a:gd name="connsiteY109" fmla="*/ 380182 h 440942"/>
              <a:gd name="connsiteX110" fmla="*/ 116382 w 2253411"/>
              <a:gd name="connsiteY110" fmla="*/ 384304 h 440942"/>
              <a:gd name="connsiteX111" fmla="*/ 116386 w 2253411"/>
              <a:gd name="connsiteY111" fmla="*/ 384304 h 440942"/>
              <a:gd name="connsiteX112" fmla="*/ 120523 w 2253411"/>
              <a:gd name="connsiteY112" fmla="*/ 380182 h 440942"/>
              <a:gd name="connsiteX113" fmla="*/ 120523 w 2253411"/>
              <a:gd name="connsiteY113" fmla="*/ 310649 h 440942"/>
              <a:gd name="connsiteX114" fmla="*/ 184696 w 2253411"/>
              <a:gd name="connsiteY114" fmla="*/ 310649 h 440942"/>
              <a:gd name="connsiteX115" fmla="*/ 184696 w 2253411"/>
              <a:gd name="connsiteY115" fmla="*/ 432537 h 440942"/>
              <a:gd name="connsiteX116" fmla="*/ 131736 w 2253411"/>
              <a:gd name="connsiteY116" fmla="*/ 432537 h 440942"/>
              <a:gd name="connsiteX117" fmla="*/ 127628 w 2253411"/>
              <a:gd name="connsiteY117" fmla="*/ 436615 h 440942"/>
              <a:gd name="connsiteX118" fmla="*/ 127628 w 2253411"/>
              <a:gd name="connsiteY118" fmla="*/ 436646 h 440942"/>
              <a:gd name="connsiteX119" fmla="*/ 131716 w 2253411"/>
              <a:gd name="connsiteY119" fmla="*/ 440768 h 440942"/>
              <a:gd name="connsiteX120" fmla="*/ 131736 w 2253411"/>
              <a:gd name="connsiteY120" fmla="*/ 440768 h 440942"/>
              <a:gd name="connsiteX121" fmla="*/ 245888 w 2253411"/>
              <a:gd name="connsiteY121" fmla="*/ 440768 h 440942"/>
              <a:gd name="connsiteX122" fmla="*/ 250011 w 2253411"/>
              <a:gd name="connsiteY122" fmla="*/ 436657 h 440942"/>
              <a:gd name="connsiteX123" fmla="*/ 250011 w 2253411"/>
              <a:gd name="connsiteY123" fmla="*/ 436646 h 440942"/>
              <a:gd name="connsiteX124" fmla="*/ 245909 w 2253411"/>
              <a:gd name="connsiteY124" fmla="*/ 432537 h 440942"/>
              <a:gd name="connsiteX125" fmla="*/ 245888 w 2253411"/>
              <a:gd name="connsiteY125" fmla="*/ 432537 h 440942"/>
              <a:gd name="connsiteX126" fmla="*/ 192929 w 2253411"/>
              <a:gd name="connsiteY126" fmla="*/ 432537 h 440942"/>
              <a:gd name="connsiteX127" fmla="*/ 192929 w 2253411"/>
              <a:gd name="connsiteY127" fmla="*/ 310649 h 440942"/>
              <a:gd name="connsiteX128" fmla="*/ 257116 w 2253411"/>
              <a:gd name="connsiteY128" fmla="*/ 310649 h 440942"/>
              <a:gd name="connsiteX129" fmla="*/ 257116 w 2253411"/>
              <a:gd name="connsiteY129" fmla="*/ 380182 h 440942"/>
              <a:gd name="connsiteX130" fmla="*/ 261250 w 2253411"/>
              <a:gd name="connsiteY130" fmla="*/ 384304 h 440942"/>
              <a:gd name="connsiteX131" fmla="*/ 265358 w 2253411"/>
              <a:gd name="connsiteY131" fmla="*/ 380182 h 440942"/>
              <a:gd name="connsiteX132" fmla="*/ 265358 w 2253411"/>
              <a:gd name="connsiteY132" fmla="*/ 257867 h 440942"/>
              <a:gd name="connsiteX133" fmla="*/ 319557 w 2253411"/>
              <a:gd name="connsiteY133" fmla="*/ 257867 h 440942"/>
              <a:gd name="connsiteX134" fmla="*/ 323665 w 2253411"/>
              <a:gd name="connsiteY134" fmla="*/ 253748 h 440942"/>
              <a:gd name="connsiteX135" fmla="*/ 323665 w 2253411"/>
              <a:gd name="connsiteY135" fmla="*/ 253744 h 440942"/>
              <a:gd name="connsiteX136" fmla="*/ 323665 w 2253411"/>
              <a:gd name="connsiteY136" fmla="*/ 210170 h 440942"/>
              <a:gd name="connsiteX137" fmla="*/ 319557 w 2253411"/>
              <a:gd name="connsiteY137" fmla="*/ 206047 h 440942"/>
              <a:gd name="connsiteX138" fmla="*/ 315434 w 2253411"/>
              <a:gd name="connsiteY138" fmla="*/ 210170 h 440942"/>
              <a:gd name="connsiteX139" fmla="*/ 315434 w 2253411"/>
              <a:gd name="connsiteY139" fmla="*/ 249636 h 440942"/>
              <a:gd name="connsiteX140" fmla="*/ 261250 w 2253411"/>
              <a:gd name="connsiteY140" fmla="*/ 249636 h 440942"/>
              <a:gd name="connsiteX141" fmla="*/ 257115 w 2253411"/>
              <a:gd name="connsiteY141" fmla="*/ 253733 h 440942"/>
              <a:gd name="connsiteX142" fmla="*/ 257115 w 2253411"/>
              <a:gd name="connsiteY142" fmla="*/ 253744 h 440942"/>
              <a:gd name="connsiteX143" fmla="*/ 257115 w 2253411"/>
              <a:gd name="connsiteY143" fmla="*/ 302416 h 440942"/>
              <a:gd name="connsiteX144" fmla="*/ 192927 w 2253411"/>
              <a:gd name="connsiteY144" fmla="*/ 302416 h 440942"/>
              <a:gd name="connsiteX145" fmla="*/ 192927 w 2253411"/>
              <a:gd name="connsiteY145" fmla="*/ 194943 h 440942"/>
              <a:gd name="connsiteX146" fmla="*/ 267036 w 2253411"/>
              <a:gd name="connsiteY146" fmla="*/ 194943 h 440942"/>
              <a:gd name="connsiteX147" fmla="*/ 271144 w 2253411"/>
              <a:gd name="connsiteY147" fmla="*/ 190849 h 440942"/>
              <a:gd name="connsiteX148" fmla="*/ 271144 w 2253411"/>
              <a:gd name="connsiteY148" fmla="*/ 190835 h 440942"/>
              <a:gd name="connsiteX149" fmla="*/ 351285 w 2253411"/>
              <a:gd name="connsiteY149" fmla="*/ 133931 h 440942"/>
              <a:gd name="connsiteX150" fmla="*/ 351285 w 2253411"/>
              <a:gd name="connsiteY150" fmla="*/ 45545 h 440942"/>
              <a:gd name="connsiteX151" fmla="*/ 347175 w 2253411"/>
              <a:gd name="connsiteY151" fmla="*/ 41422 h 440942"/>
              <a:gd name="connsiteX152" fmla="*/ 347164 w 2253411"/>
              <a:gd name="connsiteY152" fmla="*/ 41422 h 440942"/>
              <a:gd name="connsiteX153" fmla="*/ 283332 w 2253411"/>
              <a:gd name="connsiteY153" fmla="*/ 41422 h 440942"/>
              <a:gd name="connsiteX154" fmla="*/ 279224 w 2253411"/>
              <a:gd name="connsiteY154" fmla="*/ 45524 h 440942"/>
              <a:gd name="connsiteX155" fmla="*/ 279224 w 2253411"/>
              <a:gd name="connsiteY155" fmla="*/ 45545 h 440942"/>
              <a:gd name="connsiteX156" fmla="*/ 283332 w 2253411"/>
              <a:gd name="connsiteY156" fmla="*/ 49653 h 440942"/>
              <a:gd name="connsiteX157" fmla="*/ 343054 w 2253411"/>
              <a:gd name="connsiteY157" fmla="*/ 49653 h 440942"/>
              <a:gd name="connsiteX158" fmla="*/ 343054 w 2253411"/>
              <a:gd name="connsiteY158" fmla="*/ 129808 h 440942"/>
              <a:gd name="connsiteX159" fmla="*/ 297460 w 2253411"/>
              <a:gd name="connsiteY159" fmla="*/ 129808 h 440942"/>
              <a:gd name="connsiteX160" fmla="*/ 293338 w 2253411"/>
              <a:gd name="connsiteY160" fmla="*/ 133918 h 440942"/>
              <a:gd name="connsiteX161" fmla="*/ 293338 w 2253411"/>
              <a:gd name="connsiteY161" fmla="*/ 133931 h 440942"/>
              <a:gd name="connsiteX162" fmla="*/ 297460 w 2253411"/>
              <a:gd name="connsiteY162" fmla="*/ 138039 h 440942"/>
              <a:gd name="connsiteX163" fmla="*/ 347164 w 2253411"/>
              <a:gd name="connsiteY163" fmla="*/ 138039 h 440942"/>
              <a:gd name="connsiteX164" fmla="*/ 351285 w 2253411"/>
              <a:gd name="connsiteY164" fmla="*/ 133931 h 440942"/>
              <a:gd name="connsiteX165" fmla="*/ 377065 w 2253411"/>
              <a:gd name="connsiteY165" fmla="*/ 343972 h 440942"/>
              <a:gd name="connsiteX166" fmla="*/ 377065 w 2253411"/>
              <a:gd name="connsiteY166" fmla="*/ 177629 h 440942"/>
              <a:gd name="connsiteX167" fmla="*/ 372946 w 2253411"/>
              <a:gd name="connsiteY167" fmla="*/ 173521 h 440942"/>
              <a:gd name="connsiteX168" fmla="*/ 372943 w 2253411"/>
              <a:gd name="connsiteY168" fmla="*/ 173521 h 440942"/>
              <a:gd name="connsiteX169" fmla="*/ 368834 w 2253411"/>
              <a:gd name="connsiteY169" fmla="*/ 177617 h 440942"/>
              <a:gd name="connsiteX170" fmla="*/ 368834 w 2253411"/>
              <a:gd name="connsiteY170" fmla="*/ 177629 h 440942"/>
              <a:gd name="connsiteX171" fmla="*/ 368834 w 2253411"/>
              <a:gd name="connsiteY171" fmla="*/ 339836 h 440942"/>
              <a:gd name="connsiteX172" fmla="*/ 297460 w 2253411"/>
              <a:gd name="connsiteY172" fmla="*/ 339836 h 440942"/>
              <a:gd name="connsiteX173" fmla="*/ 293338 w 2253411"/>
              <a:gd name="connsiteY173" fmla="*/ 343970 h 440942"/>
              <a:gd name="connsiteX174" fmla="*/ 293338 w 2253411"/>
              <a:gd name="connsiteY174" fmla="*/ 343972 h 440942"/>
              <a:gd name="connsiteX175" fmla="*/ 297438 w 2253411"/>
              <a:gd name="connsiteY175" fmla="*/ 348080 h 440942"/>
              <a:gd name="connsiteX176" fmla="*/ 297460 w 2253411"/>
              <a:gd name="connsiteY176" fmla="*/ 348080 h 440942"/>
              <a:gd name="connsiteX177" fmla="*/ 372943 w 2253411"/>
              <a:gd name="connsiteY177" fmla="*/ 348080 h 440942"/>
              <a:gd name="connsiteX178" fmla="*/ 377065 w 2253411"/>
              <a:gd name="connsiteY178" fmla="*/ 343992 h 440942"/>
              <a:gd name="connsiteX179" fmla="*/ 377065 w 2253411"/>
              <a:gd name="connsiteY179" fmla="*/ 343972 h 440942"/>
              <a:gd name="connsiteX180" fmla="*/ 577721 w 2253411"/>
              <a:gd name="connsiteY180" fmla="*/ 299806 h 440942"/>
              <a:gd name="connsiteX181" fmla="*/ 609683 w 2253411"/>
              <a:gd name="connsiteY181" fmla="*/ 299806 h 440942"/>
              <a:gd name="connsiteX182" fmla="*/ 609683 w 2253411"/>
              <a:gd name="connsiteY182" fmla="*/ 196098 h 440942"/>
              <a:gd name="connsiteX183" fmla="*/ 551186 w 2253411"/>
              <a:gd name="connsiteY183" fmla="*/ 131498 h 440942"/>
              <a:gd name="connsiteX184" fmla="*/ 500878 w 2253411"/>
              <a:gd name="connsiteY184" fmla="*/ 159709 h 440942"/>
              <a:gd name="connsiteX185" fmla="*/ 500878 w 2253411"/>
              <a:gd name="connsiteY185" fmla="*/ 136254 h 440942"/>
              <a:gd name="connsiteX186" fmla="*/ 469601 w 2253411"/>
              <a:gd name="connsiteY186" fmla="*/ 136254 h 440942"/>
              <a:gd name="connsiteX187" fmla="*/ 469601 w 2253411"/>
              <a:gd name="connsiteY187" fmla="*/ 299806 h 440942"/>
              <a:gd name="connsiteX188" fmla="*/ 501565 w 2253411"/>
              <a:gd name="connsiteY188" fmla="*/ 299806 h 440942"/>
              <a:gd name="connsiteX189" fmla="*/ 501565 w 2253411"/>
              <a:gd name="connsiteY189" fmla="*/ 205278 h 440942"/>
              <a:gd name="connsiteX190" fmla="*/ 539629 w 2253411"/>
              <a:gd name="connsiteY190" fmla="*/ 160396 h 440942"/>
              <a:gd name="connsiteX191" fmla="*/ 577721 w 2253411"/>
              <a:gd name="connsiteY191" fmla="*/ 201540 h 440942"/>
              <a:gd name="connsiteX192" fmla="*/ 766751 w 2253411"/>
              <a:gd name="connsiteY192" fmla="*/ 201196 h 440942"/>
              <a:gd name="connsiteX193" fmla="*/ 677320 w 2253411"/>
              <a:gd name="connsiteY193" fmla="*/ 201196 h 440942"/>
              <a:gd name="connsiteX194" fmla="*/ 721870 w 2253411"/>
              <a:gd name="connsiteY194" fmla="*/ 159366 h 440942"/>
              <a:gd name="connsiteX195" fmla="*/ 766751 w 2253411"/>
              <a:gd name="connsiteY195" fmla="*/ 201196 h 440942"/>
              <a:gd name="connsiteX196" fmla="*/ 799388 w 2253411"/>
              <a:gd name="connsiteY196" fmla="*/ 227044 h 440942"/>
              <a:gd name="connsiteX197" fmla="*/ 800075 w 2253411"/>
              <a:gd name="connsiteY197" fmla="*/ 216835 h 440942"/>
              <a:gd name="connsiteX198" fmla="*/ 721527 w 2253411"/>
              <a:gd name="connsiteY198" fmla="*/ 131155 h 440942"/>
              <a:gd name="connsiteX199" fmla="*/ 643324 w 2253411"/>
              <a:gd name="connsiteY199" fmla="*/ 217522 h 440942"/>
              <a:gd name="connsiteX200" fmla="*/ 725608 w 2253411"/>
              <a:gd name="connsiteY200" fmla="*/ 304904 h 440942"/>
              <a:gd name="connsiteX201" fmla="*/ 799044 w 2253411"/>
              <a:gd name="connsiteY201" fmla="*/ 253221 h 440942"/>
              <a:gd name="connsiteX202" fmla="*/ 771519 w 2253411"/>
              <a:gd name="connsiteY202" fmla="*/ 243698 h 440942"/>
              <a:gd name="connsiteX203" fmla="*/ 725608 w 2253411"/>
              <a:gd name="connsiteY203" fmla="*/ 276679 h 440942"/>
              <a:gd name="connsiteX204" fmla="*/ 676304 w 2253411"/>
              <a:gd name="connsiteY204" fmla="*/ 227044 h 440942"/>
              <a:gd name="connsiteX205" fmla="*/ 945791 w 2253411"/>
              <a:gd name="connsiteY205" fmla="*/ 299820 h 440942"/>
              <a:gd name="connsiteX206" fmla="*/ 976394 w 2253411"/>
              <a:gd name="connsiteY206" fmla="*/ 299820 h 440942"/>
              <a:gd name="connsiteX207" fmla="*/ 974677 w 2253411"/>
              <a:gd name="connsiteY207" fmla="*/ 269547 h 440942"/>
              <a:gd name="connsiteX208" fmla="*/ 974677 w 2253411"/>
              <a:gd name="connsiteY208" fmla="*/ 136254 h 440942"/>
              <a:gd name="connsiteX209" fmla="*/ 942727 w 2253411"/>
              <a:gd name="connsiteY209" fmla="*/ 136254 h 440942"/>
              <a:gd name="connsiteX210" fmla="*/ 942727 w 2253411"/>
              <a:gd name="connsiteY210" fmla="*/ 234863 h 440942"/>
              <a:gd name="connsiteX211" fmla="*/ 903948 w 2253411"/>
              <a:gd name="connsiteY211" fmla="*/ 276679 h 440942"/>
              <a:gd name="connsiteX212" fmla="*/ 866901 w 2253411"/>
              <a:gd name="connsiteY212" fmla="*/ 234519 h 440942"/>
              <a:gd name="connsiteX213" fmla="*/ 866901 w 2253411"/>
              <a:gd name="connsiteY213" fmla="*/ 136254 h 440942"/>
              <a:gd name="connsiteX214" fmla="*/ 834924 w 2253411"/>
              <a:gd name="connsiteY214" fmla="*/ 136254 h 440942"/>
              <a:gd name="connsiteX215" fmla="*/ 834924 w 2253411"/>
              <a:gd name="connsiteY215" fmla="*/ 239287 h 440942"/>
              <a:gd name="connsiteX216" fmla="*/ 896143 w 2253411"/>
              <a:gd name="connsiteY216" fmla="*/ 304903 h 440942"/>
              <a:gd name="connsiteX217" fmla="*/ 944418 w 2253411"/>
              <a:gd name="connsiteY217" fmla="*/ 280086 h 440942"/>
              <a:gd name="connsiteX218" fmla="*/ 945791 w 2253411"/>
              <a:gd name="connsiteY218" fmla="*/ 299818 h 440942"/>
              <a:gd name="connsiteX219" fmla="*/ 1098324 w 2253411"/>
              <a:gd name="connsiteY219" fmla="*/ 167541 h 440942"/>
              <a:gd name="connsiteX220" fmla="*/ 1112271 w 2253411"/>
              <a:gd name="connsiteY220" fmla="*/ 168559 h 440942"/>
              <a:gd name="connsiteX221" fmla="*/ 1112271 w 2253411"/>
              <a:gd name="connsiteY221" fmla="*/ 134563 h 440942"/>
              <a:gd name="connsiteX222" fmla="*/ 1101731 w 2253411"/>
              <a:gd name="connsiteY222" fmla="*/ 133532 h 440942"/>
              <a:gd name="connsiteX223" fmla="*/ 1052771 w 2253411"/>
              <a:gd name="connsiteY223" fmla="*/ 164808 h 440942"/>
              <a:gd name="connsiteX224" fmla="*/ 1052771 w 2253411"/>
              <a:gd name="connsiteY224" fmla="*/ 136266 h 440942"/>
              <a:gd name="connsiteX225" fmla="*/ 1021481 w 2253411"/>
              <a:gd name="connsiteY225" fmla="*/ 136266 h 440942"/>
              <a:gd name="connsiteX226" fmla="*/ 1021481 w 2253411"/>
              <a:gd name="connsiteY226" fmla="*/ 299806 h 440942"/>
              <a:gd name="connsiteX227" fmla="*/ 1053443 w 2253411"/>
              <a:gd name="connsiteY227" fmla="*/ 299806 h 440942"/>
              <a:gd name="connsiteX228" fmla="*/ 1053443 w 2253411"/>
              <a:gd name="connsiteY228" fmla="*/ 217851 h 440942"/>
              <a:gd name="connsiteX229" fmla="*/ 1098324 w 2253411"/>
              <a:gd name="connsiteY229" fmla="*/ 167543 h 440942"/>
              <a:gd name="connsiteX230" fmla="*/ 1263512 w 2253411"/>
              <a:gd name="connsiteY230" fmla="*/ 217865 h 440942"/>
              <a:gd name="connsiteX231" fmla="*/ 1212518 w 2253411"/>
              <a:gd name="connsiteY231" fmla="*/ 276350 h 440942"/>
              <a:gd name="connsiteX232" fmla="*/ 1161507 w 2253411"/>
              <a:gd name="connsiteY232" fmla="*/ 217865 h 440942"/>
              <a:gd name="connsiteX233" fmla="*/ 1212518 w 2253411"/>
              <a:gd name="connsiteY233" fmla="*/ 159709 h 440942"/>
              <a:gd name="connsiteX234" fmla="*/ 1263512 w 2253411"/>
              <a:gd name="connsiteY234" fmla="*/ 217865 h 440942"/>
              <a:gd name="connsiteX235" fmla="*/ 1296163 w 2253411"/>
              <a:gd name="connsiteY235" fmla="*/ 217865 h 440942"/>
              <a:gd name="connsiteX236" fmla="*/ 1212518 w 2253411"/>
              <a:gd name="connsiteY236" fmla="*/ 131169 h 440942"/>
              <a:gd name="connsiteX237" fmla="*/ 1128871 w 2253411"/>
              <a:gd name="connsiteY237" fmla="*/ 217865 h 440942"/>
              <a:gd name="connsiteX238" fmla="*/ 1212518 w 2253411"/>
              <a:gd name="connsiteY238" fmla="*/ 304904 h 440942"/>
              <a:gd name="connsiteX239" fmla="*/ 1296163 w 2253411"/>
              <a:gd name="connsiteY239" fmla="*/ 217865 h 440942"/>
              <a:gd name="connsiteX240" fmla="*/ 1388657 w 2253411"/>
              <a:gd name="connsiteY240" fmla="*/ 301496 h 440942"/>
              <a:gd name="connsiteX241" fmla="*/ 1410425 w 2253411"/>
              <a:gd name="connsiteY241" fmla="*/ 298446 h 440942"/>
              <a:gd name="connsiteX242" fmla="*/ 1410425 w 2253411"/>
              <a:gd name="connsiteY242" fmla="*/ 271237 h 440942"/>
              <a:gd name="connsiteX243" fmla="*/ 1397836 w 2253411"/>
              <a:gd name="connsiteY243" fmla="*/ 272612 h 440942"/>
              <a:gd name="connsiteX244" fmla="*/ 1375054 w 2253411"/>
              <a:gd name="connsiteY244" fmla="*/ 250158 h 440942"/>
              <a:gd name="connsiteX245" fmla="*/ 1375054 w 2253411"/>
              <a:gd name="connsiteY245" fmla="*/ 165152 h 440942"/>
              <a:gd name="connsiteX246" fmla="*/ 1410423 w 2253411"/>
              <a:gd name="connsiteY246" fmla="*/ 165152 h 440942"/>
              <a:gd name="connsiteX247" fmla="*/ 1410423 w 2253411"/>
              <a:gd name="connsiteY247" fmla="*/ 136254 h 440942"/>
              <a:gd name="connsiteX248" fmla="*/ 1375054 w 2253411"/>
              <a:gd name="connsiteY248" fmla="*/ 136254 h 440942"/>
              <a:gd name="connsiteX249" fmla="*/ 1375054 w 2253411"/>
              <a:gd name="connsiteY249" fmla="*/ 84585 h 440942"/>
              <a:gd name="connsiteX250" fmla="*/ 1345825 w 2253411"/>
              <a:gd name="connsiteY250" fmla="*/ 84585 h 440942"/>
              <a:gd name="connsiteX251" fmla="*/ 1345825 w 2253411"/>
              <a:gd name="connsiteY251" fmla="*/ 111092 h 440942"/>
              <a:gd name="connsiteX252" fmla="*/ 1320665 w 2253411"/>
              <a:gd name="connsiteY252" fmla="*/ 136254 h 440942"/>
              <a:gd name="connsiteX253" fmla="*/ 1311814 w 2253411"/>
              <a:gd name="connsiteY253" fmla="*/ 136254 h 440942"/>
              <a:gd name="connsiteX254" fmla="*/ 1311814 w 2253411"/>
              <a:gd name="connsiteY254" fmla="*/ 165152 h 440942"/>
              <a:gd name="connsiteX255" fmla="*/ 1343105 w 2253411"/>
              <a:gd name="connsiteY255" fmla="*/ 165152 h 440942"/>
              <a:gd name="connsiteX256" fmla="*/ 1343105 w 2253411"/>
              <a:gd name="connsiteY256" fmla="*/ 254911 h 440942"/>
              <a:gd name="connsiteX257" fmla="*/ 1388657 w 2253411"/>
              <a:gd name="connsiteY257" fmla="*/ 301496 h 440942"/>
              <a:gd name="connsiteX258" fmla="*/ 1564344 w 2253411"/>
              <a:gd name="connsiteY258" fmla="*/ 217865 h 440942"/>
              <a:gd name="connsiteX259" fmla="*/ 1513349 w 2253411"/>
              <a:gd name="connsiteY259" fmla="*/ 276350 h 440942"/>
              <a:gd name="connsiteX260" fmla="*/ 1462340 w 2253411"/>
              <a:gd name="connsiteY260" fmla="*/ 217865 h 440942"/>
              <a:gd name="connsiteX261" fmla="*/ 1513349 w 2253411"/>
              <a:gd name="connsiteY261" fmla="*/ 159709 h 440942"/>
              <a:gd name="connsiteX262" fmla="*/ 1564344 w 2253411"/>
              <a:gd name="connsiteY262" fmla="*/ 217865 h 440942"/>
              <a:gd name="connsiteX263" fmla="*/ 1596994 w 2253411"/>
              <a:gd name="connsiteY263" fmla="*/ 217865 h 440942"/>
              <a:gd name="connsiteX264" fmla="*/ 1513349 w 2253411"/>
              <a:gd name="connsiteY264" fmla="*/ 131169 h 440942"/>
              <a:gd name="connsiteX265" fmla="*/ 1429704 w 2253411"/>
              <a:gd name="connsiteY265" fmla="*/ 217865 h 440942"/>
              <a:gd name="connsiteX266" fmla="*/ 1513349 w 2253411"/>
              <a:gd name="connsiteY266" fmla="*/ 304904 h 440942"/>
              <a:gd name="connsiteX267" fmla="*/ 1596994 w 2253411"/>
              <a:gd name="connsiteY267" fmla="*/ 217865 h 440942"/>
              <a:gd name="connsiteX268" fmla="*/ 1709456 w 2253411"/>
              <a:gd name="connsiteY268" fmla="*/ 167543 h 440942"/>
              <a:gd name="connsiteX269" fmla="*/ 1723392 w 2253411"/>
              <a:gd name="connsiteY269" fmla="*/ 168560 h 440942"/>
              <a:gd name="connsiteX270" fmla="*/ 1723392 w 2253411"/>
              <a:gd name="connsiteY270" fmla="*/ 134563 h 440942"/>
              <a:gd name="connsiteX271" fmla="*/ 1712851 w 2253411"/>
              <a:gd name="connsiteY271" fmla="*/ 133532 h 440942"/>
              <a:gd name="connsiteX272" fmla="*/ 1663890 w 2253411"/>
              <a:gd name="connsiteY272" fmla="*/ 164808 h 440942"/>
              <a:gd name="connsiteX273" fmla="*/ 1663890 w 2253411"/>
              <a:gd name="connsiteY273" fmla="*/ 136266 h 440942"/>
              <a:gd name="connsiteX274" fmla="*/ 1632614 w 2253411"/>
              <a:gd name="connsiteY274" fmla="*/ 136266 h 440942"/>
              <a:gd name="connsiteX275" fmla="*/ 1632614 w 2253411"/>
              <a:gd name="connsiteY275" fmla="*/ 299806 h 440942"/>
              <a:gd name="connsiteX276" fmla="*/ 1664564 w 2253411"/>
              <a:gd name="connsiteY276" fmla="*/ 299806 h 440942"/>
              <a:gd name="connsiteX277" fmla="*/ 1664564 w 2253411"/>
              <a:gd name="connsiteY277" fmla="*/ 217851 h 440942"/>
              <a:gd name="connsiteX278" fmla="*/ 1709456 w 2253411"/>
              <a:gd name="connsiteY278" fmla="*/ 167543 h 440942"/>
              <a:gd name="connsiteX279" fmla="*/ 1790286 w 2253411"/>
              <a:gd name="connsiteY279" fmla="*/ 74360 h 440942"/>
              <a:gd name="connsiteX280" fmla="*/ 1767488 w 2253411"/>
              <a:gd name="connsiteY280" fmla="*/ 51248 h 440942"/>
              <a:gd name="connsiteX281" fmla="*/ 1744374 w 2253411"/>
              <a:gd name="connsiteY281" fmla="*/ 74045 h 440942"/>
              <a:gd name="connsiteX282" fmla="*/ 1767159 w 2253411"/>
              <a:gd name="connsiteY282" fmla="*/ 97158 h 440942"/>
              <a:gd name="connsiteX283" fmla="*/ 1790286 w 2253411"/>
              <a:gd name="connsiteY283" fmla="*/ 74401 h 440942"/>
              <a:gd name="connsiteX284" fmla="*/ 1790286 w 2253411"/>
              <a:gd name="connsiteY284" fmla="*/ 74362 h 440942"/>
              <a:gd name="connsiteX285" fmla="*/ 1937899 w 2253411"/>
              <a:gd name="connsiteY285" fmla="*/ 299820 h 440942"/>
              <a:gd name="connsiteX286" fmla="*/ 1968489 w 2253411"/>
              <a:gd name="connsiteY286" fmla="*/ 299820 h 440942"/>
              <a:gd name="connsiteX287" fmla="*/ 1966785 w 2253411"/>
              <a:gd name="connsiteY287" fmla="*/ 269547 h 440942"/>
              <a:gd name="connsiteX288" fmla="*/ 1966785 w 2253411"/>
              <a:gd name="connsiteY288" fmla="*/ 136254 h 440942"/>
              <a:gd name="connsiteX289" fmla="*/ 1934821 w 2253411"/>
              <a:gd name="connsiteY289" fmla="*/ 136254 h 440942"/>
              <a:gd name="connsiteX290" fmla="*/ 1934821 w 2253411"/>
              <a:gd name="connsiteY290" fmla="*/ 234863 h 440942"/>
              <a:gd name="connsiteX291" fmla="*/ 1896069 w 2253411"/>
              <a:gd name="connsiteY291" fmla="*/ 276679 h 440942"/>
              <a:gd name="connsiteX292" fmla="*/ 1859008 w 2253411"/>
              <a:gd name="connsiteY292" fmla="*/ 234519 h 440942"/>
              <a:gd name="connsiteX293" fmla="*/ 1859008 w 2253411"/>
              <a:gd name="connsiteY293" fmla="*/ 136254 h 440942"/>
              <a:gd name="connsiteX294" fmla="*/ 1827032 w 2253411"/>
              <a:gd name="connsiteY294" fmla="*/ 136254 h 440942"/>
              <a:gd name="connsiteX295" fmla="*/ 1827032 w 2253411"/>
              <a:gd name="connsiteY295" fmla="*/ 239287 h 440942"/>
              <a:gd name="connsiteX296" fmla="*/ 1888249 w 2253411"/>
              <a:gd name="connsiteY296" fmla="*/ 304903 h 440942"/>
              <a:gd name="connsiteX297" fmla="*/ 1936524 w 2253411"/>
              <a:gd name="connsiteY297" fmla="*/ 280086 h 440942"/>
              <a:gd name="connsiteX298" fmla="*/ 1937899 w 2253411"/>
              <a:gd name="connsiteY298" fmla="*/ 299818 h 440942"/>
              <a:gd name="connsiteX299" fmla="*/ 2253984 w 2253411"/>
              <a:gd name="connsiteY299" fmla="*/ 299806 h 440942"/>
              <a:gd name="connsiteX300" fmla="*/ 2253984 w 2253411"/>
              <a:gd name="connsiteY300" fmla="*/ 193721 h 440942"/>
              <a:gd name="connsiteX301" fmla="*/ 2197547 w 2253411"/>
              <a:gd name="connsiteY301" fmla="*/ 131498 h 440942"/>
              <a:gd name="connsiteX302" fmla="*/ 2142800 w 2253411"/>
              <a:gd name="connsiteY302" fmla="*/ 162431 h 440942"/>
              <a:gd name="connsiteX303" fmla="*/ 2093839 w 2253411"/>
              <a:gd name="connsiteY303" fmla="*/ 131498 h 440942"/>
              <a:gd name="connsiteX304" fmla="*/ 2044204 w 2253411"/>
              <a:gd name="connsiteY304" fmla="*/ 158005 h 440942"/>
              <a:gd name="connsiteX305" fmla="*/ 2044204 w 2253411"/>
              <a:gd name="connsiteY305" fmla="*/ 136254 h 440942"/>
              <a:gd name="connsiteX306" fmla="*/ 2013588 w 2253411"/>
              <a:gd name="connsiteY306" fmla="*/ 136254 h 440942"/>
              <a:gd name="connsiteX307" fmla="*/ 2013588 w 2253411"/>
              <a:gd name="connsiteY307" fmla="*/ 299806 h 440942"/>
              <a:gd name="connsiteX308" fmla="*/ 2045221 w 2253411"/>
              <a:gd name="connsiteY308" fmla="*/ 299806 h 440942"/>
              <a:gd name="connsiteX309" fmla="*/ 2045221 w 2253411"/>
              <a:gd name="connsiteY309" fmla="*/ 201209 h 440942"/>
              <a:gd name="connsiteX310" fmla="*/ 2083299 w 2253411"/>
              <a:gd name="connsiteY310" fmla="*/ 159709 h 440942"/>
              <a:gd name="connsiteX311" fmla="*/ 2117971 w 2253411"/>
              <a:gd name="connsiteY311" fmla="*/ 197115 h 440942"/>
              <a:gd name="connsiteX312" fmla="*/ 2117971 w 2253411"/>
              <a:gd name="connsiteY312" fmla="*/ 299807 h 440942"/>
              <a:gd name="connsiteX313" fmla="*/ 2149932 w 2253411"/>
              <a:gd name="connsiteY313" fmla="*/ 299807 h 440942"/>
              <a:gd name="connsiteX314" fmla="*/ 2149932 w 2253411"/>
              <a:gd name="connsiteY314" fmla="*/ 200867 h 440942"/>
              <a:gd name="connsiteX315" fmla="*/ 2187682 w 2253411"/>
              <a:gd name="connsiteY315" fmla="*/ 159711 h 440942"/>
              <a:gd name="connsiteX316" fmla="*/ 2222364 w 2253411"/>
              <a:gd name="connsiteY316" fmla="*/ 197115 h 440942"/>
              <a:gd name="connsiteX317" fmla="*/ 2222364 w 2253411"/>
              <a:gd name="connsiteY317" fmla="*/ 299807 h 440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Lst>
            <a:rect l="l" t="t" r="r" b="b"/>
            <a:pathLst>
              <a:path w="2253411" h="440942">
                <a:moveTo>
                  <a:pt x="1783139" y="136254"/>
                </a:moveTo>
                <a:lnTo>
                  <a:pt x="1751520" y="136254"/>
                </a:lnTo>
                <a:lnTo>
                  <a:pt x="1751520" y="299806"/>
                </a:lnTo>
                <a:lnTo>
                  <a:pt x="1783139" y="299806"/>
                </a:lnTo>
                <a:close/>
                <a:moveTo>
                  <a:pt x="293338" y="409024"/>
                </a:moveTo>
                <a:cubicBezTo>
                  <a:pt x="293335" y="411298"/>
                  <a:pt x="295174" y="413144"/>
                  <a:pt x="297448" y="413147"/>
                </a:cubicBezTo>
                <a:cubicBezTo>
                  <a:pt x="297452" y="413147"/>
                  <a:pt x="297456" y="413147"/>
                  <a:pt x="297460" y="413147"/>
                </a:cubicBezTo>
                <a:lnTo>
                  <a:pt x="333669" y="413147"/>
                </a:lnTo>
                <a:cubicBezTo>
                  <a:pt x="335936" y="413150"/>
                  <a:pt x="337776" y="411314"/>
                  <a:pt x="337779" y="409047"/>
                </a:cubicBezTo>
                <a:cubicBezTo>
                  <a:pt x="337779" y="409039"/>
                  <a:pt x="337779" y="409032"/>
                  <a:pt x="337777" y="409024"/>
                </a:cubicBezTo>
                <a:cubicBezTo>
                  <a:pt x="337782" y="406760"/>
                  <a:pt x="335949" y="404921"/>
                  <a:pt x="333683" y="404916"/>
                </a:cubicBezTo>
                <a:cubicBezTo>
                  <a:pt x="333678" y="404916"/>
                  <a:pt x="333674" y="404916"/>
                  <a:pt x="333669" y="404916"/>
                </a:cubicBezTo>
                <a:lnTo>
                  <a:pt x="297460" y="404916"/>
                </a:lnTo>
                <a:cubicBezTo>
                  <a:pt x="295188" y="404911"/>
                  <a:pt x="293342" y="406749"/>
                  <a:pt x="293338" y="409021"/>
                </a:cubicBezTo>
                <a:cubicBezTo>
                  <a:pt x="293338" y="409023"/>
                  <a:pt x="293338" y="409024"/>
                  <a:pt x="293338" y="409024"/>
                </a:cubicBezTo>
                <a:moveTo>
                  <a:pt x="39859" y="409024"/>
                </a:moveTo>
                <a:cubicBezTo>
                  <a:pt x="39849" y="411291"/>
                  <a:pt x="41679" y="413137"/>
                  <a:pt x="43946" y="413147"/>
                </a:cubicBezTo>
                <a:cubicBezTo>
                  <a:pt x="43953" y="413147"/>
                  <a:pt x="43959" y="413147"/>
                  <a:pt x="43967" y="413147"/>
                </a:cubicBezTo>
                <a:lnTo>
                  <a:pt x="80176" y="413147"/>
                </a:lnTo>
                <a:cubicBezTo>
                  <a:pt x="82449" y="413150"/>
                  <a:pt x="84295" y="411311"/>
                  <a:pt x="84298" y="409037"/>
                </a:cubicBezTo>
                <a:cubicBezTo>
                  <a:pt x="84298" y="409032"/>
                  <a:pt x="84298" y="409029"/>
                  <a:pt x="84298" y="409024"/>
                </a:cubicBezTo>
                <a:cubicBezTo>
                  <a:pt x="84295" y="406752"/>
                  <a:pt x="82451" y="404913"/>
                  <a:pt x="80179" y="404916"/>
                </a:cubicBezTo>
                <a:cubicBezTo>
                  <a:pt x="80177" y="404916"/>
                  <a:pt x="80177" y="404916"/>
                  <a:pt x="80176" y="404916"/>
                </a:cubicBezTo>
                <a:lnTo>
                  <a:pt x="43967" y="404916"/>
                </a:lnTo>
                <a:cubicBezTo>
                  <a:pt x="41701" y="404913"/>
                  <a:pt x="39862" y="406746"/>
                  <a:pt x="39859" y="409012"/>
                </a:cubicBezTo>
                <a:cubicBezTo>
                  <a:pt x="39859" y="409016"/>
                  <a:pt x="39859" y="409021"/>
                  <a:pt x="39859" y="409024"/>
                </a:cubicBezTo>
                <a:moveTo>
                  <a:pt x="80177" y="339849"/>
                </a:moveTo>
                <a:lnTo>
                  <a:pt x="8803" y="339849"/>
                </a:lnTo>
                <a:lnTo>
                  <a:pt x="8803" y="177644"/>
                </a:lnTo>
                <a:cubicBezTo>
                  <a:pt x="8801" y="175367"/>
                  <a:pt x="6955" y="173523"/>
                  <a:pt x="4680" y="173521"/>
                </a:cubicBezTo>
                <a:cubicBezTo>
                  <a:pt x="2408" y="173523"/>
                  <a:pt x="569" y="175367"/>
                  <a:pt x="572" y="177639"/>
                </a:cubicBezTo>
                <a:cubicBezTo>
                  <a:pt x="572" y="177640"/>
                  <a:pt x="572" y="177642"/>
                  <a:pt x="572" y="177644"/>
                </a:cubicBezTo>
                <a:lnTo>
                  <a:pt x="572" y="343959"/>
                </a:lnTo>
                <a:cubicBezTo>
                  <a:pt x="567" y="346229"/>
                  <a:pt x="2404" y="348075"/>
                  <a:pt x="4676" y="348080"/>
                </a:cubicBezTo>
                <a:cubicBezTo>
                  <a:pt x="4677" y="348080"/>
                  <a:pt x="4679" y="348080"/>
                  <a:pt x="4680" y="348080"/>
                </a:cubicBezTo>
                <a:lnTo>
                  <a:pt x="80176" y="348080"/>
                </a:lnTo>
                <a:cubicBezTo>
                  <a:pt x="82449" y="348083"/>
                  <a:pt x="84295" y="346244"/>
                  <a:pt x="84298" y="343970"/>
                </a:cubicBezTo>
                <a:cubicBezTo>
                  <a:pt x="84298" y="343965"/>
                  <a:pt x="84298" y="343962"/>
                  <a:pt x="84298" y="343959"/>
                </a:cubicBezTo>
                <a:cubicBezTo>
                  <a:pt x="84290" y="341687"/>
                  <a:pt x="82447" y="339849"/>
                  <a:pt x="80176" y="339849"/>
                </a:cubicBezTo>
                <a:moveTo>
                  <a:pt x="98412" y="45530"/>
                </a:moveTo>
                <a:cubicBezTo>
                  <a:pt x="98409" y="43258"/>
                  <a:pt x="96564" y="41419"/>
                  <a:pt x="94292" y="41422"/>
                </a:cubicBezTo>
                <a:cubicBezTo>
                  <a:pt x="94291" y="41422"/>
                  <a:pt x="94291" y="41422"/>
                  <a:pt x="94289" y="41422"/>
                </a:cubicBezTo>
                <a:lnTo>
                  <a:pt x="30459" y="41422"/>
                </a:lnTo>
                <a:cubicBezTo>
                  <a:pt x="28193" y="41419"/>
                  <a:pt x="26354" y="43252"/>
                  <a:pt x="26351" y="45518"/>
                </a:cubicBezTo>
                <a:cubicBezTo>
                  <a:pt x="26351" y="45521"/>
                  <a:pt x="26351" y="45526"/>
                  <a:pt x="26351" y="45530"/>
                </a:cubicBezTo>
                <a:lnTo>
                  <a:pt x="26351" y="133916"/>
                </a:lnTo>
                <a:cubicBezTo>
                  <a:pt x="26346" y="136188"/>
                  <a:pt x="28184" y="138034"/>
                  <a:pt x="30456" y="138039"/>
                </a:cubicBezTo>
                <a:cubicBezTo>
                  <a:pt x="30458" y="138039"/>
                  <a:pt x="30458" y="138039"/>
                  <a:pt x="30459" y="138039"/>
                </a:cubicBezTo>
                <a:lnTo>
                  <a:pt x="80191" y="138039"/>
                </a:lnTo>
                <a:cubicBezTo>
                  <a:pt x="82460" y="138026"/>
                  <a:pt x="84295" y="136187"/>
                  <a:pt x="84300" y="133916"/>
                </a:cubicBezTo>
                <a:cubicBezTo>
                  <a:pt x="84293" y="131651"/>
                  <a:pt x="82459" y="129814"/>
                  <a:pt x="80191" y="129808"/>
                </a:cubicBezTo>
                <a:lnTo>
                  <a:pt x="34582" y="129808"/>
                </a:lnTo>
                <a:lnTo>
                  <a:pt x="34582" y="49653"/>
                </a:lnTo>
                <a:lnTo>
                  <a:pt x="94291" y="49653"/>
                </a:lnTo>
                <a:cubicBezTo>
                  <a:pt x="96564" y="49656"/>
                  <a:pt x="98410" y="47813"/>
                  <a:pt x="98413" y="45540"/>
                </a:cubicBezTo>
                <a:cubicBezTo>
                  <a:pt x="98413" y="45537"/>
                  <a:pt x="98413" y="45534"/>
                  <a:pt x="98413" y="45530"/>
                </a:cubicBezTo>
                <a:moveTo>
                  <a:pt x="271146" y="190835"/>
                </a:moveTo>
                <a:lnTo>
                  <a:pt x="271146" y="150874"/>
                </a:lnTo>
                <a:cubicBezTo>
                  <a:pt x="271151" y="148602"/>
                  <a:pt x="269311" y="146756"/>
                  <a:pt x="267039" y="146752"/>
                </a:cubicBezTo>
                <a:cubicBezTo>
                  <a:pt x="267039" y="146752"/>
                  <a:pt x="267037" y="146752"/>
                  <a:pt x="267037" y="146752"/>
                </a:cubicBezTo>
                <a:cubicBezTo>
                  <a:pt x="264756" y="146747"/>
                  <a:pt x="262904" y="148593"/>
                  <a:pt x="262900" y="150873"/>
                </a:cubicBezTo>
                <a:cubicBezTo>
                  <a:pt x="262900" y="150873"/>
                  <a:pt x="262900" y="150874"/>
                  <a:pt x="262900" y="150874"/>
                </a:cubicBezTo>
                <a:lnTo>
                  <a:pt x="262900" y="186698"/>
                </a:lnTo>
                <a:lnTo>
                  <a:pt x="192929" y="186698"/>
                </a:lnTo>
                <a:lnTo>
                  <a:pt x="192929" y="93846"/>
                </a:lnTo>
                <a:lnTo>
                  <a:pt x="234730" y="93846"/>
                </a:lnTo>
                <a:cubicBezTo>
                  <a:pt x="236999" y="93841"/>
                  <a:pt x="238840" y="92007"/>
                  <a:pt x="238853" y="89738"/>
                </a:cubicBezTo>
                <a:cubicBezTo>
                  <a:pt x="238852" y="87459"/>
                  <a:pt x="237009" y="85610"/>
                  <a:pt x="234730" y="85602"/>
                </a:cubicBezTo>
                <a:lnTo>
                  <a:pt x="192929" y="85602"/>
                </a:lnTo>
                <a:lnTo>
                  <a:pt x="192929" y="8058"/>
                </a:lnTo>
                <a:lnTo>
                  <a:pt x="256951" y="8058"/>
                </a:lnTo>
                <a:cubicBezTo>
                  <a:pt x="259225" y="8061"/>
                  <a:pt x="261071" y="6220"/>
                  <a:pt x="261072" y="3946"/>
                </a:cubicBezTo>
                <a:cubicBezTo>
                  <a:pt x="261072" y="3943"/>
                  <a:pt x="261072" y="3938"/>
                  <a:pt x="261072" y="3935"/>
                </a:cubicBezTo>
                <a:cubicBezTo>
                  <a:pt x="261071" y="1663"/>
                  <a:pt x="259226" y="-176"/>
                  <a:pt x="256954" y="-175"/>
                </a:cubicBezTo>
                <a:cubicBezTo>
                  <a:pt x="256953" y="-175"/>
                  <a:pt x="256951" y="-175"/>
                  <a:pt x="256951" y="-175"/>
                </a:cubicBezTo>
                <a:lnTo>
                  <a:pt x="120686" y="-175"/>
                </a:lnTo>
                <a:cubicBezTo>
                  <a:pt x="118418" y="-173"/>
                  <a:pt x="116580" y="1666"/>
                  <a:pt x="116578" y="3935"/>
                </a:cubicBezTo>
                <a:cubicBezTo>
                  <a:pt x="116573" y="6207"/>
                  <a:pt x="118411" y="8053"/>
                  <a:pt x="120685" y="8058"/>
                </a:cubicBezTo>
                <a:cubicBezTo>
                  <a:pt x="120685" y="8058"/>
                  <a:pt x="120686" y="8058"/>
                  <a:pt x="120686" y="8058"/>
                </a:cubicBezTo>
                <a:lnTo>
                  <a:pt x="184696" y="8058"/>
                </a:lnTo>
                <a:lnTo>
                  <a:pt x="184696" y="85629"/>
                </a:lnTo>
                <a:lnTo>
                  <a:pt x="141436" y="85629"/>
                </a:lnTo>
                <a:cubicBezTo>
                  <a:pt x="139161" y="85631"/>
                  <a:pt x="137317" y="87475"/>
                  <a:pt x="137315" y="89752"/>
                </a:cubicBezTo>
                <a:cubicBezTo>
                  <a:pt x="137318" y="92024"/>
                  <a:pt x="139163" y="93864"/>
                  <a:pt x="141435" y="93860"/>
                </a:cubicBezTo>
                <a:cubicBezTo>
                  <a:pt x="141435" y="93860"/>
                  <a:pt x="141436" y="93860"/>
                  <a:pt x="141436" y="93860"/>
                </a:cubicBezTo>
                <a:lnTo>
                  <a:pt x="184696" y="93860"/>
                </a:lnTo>
                <a:lnTo>
                  <a:pt x="184696" y="186698"/>
                </a:lnTo>
                <a:lnTo>
                  <a:pt x="114724" y="186698"/>
                </a:lnTo>
                <a:lnTo>
                  <a:pt x="114724" y="150874"/>
                </a:lnTo>
                <a:cubicBezTo>
                  <a:pt x="114727" y="148601"/>
                  <a:pt x="112885" y="146755"/>
                  <a:pt x="110611" y="146752"/>
                </a:cubicBezTo>
                <a:cubicBezTo>
                  <a:pt x="110608" y="146752"/>
                  <a:pt x="110605" y="146752"/>
                  <a:pt x="110602" y="146752"/>
                </a:cubicBezTo>
                <a:cubicBezTo>
                  <a:pt x="108325" y="146753"/>
                  <a:pt x="106481" y="148598"/>
                  <a:pt x="106479" y="150874"/>
                </a:cubicBezTo>
                <a:lnTo>
                  <a:pt x="106479" y="190835"/>
                </a:lnTo>
                <a:cubicBezTo>
                  <a:pt x="106482" y="193107"/>
                  <a:pt x="108326" y="194947"/>
                  <a:pt x="110598" y="194943"/>
                </a:cubicBezTo>
                <a:cubicBezTo>
                  <a:pt x="110598" y="194943"/>
                  <a:pt x="110600" y="194943"/>
                  <a:pt x="110602" y="194943"/>
                </a:cubicBezTo>
                <a:lnTo>
                  <a:pt x="184696" y="194943"/>
                </a:lnTo>
                <a:lnTo>
                  <a:pt x="184696" y="302418"/>
                </a:lnTo>
                <a:lnTo>
                  <a:pt x="120523" y="302418"/>
                </a:lnTo>
                <a:lnTo>
                  <a:pt x="120523" y="253744"/>
                </a:lnTo>
                <a:cubicBezTo>
                  <a:pt x="120518" y="251469"/>
                  <a:pt x="118670" y="249630"/>
                  <a:pt x="116395" y="249636"/>
                </a:cubicBezTo>
                <a:cubicBezTo>
                  <a:pt x="116392" y="249636"/>
                  <a:pt x="116389" y="249636"/>
                  <a:pt x="116386" y="249636"/>
                </a:cubicBezTo>
                <a:lnTo>
                  <a:pt x="62189" y="249636"/>
                </a:lnTo>
                <a:lnTo>
                  <a:pt x="62189" y="210170"/>
                </a:lnTo>
                <a:cubicBezTo>
                  <a:pt x="62194" y="207898"/>
                  <a:pt x="60356" y="206052"/>
                  <a:pt x="58084" y="206047"/>
                </a:cubicBezTo>
                <a:cubicBezTo>
                  <a:pt x="58082" y="206047"/>
                  <a:pt x="58082" y="206047"/>
                  <a:pt x="58081" y="206047"/>
                </a:cubicBezTo>
                <a:cubicBezTo>
                  <a:pt x="55805" y="206054"/>
                  <a:pt x="53964" y="207895"/>
                  <a:pt x="53958" y="210170"/>
                </a:cubicBezTo>
                <a:lnTo>
                  <a:pt x="53958" y="253744"/>
                </a:lnTo>
                <a:cubicBezTo>
                  <a:pt x="53960" y="256020"/>
                  <a:pt x="55804" y="257866"/>
                  <a:pt x="58081" y="257867"/>
                </a:cubicBezTo>
                <a:lnTo>
                  <a:pt x="112277" y="257867"/>
                </a:lnTo>
                <a:lnTo>
                  <a:pt x="112277" y="380182"/>
                </a:lnTo>
                <a:cubicBezTo>
                  <a:pt x="112273" y="382454"/>
                  <a:pt x="114110" y="384300"/>
                  <a:pt x="116382" y="384304"/>
                </a:cubicBezTo>
                <a:cubicBezTo>
                  <a:pt x="116384" y="384304"/>
                  <a:pt x="116386" y="384304"/>
                  <a:pt x="116386" y="384304"/>
                </a:cubicBezTo>
                <a:cubicBezTo>
                  <a:pt x="118666" y="384303"/>
                  <a:pt x="120515" y="382460"/>
                  <a:pt x="120523" y="380182"/>
                </a:cubicBezTo>
                <a:lnTo>
                  <a:pt x="120523" y="310649"/>
                </a:lnTo>
                <a:lnTo>
                  <a:pt x="184696" y="310649"/>
                </a:lnTo>
                <a:lnTo>
                  <a:pt x="184696" y="432537"/>
                </a:lnTo>
                <a:lnTo>
                  <a:pt x="131736" y="432537"/>
                </a:lnTo>
                <a:cubicBezTo>
                  <a:pt x="129475" y="432528"/>
                  <a:pt x="127636" y="434355"/>
                  <a:pt x="127628" y="436615"/>
                </a:cubicBezTo>
                <a:cubicBezTo>
                  <a:pt x="127628" y="436625"/>
                  <a:pt x="127628" y="436635"/>
                  <a:pt x="127628" y="436646"/>
                </a:cubicBezTo>
                <a:cubicBezTo>
                  <a:pt x="127618" y="438913"/>
                  <a:pt x="129448" y="440759"/>
                  <a:pt x="131716" y="440768"/>
                </a:cubicBezTo>
                <a:cubicBezTo>
                  <a:pt x="131722" y="440768"/>
                  <a:pt x="131730" y="440768"/>
                  <a:pt x="131736" y="440768"/>
                </a:cubicBezTo>
                <a:lnTo>
                  <a:pt x="245888" y="440768"/>
                </a:lnTo>
                <a:cubicBezTo>
                  <a:pt x="248162" y="440771"/>
                  <a:pt x="250008" y="438930"/>
                  <a:pt x="250011" y="436657"/>
                </a:cubicBezTo>
                <a:cubicBezTo>
                  <a:pt x="250011" y="436654"/>
                  <a:pt x="250011" y="436649"/>
                  <a:pt x="250011" y="436646"/>
                </a:cubicBezTo>
                <a:cubicBezTo>
                  <a:pt x="250013" y="434378"/>
                  <a:pt x="248176" y="432539"/>
                  <a:pt x="245909" y="432537"/>
                </a:cubicBezTo>
                <a:cubicBezTo>
                  <a:pt x="245903" y="432537"/>
                  <a:pt x="245895" y="432537"/>
                  <a:pt x="245888" y="432537"/>
                </a:cubicBezTo>
                <a:lnTo>
                  <a:pt x="192929" y="432537"/>
                </a:lnTo>
                <a:lnTo>
                  <a:pt x="192929" y="310649"/>
                </a:lnTo>
                <a:lnTo>
                  <a:pt x="257116" y="310649"/>
                </a:lnTo>
                <a:lnTo>
                  <a:pt x="257116" y="380182"/>
                </a:lnTo>
                <a:cubicBezTo>
                  <a:pt x="257124" y="382460"/>
                  <a:pt x="258972" y="384303"/>
                  <a:pt x="261250" y="384304"/>
                </a:cubicBezTo>
                <a:cubicBezTo>
                  <a:pt x="263522" y="384296"/>
                  <a:pt x="265358" y="382454"/>
                  <a:pt x="265358" y="380182"/>
                </a:cubicBezTo>
                <a:lnTo>
                  <a:pt x="265358" y="257867"/>
                </a:lnTo>
                <a:lnTo>
                  <a:pt x="319557" y="257867"/>
                </a:lnTo>
                <a:cubicBezTo>
                  <a:pt x="321829" y="257864"/>
                  <a:pt x="323668" y="256020"/>
                  <a:pt x="323665" y="253748"/>
                </a:cubicBezTo>
                <a:cubicBezTo>
                  <a:pt x="323665" y="253746"/>
                  <a:pt x="323665" y="253744"/>
                  <a:pt x="323665" y="253744"/>
                </a:cubicBezTo>
                <a:lnTo>
                  <a:pt x="323665" y="210170"/>
                </a:lnTo>
                <a:cubicBezTo>
                  <a:pt x="323665" y="207898"/>
                  <a:pt x="321827" y="206055"/>
                  <a:pt x="319557" y="206047"/>
                </a:cubicBezTo>
                <a:cubicBezTo>
                  <a:pt x="317280" y="206049"/>
                  <a:pt x="315436" y="207893"/>
                  <a:pt x="315434" y="210170"/>
                </a:cubicBezTo>
                <a:lnTo>
                  <a:pt x="315434" y="249636"/>
                </a:lnTo>
                <a:lnTo>
                  <a:pt x="261250" y="249636"/>
                </a:lnTo>
                <a:cubicBezTo>
                  <a:pt x="258977" y="249625"/>
                  <a:pt x="257124" y="251460"/>
                  <a:pt x="257115" y="253733"/>
                </a:cubicBezTo>
                <a:cubicBezTo>
                  <a:pt x="257115" y="253737"/>
                  <a:pt x="257115" y="253741"/>
                  <a:pt x="257115" y="253744"/>
                </a:cubicBezTo>
                <a:lnTo>
                  <a:pt x="257115" y="302416"/>
                </a:lnTo>
                <a:lnTo>
                  <a:pt x="192927" y="302416"/>
                </a:lnTo>
                <a:lnTo>
                  <a:pt x="192927" y="194943"/>
                </a:lnTo>
                <a:lnTo>
                  <a:pt x="267036" y="194943"/>
                </a:lnTo>
                <a:cubicBezTo>
                  <a:pt x="269301" y="194948"/>
                  <a:pt x="271141" y="193113"/>
                  <a:pt x="271144" y="190849"/>
                </a:cubicBezTo>
                <a:cubicBezTo>
                  <a:pt x="271144" y="190845"/>
                  <a:pt x="271144" y="190840"/>
                  <a:pt x="271144" y="190835"/>
                </a:cubicBezTo>
                <a:moveTo>
                  <a:pt x="351285" y="133931"/>
                </a:moveTo>
                <a:lnTo>
                  <a:pt x="351285" y="45545"/>
                </a:lnTo>
                <a:cubicBezTo>
                  <a:pt x="351288" y="43271"/>
                  <a:pt x="349449" y="41425"/>
                  <a:pt x="347175" y="41422"/>
                </a:cubicBezTo>
                <a:cubicBezTo>
                  <a:pt x="347170" y="41422"/>
                  <a:pt x="347167" y="41422"/>
                  <a:pt x="347164" y="41422"/>
                </a:cubicBezTo>
                <a:lnTo>
                  <a:pt x="283332" y="41422"/>
                </a:lnTo>
                <a:cubicBezTo>
                  <a:pt x="281065" y="41420"/>
                  <a:pt x="279226" y="43257"/>
                  <a:pt x="279224" y="45524"/>
                </a:cubicBezTo>
                <a:cubicBezTo>
                  <a:pt x="279224" y="45530"/>
                  <a:pt x="279224" y="45538"/>
                  <a:pt x="279224" y="45545"/>
                </a:cubicBezTo>
                <a:cubicBezTo>
                  <a:pt x="279226" y="47813"/>
                  <a:pt x="281065" y="49651"/>
                  <a:pt x="283332" y="49653"/>
                </a:cubicBezTo>
                <a:lnTo>
                  <a:pt x="343054" y="49653"/>
                </a:lnTo>
                <a:lnTo>
                  <a:pt x="343054" y="129808"/>
                </a:lnTo>
                <a:lnTo>
                  <a:pt x="297460" y="129808"/>
                </a:lnTo>
                <a:cubicBezTo>
                  <a:pt x="295187" y="129805"/>
                  <a:pt x="293341" y="131644"/>
                  <a:pt x="293338" y="133918"/>
                </a:cubicBezTo>
                <a:cubicBezTo>
                  <a:pt x="293338" y="133923"/>
                  <a:pt x="293338" y="133926"/>
                  <a:pt x="293338" y="133931"/>
                </a:cubicBezTo>
                <a:cubicBezTo>
                  <a:pt x="293344" y="136201"/>
                  <a:pt x="295188" y="138039"/>
                  <a:pt x="297460" y="138039"/>
                </a:cubicBezTo>
                <a:lnTo>
                  <a:pt x="347164" y="138039"/>
                </a:lnTo>
                <a:cubicBezTo>
                  <a:pt x="349434" y="138039"/>
                  <a:pt x="351279" y="136201"/>
                  <a:pt x="351285" y="133931"/>
                </a:cubicBezTo>
                <a:moveTo>
                  <a:pt x="377065" y="343972"/>
                </a:moveTo>
                <a:lnTo>
                  <a:pt x="377065" y="177629"/>
                </a:lnTo>
                <a:cubicBezTo>
                  <a:pt x="377062" y="175357"/>
                  <a:pt x="375218" y="173518"/>
                  <a:pt x="372946" y="173521"/>
                </a:cubicBezTo>
                <a:cubicBezTo>
                  <a:pt x="372944" y="173521"/>
                  <a:pt x="372943" y="173521"/>
                  <a:pt x="372943" y="173521"/>
                </a:cubicBezTo>
                <a:cubicBezTo>
                  <a:pt x="370677" y="173518"/>
                  <a:pt x="368838" y="175351"/>
                  <a:pt x="368834" y="177617"/>
                </a:cubicBezTo>
                <a:cubicBezTo>
                  <a:pt x="368834" y="177621"/>
                  <a:pt x="368834" y="177625"/>
                  <a:pt x="368834" y="177629"/>
                </a:cubicBezTo>
                <a:lnTo>
                  <a:pt x="368834" y="339836"/>
                </a:lnTo>
                <a:lnTo>
                  <a:pt x="297460" y="339836"/>
                </a:lnTo>
                <a:cubicBezTo>
                  <a:pt x="295179" y="339839"/>
                  <a:pt x="293335" y="341690"/>
                  <a:pt x="293338" y="343970"/>
                </a:cubicBezTo>
                <a:cubicBezTo>
                  <a:pt x="293338" y="343970"/>
                  <a:pt x="293338" y="343972"/>
                  <a:pt x="293338" y="343972"/>
                </a:cubicBezTo>
                <a:cubicBezTo>
                  <a:pt x="293335" y="346239"/>
                  <a:pt x="295171" y="348078"/>
                  <a:pt x="297438" y="348080"/>
                </a:cubicBezTo>
                <a:cubicBezTo>
                  <a:pt x="297446" y="348080"/>
                  <a:pt x="297452" y="348080"/>
                  <a:pt x="297460" y="348080"/>
                </a:cubicBezTo>
                <a:lnTo>
                  <a:pt x="372943" y="348080"/>
                </a:lnTo>
                <a:cubicBezTo>
                  <a:pt x="375210" y="348089"/>
                  <a:pt x="377056" y="346260"/>
                  <a:pt x="377065" y="343992"/>
                </a:cubicBezTo>
                <a:cubicBezTo>
                  <a:pt x="377065" y="343986"/>
                  <a:pt x="377065" y="343978"/>
                  <a:pt x="377065" y="343972"/>
                </a:cubicBezTo>
                <a:moveTo>
                  <a:pt x="577721" y="299806"/>
                </a:moveTo>
                <a:lnTo>
                  <a:pt x="609683" y="299806"/>
                </a:lnTo>
                <a:lnTo>
                  <a:pt x="609683" y="196098"/>
                </a:lnTo>
                <a:cubicBezTo>
                  <a:pt x="609683" y="159709"/>
                  <a:pt x="590294" y="131498"/>
                  <a:pt x="551186" y="131498"/>
                </a:cubicBezTo>
                <a:cubicBezTo>
                  <a:pt x="532153" y="131498"/>
                  <a:pt x="512778" y="139317"/>
                  <a:pt x="500878" y="159709"/>
                </a:cubicBezTo>
                <a:lnTo>
                  <a:pt x="500878" y="136254"/>
                </a:lnTo>
                <a:lnTo>
                  <a:pt x="469601" y="136254"/>
                </a:lnTo>
                <a:lnTo>
                  <a:pt x="469601" y="299806"/>
                </a:lnTo>
                <a:lnTo>
                  <a:pt x="501565" y="299806"/>
                </a:lnTo>
                <a:lnTo>
                  <a:pt x="501565" y="205278"/>
                </a:lnTo>
                <a:cubicBezTo>
                  <a:pt x="501565" y="180447"/>
                  <a:pt x="514481" y="160396"/>
                  <a:pt x="539629" y="160396"/>
                </a:cubicBezTo>
                <a:cubicBezTo>
                  <a:pt x="568198" y="160396"/>
                  <a:pt x="577721" y="178769"/>
                  <a:pt x="577721" y="201540"/>
                </a:cubicBezTo>
                <a:close/>
                <a:moveTo>
                  <a:pt x="766751" y="201196"/>
                </a:moveTo>
                <a:lnTo>
                  <a:pt x="677320" y="201196"/>
                </a:lnTo>
                <a:cubicBezTo>
                  <a:pt x="678681" y="180130"/>
                  <a:pt x="695020" y="159366"/>
                  <a:pt x="721870" y="159366"/>
                </a:cubicBezTo>
                <a:cubicBezTo>
                  <a:pt x="750756" y="159366"/>
                  <a:pt x="766064" y="177739"/>
                  <a:pt x="766751" y="201196"/>
                </a:cubicBezTo>
                <a:moveTo>
                  <a:pt x="799388" y="227044"/>
                </a:moveTo>
                <a:cubicBezTo>
                  <a:pt x="799861" y="223662"/>
                  <a:pt x="800091" y="220250"/>
                  <a:pt x="800075" y="216835"/>
                </a:cubicBezTo>
                <a:cubicBezTo>
                  <a:pt x="800075" y="165839"/>
                  <a:pt x="771836" y="131155"/>
                  <a:pt x="721527" y="131155"/>
                </a:cubicBezTo>
                <a:cubicBezTo>
                  <a:pt x="680385" y="131155"/>
                  <a:pt x="643324" y="166182"/>
                  <a:pt x="643324" y="217522"/>
                </a:cubicBezTo>
                <a:cubicBezTo>
                  <a:pt x="643324" y="272955"/>
                  <a:pt x="681746" y="304904"/>
                  <a:pt x="725608" y="304904"/>
                </a:cubicBezTo>
                <a:cubicBezTo>
                  <a:pt x="763687" y="304904"/>
                  <a:pt x="789865" y="282134"/>
                  <a:pt x="799044" y="253221"/>
                </a:cubicBezTo>
                <a:lnTo>
                  <a:pt x="771519" y="243698"/>
                </a:lnTo>
                <a:cubicBezTo>
                  <a:pt x="765391" y="262058"/>
                  <a:pt x="752130" y="276679"/>
                  <a:pt x="725608" y="276679"/>
                </a:cubicBezTo>
                <a:cubicBezTo>
                  <a:pt x="698057" y="276679"/>
                  <a:pt x="676991" y="256285"/>
                  <a:pt x="676304" y="227044"/>
                </a:cubicBezTo>
                <a:close/>
                <a:moveTo>
                  <a:pt x="945791" y="299820"/>
                </a:moveTo>
                <a:lnTo>
                  <a:pt x="976394" y="299820"/>
                </a:lnTo>
                <a:cubicBezTo>
                  <a:pt x="975261" y="289769"/>
                  <a:pt x="974688" y="279662"/>
                  <a:pt x="974677" y="269547"/>
                </a:cubicBezTo>
                <a:lnTo>
                  <a:pt x="974677" y="136254"/>
                </a:lnTo>
                <a:lnTo>
                  <a:pt x="942727" y="136254"/>
                </a:lnTo>
                <a:lnTo>
                  <a:pt x="942727" y="234863"/>
                </a:lnTo>
                <a:cubicBezTo>
                  <a:pt x="942727" y="259681"/>
                  <a:pt x="929810" y="276679"/>
                  <a:pt x="903948" y="276679"/>
                </a:cubicBezTo>
                <a:cubicBezTo>
                  <a:pt x="877097" y="276679"/>
                  <a:pt x="866901" y="256959"/>
                  <a:pt x="866901" y="234519"/>
                </a:cubicBezTo>
                <a:lnTo>
                  <a:pt x="866901" y="136254"/>
                </a:lnTo>
                <a:lnTo>
                  <a:pt x="834924" y="136254"/>
                </a:lnTo>
                <a:lnTo>
                  <a:pt x="834924" y="239287"/>
                </a:lnTo>
                <a:cubicBezTo>
                  <a:pt x="834924" y="276348"/>
                  <a:pt x="858065" y="304903"/>
                  <a:pt x="896143" y="304903"/>
                </a:cubicBezTo>
                <a:cubicBezTo>
                  <a:pt x="915175" y="304903"/>
                  <a:pt x="935582" y="297084"/>
                  <a:pt x="944418" y="280086"/>
                </a:cubicBezTo>
                <a:cubicBezTo>
                  <a:pt x="944422" y="286687"/>
                  <a:pt x="944881" y="293281"/>
                  <a:pt x="945791" y="299818"/>
                </a:cubicBezTo>
                <a:moveTo>
                  <a:pt x="1098324" y="167541"/>
                </a:moveTo>
                <a:cubicBezTo>
                  <a:pt x="1102992" y="167551"/>
                  <a:pt x="1107652" y="167891"/>
                  <a:pt x="1112271" y="168559"/>
                </a:cubicBezTo>
                <a:lnTo>
                  <a:pt x="1112271" y="134563"/>
                </a:lnTo>
                <a:cubicBezTo>
                  <a:pt x="1108795" y="133908"/>
                  <a:pt x="1105269" y="133563"/>
                  <a:pt x="1101731" y="133532"/>
                </a:cubicBezTo>
                <a:cubicBezTo>
                  <a:pt x="1085077" y="133532"/>
                  <a:pt x="1064671" y="139661"/>
                  <a:pt x="1052771" y="164808"/>
                </a:cubicBezTo>
                <a:lnTo>
                  <a:pt x="1052771" y="136266"/>
                </a:lnTo>
                <a:lnTo>
                  <a:pt x="1021481" y="136266"/>
                </a:lnTo>
                <a:lnTo>
                  <a:pt x="1021481" y="299806"/>
                </a:lnTo>
                <a:lnTo>
                  <a:pt x="1053443" y="299806"/>
                </a:lnTo>
                <a:lnTo>
                  <a:pt x="1053443" y="217851"/>
                </a:lnTo>
                <a:cubicBezTo>
                  <a:pt x="1053443" y="181820"/>
                  <a:pt x="1071474" y="167543"/>
                  <a:pt x="1098324" y="167543"/>
                </a:cubicBezTo>
                <a:moveTo>
                  <a:pt x="1263512" y="217865"/>
                </a:moveTo>
                <a:cubicBezTo>
                  <a:pt x="1263512" y="255943"/>
                  <a:pt x="1239712" y="276350"/>
                  <a:pt x="1212518" y="276350"/>
                </a:cubicBezTo>
                <a:cubicBezTo>
                  <a:pt x="1185308" y="276350"/>
                  <a:pt x="1161507" y="255943"/>
                  <a:pt x="1161507" y="217865"/>
                </a:cubicBezTo>
                <a:cubicBezTo>
                  <a:pt x="1161507" y="180116"/>
                  <a:pt x="1185308" y="159709"/>
                  <a:pt x="1212518" y="159709"/>
                </a:cubicBezTo>
                <a:cubicBezTo>
                  <a:pt x="1239712" y="159709"/>
                  <a:pt x="1263512" y="180116"/>
                  <a:pt x="1263512" y="217865"/>
                </a:cubicBezTo>
                <a:moveTo>
                  <a:pt x="1296163" y="217865"/>
                </a:moveTo>
                <a:cubicBezTo>
                  <a:pt x="1296163" y="168230"/>
                  <a:pt x="1261479" y="131169"/>
                  <a:pt x="1212518" y="131169"/>
                </a:cubicBezTo>
                <a:cubicBezTo>
                  <a:pt x="1163557" y="131169"/>
                  <a:pt x="1128871" y="168230"/>
                  <a:pt x="1128871" y="217865"/>
                </a:cubicBezTo>
                <a:cubicBezTo>
                  <a:pt x="1128871" y="267844"/>
                  <a:pt x="1163555" y="304904"/>
                  <a:pt x="1212518" y="304904"/>
                </a:cubicBezTo>
                <a:cubicBezTo>
                  <a:pt x="1261479" y="304904"/>
                  <a:pt x="1296163" y="267844"/>
                  <a:pt x="1296163" y="217865"/>
                </a:cubicBezTo>
                <a:moveTo>
                  <a:pt x="1388657" y="301496"/>
                </a:moveTo>
                <a:cubicBezTo>
                  <a:pt x="1396028" y="301629"/>
                  <a:pt x="1403374" y="300599"/>
                  <a:pt x="1410425" y="298446"/>
                </a:cubicBezTo>
                <a:lnTo>
                  <a:pt x="1410425" y="271237"/>
                </a:lnTo>
                <a:cubicBezTo>
                  <a:pt x="1406285" y="272108"/>
                  <a:pt x="1402068" y="272569"/>
                  <a:pt x="1397836" y="272612"/>
                </a:cubicBezTo>
                <a:cubicBezTo>
                  <a:pt x="1381182" y="272612"/>
                  <a:pt x="1375054" y="265109"/>
                  <a:pt x="1375054" y="250158"/>
                </a:cubicBezTo>
                <a:lnTo>
                  <a:pt x="1375054" y="165152"/>
                </a:lnTo>
                <a:lnTo>
                  <a:pt x="1410423" y="165152"/>
                </a:lnTo>
                <a:lnTo>
                  <a:pt x="1410423" y="136254"/>
                </a:lnTo>
                <a:lnTo>
                  <a:pt x="1375054" y="136254"/>
                </a:lnTo>
                <a:lnTo>
                  <a:pt x="1375054" y="84585"/>
                </a:lnTo>
                <a:lnTo>
                  <a:pt x="1345825" y="84585"/>
                </a:lnTo>
                <a:lnTo>
                  <a:pt x="1345825" y="111092"/>
                </a:lnTo>
                <a:cubicBezTo>
                  <a:pt x="1345825" y="125383"/>
                  <a:pt x="1338335" y="136254"/>
                  <a:pt x="1320665" y="136254"/>
                </a:cubicBezTo>
                <a:lnTo>
                  <a:pt x="1311814" y="136254"/>
                </a:lnTo>
                <a:lnTo>
                  <a:pt x="1311814" y="165152"/>
                </a:lnTo>
                <a:lnTo>
                  <a:pt x="1343105" y="165152"/>
                </a:lnTo>
                <a:lnTo>
                  <a:pt x="1343105" y="254911"/>
                </a:lnTo>
                <a:cubicBezTo>
                  <a:pt x="1343105" y="284512"/>
                  <a:pt x="1360777" y="301496"/>
                  <a:pt x="1388657" y="301496"/>
                </a:cubicBezTo>
                <a:moveTo>
                  <a:pt x="1564344" y="217865"/>
                </a:moveTo>
                <a:cubicBezTo>
                  <a:pt x="1564344" y="255943"/>
                  <a:pt x="1540543" y="276350"/>
                  <a:pt x="1513349" y="276350"/>
                </a:cubicBezTo>
                <a:cubicBezTo>
                  <a:pt x="1486155" y="276350"/>
                  <a:pt x="1462340" y="255943"/>
                  <a:pt x="1462340" y="217865"/>
                </a:cubicBezTo>
                <a:cubicBezTo>
                  <a:pt x="1462340" y="180116"/>
                  <a:pt x="1486155" y="159709"/>
                  <a:pt x="1513349" y="159709"/>
                </a:cubicBezTo>
                <a:cubicBezTo>
                  <a:pt x="1540544" y="159709"/>
                  <a:pt x="1564344" y="180116"/>
                  <a:pt x="1564344" y="217865"/>
                </a:cubicBezTo>
                <a:moveTo>
                  <a:pt x="1596994" y="217865"/>
                </a:moveTo>
                <a:cubicBezTo>
                  <a:pt x="1596994" y="168230"/>
                  <a:pt x="1562310" y="131169"/>
                  <a:pt x="1513349" y="131169"/>
                </a:cubicBezTo>
                <a:cubicBezTo>
                  <a:pt x="1464388" y="131169"/>
                  <a:pt x="1429704" y="168230"/>
                  <a:pt x="1429704" y="217865"/>
                </a:cubicBezTo>
                <a:cubicBezTo>
                  <a:pt x="1429704" y="267844"/>
                  <a:pt x="1464388" y="304904"/>
                  <a:pt x="1513349" y="304904"/>
                </a:cubicBezTo>
                <a:cubicBezTo>
                  <a:pt x="1562310" y="304904"/>
                  <a:pt x="1596994" y="267844"/>
                  <a:pt x="1596994" y="217865"/>
                </a:cubicBezTo>
                <a:moveTo>
                  <a:pt x="1709456" y="167543"/>
                </a:moveTo>
                <a:cubicBezTo>
                  <a:pt x="1714119" y="167552"/>
                  <a:pt x="1718776" y="167893"/>
                  <a:pt x="1723392" y="168560"/>
                </a:cubicBezTo>
                <a:lnTo>
                  <a:pt x="1723392" y="134563"/>
                </a:lnTo>
                <a:cubicBezTo>
                  <a:pt x="1719915" y="133908"/>
                  <a:pt x="1716387" y="133563"/>
                  <a:pt x="1712851" y="133532"/>
                </a:cubicBezTo>
                <a:cubicBezTo>
                  <a:pt x="1696195" y="133532"/>
                  <a:pt x="1675790" y="139661"/>
                  <a:pt x="1663890" y="164808"/>
                </a:cubicBezTo>
                <a:lnTo>
                  <a:pt x="1663890" y="136266"/>
                </a:lnTo>
                <a:lnTo>
                  <a:pt x="1632614" y="136266"/>
                </a:lnTo>
                <a:lnTo>
                  <a:pt x="1632614" y="299806"/>
                </a:lnTo>
                <a:lnTo>
                  <a:pt x="1664564" y="299806"/>
                </a:lnTo>
                <a:lnTo>
                  <a:pt x="1664564" y="217851"/>
                </a:lnTo>
                <a:cubicBezTo>
                  <a:pt x="1664564" y="181820"/>
                  <a:pt x="1682606" y="167543"/>
                  <a:pt x="1709456" y="167543"/>
                </a:cubicBezTo>
                <a:moveTo>
                  <a:pt x="1790286" y="74360"/>
                </a:moveTo>
                <a:cubicBezTo>
                  <a:pt x="1790373" y="61682"/>
                  <a:pt x="1780166" y="51335"/>
                  <a:pt x="1767488" y="51248"/>
                </a:cubicBezTo>
                <a:cubicBezTo>
                  <a:pt x="1754810" y="51160"/>
                  <a:pt x="1744461" y="61367"/>
                  <a:pt x="1744374" y="74045"/>
                </a:cubicBezTo>
                <a:cubicBezTo>
                  <a:pt x="1744288" y="86717"/>
                  <a:pt x="1754486" y="97064"/>
                  <a:pt x="1767159" y="97158"/>
                </a:cubicBezTo>
                <a:cubicBezTo>
                  <a:pt x="1779829" y="97261"/>
                  <a:pt x="1790184" y="87071"/>
                  <a:pt x="1790286" y="74401"/>
                </a:cubicBezTo>
                <a:cubicBezTo>
                  <a:pt x="1790286" y="74389"/>
                  <a:pt x="1790286" y="74374"/>
                  <a:pt x="1790286" y="74362"/>
                </a:cubicBezTo>
                <a:moveTo>
                  <a:pt x="1937899" y="299820"/>
                </a:moveTo>
                <a:lnTo>
                  <a:pt x="1968489" y="299820"/>
                </a:lnTo>
                <a:cubicBezTo>
                  <a:pt x="1967368" y="289767"/>
                  <a:pt x="1966799" y="279662"/>
                  <a:pt x="1966785" y="269547"/>
                </a:cubicBezTo>
                <a:lnTo>
                  <a:pt x="1966785" y="136254"/>
                </a:lnTo>
                <a:lnTo>
                  <a:pt x="1934821" y="136254"/>
                </a:lnTo>
                <a:lnTo>
                  <a:pt x="1934821" y="234863"/>
                </a:lnTo>
                <a:cubicBezTo>
                  <a:pt x="1934821" y="259681"/>
                  <a:pt x="1921917" y="276679"/>
                  <a:pt x="1896069" y="276679"/>
                </a:cubicBezTo>
                <a:cubicBezTo>
                  <a:pt x="1869204" y="276679"/>
                  <a:pt x="1859008" y="256959"/>
                  <a:pt x="1859008" y="234519"/>
                </a:cubicBezTo>
                <a:lnTo>
                  <a:pt x="1859008" y="136254"/>
                </a:lnTo>
                <a:lnTo>
                  <a:pt x="1827032" y="136254"/>
                </a:lnTo>
                <a:lnTo>
                  <a:pt x="1827032" y="239287"/>
                </a:lnTo>
                <a:cubicBezTo>
                  <a:pt x="1827032" y="276348"/>
                  <a:pt x="1850171" y="304903"/>
                  <a:pt x="1888249" y="304903"/>
                </a:cubicBezTo>
                <a:cubicBezTo>
                  <a:pt x="1907282" y="304903"/>
                  <a:pt x="1927689" y="297084"/>
                  <a:pt x="1936524" y="280086"/>
                </a:cubicBezTo>
                <a:cubicBezTo>
                  <a:pt x="1936529" y="286687"/>
                  <a:pt x="1936988" y="293281"/>
                  <a:pt x="1937899" y="299818"/>
                </a:cubicBezTo>
                <a:moveTo>
                  <a:pt x="2253984" y="299806"/>
                </a:moveTo>
                <a:lnTo>
                  <a:pt x="2253984" y="193721"/>
                </a:lnTo>
                <a:cubicBezTo>
                  <a:pt x="2253984" y="150874"/>
                  <a:pt x="2226102" y="131498"/>
                  <a:pt x="2197547" y="131498"/>
                </a:cubicBezTo>
                <a:cubicBezTo>
                  <a:pt x="2176797" y="131498"/>
                  <a:pt x="2155704" y="138974"/>
                  <a:pt x="2142800" y="162431"/>
                </a:cubicBezTo>
                <a:cubicBezTo>
                  <a:pt x="2133951" y="141365"/>
                  <a:pt x="2114231" y="131498"/>
                  <a:pt x="2093839" y="131498"/>
                </a:cubicBezTo>
                <a:cubicBezTo>
                  <a:pt x="2074793" y="131498"/>
                  <a:pt x="2054387" y="139991"/>
                  <a:pt x="2044204" y="158005"/>
                </a:cubicBezTo>
                <a:lnTo>
                  <a:pt x="2044204" y="136254"/>
                </a:lnTo>
                <a:lnTo>
                  <a:pt x="2013588" y="136254"/>
                </a:lnTo>
                <a:lnTo>
                  <a:pt x="2013588" y="299806"/>
                </a:lnTo>
                <a:lnTo>
                  <a:pt x="2045221" y="299806"/>
                </a:lnTo>
                <a:lnTo>
                  <a:pt x="2045221" y="201209"/>
                </a:lnTo>
                <a:cubicBezTo>
                  <a:pt x="2045221" y="176723"/>
                  <a:pt x="2060516" y="159709"/>
                  <a:pt x="2083299" y="159709"/>
                </a:cubicBezTo>
                <a:cubicBezTo>
                  <a:pt x="2107759" y="159709"/>
                  <a:pt x="2117971" y="176035"/>
                  <a:pt x="2117971" y="197115"/>
                </a:cubicBezTo>
                <a:lnTo>
                  <a:pt x="2117971" y="299807"/>
                </a:lnTo>
                <a:lnTo>
                  <a:pt x="2149932" y="299807"/>
                </a:lnTo>
                <a:lnTo>
                  <a:pt x="2149932" y="200867"/>
                </a:lnTo>
                <a:cubicBezTo>
                  <a:pt x="2149932" y="177410"/>
                  <a:pt x="2165242" y="159711"/>
                  <a:pt x="2187682" y="159711"/>
                </a:cubicBezTo>
                <a:cubicBezTo>
                  <a:pt x="2211824" y="159711"/>
                  <a:pt x="2222364" y="175706"/>
                  <a:pt x="2222364" y="197115"/>
                </a:cubicBezTo>
                <a:lnTo>
                  <a:pt x="2222364" y="299807"/>
                </a:lnTo>
                <a:close/>
              </a:path>
            </a:pathLst>
          </a:custGeom>
          <a:solidFill>
            <a:srgbClr val="3F1A01"/>
          </a:solidFill>
          <a:ln w="1586" cap="flat">
            <a:noFill/>
            <a:prstDash val="solid"/>
            <a:miter/>
          </a:ln>
        </p:spPr>
        <p:txBody>
          <a:bodyPr rtlCol="0" anchor="ctr"/>
          <a:lstStyle/>
          <a:p>
            <a:endParaRPr lang="en-GB" dirty="0"/>
          </a:p>
        </p:txBody>
      </p:sp>
      <p:sp>
        <p:nvSpPr>
          <p:cNvPr id="9" name="ExternalLogo" hidden="1">
            <a:extLst>
              <a:ext uri="{FF2B5EF4-FFF2-40B4-BE49-F238E27FC236}">
                <a16:creationId xmlns:a16="http://schemas.microsoft.com/office/drawing/2014/main" id="{FD50EF6D-554E-48C8-946C-CD540205D228}"/>
              </a:ext>
            </a:extLst>
          </p:cNvPr>
          <p:cNvSpPr/>
          <p:nvPr/>
        </p:nvSpPr>
        <p:spPr>
          <a:xfrm>
            <a:off x="10023475" y="4968741"/>
            <a:ext cx="1627188" cy="636980"/>
          </a:xfrm>
          <a:prstGeom prst="rect">
            <a:avLst/>
          </a:prstGeom>
          <a:solidFill>
            <a:srgbClr val="D1D1D1"/>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chorCtr="0">
            <a:noAutofit/>
          </a:bodyPr>
          <a:lstStyle/>
          <a:p>
            <a:pPr algn="ctr"/>
            <a:r>
              <a:rPr lang="en-GB" sz="900" dirty="0">
                <a:solidFill>
                  <a:srgbClr val="FF00FF"/>
                </a:solidFill>
              </a:rPr>
              <a:t>External logo</a:t>
            </a:r>
          </a:p>
        </p:txBody>
      </p:sp>
    </p:spTree>
    <p:extLst>
      <p:ext uri="{BB962C8B-B14F-4D97-AF65-F5344CB8AC3E}">
        <p14:creationId xmlns:p14="http://schemas.microsoft.com/office/powerpoint/2010/main" val="3710270128"/>
      </p:ext>
    </p:extLst>
  </p:cSld>
  <p:clrMapOvr>
    <a:masterClrMapping/>
  </p:clrMapOvr>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 Medium Grey">
    <p:bg>
      <p:bgPr>
        <a:solidFill>
          <a:srgbClr val="B2B2B2"/>
        </a:solidFill>
        <a:effectLst/>
      </p:bgPr>
    </p:bg>
    <p:spTree>
      <p:nvGrpSpPr>
        <p:cNvPr id="1" name=""/>
        <p:cNvGrpSpPr/>
        <p:nvPr/>
      </p:nvGrpSpPr>
      <p:grpSpPr>
        <a:xfrm>
          <a:off x="0" y="0"/>
          <a:ext cx="0" cy="0"/>
          <a:chOff x="0" y="0"/>
          <a:chExt cx="0" cy="0"/>
        </a:xfrm>
      </p:grpSpPr>
      <p:sp>
        <p:nvSpPr>
          <p:cNvPr id="8" name="ColoredBackground">
            <a:extLst>
              <a:ext uri="{FF2B5EF4-FFF2-40B4-BE49-F238E27FC236}">
                <a16:creationId xmlns:a16="http://schemas.microsoft.com/office/drawing/2014/main" id="{7CF42EF8-E198-468D-A6C7-F1244AFF66A8}"/>
              </a:ext>
            </a:extLst>
          </p:cNvPr>
          <p:cNvSpPr/>
          <p:nvPr/>
        </p:nvSpPr>
        <p:spPr>
          <a:xfrm>
            <a:off x="0" y="-1"/>
            <a:ext cx="12192000" cy="6858000"/>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6" name="Picture 5" descr="Shape&#10;&#10;Description automatically generated with medium confidence">
            <a:extLst>
              <a:ext uri="{FF2B5EF4-FFF2-40B4-BE49-F238E27FC236}">
                <a16:creationId xmlns:a16="http://schemas.microsoft.com/office/drawing/2014/main" id="{E337853C-CD16-437A-8B48-2252E90391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8464564-6547-498D-A220-7B346E5B1408}"/>
              </a:ext>
            </a:extLst>
          </p:cNvPr>
          <p:cNvSpPr>
            <a:spLocks noGrp="1"/>
          </p:cNvSpPr>
          <p:nvPr>
            <p:ph type="title"/>
          </p:nvPr>
        </p:nvSpPr>
        <p:spPr>
          <a:xfrm>
            <a:off x="1219200" y="546100"/>
            <a:ext cx="6642100" cy="2105818"/>
          </a:xfrm>
        </p:spPr>
        <p:txBody>
          <a:bodyPr anchor="b"/>
          <a:lstStyle>
            <a:lvl1pPr>
              <a:defRPr sz="4000">
                <a:solidFill>
                  <a:srgbClr val="3F1A01"/>
                </a:solidFill>
              </a:defRPr>
            </a:lvl1p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1592638D-BCB6-4F07-9847-FBAA9B3609B5}"/>
              </a:ext>
            </a:extLst>
          </p:cNvPr>
          <p:cNvSpPr>
            <a:spLocks noGrp="1"/>
          </p:cNvSpPr>
          <p:nvPr>
            <p:ph type="body" idx="1"/>
          </p:nvPr>
        </p:nvSpPr>
        <p:spPr>
          <a:xfrm>
            <a:off x="1219200" y="2678906"/>
            <a:ext cx="6642100" cy="1500187"/>
          </a:xfrm>
          <a:prstGeom prst="rect">
            <a:avLst/>
          </a:prstGeom>
        </p:spPr>
        <p:txBody>
          <a:bodyPr/>
          <a:lstStyle>
            <a:lvl1pPr marL="0" indent="0">
              <a:buNone/>
              <a:defRPr sz="2400">
                <a:solidFill>
                  <a:schemeClr val="accent1"/>
                </a:solidFill>
                <a:latin typeface="Times New Roman" panose="02020603050405020304" pitchFamily="18" charset="0"/>
                <a:cs typeface="Times New Roman" panose="02020603050405020304" pitchFamily="18"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Freeform 9">
            <a:extLst>
              <a:ext uri="{FF2B5EF4-FFF2-40B4-BE49-F238E27FC236}">
                <a16:creationId xmlns:a16="http://schemas.microsoft.com/office/drawing/2014/main" id="{1BC6753F-764E-4733-B343-5BC93ED602E4}"/>
              </a:ext>
            </a:extLst>
          </p:cNvPr>
          <p:cNvSpPr>
            <a:spLocks noEditPoints="1"/>
          </p:cNvSpPr>
          <p:nvPr/>
        </p:nvSpPr>
        <p:spPr bwMode="auto">
          <a:xfrm rot="5400000">
            <a:off x="7458075" y="-2243138"/>
            <a:ext cx="8385175" cy="9817101"/>
          </a:xfrm>
          <a:custGeom>
            <a:avLst/>
            <a:gdLst>
              <a:gd name="T0" fmla="*/ 276 w 2642"/>
              <a:gd name="T1" fmla="*/ 2871 h 3094"/>
              <a:gd name="T2" fmla="*/ 588 w 2642"/>
              <a:gd name="T3" fmla="*/ 2871 h 3094"/>
              <a:gd name="T4" fmla="*/ 2083 w 2642"/>
              <a:gd name="T5" fmla="*/ 2843 h 3094"/>
              <a:gd name="T6" fmla="*/ 2338 w 2642"/>
              <a:gd name="T7" fmla="*/ 2900 h 3094"/>
              <a:gd name="T8" fmla="*/ 29 w 2642"/>
              <a:gd name="T9" fmla="*/ 1219 h 3094"/>
              <a:gd name="T10" fmla="*/ 29 w 2642"/>
              <a:gd name="T11" fmla="*/ 2444 h 3094"/>
              <a:gd name="T12" fmla="*/ 559 w 2642"/>
              <a:gd name="T13" fmla="*/ 2386 h 3094"/>
              <a:gd name="T14" fmla="*/ 29 w 2642"/>
              <a:gd name="T15" fmla="*/ 1219 h 3094"/>
              <a:gd name="T16" fmla="*/ 2584 w 2642"/>
              <a:gd name="T17" fmla="*/ 2386 h 3094"/>
              <a:gd name="T18" fmla="*/ 2083 w 2642"/>
              <a:gd name="T19" fmla="*/ 2444 h 3094"/>
              <a:gd name="T20" fmla="*/ 2642 w 2642"/>
              <a:gd name="T21" fmla="*/ 1248 h 3094"/>
              <a:gd name="T22" fmla="*/ 210 w 2642"/>
              <a:gd name="T23" fmla="*/ 292 h 3094"/>
              <a:gd name="T24" fmla="*/ 210 w 2642"/>
              <a:gd name="T25" fmla="*/ 970 h 3094"/>
              <a:gd name="T26" fmla="*/ 559 w 2642"/>
              <a:gd name="T27" fmla="*/ 912 h 3094"/>
              <a:gd name="T28" fmla="*/ 658 w 2642"/>
              <a:gd name="T29" fmla="*/ 350 h 3094"/>
              <a:gd name="T30" fmla="*/ 2432 w 2642"/>
              <a:gd name="T31" fmla="*/ 292 h 3094"/>
              <a:gd name="T32" fmla="*/ 1984 w 2642"/>
              <a:gd name="T33" fmla="*/ 350 h 3094"/>
              <a:gd name="T34" fmla="*/ 2083 w 2642"/>
              <a:gd name="T35" fmla="*/ 912 h 3094"/>
              <a:gd name="T36" fmla="*/ 2432 w 2642"/>
              <a:gd name="T37" fmla="*/ 970 h 3094"/>
              <a:gd name="T38" fmla="*/ 2432 w 2642"/>
              <a:gd name="T39" fmla="*/ 292 h 3094"/>
              <a:gd name="T40" fmla="*/ 814 w 2642"/>
              <a:gd name="T41" fmla="*/ 29 h 3094"/>
              <a:gd name="T42" fmla="*/ 1292 w 2642"/>
              <a:gd name="T43" fmla="*/ 602 h 3094"/>
              <a:gd name="T44" fmla="*/ 989 w 2642"/>
              <a:gd name="T45" fmla="*/ 660 h 3094"/>
              <a:gd name="T46" fmla="*/ 801 w 2642"/>
              <a:gd name="T47" fmla="*/ 1311 h 3094"/>
              <a:gd name="T48" fmla="*/ 743 w 2642"/>
              <a:gd name="T49" fmla="*/ 1060 h 3094"/>
              <a:gd name="T50" fmla="*/ 1292 w 2642"/>
              <a:gd name="T51" fmla="*/ 1369 h 3094"/>
              <a:gd name="T52" fmla="*/ 842 w 2642"/>
              <a:gd name="T53" fmla="*/ 1782 h 3094"/>
              <a:gd name="T54" fmla="*/ 433 w 2642"/>
              <a:gd name="T55" fmla="*/ 1476 h 3094"/>
              <a:gd name="T56" fmla="*/ 375 w 2642"/>
              <a:gd name="T57" fmla="*/ 1782 h 3094"/>
              <a:gd name="T58" fmla="*/ 784 w 2642"/>
              <a:gd name="T59" fmla="*/ 2669 h 3094"/>
              <a:gd name="T60" fmla="*/ 842 w 2642"/>
              <a:gd name="T61" fmla="*/ 2181 h 3094"/>
              <a:gd name="T62" fmla="*/ 921 w 2642"/>
              <a:gd name="T63" fmla="*/ 3036 h 3094"/>
              <a:gd name="T64" fmla="*/ 1321 w 2642"/>
              <a:gd name="T65" fmla="*/ 3094 h 3094"/>
              <a:gd name="T66" fmla="*/ 1722 w 2642"/>
              <a:gd name="T67" fmla="*/ 3036 h 3094"/>
              <a:gd name="T68" fmla="*/ 1800 w 2642"/>
              <a:gd name="T69" fmla="*/ 2181 h 3094"/>
              <a:gd name="T70" fmla="*/ 1858 w 2642"/>
              <a:gd name="T71" fmla="*/ 2669 h 3094"/>
              <a:gd name="T72" fmla="*/ 2267 w 2642"/>
              <a:gd name="T73" fmla="*/ 1782 h 3094"/>
              <a:gd name="T74" fmla="*/ 2210 w 2642"/>
              <a:gd name="T75" fmla="*/ 1476 h 3094"/>
              <a:gd name="T76" fmla="*/ 1800 w 2642"/>
              <a:gd name="T77" fmla="*/ 1782 h 3094"/>
              <a:gd name="T78" fmla="*/ 1350 w 2642"/>
              <a:gd name="T79" fmla="*/ 1369 h 3094"/>
              <a:gd name="T80" fmla="*/ 1899 w 2642"/>
              <a:gd name="T81" fmla="*/ 1060 h 3094"/>
              <a:gd name="T82" fmla="*/ 1841 w 2642"/>
              <a:gd name="T83" fmla="*/ 1311 h 3094"/>
              <a:gd name="T84" fmla="*/ 1643 w 2642"/>
              <a:gd name="T85" fmla="*/ 660 h 3094"/>
              <a:gd name="T86" fmla="*/ 1350 w 2642"/>
              <a:gd name="T87" fmla="*/ 602 h 3094"/>
              <a:gd name="T88" fmla="*/ 1828 w 2642"/>
              <a:gd name="T89" fmla="*/ 29 h 30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642" h="3094">
                <a:moveTo>
                  <a:pt x="559" y="2843"/>
                </a:moveTo>
                <a:cubicBezTo>
                  <a:pt x="305" y="2843"/>
                  <a:pt x="305" y="2843"/>
                  <a:pt x="305" y="2843"/>
                </a:cubicBezTo>
                <a:cubicBezTo>
                  <a:pt x="289" y="2843"/>
                  <a:pt x="276" y="2856"/>
                  <a:pt x="276" y="2871"/>
                </a:cubicBezTo>
                <a:cubicBezTo>
                  <a:pt x="276" y="2887"/>
                  <a:pt x="289" y="2900"/>
                  <a:pt x="305" y="2900"/>
                </a:cubicBezTo>
                <a:cubicBezTo>
                  <a:pt x="559" y="2900"/>
                  <a:pt x="559" y="2900"/>
                  <a:pt x="559" y="2900"/>
                </a:cubicBezTo>
                <a:cubicBezTo>
                  <a:pt x="575" y="2900"/>
                  <a:pt x="588" y="2887"/>
                  <a:pt x="588" y="2871"/>
                </a:cubicBezTo>
                <a:cubicBezTo>
                  <a:pt x="588" y="2856"/>
                  <a:pt x="575" y="2843"/>
                  <a:pt x="559" y="2843"/>
                </a:cubicBezTo>
                <a:moveTo>
                  <a:pt x="2338" y="2843"/>
                </a:moveTo>
                <a:cubicBezTo>
                  <a:pt x="2083" y="2843"/>
                  <a:pt x="2083" y="2843"/>
                  <a:pt x="2083" y="2843"/>
                </a:cubicBezTo>
                <a:cubicBezTo>
                  <a:pt x="2068" y="2843"/>
                  <a:pt x="2055" y="2856"/>
                  <a:pt x="2055" y="2871"/>
                </a:cubicBezTo>
                <a:cubicBezTo>
                  <a:pt x="2055" y="2887"/>
                  <a:pt x="2068" y="2900"/>
                  <a:pt x="2083" y="2900"/>
                </a:cubicBezTo>
                <a:cubicBezTo>
                  <a:pt x="2338" y="2900"/>
                  <a:pt x="2338" y="2900"/>
                  <a:pt x="2338" y="2900"/>
                </a:cubicBezTo>
                <a:cubicBezTo>
                  <a:pt x="2354" y="2900"/>
                  <a:pt x="2366" y="2887"/>
                  <a:pt x="2366" y="2871"/>
                </a:cubicBezTo>
                <a:cubicBezTo>
                  <a:pt x="2366" y="2856"/>
                  <a:pt x="2354" y="2843"/>
                  <a:pt x="2338" y="2843"/>
                </a:cubicBezTo>
                <a:moveTo>
                  <a:pt x="29" y="1219"/>
                </a:moveTo>
                <a:cubicBezTo>
                  <a:pt x="13" y="1219"/>
                  <a:pt x="0" y="1232"/>
                  <a:pt x="0" y="1248"/>
                </a:cubicBezTo>
                <a:cubicBezTo>
                  <a:pt x="0" y="2415"/>
                  <a:pt x="0" y="2415"/>
                  <a:pt x="0" y="2415"/>
                </a:cubicBezTo>
                <a:cubicBezTo>
                  <a:pt x="0" y="2431"/>
                  <a:pt x="13" y="2444"/>
                  <a:pt x="29" y="2444"/>
                </a:cubicBezTo>
                <a:cubicBezTo>
                  <a:pt x="559" y="2444"/>
                  <a:pt x="559" y="2444"/>
                  <a:pt x="559" y="2444"/>
                </a:cubicBezTo>
                <a:cubicBezTo>
                  <a:pt x="575" y="2444"/>
                  <a:pt x="588" y="2431"/>
                  <a:pt x="588" y="2415"/>
                </a:cubicBezTo>
                <a:cubicBezTo>
                  <a:pt x="588" y="2399"/>
                  <a:pt x="575" y="2386"/>
                  <a:pt x="559" y="2386"/>
                </a:cubicBezTo>
                <a:cubicBezTo>
                  <a:pt x="58" y="2386"/>
                  <a:pt x="58" y="2386"/>
                  <a:pt x="58" y="2386"/>
                </a:cubicBezTo>
                <a:cubicBezTo>
                  <a:pt x="58" y="1248"/>
                  <a:pt x="58" y="1248"/>
                  <a:pt x="58" y="1248"/>
                </a:cubicBezTo>
                <a:cubicBezTo>
                  <a:pt x="58" y="1232"/>
                  <a:pt x="45" y="1219"/>
                  <a:pt x="29" y="1219"/>
                </a:cubicBezTo>
                <a:moveTo>
                  <a:pt x="2613" y="1219"/>
                </a:moveTo>
                <a:cubicBezTo>
                  <a:pt x="2597" y="1219"/>
                  <a:pt x="2584" y="1232"/>
                  <a:pt x="2584" y="1248"/>
                </a:cubicBezTo>
                <a:cubicBezTo>
                  <a:pt x="2584" y="2386"/>
                  <a:pt x="2584" y="2386"/>
                  <a:pt x="2584" y="2386"/>
                </a:cubicBezTo>
                <a:cubicBezTo>
                  <a:pt x="2083" y="2386"/>
                  <a:pt x="2083" y="2386"/>
                  <a:pt x="2083" y="2386"/>
                </a:cubicBezTo>
                <a:cubicBezTo>
                  <a:pt x="2067" y="2386"/>
                  <a:pt x="2055" y="2399"/>
                  <a:pt x="2055" y="2415"/>
                </a:cubicBezTo>
                <a:cubicBezTo>
                  <a:pt x="2055" y="2431"/>
                  <a:pt x="2067" y="2444"/>
                  <a:pt x="2083" y="2444"/>
                </a:cubicBezTo>
                <a:cubicBezTo>
                  <a:pt x="2613" y="2444"/>
                  <a:pt x="2613" y="2444"/>
                  <a:pt x="2613" y="2444"/>
                </a:cubicBezTo>
                <a:cubicBezTo>
                  <a:pt x="2629" y="2444"/>
                  <a:pt x="2642" y="2431"/>
                  <a:pt x="2642" y="2415"/>
                </a:cubicBezTo>
                <a:cubicBezTo>
                  <a:pt x="2642" y="1248"/>
                  <a:pt x="2642" y="1248"/>
                  <a:pt x="2642" y="1248"/>
                </a:cubicBezTo>
                <a:cubicBezTo>
                  <a:pt x="2642" y="1232"/>
                  <a:pt x="2629" y="1219"/>
                  <a:pt x="2613" y="1219"/>
                </a:cubicBezTo>
                <a:moveTo>
                  <a:pt x="658" y="292"/>
                </a:moveTo>
                <a:cubicBezTo>
                  <a:pt x="210" y="292"/>
                  <a:pt x="210" y="292"/>
                  <a:pt x="210" y="292"/>
                </a:cubicBezTo>
                <a:cubicBezTo>
                  <a:pt x="194" y="292"/>
                  <a:pt x="181" y="305"/>
                  <a:pt x="181" y="321"/>
                </a:cubicBezTo>
                <a:cubicBezTo>
                  <a:pt x="181" y="941"/>
                  <a:pt x="181" y="941"/>
                  <a:pt x="181" y="941"/>
                </a:cubicBezTo>
                <a:cubicBezTo>
                  <a:pt x="181" y="957"/>
                  <a:pt x="194" y="970"/>
                  <a:pt x="210" y="970"/>
                </a:cubicBezTo>
                <a:cubicBezTo>
                  <a:pt x="559" y="970"/>
                  <a:pt x="559" y="970"/>
                  <a:pt x="559" y="970"/>
                </a:cubicBezTo>
                <a:cubicBezTo>
                  <a:pt x="575" y="970"/>
                  <a:pt x="588" y="957"/>
                  <a:pt x="588" y="941"/>
                </a:cubicBezTo>
                <a:cubicBezTo>
                  <a:pt x="588" y="925"/>
                  <a:pt x="575" y="912"/>
                  <a:pt x="559" y="912"/>
                </a:cubicBezTo>
                <a:cubicBezTo>
                  <a:pt x="239" y="912"/>
                  <a:pt x="239" y="912"/>
                  <a:pt x="239" y="912"/>
                </a:cubicBezTo>
                <a:cubicBezTo>
                  <a:pt x="239" y="350"/>
                  <a:pt x="239" y="350"/>
                  <a:pt x="239" y="350"/>
                </a:cubicBezTo>
                <a:cubicBezTo>
                  <a:pt x="658" y="350"/>
                  <a:pt x="658" y="350"/>
                  <a:pt x="658" y="350"/>
                </a:cubicBezTo>
                <a:cubicBezTo>
                  <a:pt x="674" y="350"/>
                  <a:pt x="687" y="337"/>
                  <a:pt x="687" y="321"/>
                </a:cubicBezTo>
                <a:cubicBezTo>
                  <a:pt x="687" y="305"/>
                  <a:pt x="674" y="292"/>
                  <a:pt x="658" y="292"/>
                </a:cubicBezTo>
                <a:moveTo>
                  <a:pt x="2432" y="292"/>
                </a:moveTo>
                <a:cubicBezTo>
                  <a:pt x="1984" y="292"/>
                  <a:pt x="1984" y="292"/>
                  <a:pt x="1984" y="292"/>
                </a:cubicBezTo>
                <a:cubicBezTo>
                  <a:pt x="1968" y="292"/>
                  <a:pt x="1955" y="305"/>
                  <a:pt x="1955" y="321"/>
                </a:cubicBezTo>
                <a:cubicBezTo>
                  <a:pt x="1955" y="337"/>
                  <a:pt x="1968" y="350"/>
                  <a:pt x="1984" y="350"/>
                </a:cubicBezTo>
                <a:cubicBezTo>
                  <a:pt x="2403" y="350"/>
                  <a:pt x="2403" y="350"/>
                  <a:pt x="2403" y="350"/>
                </a:cubicBezTo>
                <a:cubicBezTo>
                  <a:pt x="2403" y="912"/>
                  <a:pt x="2403" y="912"/>
                  <a:pt x="2403" y="912"/>
                </a:cubicBezTo>
                <a:cubicBezTo>
                  <a:pt x="2083" y="912"/>
                  <a:pt x="2083" y="912"/>
                  <a:pt x="2083" y="912"/>
                </a:cubicBezTo>
                <a:cubicBezTo>
                  <a:pt x="2068" y="912"/>
                  <a:pt x="2055" y="925"/>
                  <a:pt x="2055" y="941"/>
                </a:cubicBezTo>
                <a:cubicBezTo>
                  <a:pt x="2055" y="957"/>
                  <a:pt x="2068" y="970"/>
                  <a:pt x="2083" y="970"/>
                </a:cubicBezTo>
                <a:cubicBezTo>
                  <a:pt x="2432" y="970"/>
                  <a:pt x="2432" y="970"/>
                  <a:pt x="2432" y="970"/>
                </a:cubicBezTo>
                <a:cubicBezTo>
                  <a:pt x="2448" y="970"/>
                  <a:pt x="2461" y="957"/>
                  <a:pt x="2461" y="941"/>
                </a:cubicBezTo>
                <a:cubicBezTo>
                  <a:pt x="2461" y="321"/>
                  <a:pt x="2461" y="321"/>
                  <a:pt x="2461" y="321"/>
                </a:cubicBezTo>
                <a:cubicBezTo>
                  <a:pt x="2461" y="305"/>
                  <a:pt x="2448" y="292"/>
                  <a:pt x="2432" y="292"/>
                </a:cubicBezTo>
                <a:moveTo>
                  <a:pt x="1799" y="0"/>
                </a:moveTo>
                <a:cubicBezTo>
                  <a:pt x="843" y="0"/>
                  <a:pt x="843" y="0"/>
                  <a:pt x="843" y="0"/>
                </a:cubicBezTo>
                <a:cubicBezTo>
                  <a:pt x="827" y="0"/>
                  <a:pt x="814" y="13"/>
                  <a:pt x="814" y="29"/>
                </a:cubicBezTo>
                <a:cubicBezTo>
                  <a:pt x="814" y="45"/>
                  <a:pt x="827" y="58"/>
                  <a:pt x="843" y="58"/>
                </a:cubicBezTo>
                <a:cubicBezTo>
                  <a:pt x="1292" y="58"/>
                  <a:pt x="1292" y="58"/>
                  <a:pt x="1292" y="58"/>
                </a:cubicBezTo>
                <a:cubicBezTo>
                  <a:pt x="1292" y="602"/>
                  <a:pt x="1292" y="602"/>
                  <a:pt x="1292" y="602"/>
                </a:cubicBezTo>
                <a:cubicBezTo>
                  <a:pt x="989" y="602"/>
                  <a:pt x="989" y="602"/>
                  <a:pt x="989" y="602"/>
                </a:cubicBezTo>
                <a:cubicBezTo>
                  <a:pt x="973" y="602"/>
                  <a:pt x="960" y="615"/>
                  <a:pt x="960" y="631"/>
                </a:cubicBezTo>
                <a:cubicBezTo>
                  <a:pt x="960" y="647"/>
                  <a:pt x="973" y="660"/>
                  <a:pt x="989" y="660"/>
                </a:cubicBezTo>
                <a:cubicBezTo>
                  <a:pt x="1292" y="660"/>
                  <a:pt x="1292" y="660"/>
                  <a:pt x="1292" y="660"/>
                </a:cubicBezTo>
                <a:cubicBezTo>
                  <a:pt x="1292" y="1311"/>
                  <a:pt x="1292" y="1311"/>
                  <a:pt x="1292" y="1311"/>
                </a:cubicBezTo>
                <a:cubicBezTo>
                  <a:pt x="801" y="1311"/>
                  <a:pt x="801" y="1311"/>
                  <a:pt x="801" y="1311"/>
                </a:cubicBezTo>
                <a:cubicBezTo>
                  <a:pt x="801" y="1060"/>
                  <a:pt x="801" y="1060"/>
                  <a:pt x="801" y="1060"/>
                </a:cubicBezTo>
                <a:cubicBezTo>
                  <a:pt x="801" y="1044"/>
                  <a:pt x="788" y="1031"/>
                  <a:pt x="772" y="1031"/>
                </a:cubicBezTo>
                <a:cubicBezTo>
                  <a:pt x="756" y="1031"/>
                  <a:pt x="743" y="1044"/>
                  <a:pt x="743" y="1060"/>
                </a:cubicBezTo>
                <a:cubicBezTo>
                  <a:pt x="743" y="1340"/>
                  <a:pt x="743" y="1340"/>
                  <a:pt x="743" y="1340"/>
                </a:cubicBezTo>
                <a:cubicBezTo>
                  <a:pt x="743" y="1356"/>
                  <a:pt x="756" y="1369"/>
                  <a:pt x="772" y="1369"/>
                </a:cubicBezTo>
                <a:cubicBezTo>
                  <a:pt x="1292" y="1369"/>
                  <a:pt x="1292" y="1369"/>
                  <a:pt x="1292" y="1369"/>
                </a:cubicBezTo>
                <a:cubicBezTo>
                  <a:pt x="1292" y="2123"/>
                  <a:pt x="1292" y="2123"/>
                  <a:pt x="1292" y="2123"/>
                </a:cubicBezTo>
                <a:cubicBezTo>
                  <a:pt x="842" y="2123"/>
                  <a:pt x="842" y="2123"/>
                  <a:pt x="842" y="2123"/>
                </a:cubicBezTo>
                <a:cubicBezTo>
                  <a:pt x="842" y="1782"/>
                  <a:pt x="842" y="1782"/>
                  <a:pt x="842" y="1782"/>
                </a:cubicBezTo>
                <a:cubicBezTo>
                  <a:pt x="842" y="1766"/>
                  <a:pt x="829" y="1753"/>
                  <a:pt x="813" y="1753"/>
                </a:cubicBezTo>
                <a:cubicBezTo>
                  <a:pt x="433" y="1753"/>
                  <a:pt x="433" y="1753"/>
                  <a:pt x="433" y="1753"/>
                </a:cubicBezTo>
                <a:cubicBezTo>
                  <a:pt x="433" y="1476"/>
                  <a:pt x="433" y="1476"/>
                  <a:pt x="433" y="1476"/>
                </a:cubicBezTo>
                <a:cubicBezTo>
                  <a:pt x="433" y="1460"/>
                  <a:pt x="420" y="1447"/>
                  <a:pt x="404" y="1447"/>
                </a:cubicBezTo>
                <a:cubicBezTo>
                  <a:pt x="388" y="1447"/>
                  <a:pt x="375" y="1460"/>
                  <a:pt x="375" y="1476"/>
                </a:cubicBezTo>
                <a:cubicBezTo>
                  <a:pt x="375" y="1782"/>
                  <a:pt x="375" y="1782"/>
                  <a:pt x="375" y="1782"/>
                </a:cubicBezTo>
                <a:cubicBezTo>
                  <a:pt x="375" y="1798"/>
                  <a:pt x="388" y="1811"/>
                  <a:pt x="404" y="1811"/>
                </a:cubicBezTo>
                <a:cubicBezTo>
                  <a:pt x="784" y="1811"/>
                  <a:pt x="784" y="1811"/>
                  <a:pt x="784" y="1811"/>
                </a:cubicBezTo>
                <a:cubicBezTo>
                  <a:pt x="784" y="2669"/>
                  <a:pt x="784" y="2669"/>
                  <a:pt x="784" y="2669"/>
                </a:cubicBezTo>
                <a:cubicBezTo>
                  <a:pt x="784" y="2685"/>
                  <a:pt x="797" y="2698"/>
                  <a:pt x="813" y="2698"/>
                </a:cubicBezTo>
                <a:cubicBezTo>
                  <a:pt x="829" y="2698"/>
                  <a:pt x="842" y="2685"/>
                  <a:pt x="842" y="2669"/>
                </a:cubicBezTo>
                <a:cubicBezTo>
                  <a:pt x="842" y="2181"/>
                  <a:pt x="842" y="2181"/>
                  <a:pt x="842" y="2181"/>
                </a:cubicBezTo>
                <a:cubicBezTo>
                  <a:pt x="1292" y="2181"/>
                  <a:pt x="1292" y="2181"/>
                  <a:pt x="1292" y="2181"/>
                </a:cubicBezTo>
                <a:cubicBezTo>
                  <a:pt x="1292" y="3036"/>
                  <a:pt x="1292" y="3036"/>
                  <a:pt x="1292" y="3036"/>
                </a:cubicBezTo>
                <a:cubicBezTo>
                  <a:pt x="921" y="3036"/>
                  <a:pt x="921" y="3036"/>
                  <a:pt x="921" y="3036"/>
                </a:cubicBezTo>
                <a:cubicBezTo>
                  <a:pt x="905" y="3036"/>
                  <a:pt x="892" y="3049"/>
                  <a:pt x="892" y="3065"/>
                </a:cubicBezTo>
                <a:cubicBezTo>
                  <a:pt x="892" y="3081"/>
                  <a:pt x="905" y="3094"/>
                  <a:pt x="921" y="3094"/>
                </a:cubicBezTo>
                <a:cubicBezTo>
                  <a:pt x="1321" y="3094"/>
                  <a:pt x="1321" y="3094"/>
                  <a:pt x="1321" y="3094"/>
                </a:cubicBezTo>
                <a:cubicBezTo>
                  <a:pt x="1722" y="3094"/>
                  <a:pt x="1722" y="3094"/>
                  <a:pt x="1722" y="3094"/>
                </a:cubicBezTo>
                <a:cubicBezTo>
                  <a:pt x="1738" y="3094"/>
                  <a:pt x="1751" y="3081"/>
                  <a:pt x="1751" y="3065"/>
                </a:cubicBezTo>
                <a:cubicBezTo>
                  <a:pt x="1751" y="3049"/>
                  <a:pt x="1738" y="3036"/>
                  <a:pt x="1722" y="3036"/>
                </a:cubicBezTo>
                <a:cubicBezTo>
                  <a:pt x="1350" y="3036"/>
                  <a:pt x="1350" y="3036"/>
                  <a:pt x="1350" y="3036"/>
                </a:cubicBezTo>
                <a:cubicBezTo>
                  <a:pt x="1350" y="2181"/>
                  <a:pt x="1350" y="2181"/>
                  <a:pt x="1350" y="2181"/>
                </a:cubicBezTo>
                <a:cubicBezTo>
                  <a:pt x="1800" y="2181"/>
                  <a:pt x="1800" y="2181"/>
                  <a:pt x="1800" y="2181"/>
                </a:cubicBezTo>
                <a:cubicBezTo>
                  <a:pt x="1800" y="2669"/>
                  <a:pt x="1800" y="2669"/>
                  <a:pt x="1800" y="2669"/>
                </a:cubicBezTo>
                <a:cubicBezTo>
                  <a:pt x="1800" y="2685"/>
                  <a:pt x="1813" y="2698"/>
                  <a:pt x="1829" y="2698"/>
                </a:cubicBezTo>
                <a:cubicBezTo>
                  <a:pt x="1845" y="2698"/>
                  <a:pt x="1858" y="2685"/>
                  <a:pt x="1858" y="2669"/>
                </a:cubicBezTo>
                <a:cubicBezTo>
                  <a:pt x="1858" y="1811"/>
                  <a:pt x="1858" y="1811"/>
                  <a:pt x="1858" y="1811"/>
                </a:cubicBezTo>
                <a:cubicBezTo>
                  <a:pt x="2239" y="1811"/>
                  <a:pt x="2239" y="1811"/>
                  <a:pt x="2239" y="1811"/>
                </a:cubicBezTo>
                <a:cubicBezTo>
                  <a:pt x="2254" y="1811"/>
                  <a:pt x="2267" y="1798"/>
                  <a:pt x="2267" y="1782"/>
                </a:cubicBezTo>
                <a:cubicBezTo>
                  <a:pt x="2267" y="1476"/>
                  <a:pt x="2267" y="1476"/>
                  <a:pt x="2267" y="1476"/>
                </a:cubicBezTo>
                <a:cubicBezTo>
                  <a:pt x="2267" y="1460"/>
                  <a:pt x="2254" y="1447"/>
                  <a:pt x="2239" y="1447"/>
                </a:cubicBezTo>
                <a:cubicBezTo>
                  <a:pt x="2223" y="1447"/>
                  <a:pt x="2210" y="1460"/>
                  <a:pt x="2210" y="1476"/>
                </a:cubicBezTo>
                <a:cubicBezTo>
                  <a:pt x="2210" y="1753"/>
                  <a:pt x="2210" y="1753"/>
                  <a:pt x="2210" y="1753"/>
                </a:cubicBezTo>
                <a:cubicBezTo>
                  <a:pt x="1829" y="1753"/>
                  <a:pt x="1829" y="1753"/>
                  <a:pt x="1829" y="1753"/>
                </a:cubicBezTo>
                <a:cubicBezTo>
                  <a:pt x="1813" y="1753"/>
                  <a:pt x="1800" y="1766"/>
                  <a:pt x="1800" y="1782"/>
                </a:cubicBezTo>
                <a:cubicBezTo>
                  <a:pt x="1800" y="2123"/>
                  <a:pt x="1800" y="2123"/>
                  <a:pt x="1800" y="2123"/>
                </a:cubicBezTo>
                <a:cubicBezTo>
                  <a:pt x="1350" y="2123"/>
                  <a:pt x="1350" y="2123"/>
                  <a:pt x="1350" y="2123"/>
                </a:cubicBezTo>
                <a:cubicBezTo>
                  <a:pt x="1350" y="1369"/>
                  <a:pt x="1350" y="1369"/>
                  <a:pt x="1350" y="1369"/>
                </a:cubicBezTo>
                <a:cubicBezTo>
                  <a:pt x="1870" y="1369"/>
                  <a:pt x="1870" y="1369"/>
                  <a:pt x="1870" y="1369"/>
                </a:cubicBezTo>
                <a:cubicBezTo>
                  <a:pt x="1886" y="1369"/>
                  <a:pt x="1899" y="1356"/>
                  <a:pt x="1899" y="1340"/>
                </a:cubicBezTo>
                <a:cubicBezTo>
                  <a:pt x="1899" y="1060"/>
                  <a:pt x="1899" y="1060"/>
                  <a:pt x="1899" y="1060"/>
                </a:cubicBezTo>
                <a:cubicBezTo>
                  <a:pt x="1899" y="1044"/>
                  <a:pt x="1886" y="1031"/>
                  <a:pt x="1870" y="1031"/>
                </a:cubicBezTo>
                <a:cubicBezTo>
                  <a:pt x="1854" y="1031"/>
                  <a:pt x="1841" y="1044"/>
                  <a:pt x="1841" y="1060"/>
                </a:cubicBezTo>
                <a:cubicBezTo>
                  <a:pt x="1841" y="1311"/>
                  <a:pt x="1841" y="1311"/>
                  <a:pt x="1841" y="1311"/>
                </a:cubicBezTo>
                <a:cubicBezTo>
                  <a:pt x="1350" y="1311"/>
                  <a:pt x="1350" y="1311"/>
                  <a:pt x="1350" y="1311"/>
                </a:cubicBezTo>
                <a:cubicBezTo>
                  <a:pt x="1350" y="660"/>
                  <a:pt x="1350" y="660"/>
                  <a:pt x="1350" y="660"/>
                </a:cubicBezTo>
                <a:cubicBezTo>
                  <a:pt x="1643" y="660"/>
                  <a:pt x="1643" y="660"/>
                  <a:pt x="1643" y="660"/>
                </a:cubicBezTo>
                <a:cubicBezTo>
                  <a:pt x="1659" y="660"/>
                  <a:pt x="1672" y="647"/>
                  <a:pt x="1672" y="631"/>
                </a:cubicBezTo>
                <a:cubicBezTo>
                  <a:pt x="1672" y="615"/>
                  <a:pt x="1659" y="602"/>
                  <a:pt x="1643" y="602"/>
                </a:cubicBezTo>
                <a:cubicBezTo>
                  <a:pt x="1350" y="602"/>
                  <a:pt x="1350" y="602"/>
                  <a:pt x="1350" y="602"/>
                </a:cubicBezTo>
                <a:cubicBezTo>
                  <a:pt x="1350" y="58"/>
                  <a:pt x="1350" y="58"/>
                  <a:pt x="1350" y="58"/>
                </a:cubicBezTo>
                <a:cubicBezTo>
                  <a:pt x="1799" y="58"/>
                  <a:pt x="1799" y="58"/>
                  <a:pt x="1799" y="58"/>
                </a:cubicBezTo>
                <a:cubicBezTo>
                  <a:pt x="1815" y="58"/>
                  <a:pt x="1828" y="45"/>
                  <a:pt x="1828" y="29"/>
                </a:cubicBezTo>
                <a:cubicBezTo>
                  <a:pt x="1828" y="13"/>
                  <a:pt x="1815" y="0"/>
                  <a:pt x="1799" y="0"/>
                </a:cubicBezTo>
              </a:path>
            </a:pathLst>
          </a:custGeom>
          <a:solidFill>
            <a:schemeClr val="accent1">
              <a:alpha val="9804"/>
            </a:schemeClr>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10" name="Logo">
            <a:extLst>
              <a:ext uri="{FF2B5EF4-FFF2-40B4-BE49-F238E27FC236}">
                <a16:creationId xmlns:a16="http://schemas.microsoft.com/office/drawing/2014/main" id="{7D430883-348B-4F96-B27B-40097E253643}"/>
              </a:ext>
            </a:extLst>
          </p:cNvPr>
          <p:cNvSpPr/>
          <p:nvPr/>
        </p:nvSpPr>
        <p:spPr>
          <a:xfrm>
            <a:off x="9397252" y="5875721"/>
            <a:ext cx="2253411" cy="440942"/>
          </a:xfrm>
          <a:custGeom>
            <a:avLst/>
            <a:gdLst>
              <a:gd name="connsiteX0" fmla="*/ 1783139 w 2253411"/>
              <a:gd name="connsiteY0" fmla="*/ 136254 h 440942"/>
              <a:gd name="connsiteX1" fmla="*/ 1751520 w 2253411"/>
              <a:gd name="connsiteY1" fmla="*/ 136254 h 440942"/>
              <a:gd name="connsiteX2" fmla="*/ 1751520 w 2253411"/>
              <a:gd name="connsiteY2" fmla="*/ 299806 h 440942"/>
              <a:gd name="connsiteX3" fmla="*/ 1783139 w 2253411"/>
              <a:gd name="connsiteY3" fmla="*/ 299806 h 440942"/>
              <a:gd name="connsiteX4" fmla="*/ 293338 w 2253411"/>
              <a:gd name="connsiteY4" fmla="*/ 409024 h 440942"/>
              <a:gd name="connsiteX5" fmla="*/ 297448 w 2253411"/>
              <a:gd name="connsiteY5" fmla="*/ 413147 h 440942"/>
              <a:gd name="connsiteX6" fmla="*/ 297460 w 2253411"/>
              <a:gd name="connsiteY6" fmla="*/ 413147 h 440942"/>
              <a:gd name="connsiteX7" fmla="*/ 333669 w 2253411"/>
              <a:gd name="connsiteY7" fmla="*/ 413147 h 440942"/>
              <a:gd name="connsiteX8" fmla="*/ 337779 w 2253411"/>
              <a:gd name="connsiteY8" fmla="*/ 409047 h 440942"/>
              <a:gd name="connsiteX9" fmla="*/ 337777 w 2253411"/>
              <a:gd name="connsiteY9" fmla="*/ 409024 h 440942"/>
              <a:gd name="connsiteX10" fmla="*/ 333683 w 2253411"/>
              <a:gd name="connsiteY10" fmla="*/ 404916 h 440942"/>
              <a:gd name="connsiteX11" fmla="*/ 333669 w 2253411"/>
              <a:gd name="connsiteY11" fmla="*/ 404916 h 440942"/>
              <a:gd name="connsiteX12" fmla="*/ 297460 w 2253411"/>
              <a:gd name="connsiteY12" fmla="*/ 404916 h 440942"/>
              <a:gd name="connsiteX13" fmla="*/ 293338 w 2253411"/>
              <a:gd name="connsiteY13" fmla="*/ 409021 h 440942"/>
              <a:gd name="connsiteX14" fmla="*/ 293338 w 2253411"/>
              <a:gd name="connsiteY14" fmla="*/ 409024 h 440942"/>
              <a:gd name="connsiteX15" fmla="*/ 39859 w 2253411"/>
              <a:gd name="connsiteY15" fmla="*/ 409024 h 440942"/>
              <a:gd name="connsiteX16" fmla="*/ 43946 w 2253411"/>
              <a:gd name="connsiteY16" fmla="*/ 413147 h 440942"/>
              <a:gd name="connsiteX17" fmla="*/ 43967 w 2253411"/>
              <a:gd name="connsiteY17" fmla="*/ 413147 h 440942"/>
              <a:gd name="connsiteX18" fmla="*/ 80176 w 2253411"/>
              <a:gd name="connsiteY18" fmla="*/ 413147 h 440942"/>
              <a:gd name="connsiteX19" fmla="*/ 84298 w 2253411"/>
              <a:gd name="connsiteY19" fmla="*/ 409037 h 440942"/>
              <a:gd name="connsiteX20" fmla="*/ 84298 w 2253411"/>
              <a:gd name="connsiteY20" fmla="*/ 409024 h 440942"/>
              <a:gd name="connsiteX21" fmla="*/ 80179 w 2253411"/>
              <a:gd name="connsiteY21" fmla="*/ 404916 h 440942"/>
              <a:gd name="connsiteX22" fmla="*/ 80176 w 2253411"/>
              <a:gd name="connsiteY22" fmla="*/ 404916 h 440942"/>
              <a:gd name="connsiteX23" fmla="*/ 43967 w 2253411"/>
              <a:gd name="connsiteY23" fmla="*/ 404916 h 440942"/>
              <a:gd name="connsiteX24" fmla="*/ 39859 w 2253411"/>
              <a:gd name="connsiteY24" fmla="*/ 409012 h 440942"/>
              <a:gd name="connsiteX25" fmla="*/ 39859 w 2253411"/>
              <a:gd name="connsiteY25" fmla="*/ 409024 h 440942"/>
              <a:gd name="connsiteX26" fmla="*/ 80177 w 2253411"/>
              <a:gd name="connsiteY26" fmla="*/ 339849 h 440942"/>
              <a:gd name="connsiteX27" fmla="*/ 8803 w 2253411"/>
              <a:gd name="connsiteY27" fmla="*/ 339849 h 440942"/>
              <a:gd name="connsiteX28" fmla="*/ 8803 w 2253411"/>
              <a:gd name="connsiteY28" fmla="*/ 177644 h 440942"/>
              <a:gd name="connsiteX29" fmla="*/ 4680 w 2253411"/>
              <a:gd name="connsiteY29" fmla="*/ 173521 h 440942"/>
              <a:gd name="connsiteX30" fmla="*/ 572 w 2253411"/>
              <a:gd name="connsiteY30" fmla="*/ 177639 h 440942"/>
              <a:gd name="connsiteX31" fmla="*/ 572 w 2253411"/>
              <a:gd name="connsiteY31" fmla="*/ 177644 h 440942"/>
              <a:gd name="connsiteX32" fmla="*/ 572 w 2253411"/>
              <a:gd name="connsiteY32" fmla="*/ 343959 h 440942"/>
              <a:gd name="connsiteX33" fmla="*/ 4676 w 2253411"/>
              <a:gd name="connsiteY33" fmla="*/ 348080 h 440942"/>
              <a:gd name="connsiteX34" fmla="*/ 4680 w 2253411"/>
              <a:gd name="connsiteY34" fmla="*/ 348080 h 440942"/>
              <a:gd name="connsiteX35" fmla="*/ 80176 w 2253411"/>
              <a:gd name="connsiteY35" fmla="*/ 348080 h 440942"/>
              <a:gd name="connsiteX36" fmla="*/ 84298 w 2253411"/>
              <a:gd name="connsiteY36" fmla="*/ 343970 h 440942"/>
              <a:gd name="connsiteX37" fmla="*/ 84298 w 2253411"/>
              <a:gd name="connsiteY37" fmla="*/ 343959 h 440942"/>
              <a:gd name="connsiteX38" fmla="*/ 80176 w 2253411"/>
              <a:gd name="connsiteY38" fmla="*/ 339849 h 440942"/>
              <a:gd name="connsiteX39" fmla="*/ 98412 w 2253411"/>
              <a:gd name="connsiteY39" fmla="*/ 45530 h 440942"/>
              <a:gd name="connsiteX40" fmla="*/ 94292 w 2253411"/>
              <a:gd name="connsiteY40" fmla="*/ 41422 h 440942"/>
              <a:gd name="connsiteX41" fmla="*/ 94289 w 2253411"/>
              <a:gd name="connsiteY41" fmla="*/ 41422 h 440942"/>
              <a:gd name="connsiteX42" fmla="*/ 30459 w 2253411"/>
              <a:gd name="connsiteY42" fmla="*/ 41422 h 440942"/>
              <a:gd name="connsiteX43" fmla="*/ 26351 w 2253411"/>
              <a:gd name="connsiteY43" fmla="*/ 45518 h 440942"/>
              <a:gd name="connsiteX44" fmla="*/ 26351 w 2253411"/>
              <a:gd name="connsiteY44" fmla="*/ 45530 h 440942"/>
              <a:gd name="connsiteX45" fmla="*/ 26351 w 2253411"/>
              <a:gd name="connsiteY45" fmla="*/ 133916 h 440942"/>
              <a:gd name="connsiteX46" fmla="*/ 30456 w 2253411"/>
              <a:gd name="connsiteY46" fmla="*/ 138039 h 440942"/>
              <a:gd name="connsiteX47" fmla="*/ 30459 w 2253411"/>
              <a:gd name="connsiteY47" fmla="*/ 138039 h 440942"/>
              <a:gd name="connsiteX48" fmla="*/ 80191 w 2253411"/>
              <a:gd name="connsiteY48" fmla="*/ 138039 h 440942"/>
              <a:gd name="connsiteX49" fmla="*/ 84300 w 2253411"/>
              <a:gd name="connsiteY49" fmla="*/ 133916 h 440942"/>
              <a:gd name="connsiteX50" fmla="*/ 80191 w 2253411"/>
              <a:gd name="connsiteY50" fmla="*/ 129808 h 440942"/>
              <a:gd name="connsiteX51" fmla="*/ 34582 w 2253411"/>
              <a:gd name="connsiteY51" fmla="*/ 129808 h 440942"/>
              <a:gd name="connsiteX52" fmla="*/ 34582 w 2253411"/>
              <a:gd name="connsiteY52" fmla="*/ 49653 h 440942"/>
              <a:gd name="connsiteX53" fmla="*/ 94291 w 2253411"/>
              <a:gd name="connsiteY53" fmla="*/ 49653 h 440942"/>
              <a:gd name="connsiteX54" fmla="*/ 98413 w 2253411"/>
              <a:gd name="connsiteY54" fmla="*/ 45540 h 440942"/>
              <a:gd name="connsiteX55" fmla="*/ 98413 w 2253411"/>
              <a:gd name="connsiteY55" fmla="*/ 45530 h 440942"/>
              <a:gd name="connsiteX56" fmla="*/ 271146 w 2253411"/>
              <a:gd name="connsiteY56" fmla="*/ 190835 h 440942"/>
              <a:gd name="connsiteX57" fmla="*/ 271146 w 2253411"/>
              <a:gd name="connsiteY57" fmla="*/ 150874 h 440942"/>
              <a:gd name="connsiteX58" fmla="*/ 267039 w 2253411"/>
              <a:gd name="connsiteY58" fmla="*/ 146752 h 440942"/>
              <a:gd name="connsiteX59" fmla="*/ 267037 w 2253411"/>
              <a:gd name="connsiteY59" fmla="*/ 146752 h 440942"/>
              <a:gd name="connsiteX60" fmla="*/ 262900 w 2253411"/>
              <a:gd name="connsiteY60" fmla="*/ 150873 h 440942"/>
              <a:gd name="connsiteX61" fmla="*/ 262900 w 2253411"/>
              <a:gd name="connsiteY61" fmla="*/ 150874 h 440942"/>
              <a:gd name="connsiteX62" fmla="*/ 262900 w 2253411"/>
              <a:gd name="connsiteY62" fmla="*/ 186698 h 440942"/>
              <a:gd name="connsiteX63" fmla="*/ 192929 w 2253411"/>
              <a:gd name="connsiteY63" fmla="*/ 186698 h 440942"/>
              <a:gd name="connsiteX64" fmla="*/ 192929 w 2253411"/>
              <a:gd name="connsiteY64" fmla="*/ 93846 h 440942"/>
              <a:gd name="connsiteX65" fmla="*/ 234730 w 2253411"/>
              <a:gd name="connsiteY65" fmla="*/ 93846 h 440942"/>
              <a:gd name="connsiteX66" fmla="*/ 238853 w 2253411"/>
              <a:gd name="connsiteY66" fmla="*/ 89738 h 440942"/>
              <a:gd name="connsiteX67" fmla="*/ 234730 w 2253411"/>
              <a:gd name="connsiteY67" fmla="*/ 85602 h 440942"/>
              <a:gd name="connsiteX68" fmla="*/ 192929 w 2253411"/>
              <a:gd name="connsiteY68" fmla="*/ 85602 h 440942"/>
              <a:gd name="connsiteX69" fmla="*/ 192929 w 2253411"/>
              <a:gd name="connsiteY69" fmla="*/ 8058 h 440942"/>
              <a:gd name="connsiteX70" fmla="*/ 256951 w 2253411"/>
              <a:gd name="connsiteY70" fmla="*/ 8058 h 440942"/>
              <a:gd name="connsiteX71" fmla="*/ 261072 w 2253411"/>
              <a:gd name="connsiteY71" fmla="*/ 3946 h 440942"/>
              <a:gd name="connsiteX72" fmla="*/ 261072 w 2253411"/>
              <a:gd name="connsiteY72" fmla="*/ 3935 h 440942"/>
              <a:gd name="connsiteX73" fmla="*/ 256954 w 2253411"/>
              <a:gd name="connsiteY73" fmla="*/ -175 h 440942"/>
              <a:gd name="connsiteX74" fmla="*/ 256951 w 2253411"/>
              <a:gd name="connsiteY74" fmla="*/ -175 h 440942"/>
              <a:gd name="connsiteX75" fmla="*/ 120686 w 2253411"/>
              <a:gd name="connsiteY75" fmla="*/ -175 h 440942"/>
              <a:gd name="connsiteX76" fmla="*/ 116578 w 2253411"/>
              <a:gd name="connsiteY76" fmla="*/ 3935 h 440942"/>
              <a:gd name="connsiteX77" fmla="*/ 120685 w 2253411"/>
              <a:gd name="connsiteY77" fmla="*/ 8058 h 440942"/>
              <a:gd name="connsiteX78" fmla="*/ 120686 w 2253411"/>
              <a:gd name="connsiteY78" fmla="*/ 8058 h 440942"/>
              <a:gd name="connsiteX79" fmla="*/ 184696 w 2253411"/>
              <a:gd name="connsiteY79" fmla="*/ 8058 h 440942"/>
              <a:gd name="connsiteX80" fmla="*/ 184696 w 2253411"/>
              <a:gd name="connsiteY80" fmla="*/ 85629 h 440942"/>
              <a:gd name="connsiteX81" fmla="*/ 141436 w 2253411"/>
              <a:gd name="connsiteY81" fmla="*/ 85629 h 440942"/>
              <a:gd name="connsiteX82" fmla="*/ 137315 w 2253411"/>
              <a:gd name="connsiteY82" fmla="*/ 89752 h 440942"/>
              <a:gd name="connsiteX83" fmla="*/ 141435 w 2253411"/>
              <a:gd name="connsiteY83" fmla="*/ 93860 h 440942"/>
              <a:gd name="connsiteX84" fmla="*/ 141436 w 2253411"/>
              <a:gd name="connsiteY84" fmla="*/ 93860 h 440942"/>
              <a:gd name="connsiteX85" fmla="*/ 184696 w 2253411"/>
              <a:gd name="connsiteY85" fmla="*/ 93860 h 440942"/>
              <a:gd name="connsiteX86" fmla="*/ 184696 w 2253411"/>
              <a:gd name="connsiteY86" fmla="*/ 186698 h 440942"/>
              <a:gd name="connsiteX87" fmla="*/ 114724 w 2253411"/>
              <a:gd name="connsiteY87" fmla="*/ 186698 h 440942"/>
              <a:gd name="connsiteX88" fmla="*/ 114724 w 2253411"/>
              <a:gd name="connsiteY88" fmla="*/ 150874 h 440942"/>
              <a:gd name="connsiteX89" fmla="*/ 110611 w 2253411"/>
              <a:gd name="connsiteY89" fmla="*/ 146752 h 440942"/>
              <a:gd name="connsiteX90" fmla="*/ 110602 w 2253411"/>
              <a:gd name="connsiteY90" fmla="*/ 146752 h 440942"/>
              <a:gd name="connsiteX91" fmla="*/ 106479 w 2253411"/>
              <a:gd name="connsiteY91" fmla="*/ 150874 h 440942"/>
              <a:gd name="connsiteX92" fmla="*/ 106479 w 2253411"/>
              <a:gd name="connsiteY92" fmla="*/ 190835 h 440942"/>
              <a:gd name="connsiteX93" fmla="*/ 110598 w 2253411"/>
              <a:gd name="connsiteY93" fmla="*/ 194943 h 440942"/>
              <a:gd name="connsiteX94" fmla="*/ 110602 w 2253411"/>
              <a:gd name="connsiteY94" fmla="*/ 194943 h 440942"/>
              <a:gd name="connsiteX95" fmla="*/ 184696 w 2253411"/>
              <a:gd name="connsiteY95" fmla="*/ 194943 h 440942"/>
              <a:gd name="connsiteX96" fmla="*/ 184696 w 2253411"/>
              <a:gd name="connsiteY96" fmla="*/ 302418 h 440942"/>
              <a:gd name="connsiteX97" fmla="*/ 120523 w 2253411"/>
              <a:gd name="connsiteY97" fmla="*/ 302418 h 440942"/>
              <a:gd name="connsiteX98" fmla="*/ 120523 w 2253411"/>
              <a:gd name="connsiteY98" fmla="*/ 253744 h 440942"/>
              <a:gd name="connsiteX99" fmla="*/ 116395 w 2253411"/>
              <a:gd name="connsiteY99" fmla="*/ 249636 h 440942"/>
              <a:gd name="connsiteX100" fmla="*/ 116386 w 2253411"/>
              <a:gd name="connsiteY100" fmla="*/ 249636 h 440942"/>
              <a:gd name="connsiteX101" fmla="*/ 62189 w 2253411"/>
              <a:gd name="connsiteY101" fmla="*/ 249636 h 440942"/>
              <a:gd name="connsiteX102" fmla="*/ 62189 w 2253411"/>
              <a:gd name="connsiteY102" fmla="*/ 210170 h 440942"/>
              <a:gd name="connsiteX103" fmla="*/ 58084 w 2253411"/>
              <a:gd name="connsiteY103" fmla="*/ 206047 h 440942"/>
              <a:gd name="connsiteX104" fmla="*/ 58081 w 2253411"/>
              <a:gd name="connsiteY104" fmla="*/ 206047 h 440942"/>
              <a:gd name="connsiteX105" fmla="*/ 53958 w 2253411"/>
              <a:gd name="connsiteY105" fmla="*/ 210170 h 440942"/>
              <a:gd name="connsiteX106" fmla="*/ 53958 w 2253411"/>
              <a:gd name="connsiteY106" fmla="*/ 253744 h 440942"/>
              <a:gd name="connsiteX107" fmla="*/ 58081 w 2253411"/>
              <a:gd name="connsiteY107" fmla="*/ 257867 h 440942"/>
              <a:gd name="connsiteX108" fmla="*/ 112277 w 2253411"/>
              <a:gd name="connsiteY108" fmla="*/ 257867 h 440942"/>
              <a:gd name="connsiteX109" fmla="*/ 112277 w 2253411"/>
              <a:gd name="connsiteY109" fmla="*/ 380182 h 440942"/>
              <a:gd name="connsiteX110" fmla="*/ 116382 w 2253411"/>
              <a:gd name="connsiteY110" fmla="*/ 384304 h 440942"/>
              <a:gd name="connsiteX111" fmla="*/ 116386 w 2253411"/>
              <a:gd name="connsiteY111" fmla="*/ 384304 h 440942"/>
              <a:gd name="connsiteX112" fmla="*/ 120523 w 2253411"/>
              <a:gd name="connsiteY112" fmla="*/ 380182 h 440942"/>
              <a:gd name="connsiteX113" fmla="*/ 120523 w 2253411"/>
              <a:gd name="connsiteY113" fmla="*/ 310649 h 440942"/>
              <a:gd name="connsiteX114" fmla="*/ 184696 w 2253411"/>
              <a:gd name="connsiteY114" fmla="*/ 310649 h 440942"/>
              <a:gd name="connsiteX115" fmla="*/ 184696 w 2253411"/>
              <a:gd name="connsiteY115" fmla="*/ 432537 h 440942"/>
              <a:gd name="connsiteX116" fmla="*/ 131736 w 2253411"/>
              <a:gd name="connsiteY116" fmla="*/ 432537 h 440942"/>
              <a:gd name="connsiteX117" fmla="*/ 127628 w 2253411"/>
              <a:gd name="connsiteY117" fmla="*/ 436615 h 440942"/>
              <a:gd name="connsiteX118" fmla="*/ 127628 w 2253411"/>
              <a:gd name="connsiteY118" fmla="*/ 436646 h 440942"/>
              <a:gd name="connsiteX119" fmla="*/ 131716 w 2253411"/>
              <a:gd name="connsiteY119" fmla="*/ 440768 h 440942"/>
              <a:gd name="connsiteX120" fmla="*/ 131736 w 2253411"/>
              <a:gd name="connsiteY120" fmla="*/ 440768 h 440942"/>
              <a:gd name="connsiteX121" fmla="*/ 245888 w 2253411"/>
              <a:gd name="connsiteY121" fmla="*/ 440768 h 440942"/>
              <a:gd name="connsiteX122" fmla="*/ 250011 w 2253411"/>
              <a:gd name="connsiteY122" fmla="*/ 436657 h 440942"/>
              <a:gd name="connsiteX123" fmla="*/ 250011 w 2253411"/>
              <a:gd name="connsiteY123" fmla="*/ 436646 h 440942"/>
              <a:gd name="connsiteX124" fmla="*/ 245909 w 2253411"/>
              <a:gd name="connsiteY124" fmla="*/ 432537 h 440942"/>
              <a:gd name="connsiteX125" fmla="*/ 245888 w 2253411"/>
              <a:gd name="connsiteY125" fmla="*/ 432537 h 440942"/>
              <a:gd name="connsiteX126" fmla="*/ 192929 w 2253411"/>
              <a:gd name="connsiteY126" fmla="*/ 432537 h 440942"/>
              <a:gd name="connsiteX127" fmla="*/ 192929 w 2253411"/>
              <a:gd name="connsiteY127" fmla="*/ 310649 h 440942"/>
              <a:gd name="connsiteX128" fmla="*/ 257116 w 2253411"/>
              <a:gd name="connsiteY128" fmla="*/ 310649 h 440942"/>
              <a:gd name="connsiteX129" fmla="*/ 257116 w 2253411"/>
              <a:gd name="connsiteY129" fmla="*/ 380182 h 440942"/>
              <a:gd name="connsiteX130" fmla="*/ 261250 w 2253411"/>
              <a:gd name="connsiteY130" fmla="*/ 384304 h 440942"/>
              <a:gd name="connsiteX131" fmla="*/ 265358 w 2253411"/>
              <a:gd name="connsiteY131" fmla="*/ 380182 h 440942"/>
              <a:gd name="connsiteX132" fmla="*/ 265358 w 2253411"/>
              <a:gd name="connsiteY132" fmla="*/ 257867 h 440942"/>
              <a:gd name="connsiteX133" fmla="*/ 319557 w 2253411"/>
              <a:gd name="connsiteY133" fmla="*/ 257867 h 440942"/>
              <a:gd name="connsiteX134" fmla="*/ 323665 w 2253411"/>
              <a:gd name="connsiteY134" fmla="*/ 253748 h 440942"/>
              <a:gd name="connsiteX135" fmla="*/ 323665 w 2253411"/>
              <a:gd name="connsiteY135" fmla="*/ 253744 h 440942"/>
              <a:gd name="connsiteX136" fmla="*/ 323665 w 2253411"/>
              <a:gd name="connsiteY136" fmla="*/ 210170 h 440942"/>
              <a:gd name="connsiteX137" fmla="*/ 319557 w 2253411"/>
              <a:gd name="connsiteY137" fmla="*/ 206047 h 440942"/>
              <a:gd name="connsiteX138" fmla="*/ 315434 w 2253411"/>
              <a:gd name="connsiteY138" fmla="*/ 210170 h 440942"/>
              <a:gd name="connsiteX139" fmla="*/ 315434 w 2253411"/>
              <a:gd name="connsiteY139" fmla="*/ 249636 h 440942"/>
              <a:gd name="connsiteX140" fmla="*/ 261250 w 2253411"/>
              <a:gd name="connsiteY140" fmla="*/ 249636 h 440942"/>
              <a:gd name="connsiteX141" fmla="*/ 257115 w 2253411"/>
              <a:gd name="connsiteY141" fmla="*/ 253733 h 440942"/>
              <a:gd name="connsiteX142" fmla="*/ 257115 w 2253411"/>
              <a:gd name="connsiteY142" fmla="*/ 253744 h 440942"/>
              <a:gd name="connsiteX143" fmla="*/ 257115 w 2253411"/>
              <a:gd name="connsiteY143" fmla="*/ 302416 h 440942"/>
              <a:gd name="connsiteX144" fmla="*/ 192927 w 2253411"/>
              <a:gd name="connsiteY144" fmla="*/ 302416 h 440942"/>
              <a:gd name="connsiteX145" fmla="*/ 192927 w 2253411"/>
              <a:gd name="connsiteY145" fmla="*/ 194943 h 440942"/>
              <a:gd name="connsiteX146" fmla="*/ 267036 w 2253411"/>
              <a:gd name="connsiteY146" fmla="*/ 194943 h 440942"/>
              <a:gd name="connsiteX147" fmla="*/ 271144 w 2253411"/>
              <a:gd name="connsiteY147" fmla="*/ 190849 h 440942"/>
              <a:gd name="connsiteX148" fmla="*/ 271144 w 2253411"/>
              <a:gd name="connsiteY148" fmla="*/ 190835 h 440942"/>
              <a:gd name="connsiteX149" fmla="*/ 351285 w 2253411"/>
              <a:gd name="connsiteY149" fmla="*/ 133931 h 440942"/>
              <a:gd name="connsiteX150" fmla="*/ 351285 w 2253411"/>
              <a:gd name="connsiteY150" fmla="*/ 45545 h 440942"/>
              <a:gd name="connsiteX151" fmla="*/ 347175 w 2253411"/>
              <a:gd name="connsiteY151" fmla="*/ 41422 h 440942"/>
              <a:gd name="connsiteX152" fmla="*/ 347164 w 2253411"/>
              <a:gd name="connsiteY152" fmla="*/ 41422 h 440942"/>
              <a:gd name="connsiteX153" fmla="*/ 283332 w 2253411"/>
              <a:gd name="connsiteY153" fmla="*/ 41422 h 440942"/>
              <a:gd name="connsiteX154" fmla="*/ 279224 w 2253411"/>
              <a:gd name="connsiteY154" fmla="*/ 45524 h 440942"/>
              <a:gd name="connsiteX155" fmla="*/ 279224 w 2253411"/>
              <a:gd name="connsiteY155" fmla="*/ 45545 h 440942"/>
              <a:gd name="connsiteX156" fmla="*/ 283332 w 2253411"/>
              <a:gd name="connsiteY156" fmla="*/ 49653 h 440942"/>
              <a:gd name="connsiteX157" fmla="*/ 343054 w 2253411"/>
              <a:gd name="connsiteY157" fmla="*/ 49653 h 440942"/>
              <a:gd name="connsiteX158" fmla="*/ 343054 w 2253411"/>
              <a:gd name="connsiteY158" fmla="*/ 129808 h 440942"/>
              <a:gd name="connsiteX159" fmla="*/ 297460 w 2253411"/>
              <a:gd name="connsiteY159" fmla="*/ 129808 h 440942"/>
              <a:gd name="connsiteX160" fmla="*/ 293338 w 2253411"/>
              <a:gd name="connsiteY160" fmla="*/ 133918 h 440942"/>
              <a:gd name="connsiteX161" fmla="*/ 293338 w 2253411"/>
              <a:gd name="connsiteY161" fmla="*/ 133931 h 440942"/>
              <a:gd name="connsiteX162" fmla="*/ 297460 w 2253411"/>
              <a:gd name="connsiteY162" fmla="*/ 138039 h 440942"/>
              <a:gd name="connsiteX163" fmla="*/ 347164 w 2253411"/>
              <a:gd name="connsiteY163" fmla="*/ 138039 h 440942"/>
              <a:gd name="connsiteX164" fmla="*/ 351285 w 2253411"/>
              <a:gd name="connsiteY164" fmla="*/ 133931 h 440942"/>
              <a:gd name="connsiteX165" fmla="*/ 377065 w 2253411"/>
              <a:gd name="connsiteY165" fmla="*/ 343972 h 440942"/>
              <a:gd name="connsiteX166" fmla="*/ 377065 w 2253411"/>
              <a:gd name="connsiteY166" fmla="*/ 177629 h 440942"/>
              <a:gd name="connsiteX167" fmla="*/ 372946 w 2253411"/>
              <a:gd name="connsiteY167" fmla="*/ 173521 h 440942"/>
              <a:gd name="connsiteX168" fmla="*/ 372943 w 2253411"/>
              <a:gd name="connsiteY168" fmla="*/ 173521 h 440942"/>
              <a:gd name="connsiteX169" fmla="*/ 368834 w 2253411"/>
              <a:gd name="connsiteY169" fmla="*/ 177617 h 440942"/>
              <a:gd name="connsiteX170" fmla="*/ 368834 w 2253411"/>
              <a:gd name="connsiteY170" fmla="*/ 177629 h 440942"/>
              <a:gd name="connsiteX171" fmla="*/ 368834 w 2253411"/>
              <a:gd name="connsiteY171" fmla="*/ 339836 h 440942"/>
              <a:gd name="connsiteX172" fmla="*/ 297460 w 2253411"/>
              <a:gd name="connsiteY172" fmla="*/ 339836 h 440942"/>
              <a:gd name="connsiteX173" fmla="*/ 293338 w 2253411"/>
              <a:gd name="connsiteY173" fmla="*/ 343970 h 440942"/>
              <a:gd name="connsiteX174" fmla="*/ 293338 w 2253411"/>
              <a:gd name="connsiteY174" fmla="*/ 343972 h 440942"/>
              <a:gd name="connsiteX175" fmla="*/ 297438 w 2253411"/>
              <a:gd name="connsiteY175" fmla="*/ 348080 h 440942"/>
              <a:gd name="connsiteX176" fmla="*/ 297460 w 2253411"/>
              <a:gd name="connsiteY176" fmla="*/ 348080 h 440942"/>
              <a:gd name="connsiteX177" fmla="*/ 372943 w 2253411"/>
              <a:gd name="connsiteY177" fmla="*/ 348080 h 440942"/>
              <a:gd name="connsiteX178" fmla="*/ 377065 w 2253411"/>
              <a:gd name="connsiteY178" fmla="*/ 343992 h 440942"/>
              <a:gd name="connsiteX179" fmla="*/ 377065 w 2253411"/>
              <a:gd name="connsiteY179" fmla="*/ 343972 h 440942"/>
              <a:gd name="connsiteX180" fmla="*/ 577721 w 2253411"/>
              <a:gd name="connsiteY180" fmla="*/ 299806 h 440942"/>
              <a:gd name="connsiteX181" fmla="*/ 609683 w 2253411"/>
              <a:gd name="connsiteY181" fmla="*/ 299806 h 440942"/>
              <a:gd name="connsiteX182" fmla="*/ 609683 w 2253411"/>
              <a:gd name="connsiteY182" fmla="*/ 196098 h 440942"/>
              <a:gd name="connsiteX183" fmla="*/ 551186 w 2253411"/>
              <a:gd name="connsiteY183" fmla="*/ 131498 h 440942"/>
              <a:gd name="connsiteX184" fmla="*/ 500878 w 2253411"/>
              <a:gd name="connsiteY184" fmla="*/ 159709 h 440942"/>
              <a:gd name="connsiteX185" fmla="*/ 500878 w 2253411"/>
              <a:gd name="connsiteY185" fmla="*/ 136254 h 440942"/>
              <a:gd name="connsiteX186" fmla="*/ 469601 w 2253411"/>
              <a:gd name="connsiteY186" fmla="*/ 136254 h 440942"/>
              <a:gd name="connsiteX187" fmla="*/ 469601 w 2253411"/>
              <a:gd name="connsiteY187" fmla="*/ 299806 h 440942"/>
              <a:gd name="connsiteX188" fmla="*/ 501565 w 2253411"/>
              <a:gd name="connsiteY188" fmla="*/ 299806 h 440942"/>
              <a:gd name="connsiteX189" fmla="*/ 501565 w 2253411"/>
              <a:gd name="connsiteY189" fmla="*/ 205278 h 440942"/>
              <a:gd name="connsiteX190" fmla="*/ 539629 w 2253411"/>
              <a:gd name="connsiteY190" fmla="*/ 160396 h 440942"/>
              <a:gd name="connsiteX191" fmla="*/ 577721 w 2253411"/>
              <a:gd name="connsiteY191" fmla="*/ 201540 h 440942"/>
              <a:gd name="connsiteX192" fmla="*/ 766751 w 2253411"/>
              <a:gd name="connsiteY192" fmla="*/ 201196 h 440942"/>
              <a:gd name="connsiteX193" fmla="*/ 677320 w 2253411"/>
              <a:gd name="connsiteY193" fmla="*/ 201196 h 440942"/>
              <a:gd name="connsiteX194" fmla="*/ 721870 w 2253411"/>
              <a:gd name="connsiteY194" fmla="*/ 159366 h 440942"/>
              <a:gd name="connsiteX195" fmla="*/ 766751 w 2253411"/>
              <a:gd name="connsiteY195" fmla="*/ 201196 h 440942"/>
              <a:gd name="connsiteX196" fmla="*/ 799388 w 2253411"/>
              <a:gd name="connsiteY196" fmla="*/ 227044 h 440942"/>
              <a:gd name="connsiteX197" fmla="*/ 800075 w 2253411"/>
              <a:gd name="connsiteY197" fmla="*/ 216835 h 440942"/>
              <a:gd name="connsiteX198" fmla="*/ 721527 w 2253411"/>
              <a:gd name="connsiteY198" fmla="*/ 131155 h 440942"/>
              <a:gd name="connsiteX199" fmla="*/ 643324 w 2253411"/>
              <a:gd name="connsiteY199" fmla="*/ 217522 h 440942"/>
              <a:gd name="connsiteX200" fmla="*/ 725608 w 2253411"/>
              <a:gd name="connsiteY200" fmla="*/ 304904 h 440942"/>
              <a:gd name="connsiteX201" fmla="*/ 799044 w 2253411"/>
              <a:gd name="connsiteY201" fmla="*/ 253221 h 440942"/>
              <a:gd name="connsiteX202" fmla="*/ 771519 w 2253411"/>
              <a:gd name="connsiteY202" fmla="*/ 243698 h 440942"/>
              <a:gd name="connsiteX203" fmla="*/ 725608 w 2253411"/>
              <a:gd name="connsiteY203" fmla="*/ 276679 h 440942"/>
              <a:gd name="connsiteX204" fmla="*/ 676304 w 2253411"/>
              <a:gd name="connsiteY204" fmla="*/ 227044 h 440942"/>
              <a:gd name="connsiteX205" fmla="*/ 945791 w 2253411"/>
              <a:gd name="connsiteY205" fmla="*/ 299820 h 440942"/>
              <a:gd name="connsiteX206" fmla="*/ 976394 w 2253411"/>
              <a:gd name="connsiteY206" fmla="*/ 299820 h 440942"/>
              <a:gd name="connsiteX207" fmla="*/ 974677 w 2253411"/>
              <a:gd name="connsiteY207" fmla="*/ 269547 h 440942"/>
              <a:gd name="connsiteX208" fmla="*/ 974677 w 2253411"/>
              <a:gd name="connsiteY208" fmla="*/ 136254 h 440942"/>
              <a:gd name="connsiteX209" fmla="*/ 942727 w 2253411"/>
              <a:gd name="connsiteY209" fmla="*/ 136254 h 440942"/>
              <a:gd name="connsiteX210" fmla="*/ 942727 w 2253411"/>
              <a:gd name="connsiteY210" fmla="*/ 234863 h 440942"/>
              <a:gd name="connsiteX211" fmla="*/ 903948 w 2253411"/>
              <a:gd name="connsiteY211" fmla="*/ 276679 h 440942"/>
              <a:gd name="connsiteX212" fmla="*/ 866901 w 2253411"/>
              <a:gd name="connsiteY212" fmla="*/ 234519 h 440942"/>
              <a:gd name="connsiteX213" fmla="*/ 866901 w 2253411"/>
              <a:gd name="connsiteY213" fmla="*/ 136254 h 440942"/>
              <a:gd name="connsiteX214" fmla="*/ 834924 w 2253411"/>
              <a:gd name="connsiteY214" fmla="*/ 136254 h 440942"/>
              <a:gd name="connsiteX215" fmla="*/ 834924 w 2253411"/>
              <a:gd name="connsiteY215" fmla="*/ 239287 h 440942"/>
              <a:gd name="connsiteX216" fmla="*/ 896143 w 2253411"/>
              <a:gd name="connsiteY216" fmla="*/ 304903 h 440942"/>
              <a:gd name="connsiteX217" fmla="*/ 944418 w 2253411"/>
              <a:gd name="connsiteY217" fmla="*/ 280086 h 440942"/>
              <a:gd name="connsiteX218" fmla="*/ 945791 w 2253411"/>
              <a:gd name="connsiteY218" fmla="*/ 299818 h 440942"/>
              <a:gd name="connsiteX219" fmla="*/ 1098324 w 2253411"/>
              <a:gd name="connsiteY219" fmla="*/ 167541 h 440942"/>
              <a:gd name="connsiteX220" fmla="*/ 1112271 w 2253411"/>
              <a:gd name="connsiteY220" fmla="*/ 168559 h 440942"/>
              <a:gd name="connsiteX221" fmla="*/ 1112271 w 2253411"/>
              <a:gd name="connsiteY221" fmla="*/ 134563 h 440942"/>
              <a:gd name="connsiteX222" fmla="*/ 1101731 w 2253411"/>
              <a:gd name="connsiteY222" fmla="*/ 133532 h 440942"/>
              <a:gd name="connsiteX223" fmla="*/ 1052771 w 2253411"/>
              <a:gd name="connsiteY223" fmla="*/ 164808 h 440942"/>
              <a:gd name="connsiteX224" fmla="*/ 1052771 w 2253411"/>
              <a:gd name="connsiteY224" fmla="*/ 136266 h 440942"/>
              <a:gd name="connsiteX225" fmla="*/ 1021481 w 2253411"/>
              <a:gd name="connsiteY225" fmla="*/ 136266 h 440942"/>
              <a:gd name="connsiteX226" fmla="*/ 1021481 w 2253411"/>
              <a:gd name="connsiteY226" fmla="*/ 299806 h 440942"/>
              <a:gd name="connsiteX227" fmla="*/ 1053443 w 2253411"/>
              <a:gd name="connsiteY227" fmla="*/ 299806 h 440942"/>
              <a:gd name="connsiteX228" fmla="*/ 1053443 w 2253411"/>
              <a:gd name="connsiteY228" fmla="*/ 217851 h 440942"/>
              <a:gd name="connsiteX229" fmla="*/ 1098324 w 2253411"/>
              <a:gd name="connsiteY229" fmla="*/ 167543 h 440942"/>
              <a:gd name="connsiteX230" fmla="*/ 1263512 w 2253411"/>
              <a:gd name="connsiteY230" fmla="*/ 217865 h 440942"/>
              <a:gd name="connsiteX231" fmla="*/ 1212518 w 2253411"/>
              <a:gd name="connsiteY231" fmla="*/ 276350 h 440942"/>
              <a:gd name="connsiteX232" fmla="*/ 1161507 w 2253411"/>
              <a:gd name="connsiteY232" fmla="*/ 217865 h 440942"/>
              <a:gd name="connsiteX233" fmla="*/ 1212518 w 2253411"/>
              <a:gd name="connsiteY233" fmla="*/ 159709 h 440942"/>
              <a:gd name="connsiteX234" fmla="*/ 1263512 w 2253411"/>
              <a:gd name="connsiteY234" fmla="*/ 217865 h 440942"/>
              <a:gd name="connsiteX235" fmla="*/ 1296163 w 2253411"/>
              <a:gd name="connsiteY235" fmla="*/ 217865 h 440942"/>
              <a:gd name="connsiteX236" fmla="*/ 1212518 w 2253411"/>
              <a:gd name="connsiteY236" fmla="*/ 131169 h 440942"/>
              <a:gd name="connsiteX237" fmla="*/ 1128871 w 2253411"/>
              <a:gd name="connsiteY237" fmla="*/ 217865 h 440942"/>
              <a:gd name="connsiteX238" fmla="*/ 1212518 w 2253411"/>
              <a:gd name="connsiteY238" fmla="*/ 304904 h 440942"/>
              <a:gd name="connsiteX239" fmla="*/ 1296163 w 2253411"/>
              <a:gd name="connsiteY239" fmla="*/ 217865 h 440942"/>
              <a:gd name="connsiteX240" fmla="*/ 1388657 w 2253411"/>
              <a:gd name="connsiteY240" fmla="*/ 301496 h 440942"/>
              <a:gd name="connsiteX241" fmla="*/ 1410425 w 2253411"/>
              <a:gd name="connsiteY241" fmla="*/ 298446 h 440942"/>
              <a:gd name="connsiteX242" fmla="*/ 1410425 w 2253411"/>
              <a:gd name="connsiteY242" fmla="*/ 271237 h 440942"/>
              <a:gd name="connsiteX243" fmla="*/ 1397836 w 2253411"/>
              <a:gd name="connsiteY243" fmla="*/ 272612 h 440942"/>
              <a:gd name="connsiteX244" fmla="*/ 1375054 w 2253411"/>
              <a:gd name="connsiteY244" fmla="*/ 250158 h 440942"/>
              <a:gd name="connsiteX245" fmla="*/ 1375054 w 2253411"/>
              <a:gd name="connsiteY245" fmla="*/ 165152 h 440942"/>
              <a:gd name="connsiteX246" fmla="*/ 1410423 w 2253411"/>
              <a:gd name="connsiteY246" fmla="*/ 165152 h 440942"/>
              <a:gd name="connsiteX247" fmla="*/ 1410423 w 2253411"/>
              <a:gd name="connsiteY247" fmla="*/ 136254 h 440942"/>
              <a:gd name="connsiteX248" fmla="*/ 1375054 w 2253411"/>
              <a:gd name="connsiteY248" fmla="*/ 136254 h 440942"/>
              <a:gd name="connsiteX249" fmla="*/ 1375054 w 2253411"/>
              <a:gd name="connsiteY249" fmla="*/ 84585 h 440942"/>
              <a:gd name="connsiteX250" fmla="*/ 1345825 w 2253411"/>
              <a:gd name="connsiteY250" fmla="*/ 84585 h 440942"/>
              <a:gd name="connsiteX251" fmla="*/ 1345825 w 2253411"/>
              <a:gd name="connsiteY251" fmla="*/ 111092 h 440942"/>
              <a:gd name="connsiteX252" fmla="*/ 1320665 w 2253411"/>
              <a:gd name="connsiteY252" fmla="*/ 136254 h 440942"/>
              <a:gd name="connsiteX253" fmla="*/ 1311814 w 2253411"/>
              <a:gd name="connsiteY253" fmla="*/ 136254 h 440942"/>
              <a:gd name="connsiteX254" fmla="*/ 1311814 w 2253411"/>
              <a:gd name="connsiteY254" fmla="*/ 165152 h 440942"/>
              <a:gd name="connsiteX255" fmla="*/ 1343105 w 2253411"/>
              <a:gd name="connsiteY255" fmla="*/ 165152 h 440942"/>
              <a:gd name="connsiteX256" fmla="*/ 1343105 w 2253411"/>
              <a:gd name="connsiteY256" fmla="*/ 254911 h 440942"/>
              <a:gd name="connsiteX257" fmla="*/ 1388657 w 2253411"/>
              <a:gd name="connsiteY257" fmla="*/ 301496 h 440942"/>
              <a:gd name="connsiteX258" fmla="*/ 1564344 w 2253411"/>
              <a:gd name="connsiteY258" fmla="*/ 217865 h 440942"/>
              <a:gd name="connsiteX259" fmla="*/ 1513349 w 2253411"/>
              <a:gd name="connsiteY259" fmla="*/ 276350 h 440942"/>
              <a:gd name="connsiteX260" fmla="*/ 1462340 w 2253411"/>
              <a:gd name="connsiteY260" fmla="*/ 217865 h 440942"/>
              <a:gd name="connsiteX261" fmla="*/ 1513349 w 2253411"/>
              <a:gd name="connsiteY261" fmla="*/ 159709 h 440942"/>
              <a:gd name="connsiteX262" fmla="*/ 1564344 w 2253411"/>
              <a:gd name="connsiteY262" fmla="*/ 217865 h 440942"/>
              <a:gd name="connsiteX263" fmla="*/ 1596994 w 2253411"/>
              <a:gd name="connsiteY263" fmla="*/ 217865 h 440942"/>
              <a:gd name="connsiteX264" fmla="*/ 1513349 w 2253411"/>
              <a:gd name="connsiteY264" fmla="*/ 131169 h 440942"/>
              <a:gd name="connsiteX265" fmla="*/ 1429704 w 2253411"/>
              <a:gd name="connsiteY265" fmla="*/ 217865 h 440942"/>
              <a:gd name="connsiteX266" fmla="*/ 1513349 w 2253411"/>
              <a:gd name="connsiteY266" fmla="*/ 304904 h 440942"/>
              <a:gd name="connsiteX267" fmla="*/ 1596994 w 2253411"/>
              <a:gd name="connsiteY267" fmla="*/ 217865 h 440942"/>
              <a:gd name="connsiteX268" fmla="*/ 1709456 w 2253411"/>
              <a:gd name="connsiteY268" fmla="*/ 167543 h 440942"/>
              <a:gd name="connsiteX269" fmla="*/ 1723392 w 2253411"/>
              <a:gd name="connsiteY269" fmla="*/ 168560 h 440942"/>
              <a:gd name="connsiteX270" fmla="*/ 1723392 w 2253411"/>
              <a:gd name="connsiteY270" fmla="*/ 134563 h 440942"/>
              <a:gd name="connsiteX271" fmla="*/ 1712851 w 2253411"/>
              <a:gd name="connsiteY271" fmla="*/ 133532 h 440942"/>
              <a:gd name="connsiteX272" fmla="*/ 1663890 w 2253411"/>
              <a:gd name="connsiteY272" fmla="*/ 164808 h 440942"/>
              <a:gd name="connsiteX273" fmla="*/ 1663890 w 2253411"/>
              <a:gd name="connsiteY273" fmla="*/ 136266 h 440942"/>
              <a:gd name="connsiteX274" fmla="*/ 1632614 w 2253411"/>
              <a:gd name="connsiteY274" fmla="*/ 136266 h 440942"/>
              <a:gd name="connsiteX275" fmla="*/ 1632614 w 2253411"/>
              <a:gd name="connsiteY275" fmla="*/ 299806 h 440942"/>
              <a:gd name="connsiteX276" fmla="*/ 1664564 w 2253411"/>
              <a:gd name="connsiteY276" fmla="*/ 299806 h 440942"/>
              <a:gd name="connsiteX277" fmla="*/ 1664564 w 2253411"/>
              <a:gd name="connsiteY277" fmla="*/ 217851 h 440942"/>
              <a:gd name="connsiteX278" fmla="*/ 1709456 w 2253411"/>
              <a:gd name="connsiteY278" fmla="*/ 167543 h 440942"/>
              <a:gd name="connsiteX279" fmla="*/ 1790286 w 2253411"/>
              <a:gd name="connsiteY279" fmla="*/ 74360 h 440942"/>
              <a:gd name="connsiteX280" fmla="*/ 1767488 w 2253411"/>
              <a:gd name="connsiteY280" fmla="*/ 51248 h 440942"/>
              <a:gd name="connsiteX281" fmla="*/ 1744374 w 2253411"/>
              <a:gd name="connsiteY281" fmla="*/ 74045 h 440942"/>
              <a:gd name="connsiteX282" fmla="*/ 1767159 w 2253411"/>
              <a:gd name="connsiteY282" fmla="*/ 97158 h 440942"/>
              <a:gd name="connsiteX283" fmla="*/ 1790286 w 2253411"/>
              <a:gd name="connsiteY283" fmla="*/ 74401 h 440942"/>
              <a:gd name="connsiteX284" fmla="*/ 1790286 w 2253411"/>
              <a:gd name="connsiteY284" fmla="*/ 74362 h 440942"/>
              <a:gd name="connsiteX285" fmla="*/ 1937899 w 2253411"/>
              <a:gd name="connsiteY285" fmla="*/ 299820 h 440942"/>
              <a:gd name="connsiteX286" fmla="*/ 1968489 w 2253411"/>
              <a:gd name="connsiteY286" fmla="*/ 299820 h 440942"/>
              <a:gd name="connsiteX287" fmla="*/ 1966785 w 2253411"/>
              <a:gd name="connsiteY287" fmla="*/ 269547 h 440942"/>
              <a:gd name="connsiteX288" fmla="*/ 1966785 w 2253411"/>
              <a:gd name="connsiteY288" fmla="*/ 136254 h 440942"/>
              <a:gd name="connsiteX289" fmla="*/ 1934821 w 2253411"/>
              <a:gd name="connsiteY289" fmla="*/ 136254 h 440942"/>
              <a:gd name="connsiteX290" fmla="*/ 1934821 w 2253411"/>
              <a:gd name="connsiteY290" fmla="*/ 234863 h 440942"/>
              <a:gd name="connsiteX291" fmla="*/ 1896069 w 2253411"/>
              <a:gd name="connsiteY291" fmla="*/ 276679 h 440942"/>
              <a:gd name="connsiteX292" fmla="*/ 1859008 w 2253411"/>
              <a:gd name="connsiteY292" fmla="*/ 234519 h 440942"/>
              <a:gd name="connsiteX293" fmla="*/ 1859008 w 2253411"/>
              <a:gd name="connsiteY293" fmla="*/ 136254 h 440942"/>
              <a:gd name="connsiteX294" fmla="*/ 1827032 w 2253411"/>
              <a:gd name="connsiteY294" fmla="*/ 136254 h 440942"/>
              <a:gd name="connsiteX295" fmla="*/ 1827032 w 2253411"/>
              <a:gd name="connsiteY295" fmla="*/ 239287 h 440942"/>
              <a:gd name="connsiteX296" fmla="*/ 1888249 w 2253411"/>
              <a:gd name="connsiteY296" fmla="*/ 304903 h 440942"/>
              <a:gd name="connsiteX297" fmla="*/ 1936524 w 2253411"/>
              <a:gd name="connsiteY297" fmla="*/ 280086 h 440942"/>
              <a:gd name="connsiteX298" fmla="*/ 1937899 w 2253411"/>
              <a:gd name="connsiteY298" fmla="*/ 299818 h 440942"/>
              <a:gd name="connsiteX299" fmla="*/ 2253984 w 2253411"/>
              <a:gd name="connsiteY299" fmla="*/ 299806 h 440942"/>
              <a:gd name="connsiteX300" fmla="*/ 2253984 w 2253411"/>
              <a:gd name="connsiteY300" fmla="*/ 193721 h 440942"/>
              <a:gd name="connsiteX301" fmla="*/ 2197547 w 2253411"/>
              <a:gd name="connsiteY301" fmla="*/ 131498 h 440942"/>
              <a:gd name="connsiteX302" fmla="*/ 2142800 w 2253411"/>
              <a:gd name="connsiteY302" fmla="*/ 162431 h 440942"/>
              <a:gd name="connsiteX303" fmla="*/ 2093839 w 2253411"/>
              <a:gd name="connsiteY303" fmla="*/ 131498 h 440942"/>
              <a:gd name="connsiteX304" fmla="*/ 2044204 w 2253411"/>
              <a:gd name="connsiteY304" fmla="*/ 158005 h 440942"/>
              <a:gd name="connsiteX305" fmla="*/ 2044204 w 2253411"/>
              <a:gd name="connsiteY305" fmla="*/ 136254 h 440942"/>
              <a:gd name="connsiteX306" fmla="*/ 2013588 w 2253411"/>
              <a:gd name="connsiteY306" fmla="*/ 136254 h 440942"/>
              <a:gd name="connsiteX307" fmla="*/ 2013588 w 2253411"/>
              <a:gd name="connsiteY307" fmla="*/ 299806 h 440942"/>
              <a:gd name="connsiteX308" fmla="*/ 2045221 w 2253411"/>
              <a:gd name="connsiteY308" fmla="*/ 299806 h 440942"/>
              <a:gd name="connsiteX309" fmla="*/ 2045221 w 2253411"/>
              <a:gd name="connsiteY309" fmla="*/ 201209 h 440942"/>
              <a:gd name="connsiteX310" fmla="*/ 2083299 w 2253411"/>
              <a:gd name="connsiteY310" fmla="*/ 159709 h 440942"/>
              <a:gd name="connsiteX311" fmla="*/ 2117971 w 2253411"/>
              <a:gd name="connsiteY311" fmla="*/ 197115 h 440942"/>
              <a:gd name="connsiteX312" fmla="*/ 2117971 w 2253411"/>
              <a:gd name="connsiteY312" fmla="*/ 299807 h 440942"/>
              <a:gd name="connsiteX313" fmla="*/ 2149932 w 2253411"/>
              <a:gd name="connsiteY313" fmla="*/ 299807 h 440942"/>
              <a:gd name="connsiteX314" fmla="*/ 2149932 w 2253411"/>
              <a:gd name="connsiteY314" fmla="*/ 200867 h 440942"/>
              <a:gd name="connsiteX315" fmla="*/ 2187682 w 2253411"/>
              <a:gd name="connsiteY315" fmla="*/ 159711 h 440942"/>
              <a:gd name="connsiteX316" fmla="*/ 2222364 w 2253411"/>
              <a:gd name="connsiteY316" fmla="*/ 197115 h 440942"/>
              <a:gd name="connsiteX317" fmla="*/ 2222364 w 2253411"/>
              <a:gd name="connsiteY317" fmla="*/ 299807 h 440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Lst>
            <a:rect l="l" t="t" r="r" b="b"/>
            <a:pathLst>
              <a:path w="2253411" h="440942">
                <a:moveTo>
                  <a:pt x="1783139" y="136254"/>
                </a:moveTo>
                <a:lnTo>
                  <a:pt x="1751520" y="136254"/>
                </a:lnTo>
                <a:lnTo>
                  <a:pt x="1751520" y="299806"/>
                </a:lnTo>
                <a:lnTo>
                  <a:pt x="1783139" y="299806"/>
                </a:lnTo>
                <a:close/>
                <a:moveTo>
                  <a:pt x="293338" y="409024"/>
                </a:moveTo>
                <a:cubicBezTo>
                  <a:pt x="293335" y="411298"/>
                  <a:pt x="295174" y="413144"/>
                  <a:pt x="297448" y="413147"/>
                </a:cubicBezTo>
                <a:cubicBezTo>
                  <a:pt x="297452" y="413147"/>
                  <a:pt x="297456" y="413147"/>
                  <a:pt x="297460" y="413147"/>
                </a:cubicBezTo>
                <a:lnTo>
                  <a:pt x="333669" y="413147"/>
                </a:lnTo>
                <a:cubicBezTo>
                  <a:pt x="335936" y="413150"/>
                  <a:pt x="337776" y="411314"/>
                  <a:pt x="337779" y="409047"/>
                </a:cubicBezTo>
                <a:cubicBezTo>
                  <a:pt x="337779" y="409039"/>
                  <a:pt x="337779" y="409032"/>
                  <a:pt x="337777" y="409024"/>
                </a:cubicBezTo>
                <a:cubicBezTo>
                  <a:pt x="337782" y="406760"/>
                  <a:pt x="335949" y="404921"/>
                  <a:pt x="333683" y="404916"/>
                </a:cubicBezTo>
                <a:cubicBezTo>
                  <a:pt x="333678" y="404916"/>
                  <a:pt x="333674" y="404916"/>
                  <a:pt x="333669" y="404916"/>
                </a:cubicBezTo>
                <a:lnTo>
                  <a:pt x="297460" y="404916"/>
                </a:lnTo>
                <a:cubicBezTo>
                  <a:pt x="295188" y="404911"/>
                  <a:pt x="293342" y="406749"/>
                  <a:pt x="293338" y="409021"/>
                </a:cubicBezTo>
                <a:cubicBezTo>
                  <a:pt x="293338" y="409023"/>
                  <a:pt x="293338" y="409024"/>
                  <a:pt x="293338" y="409024"/>
                </a:cubicBezTo>
                <a:moveTo>
                  <a:pt x="39859" y="409024"/>
                </a:moveTo>
                <a:cubicBezTo>
                  <a:pt x="39849" y="411291"/>
                  <a:pt x="41679" y="413137"/>
                  <a:pt x="43946" y="413147"/>
                </a:cubicBezTo>
                <a:cubicBezTo>
                  <a:pt x="43953" y="413147"/>
                  <a:pt x="43959" y="413147"/>
                  <a:pt x="43967" y="413147"/>
                </a:cubicBezTo>
                <a:lnTo>
                  <a:pt x="80176" y="413147"/>
                </a:lnTo>
                <a:cubicBezTo>
                  <a:pt x="82449" y="413150"/>
                  <a:pt x="84295" y="411311"/>
                  <a:pt x="84298" y="409037"/>
                </a:cubicBezTo>
                <a:cubicBezTo>
                  <a:pt x="84298" y="409032"/>
                  <a:pt x="84298" y="409029"/>
                  <a:pt x="84298" y="409024"/>
                </a:cubicBezTo>
                <a:cubicBezTo>
                  <a:pt x="84295" y="406752"/>
                  <a:pt x="82451" y="404913"/>
                  <a:pt x="80179" y="404916"/>
                </a:cubicBezTo>
                <a:cubicBezTo>
                  <a:pt x="80177" y="404916"/>
                  <a:pt x="80177" y="404916"/>
                  <a:pt x="80176" y="404916"/>
                </a:cubicBezTo>
                <a:lnTo>
                  <a:pt x="43967" y="404916"/>
                </a:lnTo>
                <a:cubicBezTo>
                  <a:pt x="41701" y="404913"/>
                  <a:pt x="39862" y="406746"/>
                  <a:pt x="39859" y="409012"/>
                </a:cubicBezTo>
                <a:cubicBezTo>
                  <a:pt x="39859" y="409016"/>
                  <a:pt x="39859" y="409021"/>
                  <a:pt x="39859" y="409024"/>
                </a:cubicBezTo>
                <a:moveTo>
                  <a:pt x="80177" y="339849"/>
                </a:moveTo>
                <a:lnTo>
                  <a:pt x="8803" y="339849"/>
                </a:lnTo>
                <a:lnTo>
                  <a:pt x="8803" y="177644"/>
                </a:lnTo>
                <a:cubicBezTo>
                  <a:pt x="8801" y="175367"/>
                  <a:pt x="6955" y="173523"/>
                  <a:pt x="4680" y="173521"/>
                </a:cubicBezTo>
                <a:cubicBezTo>
                  <a:pt x="2408" y="173523"/>
                  <a:pt x="569" y="175367"/>
                  <a:pt x="572" y="177639"/>
                </a:cubicBezTo>
                <a:cubicBezTo>
                  <a:pt x="572" y="177640"/>
                  <a:pt x="572" y="177642"/>
                  <a:pt x="572" y="177644"/>
                </a:cubicBezTo>
                <a:lnTo>
                  <a:pt x="572" y="343959"/>
                </a:lnTo>
                <a:cubicBezTo>
                  <a:pt x="567" y="346229"/>
                  <a:pt x="2404" y="348075"/>
                  <a:pt x="4676" y="348080"/>
                </a:cubicBezTo>
                <a:cubicBezTo>
                  <a:pt x="4677" y="348080"/>
                  <a:pt x="4679" y="348080"/>
                  <a:pt x="4680" y="348080"/>
                </a:cubicBezTo>
                <a:lnTo>
                  <a:pt x="80176" y="348080"/>
                </a:lnTo>
                <a:cubicBezTo>
                  <a:pt x="82449" y="348083"/>
                  <a:pt x="84295" y="346244"/>
                  <a:pt x="84298" y="343970"/>
                </a:cubicBezTo>
                <a:cubicBezTo>
                  <a:pt x="84298" y="343965"/>
                  <a:pt x="84298" y="343962"/>
                  <a:pt x="84298" y="343959"/>
                </a:cubicBezTo>
                <a:cubicBezTo>
                  <a:pt x="84290" y="341687"/>
                  <a:pt x="82447" y="339849"/>
                  <a:pt x="80176" y="339849"/>
                </a:cubicBezTo>
                <a:moveTo>
                  <a:pt x="98412" y="45530"/>
                </a:moveTo>
                <a:cubicBezTo>
                  <a:pt x="98409" y="43258"/>
                  <a:pt x="96564" y="41419"/>
                  <a:pt x="94292" y="41422"/>
                </a:cubicBezTo>
                <a:cubicBezTo>
                  <a:pt x="94291" y="41422"/>
                  <a:pt x="94291" y="41422"/>
                  <a:pt x="94289" y="41422"/>
                </a:cubicBezTo>
                <a:lnTo>
                  <a:pt x="30459" y="41422"/>
                </a:lnTo>
                <a:cubicBezTo>
                  <a:pt x="28193" y="41419"/>
                  <a:pt x="26354" y="43252"/>
                  <a:pt x="26351" y="45518"/>
                </a:cubicBezTo>
                <a:cubicBezTo>
                  <a:pt x="26351" y="45521"/>
                  <a:pt x="26351" y="45526"/>
                  <a:pt x="26351" y="45530"/>
                </a:cubicBezTo>
                <a:lnTo>
                  <a:pt x="26351" y="133916"/>
                </a:lnTo>
                <a:cubicBezTo>
                  <a:pt x="26346" y="136188"/>
                  <a:pt x="28184" y="138034"/>
                  <a:pt x="30456" y="138039"/>
                </a:cubicBezTo>
                <a:cubicBezTo>
                  <a:pt x="30458" y="138039"/>
                  <a:pt x="30458" y="138039"/>
                  <a:pt x="30459" y="138039"/>
                </a:cubicBezTo>
                <a:lnTo>
                  <a:pt x="80191" y="138039"/>
                </a:lnTo>
                <a:cubicBezTo>
                  <a:pt x="82460" y="138026"/>
                  <a:pt x="84295" y="136187"/>
                  <a:pt x="84300" y="133916"/>
                </a:cubicBezTo>
                <a:cubicBezTo>
                  <a:pt x="84293" y="131651"/>
                  <a:pt x="82459" y="129814"/>
                  <a:pt x="80191" y="129808"/>
                </a:cubicBezTo>
                <a:lnTo>
                  <a:pt x="34582" y="129808"/>
                </a:lnTo>
                <a:lnTo>
                  <a:pt x="34582" y="49653"/>
                </a:lnTo>
                <a:lnTo>
                  <a:pt x="94291" y="49653"/>
                </a:lnTo>
                <a:cubicBezTo>
                  <a:pt x="96564" y="49656"/>
                  <a:pt x="98410" y="47813"/>
                  <a:pt x="98413" y="45540"/>
                </a:cubicBezTo>
                <a:cubicBezTo>
                  <a:pt x="98413" y="45537"/>
                  <a:pt x="98413" y="45534"/>
                  <a:pt x="98413" y="45530"/>
                </a:cubicBezTo>
                <a:moveTo>
                  <a:pt x="271146" y="190835"/>
                </a:moveTo>
                <a:lnTo>
                  <a:pt x="271146" y="150874"/>
                </a:lnTo>
                <a:cubicBezTo>
                  <a:pt x="271151" y="148602"/>
                  <a:pt x="269311" y="146756"/>
                  <a:pt x="267039" y="146752"/>
                </a:cubicBezTo>
                <a:cubicBezTo>
                  <a:pt x="267039" y="146752"/>
                  <a:pt x="267037" y="146752"/>
                  <a:pt x="267037" y="146752"/>
                </a:cubicBezTo>
                <a:cubicBezTo>
                  <a:pt x="264756" y="146747"/>
                  <a:pt x="262904" y="148593"/>
                  <a:pt x="262900" y="150873"/>
                </a:cubicBezTo>
                <a:cubicBezTo>
                  <a:pt x="262900" y="150873"/>
                  <a:pt x="262900" y="150874"/>
                  <a:pt x="262900" y="150874"/>
                </a:cubicBezTo>
                <a:lnTo>
                  <a:pt x="262900" y="186698"/>
                </a:lnTo>
                <a:lnTo>
                  <a:pt x="192929" y="186698"/>
                </a:lnTo>
                <a:lnTo>
                  <a:pt x="192929" y="93846"/>
                </a:lnTo>
                <a:lnTo>
                  <a:pt x="234730" y="93846"/>
                </a:lnTo>
                <a:cubicBezTo>
                  <a:pt x="236999" y="93841"/>
                  <a:pt x="238840" y="92007"/>
                  <a:pt x="238853" y="89738"/>
                </a:cubicBezTo>
                <a:cubicBezTo>
                  <a:pt x="238852" y="87459"/>
                  <a:pt x="237009" y="85610"/>
                  <a:pt x="234730" y="85602"/>
                </a:cubicBezTo>
                <a:lnTo>
                  <a:pt x="192929" y="85602"/>
                </a:lnTo>
                <a:lnTo>
                  <a:pt x="192929" y="8058"/>
                </a:lnTo>
                <a:lnTo>
                  <a:pt x="256951" y="8058"/>
                </a:lnTo>
                <a:cubicBezTo>
                  <a:pt x="259225" y="8061"/>
                  <a:pt x="261071" y="6220"/>
                  <a:pt x="261072" y="3946"/>
                </a:cubicBezTo>
                <a:cubicBezTo>
                  <a:pt x="261072" y="3943"/>
                  <a:pt x="261072" y="3938"/>
                  <a:pt x="261072" y="3935"/>
                </a:cubicBezTo>
                <a:cubicBezTo>
                  <a:pt x="261071" y="1663"/>
                  <a:pt x="259226" y="-176"/>
                  <a:pt x="256954" y="-175"/>
                </a:cubicBezTo>
                <a:cubicBezTo>
                  <a:pt x="256953" y="-175"/>
                  <a:pt x="256951" y="-175"/>
                  <a:pt x="256951" y="-175"/>
                </a:cubicBezTo>
                <a:lnTo>
                  <a:pt x="120686" y="-175"/>
                </a:lnTo>
                <a:cubicBezTo>
                  <a:pt x="118418" y="-173"/>
                  <a:pt x="116580" y="1666"/>
                  <a:pt x="116578" y="3935"/>
                </a:cubicBezTo>
                <a:cubicBezTo>
                  <a:pt x="116573" y="6207"/>
                  <a:pt x="118411" y="8053"/>
                  <a:pt x="120685" y="8058"/>
                </a:cubicBezTo>
                <a:cubicBezTo>
                  <a:pt x="120685" y="8058"/>
                  <a:pt x="120686" y="8058"/>
                  <a:pt x="120686" y="8058"/>
                </a:cubicBezTo>
                <a:lnTo>
                  <a:pt x="184696" y="8058"/>
                </a:lnTo>
                <a:lnTo>
                  <a:pt x="184696" y="85629"/>
                </a:lnTo>
                <a:lnTo>
                  <a:pt x="141436" y="85629"/>
                </a:lnTo>
                <a:cubicBezTo>
                  <a:pt x="139161" y="85631"/>
                  <a:pt x="137317" y="87475"/>
                  <a:pt x="137315" y="89752"/>
                </a:cubicBezTo>
                <a:cubicBezTo>
                  <a:pt x="137318" y="92024"/>
                  <a:pt x="139163" y="93864"/>
                  <a:pt x="141435" y="93860"/>
                </a:cubicBezTo>
                <a:cubicBezTo>
                  <a:pt x="141435" y="93860"/>
                  <a:pt x="141436" y="93860"/>
                  <a:pt x="141436" y="93860"/>
                </a:cubicBezTo>
                <a:lnTo>
                  <a:pt x="184696" y="93860"/>
                </a:lnTo>
                <a:lnTo>
                  <a:pt x="184696" y="186698"/>
                </a:lnTo>
                <a:lnTo>
                  <a:pt x="114724" y="186698"/>
                </a:lnTo>
                <a:lnTo>
                  <a:pt x="114724" y="150874"/>
                </a:lnTo>
                <a:cubicBezTo>
                  <a:pt x="114727" y="148601"/>
                  <a:pt x="112885" y="146755"/>
                  <a:pt x="110611" y="146752"/>
                </a:cubicBezTo>
                <a:cubicBezTo>
                  <a:pt x="110608" y="146752"/>
                  <a:pt x="110605" y="146752"/>
                  <a:pt x="110602" y="146752"/>
                </a:cubicBezTo>
                <a:cubicBezTo>
                  <a:pt x="108325" y="146753"/>
                  <a:pt x="106481" y="148598"/>
                  <a:pt x="106479" y="150874"/>
                </a:cubicBezTo>
                <a:lnTo>
                  <a:pt x="106479" y="190835"/>
                </a:lnTo>
                <a:cubicBezTo>
                  <a:pt x="106482" y="193107"/>
                  <a:pt x="108326" y="194947"/>
                  <a:pt x="110598" y="194943"/>
                </a:cubicBezTo>
                <a:cubicBezTo>
                  <a:pt x="110598" y="194943"/>
                  <a:pt x="110600" y="194943"/>
                  <a:pt x="110602" y="194943"/>
                </a:cubicBezTo>
                <a:lnTo>
                  <a:pt x="184696" y="194943"/>
                </a:lnTo>
                <a:lnTo>
                  <a:pt x="184696" y="302418"/>
                </a:lnTo>
                <a:lnTo>
                  <a:pt x="120523" y="302418"/>
                </a:lnTo>
                <a:lnTo>
                  <a:pt x="120523" y="253744"/>
                </a:lnTo>
                <a:cubicBezTo>
                  <a:pt x="120518" y="251469"/>
                  <a:pt x="118670" y="249630"/>
                  <a:pt x="116395" y="249636"/>
                </a:cubicBezTo>
                <a:cubicBezTo>
                  <a:pt x="116392" y="249636"/>
                  <a:pt x="116389" y="249636"/>
                  <a:pt x="116386" y="249636"/>
                </a:cubicBezTo>
                <a:lnTo>
                  <a:pt x="62189" y="249636"/>
                </a:lnTo>
                <a:lnTo>
                  <a:pt x="62189" y="210170"/>
                </a:lnTo>
                <a:cubicBezTo>
                  <a:pt x="62194" y="207898"/>
                  <a:pt x="60356" y="206052"/>
                  <a:pt x="58084" y="206047"/>
                </a:cubicBezTo>
                <a:cubicBezTo>
                  <a:pt x="58082" y="206047"/>
                  <a:pt x="58082" y="206047"/>
                  <a:pt x="58081" y="206047"/>
                </a:cubicBezTo>
                <a:cubicBezTo>
                  <a:pt x="55805" y="206054"/>
                  <a:pt x="53964" y="207895"/>
                  <a:pt x="53958" y="210170"/>
                </a:cubicBezTo>
                <a:lnTo>
                  <a:pt x="53958" y="253744"/>
                </a:lnTo>
                <a:cubicBezTo>
                  <a:pt x="53960" y="256020"/>
                  <a:pt x="55804" y="257866"/>
                  <a:pt x="58081" y="257867"/>
                </a:cubicBezTo>
                <a:lnTo>
                  <a:pt x="112277" y="257867"/>
                </a:lnTo>
                <a:lnTo>
                  <a:pt x="112277" y="380182"/>
                </a:lnTo>
                <a:cubicBezTo>
                  <a:pt x="112273" y="382454"/>
                  <a:pt x="114110" y="384300"/>
                  <a:pt x="116382" y="384304"/>
                </a:cubicBezTo>
                <a:cubicBezTo>
                  <a:pt x="116384" y="384304"/>
                  <a:pt x="116386" y="384304"/>
                  <a:pt x="116386" y="384304"/>
                </a:cubicBezTo>
                <a:cubicBezTo>
                  <a:pt x="118666" y="384303"/>
                  <a:pt x="120515" y="382460"/>
                  <a:pt x="120523" y="380182"/>
                </a:cubicBezTo>
                <a:lnTo>
                  <a:pt x="120523" y="310649"/>
                </a:lnTo>
                <a:lnTo>
                  <a:pt x="184696" y="310649"/>
                </a:lnTo>
                <a:lnTo>
                  <a:pt x="184696" y="432537"/>
                </a:lnTo>
                <a:lnTo>
                  <a:pt x="131736" y="432537"/>
                </a:lnTo>
                <a:cubicBezTo>
                  <a:pt x="129475" y="432528"/>
                  <a:pt x="127636" y="434355"/>
                  <a:pt x="127628" y="436615"/>
                </a:cubicBezTo>
                <a:cubicBezTo>
                  <a:pt x="127628" y="436625"/>
                  <a:pt x="127628" y="436635"/>
                  <a:pt x="127628" y="436646"/>
                </a:cubicBezTo>
                <a:cubicBezTo>
                  <a:pt x="127618" y="438913"/>
                  <a:pt x="129448" y="440759"/>
                  <a:pt x="131716" y="440768"/>
                </a:cubicBezTo>
                <a:cubicBezTo>
                  <a:pt x="131722" y="440768"/>
                  <a:pt x="131730" y="440768"/>
                  <a:pt x="131736" y="440768"/>
                </a:cubicBezTo>
                <a:lnTo>
                  <a:pt x="245888" y="440768"/>
                </a:lnTo>
                <a:cubicBezTo>
                  <a:pt x="248162" y="440771"/>
                  <a:pt x="250008" y="438930"/>
                  <a:pt x="250011" y="436657"/>
                </a:cubicBezTo>
                <a:cubicBezTo>
                  <a:pt x="250011" y="436654"/>
                  <a:pt x="250011" y="436649"/>
                  <a:pt x="250011" y="436646"/>
                </a:cubicBezTo>
                <a:cubicBezTo>
                  <a:pt x="250013" y="434378"/>
                  <a:pt x="248176" y="432539"/>
                  <a:pt x="245909" y="432537"/>
                </a:cubicBezTo>
                <a:cubicBezTo>
                  <a:pt x="245903" y="432537"/>
                  <a:pt x="245895" y="432537"/>
                  <a:pt x="245888" y="432537"/>
                </a:cubicBezTo>
                <a:lnTo>
                  <a:pt x="192929" y="432537"/>
                </a:lnTo>
                <a:lnTo>
                  <a:pt x="192929" y="310649"/>
                </a:lnTo>
                <a:lnTo>
                  <a:pt x="257116" y="310649"/>
                </a:lnTo>
                <a:lnTo>
                  <a:pt x="257116" y="380182"/>
                </a:lnTo>
                <a:cubicBezTo>
                  <a:pt x="257124" y="382460"/>
                  <a:pt x="258972" y="384303"/>
                  <a:pt x="261250" y="384304"/>
                </a:cubicBezTo>
                <a:cubicBezTo>
                  <a:pt x="263522" y="384296"/>
                  <a:pt x="265358" y="382454"/>
                  <a:pt x="265358" y="380182"/>
                </a:cubicBezTo>
                <a:lnTo>
                  <a:pt x="265358" y="257867"/>
                </a:lnTo>
                <a:lnTo>
                  <a:pt x="319557" y="257867"/>
                </a:lnTo>
                <a:cubicBezTo>
                  <a:pt x="321829" y="257864"/>
                  <a:pt x="323668" y="256020"/>
                  <a:pt x="323665" y="253748"/>
                </a:cubicBezTo>
                <a:cubicBezTo>
                  <a:pt x="323665" y="253746"/>
                  <a:pt x="323665" y="253744"/>
                  <a:pt x="323665" y="253744"/>
                </a:cubicBezTo>
                <a:lnTo>
                  <a:pt x="323665" y="210170"/>
                </a:lnTo>
                <a:cubicBezTo>
                  <a:pt x="323665" y="207898"/>
                  <a:pt x="321827" y="206055"/>
                  <a:pt x="319557" y="206047"/>
                </a:cubicBezTo>
                <a:cubicBezTo>
                  <a:pt x="317280" y="206049"/>
                  <a:pt x="315436" y="207893"/>
                  <a:pt x="315434" y="210170"/>
                </a:cubicBezTo>
                <a:lnTo>
                  <a:pt x="315434" y="249636"/>
                </a:lnTo>
                <a:lnTo>
                  <a:pt x="261250" y="249636"/>
                </a:lnTo>
                <a:cubicBezTo>
                  <a:pt x="258977" y="249625"/>
                  <a:pt x="257124" y="251460"/>
                  <a:pt x="257115" y="253733"/>
                </a:cubicBezTo>
                <a:cubicBezTo>
                  <a:pt x="257115" y="253737"/>
                  <a:pt x="257115" y="253741"/>
                  <a:pt x="257115" y="253744"/>
                </a:cubicBezTo>
                <a:lnTo>
                  <a:pt x="257115" y="302416"/>
                </a:lnTo>
                <a:lnTo>
                  <a:pt x="192927" y="302416"/>
                </a:lnTo>
                <a:lnTo>
                  <a:pt x="192927" y="194943"/>
                </a:lnTo>
                <a:lnTo>
                  <a:pt x="267036" y="194943"/>
                </a:lnTo>
                <a:cubicBezTo>
                  <a:pt x="269301" y="194948"/>
                  <a:pt x="271141" y="193113"/>
                  <a:pt x="271144" y="190849"/>
                </a:cubicBezTo>
                <a:cubicBezTo>
                  <a:pt x="271144" y="190845"/>
                  <a:pt x="271144" y="190840"/>
                  <a:pt x="271144" y="190835"/>
                </a:cubicBezTo>
                <a:moveTo>
                  <a:pt x="351285" y="133931"/>
                </a:moveTo>
                <a:lnTo>
                  <a:pt x="351285" y="45545"/>
                </a:lnTo>
                <a:cubicBezTo>
                  <a:pt x="351288" y="43271"/>
                  <a:pt x="349449" y="41425"/>
                  <a:pt x="347175" y="41422"/>
                </a:cubicBezTo>
                <a:cubicBezTo>
                  <a:pt x="347170" y="41422"/>
                  <a:pt x="347167" y="41422"/>
                  <a:pt x="347164" y="41422"/>
                </a:cubicBezTo>
                <a:lnTo>
                  <a:pt x="283332" y="41422"/>
                </a:lnTo>
                <a:cubicBezTo>
                  <a:pt x="281065" y="41420"/>
                  <a:pt x="279226" y="43257"/>
                  <a:pt x="279224" y="45524"/>
                </a:cubicBezTo>
                <a:cubicBezTo>
                  <a:pt x="279224" y="45530"/>
                  <a:pt x="279224" y="45538"/>
                  <a:pt x="279224" y="45545"/>
                </a:cubicBezTo>
                <a:cubicBezTo>
                  <a:pt x="279226" y="47813"/>
                  <a:pt x="281065" y="49651"/>
                  <a:pt x="283332" y="49653"/>
                </a:cubicBezTo>
                <a:lnTo>
                  <a:pt x="343054" y="49653"/>
                </a:lnTo>
                <a:lnTo>
                  <a:pt x="343054" y="129808"/>
                </a:lnTo>
                <a:lnTo>
                  <a:pt x="297460" y="129808"/>
                </a:lnTo>
                <a:cubicBezTo>
                  <a:pt x="295187" y="129805"/>
                  <a:pt x="293341" y="131644"/>
                  <a:pt x="293338" y="133918"/>
                </a:cubicBezTo>
                <a:cubicBezTo>
                  <a:pt x="293338" y="133923"/>
                  <a:pt x="293338" y="133926"/>
                  <a:pt x="293338" y="133931"/>
                </a:cubicBezTo>
                <a:cubicBezTo>
                  <a:pt x="293344" y="136201"/>
                  <a:pt x="295188" y="138039"/>
                  <a:pt x="297460" y="138039"/>
                </a:cubicBezTo>
                <a:lnTo>
                  <a:pt x="347164" y="138039"/>
                </a:lnTo>
                <a:cubicBezTo>
                  <a:pt x="349434" y="138039"/>
                  <a:pt x="351279" y="136201"/>
                  <a:pt x="351285" y="133931"/>
                </a:cubicBezTo>
                <a:moveTo>
                  <a:pt x="377065" y="343972"/>
                </a:moveTo>
                <a:lnTo>
                  <a:pt x="377065" y="177629"/>
                </a:lnTo>
                <a:cubicBezTo>
                  <a:pt x="377062" y="175357"/>
                  <a:pt x="375218" y="173518"/>
                  <a:pt x="372946" y="173521"/>
                </a:cubicBezTo>
                <a:cubicBezTo>
                  <a:pt x="372944" y="173521"/>
                  <a:pt x="372943" y="173521"/>
                  <a:pt x="372943" y="173521"/>
                </a:cubicBezTo>
                <a:cubicBezTo>
                  <a:pt x="370677" y="173518"/>
                  <a:pt x="368838" y="175351"/>
                  <a:pt x="368834" y="177617"/>
                </a:cubicBezTo>
                <a:cubicBezTo>
                  <a:pt x="368834" y="177621"/>
                  <a:pt x="368834" y="177625"/>
                  <a:pt x="368834" y="177629"/>
                </a:cubicBezTo>
                <a:lnTo>
                  <a:pt x="368834" y="339836"/>
                </a:lnTo>
                <a:lnTo>
                  <a:pt x="297460" y="339836"/>
                </a:lnTo>
                <a:cubicBezTo>
                  <a:pt x="295179" y="339839"/>
                  <a:pt x="293335" y="341690"/>
                  <a:pt x="293338" y="343970"/>
                </a:cubicBezTo>
                <a:cubicBezTo>
                  <a:pt x="293338" y="343970"/>
                  <a:pt x="293338" y="343972"/>
                  <a:pt x="293338" y="343972"/>
                </a:cubicBezTo>
                <a:cubicBezTo>
                  <a:pt x="293335" y="346239"/>
                  <a:pt x="295171" y="348078"/>
                  <a:pt x="297438" y="348080"/>
                </a:cubicBezTo>
                <a:cubicBezTo>
                  <a:pt x="297446" y="348080"/>
                  <a:pt x="297452" y="348080"/>
                  <a:pt x="297460" y="348080"/>
                </a:cubicBezTo>
                <a:lnTo>
                  <a:pt x="372943" y="348080"/>
                </a:lnTo>
                <a:cubicBezTo>
                  <a:pt x="375210" y="348089"/>
                  <a:pt x="377056" y="346260"/>
                  <a:pt x="377065" y="343992"/>
                </a:cubicBezTo>
                <a:cubicBezTo>
                  <a:pt x="377065" y="343986"/>
                  <a:pt x="377065" y="343978"/>
                  <a:pt x="377065" y="343972"/>
                </a:cubicBezTo>
                <a:moveTo>
                  <a:pt x="577721" y="299806"/>
                </a:moveTo>
                <a:lnTo>
                  <a:pt x="609683" y="299806"/>
                </a:lnTo>
                <a:lnTo>
                  <a:pt x="609683" y="196098"/>
                </a:lnTo>
                <a:cubicBezTo>
                  <a:pt x="609683" y="159709"/>
                  <a:pt x="590294" y="131498"/>
                  <a:pt x="551186" y="131498"/>
                </a:cubicBezTo>
                <a:cubicBezTo>
                  <a:pt x="532153" y="131498"/>
                  <a:pt x="512778" y="139317"/>
                  <a:pt x="500878" y="159709"/>
                </a:cubicBezTo>
                <a:lnTo>
                  <a:pt x="500878" y="136254"/>
                </a:lnTo>
                <a:lnTo>
                  <a:pt x="469601" y="136254"/>
                </a:lnTo>
                <a:lnTo>
                  <a:pt x="469601" y="299806"/>
                </a:lnTo>
                <a:lnTo>
                  <a:pt x="501565" y="299806"/>
                </a:lnTo>
                <a:lnTo>
                  <a:pt x="501565" y="205278"/>
                </a:lnTo>
                <a:cubicBezTo>
                  <a:pt x="501565" y="180447"/>
                  <a:pt x="514481" y="160396"/>
                  <a:pt x="539629" y="160396"/>
                </a:cubicBezTo>
                <a:cubicBezTo>
                  <a:pt x="568198" y="160396"/>
                  <a:pt x="577721" y="178769"/>
                  <a:pt x="577721" y="201540"/>
                </a:cubicBezTo>
                <a:close/>
                <a:moveTo>
                  <a:pt x="766751" y="201196"/>
                </a:moveTo>
                <a:lnTo>
                  <a:pt x="677320" y="201196"/>
                </a:lnTo>
                <a:cubicBezTo>
                  <a:pt x="678681" y="180130"/>
                  <a:pt x="695020" y="159366"/>
                  <a:pt x="721870" y="159366"/>
                </a:cubicBezTo>
                <a:cubicBezTo>
                  <a:pt x="750756" y="159366"/>
                  <a:pt x="766064" y="177739"/>
                  <a:pt x="766751" y="201196"/>
                </a:cubicBezTo>
                <a:moveTo>
                  <a:pt x="799388" y="227044"/>
                </a:moveTo>
                <a:cubicBezTo>
                  <a:pt x="799861" y="223662"/>
                  <a:pt x="800091" y="220250"/>
                  <a:pt x="800075" y="216835"/>
                </a:cubicBezTo>
                <a:cubicBezTo>
                  <a:pt x="800075" y="165839"/>
                  <a:pt x="771836" y="131155"/>
                  <a:pt x="721527" y="131155"/>
                </a:cubicBezTo>
                <a:cubicBezTo>
                  <a:pt x="680385" y="131155"/>
                  <a:pt x="643324" y="166182"/>
                  <a:pt x="643324" y="217522"/>
                </a:cubicBezTo>
                <a:cubicBezTo>
                  <a:pt x="643324" y="272955"/>
                  <a:pt x="681746" y="304904"/>
                  <a:pt x="725608" y="304904"/>
                </a:cubicBezTo>
                <a:cubicBezTo>
                  <a:pt x="763687" y="304904"/>
                  <a:pt x="789865" y="282134"/>
                  <a:pt x="799044" y="253221"/>
                </a:cubicBezTo>
                <a:lnTo>
                  <a:pt x="771519" y="243698"/>
                </a:lnTo>
                <a:cubicBezTo>
                  <a:pt x="765391" y="262058"/>
                  <a:pt x="752130" y="276679"/>
                  <a:pt x="725608" y="276679"/>
                </a:cubicBezTo>
                <a:cubicBezTo>
                  <a:pt x="698057" y="276679"/>
                  <a:pt x="676991" y="256285"/>
                  <a:pt x="676304" y="227044"/>
                </a:cubicBezTo>
                <a:close/>
                <a:moveTo>
                  <a:pt x="945791" y="299820"/>
                </a:moveTo>
                <a:lnTo>
                  <a:pt x="976394" y="299820"/>
                </a:lnTo>
                <a:cubicBezTo>
                  <a:pt x="975261" y="289769"/>
                  <a:pt x="974688" y="279662"/>
                  <a:pt x="974677" y="269547"/>
                </a:cubicBezTo>
                <a:lnTo>
                  <a:pt x="974677" y="136254"/>
                </a:lnTo>
                <a:lnTo>
                  <a:pt x="942727" y="136254"/>
                </a:lnTo>
                <a:lnTo>
                  <a:pt x="942727" y="234863"/>
                </a:lnTo>
                <a:cubicBezTo>
                  <a:pt x="942727" y="259681"/>
                  <a:pt x="929810" y="276679"/>
                  <a:pt x="903948" y="276679"/>
                </a:cubicBezTo>
                <a:cubicBezTo>
                  <a:pt x="877097" y="276679"/>
                  <a:pt x="866901" y="256959"/>
                  <a:pt x="866901" y="234519"/>
                </a:cubicBezTo>
                <a:lnTo>
                  <a:pt x="866901" y="136254"/>
                </a:lnTo>
                <a:lnTo>
                  <a:pt x="834924" y="136254"/>
                </a:lnTo>
                <a:lnTo>
                  <a:pt x="834924" y="239287"/>
                </a:lnTo>
                <a:cubicBezTo>
                  <a:pt x="834924" y="276348"/>
                  <a:pt x="858065" y="304903"/>
                  <a:pt x="896143" y="304903"/>
                </a:cubicBezTo>
                <a:cubicBezTo>
                  <a:pt x="915175" y="304903"/>
                  <a:pt x="935582" y="297084"/>
                  <a:pt x="944418" y="280086"/>
                </a:cubicBezTo>
                <a:cubicBezTo>
                  <a:pt x="944422" y="286687"/>
                  <a:pt x="944881" y="293281"/>
                  <a:pt x="945791" y="299818"/>
                </a:cubicBezTo>
                <a:moveTo>
                  <a:pt x="1098324" y="167541"/>
                </a:moveTo>
                <a:cubicBezTo>
                  <a:pt x="1102992" y="167551"/>
                  <a:pt x="1107652" y="167891"/>
                  <a:pt x="1112271" y="168559"/>
                </a:cubicBezTo>
                <a:lnTo>
                  <a:pt x="1112271" y="134563"/>
                </a:lnTo>
                <a:cubicBezTo>
                  <a:pt x="1108795" y="133908"/>
                  <a:pt x="1105269" y="133563"/>
                  <a:pt x="1101731" y="133532"/>
                </a:cubicBezTo>
                <a:cubicBezTo>
                  <a:pt x="1085077" y="133532"/>
                  <a:pt x="1064671" y="139661"/>
                  <a:pt x="1052771" y="164808"/>
                </a:cubicBezTo>
                <a:lnTo>
                  <a:pt x="1052771" y="136266"/>
                </a:lnTo>
                <a:lnTo>
                  <a:pt x="1021481" y="136266"/>
                </a:lnTo>
                <a:lnTo>
                  <a:pt x="1021481" y="299806"/>
                </a:lnTo>
                <a:lnTo>
                  <a:pt x="1053443" y="299806"/>
                </a:lnTo>
                <a:lnTo>
                  <a:pt x="1053443" y="217851"/>
                </a:lnTo>
                <a:cubicBezTo>
                  <a:pt x="1053443" y="181820"/>
                  <a:pt x="1071474" y="167543"/>
                  <a:pt x="1098324" y="167543"/>
                </a:cubicBezTo>
                <a:moveTo>
                  <a:pt x="1263512" y="217865"/>
                </a:moveTo>
                <a:cubicBezTo>
                  <a:pt x="1263512" y="255943"/>
                  <a:pt x="1239712" y="276350"/>
                  <a:pt x="1212518" y="276350"/>
                </a:cubicBezTo>
                <a:cubicBezTo>
                  <a:pt x="1185308" y="276350"/>
                  <a:pt x="1161507" y="255943"/>
                  <a:pt x="1161507" y="217865"/>
                </a:cubicBezTo>
                <a:cubicBezTo>
                  <a:pt x="1161507" y="180116"/>
                  <a:pt x="1185308" y="159709"/>
                  <a:pt x="1212518" y="159709"/>
                </a:cubicBezTo>
                <a:cubicBezTo>
                  <a:pt x="1239712" y="159709"/>
                  <a:pt x="1263512" y="180116"/>
                  <a:pt x="1263512" y="217865"/>
                </a:cubicBezTo>
                <a:moveTo>
                  <a:pt x="1296163" y="217865"/>
                </a:moveTo>
                <a:cubicBezTo>
                  <a:pt x="1296163" y="168230"/>
                  <a:pt x="1261479" y="131169"/>
                  <a:pt x="1212518" y="131169"/>
                </a:cubicBezTo>
                <a:cubicBezTo>
                  <a:pt x="1163557" y="131169"/>
                  <a:pt x="1128871" y="168230"/>
                  <a:pt x="1128871" y="217865"/>
                </a:cubicBezTo>
                <a:cubicBezTo>
                  <a:pt x="1128871" y="267844"/>
                  <a:pt x="1163555" y="304904"/>
                  <a:pt x="1212518" y="304904"/>
                </a:cubicBezTo>
                <a:cubicBezTo>
                  <a:pt x="1261479" y="304904"/>
                  <a:pt x="1296163" y="267844"/>
                  <a:pt x="1296163" y="217865"/>
                </a:cubicBezTo>
                <a:moveTo>
                  <a:pt x="1388657" y="301496"/>
                </a:moveTo>
                <a:cubicBezTo>
                  <a:pt x="1396028" y="301629"/>
                  <a:pt x="1403374" y="300599"/>
                  <a:pt x="1410425" y="298446"/>
                </a:cubicBezTo>
                <a:lnTo>
                  <a:pt x="1410425" y="271237"/>
                </a:lnTo>
                <a:cubicBezTo>
                  <a:pt x="1406285" y="272108"/>
                  <a:pt x="1402068" y="272569"/>
                  <a:pt x="1397836" y="272612"/>
                </a:cubicBezTo>
                <a:cubicBezTo>
                  <a:pt x="1381182" y="272612"/>
                  <a:pt x="1375054" y="265109"/>
                  <a:pt x="1375054" y="250158"/>
                </a:cubicBezTo>
                <a:lnTo>
                  <a:pt x="1375054" y="165152"/>
                </a:lnTo>
                <a:lnTo>
                  <a:pt x="1410423" y="165152"/>
                </a:lnTo>
                <a:lnTo>
                  <a:pt x="1410423" y="136254"/>
                </a:lnTo>
                <a:lnTo>
                  <a:pt x="1375054" y="136254"/>
                </a:lnTo>
                <a:lnTo>
                  <a:pt x="1375054" y="84585"/>
                </a:lnTo>
                <a:lnTo>
                  <a:pt x="1345825" y="84585"/>
                </a:lnTo>
                <a:lnTo>
                  <a:pt x="1345825" y="111092"/>
                </a:lnTo>
                <a:cubicBezTo>
                  <a:pt x="1345825" y="125383"/>
                  <a:pt x="1338335" y="136254"/>
                  <a:pt x="1320665" y="136254"/>
                </a:cubicBezTo>
                <a:lnTo>
                  <a:pt x="1311814" y="136254"/>
                </a:lnTo>
                <a:lnTo>
                  <a:pt x="1311814" y="165152"/>
                </a:lnTo>
                <a:lnTo>
                  <a:pt x="1343105" y="165152"/>
                </a:lnTo>
                <a:lnTo>
                  <a:pt x="1343105" y="254911"/>
                </a:lnTo>
                <a:cubicBezTo>
                  <a:pt x="1343105" y="284512"/>
                  <a:pt x="1360777" y="301496"/>
                  <a:pt x="1388657" y="301496"/>
                </a:cubicBezTo>
                <a:moveTo>
                  <a:pt x="1564344" y="217865"/>
                </a:moveTo>
                <a:cubicBezTo>
                  <a:pt x="1564344" y="255943"/>
                  <a:pt x="1540543" y="276350"/>
                  <a:pt x="1513349" y="276350"/>
                </a:cubicBezTo>
                <a:cubicBezTo>
                  <a:pt x="1486155" y="276350"/>
                  <a:pt x="1462340" y="255943"/>
                  <a:pt x="1462340" y="217865"/>
                </a:cubicBezTo>
                <a:cubicBezTo>
                  <a:pt x="1462340" y="180116"/>
                  <a:pt x="1486155" y="159709"/>
                  <a:pt x="1513349" y="159709"/>
                </a:cubicBezTo>
                <a:cubicBezTo>
                  <a:pt x="1540544" y="159709"/>
                  <a:pt x="1564344" y="180116"/>
                  <a:pt x="1564344" y="217865"/>
                </a:cubicBezTo>
                <a:moveTo>
                  <a:pt x="1596994" y="217865"/>
                </a:moveTo>
                <a:cubicBezTo>
                  <a:pt x="1596994" y="168230"/>
                  <a:pt x="1562310" y="131169"/>
                  <a:pt x="1513349" y="131169"/>
                </a:cubicBezTo>
                <a:cubicBezTo>
                  <a:pt x="1464388" y="131169"/>
                  <a:pt x="1429704" y="168230"/>
                  <a:pt x="1429704" y="217865"/>
                </a:cubicBezTo>
                <a:cubicBezTo>
                  <a:pt x="1429704" y="267844"/>
                  <a:pt x="1464388" y="304904"/>
                  <a:pt x="1513349" y="304904"/>
                </a:cubicBezTo>
                <a:cubicBezTo>
                  <a:pt x="1562310" y="304904"/>
                  <a:pt x="1596994" y="267844"/>
                  <a:pt x="1596994" y="217865"/>
                </a:cubicBezTo>
                <a:moveTo>
                  <a:pt x="1709456" y="167543"/>
                </a:moveTo>
                <a:cubicBezTo>
                  <a:pt x="1714119" y="167552"/>
                  <a:pt x="1718776" y="167893"/>
                  <a:pt x="1723392" y="168560"/>
                </a:cubicBezTo>
                <a:lnTo>
                  <a:pt x="1723392" y="134563"/>
                </a:lnTo>
                <a:cubicBezTo>
                  <a:pt x="1719915" y="133908"/>
                  <a:pt x="1716387" y="133563"/>
                  <a:pt x="1712851" y="133532"/>
                </a:cubicBezTo>
                <a:cubicBezTo>
                  <a:pt x="1696195" y="133532"/>
                  <a:pt x="1675790" y="139661"/>
                  <a:pt x="1663890" y="164808"/>
                </a:cubicBezTo>
                <a:lnTo>
                  <a:pt x="1663890" y="136266"/>
                </a:lnTo>
                <a:lnTo>
                  <a:pt x="1632614" y="136266"/>
                </a:lnTo>
                <a:lnTo>
                  <a:pt x="1632614" y="299806"/>
                </a:lnTo>
                <a:lnTo>
                  <a:pt x="1664564" y="299806"/>
                </a:lnTo>
                <a:lnTo>
                  <a:pt x="1664564" y="217851"/>
                </a:lnTo>
                <a:cubicBezTo>
                  <a:pt x="1664564" y="181820"/>
                  <a:pt x="1682606" y="167543"/>
                  <a:pt x="1709456" y="167543"/>
                </a:cubicBezTo>
                <a:moveTo>
                  <a:pt x="1790286" y="74360"/>
                </a:moveTo>
                <a:cubicBezTo>
                  <a:pt x="1790373" y="61682"/>
                  <a:pt x="1780166" y="51335"/>
                  <a:pt x="1767488" y="51248"/>
                </a:cubicBezTo>
                <a:cubicBezTo>
                  <a:pt x="1754810" y="51160"/>
                  <a:pt x="1744461" y="61367"/>
                  <a:pt x="1744374" y="74045"/>
                </a:cubicBezTo>
                <a:cubicBezTo>
                  <a:pt x="1744288" y="86717"/>
                  <a:pt x="1754486" y="97064"/>
                  <a:pt x="1767159" y="97158"/>
                </a:cubicBezTo>
                <a:cubicBezTo>
                  <a:pt x="1779829" y="97261"/>
                  <a:pt x="1790184" y="87071"/>
                  <a:pt x="1790286" y="74401"/>
                </a:cubicBezTo>
                <a:cubicBezTo>
                  <a:pt x="1790286" y="74389"/>
                  <a:pt x="1790286" y="74374"/>
                  <a:pt x="1790286" y="74362"/>
                </a:cubicBezTo>
                <a:moveTo>
                  <a:pt x="1937899" y="299820"/>
                </a:moveTo>
                <a:lnTo>
                  <a:pt x="1968489" y="299820"/>
                </a:lnTo>
                <a:cubicBezTo>
                  <a:pt x="1967368" y="289767"/>
                  <a:pt x="1966799" y="279662"/>
                  <a:pt x="1966785" y="269547"/>
                </a:cubicBezTo>
                <a:lnTo>
                  <a:pt x="1966785" y="136254"/>
                </a:lnTo>
                <a:lnTo>
                  <a:pt x="1934821" y="136254"/>
                </a:lnTo>
                <a:lnTo>
                  <a:pt x="1934821" y="234863"/>
                </a:lnTo>
                <a:cubicBezTo>
                  <a:pt x="1934821" y="259681"/>
                  <a:pt x="1921917" y="276679"/>
                  <a:pt x="1896069" y="276679"/>
                </a:cubicBezTo>
                <a:cubicBezTo>
                  <a:pt x="1869204" y="276679"/>
                  <a:pt x="1859008" y="256959"/>
                  <a:pt x="1859008" y="234519"/>
                </a:cubicBezTo>
                <a:lnTo>
                  <a:pt x="1859008" y="136254"/>
                </a:lnTo>
                <a:lnTo>
                  <a:pt x="1827032" y="136254"/>
                </a:lnTo>
                <a:lnTo>
                  <a:pt x="1827032" y="239287"/>
                </a:lnTo>
                <a:cubicBezTo>
                  <a:pt x="1827032" y="276348"/>
                  <a:pt x="1850171" y="304903"/>
                  <a:pt x="1888249" y="304903"/>
                </a:cubicBezTo>
                <a:cubicBezTo>
                  <a:pt x="1907282" y="304903"/>
                  <a:pt x="1927689" y="297084"/>
                  <a:pt x="1936524" y="280086"/>
                </a:cubicBezTo>
                <a:cubicBezTo>
                  <a:pt x="1936529" y="286687"/>
                  <a:pt x="1936988" y="293281"/>
                  <a:pt x="1937899" y="299818"/>
                </a:cubicBezTo>
                <a:moveTo>
                  <a:pt x="2253984" y="299806"/>
                </a:moveTo>
                <a:lnTo>
                  <a:pt x="2253984" y="193721"/>
                </a:lnTo>
                <a:cubicBezTo>
                  <a:pt x="2253984" y="150874"/>
                  <a:pt x="2226102" y="131498"/>
                  <a:pt x="2197547" y="131498"/>
                </a:cubicBezTo>
                <a:cubicBezTo>
                  <a:pt x="2176797" y="131498"/>
                  <a:pt x="2155704" y="138974"/>
                  <a:pt x="2142800" y="162431"/>
                </a:cubicBezTo>
                <a:cubicBezTo>
                  <a:pt x="2133951" y="141365"/>
                  <a:pt x="2114231" y="131498"/>
                  <a:pt x="2093839" y="131498"/>
                </a:cubicBezTo>
                <a:cubicBezTo>
                  <a:pt x="2074793" y="131498"/>
                  <a:pt x="2054387" y="139991"/>
                  <a:pt x="2044204" y="158005"/>
                </a:cubicBezTo>
                <a:lnTo>
                  <a:pt x="2044204" y="136254"/>
                </a:lnTo>
                <a:lnTo>
                  <a:pt x="2013588" y="136254"/>
                </a:lnTo>
                <a:lnTo>
                  <a:pt x="2013588" y="299806"/>
                </a:lnTo>
                <a:lnTo>
                  <a:pt x="2045221" y="299806"/>
                </a:lnTo>
                <a:lnTo>
                  <a:pt x="2045221" y="201209"/>
                </a:lnTo>
                <a:cubicBezTo>
                  <a:pt x="2045221" y="176723"/>
                  <a:pt x="2060516" y="159709"/>
                  <a:pt x="2083299" y="159709"/>
                </a:cubicBezTo>
                <a:cubicBezTo>
                  <a:pt x="2107759" y="159709"/>
                  <a:pt x="2117971" y="176035"/>
                  <a:pt x="2117971" y="197115"/>
                </a:cubicBezTo>
                <a:lnTo>
                  <a:pt x="2117971" y="299807"/>
                </a:lnTo>
                <a:lnTo>
                  <a:pt x="2149932" y="299807"/>
                </a:lnTo>
                <a:lnTo>
                  <a:pt x="2149932" y="200867"/>
                </a:lnTo>
                <a:cubicBezTo>
                  <a:pt x="2149932" y="177410"/>
                  <a:pt x="2165242" y="159711"/>
                  <a:pt x="2187682" y="159711"/>
                </a:cubicBezTo>
                <a:cubicBezTo>
                  <a:pt x="2211824" y="159711"/>
                  <a:pt x="2222364" y="175706"/>
                  <a:pt x="2222364" y="197115"/>
                </a:cubicBezTo>
                <a:lnTo>
                  <a:pt x="2222364" y="299807"/>
                </a:lnTo>
                <a:close/>
              </a:path>
            </a:pathLst>
          </a:custGeom>
          <a:solidFill>
            <a:srgbClr val="3F1A01"/>
          </a:solidFill>
          <a:ln w="1586" cap="flat">
            <a:noFill/>
            <a:prstDash val="solid"/>
            <a:miter/>
          </a:ln>
        </p:spPr>
        <p:txBody>
          <a:bodyPr rtlCol="0" anchor="ctr"/>
          <a:lstStyle/>
          <a:p>
            <a:endParaRPr lang="en-GB" dirty="0"/>
          </a:p>
        </p:txBody>
      </p:sp>
      <p:sp>
        <p:nvSpPr>
          <p:cNvPr id="11" name="ExternalLogo" hidden="1">
            <a:extLst>
              <a:ext uri="{FF2B5EF4-FFF2-40B4-BE49-F238E27FC236}">
                <a16:creationId xmlns:a16="http://schemas.microsoft.com/office/drawing/2014/main" id="{3F664AED-89BC-4F6A-BDA5-EAE8B745D777}"/>
              </a:ext>
            </a:extLst>
          </p:cNvPr>
          <p:cNvSpPr/>
          <p:nvPr/>
        </p:nvSpPr>
        <p:spPr>
          <a:xfrm>
            <a:off x="10023475" y="4968741"/>
            <a:ext cx="1627188" cy="636980"/>
          </a:xfrm>
          <a:prstGeom prst="rect">
            <a:avLst/>
          </a:prstGeom>
          <a:solidFill>
            <a:srgbClr val="D1D1D1"/>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chorCtr="0">
            <a:noAutofit/>
          </a:bodyPr>
          <a:lstStyle/>
          <a:p>
            <a:pPr algn="ctr"/>
            <a:r>
              <a:rPr lang="en-GB" sz="900" dirty="0">
                <a:solidFill>
                  <a:srgbClr val="FF00FF"/>
                </a:solidFill>
              </a:rPr>
              <a:t>External logo</a:t>
            </a:r>
          </a:p>
        </p:txBody>
      </p:sp>
    </p:spTree>
    <p:extLst>
      <p:ext uri="{BB962C8B-B14F-4D97-AF65-F5344CB8AC3E}">
        <p14:creationId xmlns:p14="http://schemas.microsoft.com/office/powerpoint/2010/main" val="1409212573"/>
      </p:ext>
    </p:extLst>
  </p:cSld>
  <p:clrMapOvr>
    <a:masterClrMapping/>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Section Header - Light">
    <p:bg>
      <p:bgPr>
        <a:solidFill>
          <a:srgbClr val="DADADA"/>
        </a:solidFill>
        <a:effectLst/>
      </p:bgPr>
    </p:bg>
    <p:spTree>
      <p:nvGrpSpPr>
        <p:cNvPr id="1" name=""/>
        <p:cNvGrpSpPr/>
        <p:nvPr/>
      </p:nvGrpSpPr>
      <p:grpSpPr>
        <a:xfrm>
          <a:off x="0" y="0"/>
          <a:ext cx="0" cy="0"/>
          <a:chOff x="0" y="0"/>
          <a:chExt cx="0" cy="0"/>
        </a:xfrm>
      </p:grpSpPr>
      <p:sp>
        <p:nvSpPr>
          <p:cNvPr id="8" name="ColoredBackground">
            <a:extLst>
              <a:ext uri="{FF2B5EF4-FFF2-40B4-BE49-F238E27FC236}">
                <a16:creationId xmlns:a16="http://schemas.microsoft.com/office/drawing/2014/main" id="{A6C6616E-A4A6-4B26-A3E8-71341D2C30A8}"/>
              </a:ext>
            </a:extLst>
          </p:cNvPr>
          <p:cNvSpPr/>
          <p:nvPr/>
        </p:nvSpPr>
        <p:spPr>
          <a:xfrm>
            <a:off x="0" y="-1"/>
            <a:ext cx="12192000" cy="6858000"/>
          </a:xfrm>
          <a:prstGeom prst="rect">
            <a:avLst/>
          </a:prstGeom>
          <a:solidFill>
            <a:srgbClr val="DADAD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6" name="Picture 5" descr="Shape&#10;&#10;Description automatically generated with medium confidence">
            <a:extLst>
              <a:ext uri="{FF2B5EF4-FFF2-40B4-BE49-F238E27FC236}">
                <a16:creationId xmlns:a16="http://schemas.microsoft.com/office/drawing/2014/main" id="{5FD2EA78-D85C-46C1-9F44-6EB0298782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8464564-6547-498D-A220-7B346E5B1408}"/>
              </a:ext>
            </a:extLst>
          </p:cNvPr>
          <p:cNvSpPr>
            <a:spLocks noGrp="1"/>
          </p:cNvSpPr>
          <p:nvPr>
            <p:ph type="title"/>
          </p:nvPr>
        </p:nvSpPr>
        <p:spPr>
          <a:xfrm>
            <a:off x="1219200" y="546100"/>
            <a:ext cx="6642100" cy="2105818"/>
          </a:xfrm>
        </p:spPr>
        <p:txBody>
          <a:bodyPr anchor="b"/>
          <a:lstStyle>
            <a:lvl1pPr>
              <a:defRPr sz="4000">
                <a:solidFill>
                  <a:srgbClr val="3F1A01"/>
                </a:solidFill>
              </a:defRPr>
            </a:lvl1p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1592638D-BCB6-4F07-9847-FBAA9B3609B5}"/>
              </a:ext>
            </a:extLst>
          </p:cNvPr>
          <p:cNvSpPr>
            <a:spLocks noGrp="1"/>
          </p:cNvSpPr>
          <p:nvPr>
            <p:ph type="body" idx="1"/>
          </p:nvPr>
        </p:nvSpPr>
        <p:spPr>
          <a:xfrm>
            <a:off x="1219200" y="2678906"/>
            <a:ext cx="6642100" cy="1500187"/>
          </a:xfrm>
          <a:prstGeom prst="rect">
            <a:avLst/>
          </a:prstGeom>
        </p:spPr>
        <p:txBody>
          <a:bodyPr/>
          <a:lstStyle>
            <a:lvl1pPr marL="0" indent="0">
              <a:buNone/>
              <a:defRPr sz="2400">
                <a:solidFill>
                  <a:srgbClr val="F0F0F0"/>
                </a:solidFill>
                <a:latin typeface="Times New Roman" panose="02020603050405020304" pitchFamily="18" charset="0"/>
                <a:cs typeface="Times New Roman" panose="02020603050405020304" pitchFamily="18"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Freeform 9">
            <a:extLst>
              <a:ext uri="{FF2B5EF4-FFF2-40B4-BE49-F238E27FC236}">
                <a16:creationId xmlns:a16="http://schemas.microsoft.com/office/drawing/2014/main" id="{1BC6753F-764E-4733-B343-5BC93ED602E4}"/>
              </a:ext>
            </a:extLst>
          </p:cNvPr>
          <p:cNvSpPr>
            <a:spLocks noEditPoints="1"/>
          </p:cNvSpPr>
          <p:nvPr/>
        </p:nvSpPr>
        <p:spPr bwMode="auto">
          <a:xfrm rot="5400000">
            <a:off x="7458075" y="-2243138"/>
            <a:ext cx="8385175" cy="9817101"/>
          </a:xfrm>
          <a:custGeom>
            <a:avLst/>
            <a:gdLst>
              <a:gd name="T0" fmla="*/ 276 w 2642"/>
              <a:gd name="T1" fmla="*/ 2871 h 3094"/>
              <a:gd name="T2" fmla="*/ 588 w 2642"/>
              <a:gd name="T3" fmla="*/ 2871 h 3094"/>
              <a:gd name="T4" fmla="*/ 2083 w 2642"/>
              <a:gd name="T5" fmla="*/ 2843 h 3094"/>
              <a:gd name="T6" fmla="*/ 2338 w 2642"/>
              <a:gd name="T7" fmla="*/ 2900 h 3094"/>
              <a:gd name="T8" fmla="*/ 29 w 2642"/>
              <a:gd name="T9" fmla="*/ 1219 h 3094"/>
              <a:gd name="T10" fmla="*/ 29 w 2642"/>
              <a:gd name="T11" fmla="*/ 2444 h 3094"/>
              <a:gd name="T12" fmla="*/ 559 w 2642"/>
              <a:gd name="T13" fmla="*/ 2386 h 3094"/>
              <a:gd name="T14" fmla="*/ 29 w 2642"/>
              <a:gd name="T15" fmla="*/ 1219 h 3094"/>
              <a:gd name="T16" fmla="*/ 2584 w 2642"/>
              <a:gd name="T17" fmla="*/ 2386 h 3094"/>
              <a:gd name="T18" fmla="*/ 2083 w 2642"/>
              <a:gd name="T19" fmla="*/ 2444 h 3094"/>
              <a:gd name="T20" fmla="*/ 2642 w 2642"/>
              <a:gd name="T21" fmla="*/ 1248 h 3094"/>
              <a:gd name="T22" fmla="*/ 210 w 2642"/>
              <a:gd name="T23" fmla="*/ 292 h 3094"/>
              <a:gd name="T24" fmla="*/ 210 w 2642"/>
              <a:gd name="T25" fmla="*/ 970 h 3094"/>
              <a:gd name="T26" fmla="*/ 559 w 2642"/>
              <a:gd name="T27" fmla="*/ 912 h 3094"/>
              <a:gd name="T28" fmla="*/ 658 w 2642"/>
              <a:gd name="T29" fmla="*/ 350 h 3094"/>
              <a:gd name="T30" fmla="*/ 2432 w 2642"/>
              <a:gd name="T31" fmla="*/ 292 h 3094"/>
              <a:gd name="T32" fmla="*/ 1984 w 2642"/>
              <a:gd name="T33" fmla="*/ 350 h 3094"/>
              <a:gd name="T34" fmla="*/ 2083 w 2642"/>
              <a:gd name="T35" fmla="*/ 912 h 3094"/>
              <a:gd name="T36" fmla="*/ 2432 w 2642"/>
              <a:gd name="T37" fmla="*/ 970 h 3094"/>
              <a:gd name="T38" fmla="*/ 2432 w 2642"/>
              <a:gd name="T39" fmla="*/ 292 h 3094"/>
              <a:gd name="T40" fmla="*/ 814 w 2642"/>
              <a:gd name="T41" fmla="*/ 29 h 3094"/>
              <a:gd name="T42" fmla="*/ 1292 w 2642"/>
              <a:gd name="T43" fmla="*/ 602 h 3094"/>
              <a:gd name="T44" fmla="*/ 989 w 2642"/>
              <a:gd name="T45" fmla="*/ 660 h 3094"/>
              <a:gd name="T46" fmla="*/ 801 w 2642"/>
              <a:gd name="T47" fmla="*/ 1311 h 3094"/>
              <a:gd name="T48" fmla="*/ 743 w 2642"/>
              <a:gd name="T49" fmla="*/ 1060 h 3094"/>
              <a:gd name="T50" fmla="*/ 1292 w 2642"/>
              <a:gd name="T51" fmla="*/ 1369 h 3094"/>
              <a:gd name="T52" fmla="*/ 842 w 2642"/>
              <a:gd name="T53" fmla="*/ 1782 h 3094"/>
              <a:gd name="T54" fmla="*/ 433 w 2642"/>
              <a:gd name="T55" fmla="*/ 1476 h 3094"/>
              <a:gd name="T56" fmla="*/ 375 w 2642"/>
              <a:gd name="T57" fmla="*/ 1782 h 3094"/>
              <a:gd name="T58" fmla="*/ 784 w 2642"/>
              <a:gd name="T59" fmla="*/ 2669 h 3094"/>
              <a:gd name="T60" fmla="*/ 842 w 2642"/>
              <a:gd name="T61" fmla="*/ 2181 h 3094"/>
              <a:gd name="T62" fmla="*/ 921 w 2642"/>
              <a:gd name="T63" fmla="*/ 3036 h 3094"/>
              <a:gd name="T64" fmla="*/ 1321 w 2642"/>
              <a:gd name="T65" fmla="*/ 3094 h 3094"/>
              <a:gd name="T66" fmla="*/ 1722 w 2642"/>
              <a:gd name="T67" fmla="*/ 3036 h 3094"/>
              <a:gd name="T68" fmla="*/ 1800 w 2642"/>
              <a:gd name="T69" fmla="*/ 2181 h 3094"/>
              <a:gd name="T70" fmla="*/ 1858 w 2642"/>
              <a:gd name="T71" fmla="*/ 2669 h 3094"/>
              <a:gd name="T72" fmla="*/ 2267 w 2642"/>
              <a:gd name="T73" fmla="*/ 1782 h 3094"/>
              <a:gd name="T74" fmla="*/ 2210 w 2642"/>
              <a:gd name="T75" fmla="*/ 1476 h 3094"/>
              <a:gd name="T76" fmla="*/ 1800 w 2642"/>
              <a:gd name="T77" fmla="*/ 1782 h 3094"/>
              <a:gd name="T78" fmla="*/ 1350 w 2642"/>
              <a:gd name="T79" fmla="*/ 1369 h 3094"/>
              <a:gd name="T80" fmla="*/ 1899 w 2642"/>
              <a:gd name="T81" fmla="*/ 1060 h 3094"/>
              <a:gd name="T82" fmla="*/ 1841 w 2642"/>
              <a:gd name="T83" fmla="*/ 1311 h 3094"/>
              <a:gd name="T84" fmla="*/ 1643 w 2642"/>
              <a:gd name="T85" fmla="*/ 660 h 3094"/>
              <a:gd name="T86" fmla="*/ 1350 w 2642"/>
              <a:gd name="T87" fmla="*/ 602 h 3094"/>
              <a:gd name="T88" fmla="*/ 1828 w 2642"/>
              <a:gd name="T89" fmla="*/ 29 h 30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642" h="3094">
                <a:moveTo>
                  <a:pt x="559" y="2843"/>
                </a:moveTo>
                <a:cubicBezTo>
                  <a:pt x="305" y="2843"/>
                  <a:pt x="305" y="2843"/>
                  <a:pt x="305" y="2843"/>
                </a:cubicBezTo>
                <a:cubicBezTo>
                  <a:pt x="289" y="2843"/>
                  <a:pt x="276" y="2856"/>
                  <a:pt x="276" y="2871"/>
                </a:cubicBezTo>
                <a:cubicBezTo>
                  <a:pt x="276" y="2887"/>
                  <a:pt x="289" y="2900"/>
                  <a:pt x="305" y="2900"/>
                </a:cubicBezTo>
                <a:cubicBezTo>
                  <a:pt x="559" y="2900"/>
                  <a:pt x="559" y="2900"/>
                  <a:pt x="559" y="2900"/>
                </a:cubicBezTo>
                <a:cubicBezTo>
                  <a:pt x="575" y="2900"/>
                  <a:pt x="588" y="2887"/>
                  <a:pt x="588" y="2871"/>
                </a:cubicBezTo>
                <a:cubicBezTo>
                  <a:pt x="588" y="2856"/>
                  <a:pt x="575" y="2843"/>
                  <a:pt x="559" y="2843"/>
                </a:cubicBezTo>
                <a:moveTo>
                  <a:pt x="2338" y="2843"/>
                </a:moveTo>
                <a:cubicBezTo>
                  <a:pt x="2083" y="2843"/>
                  <a:pt x="2083" y="2843"/>
                  <a:pt x="2083" y="2843"/>
                </a:cubicBezTo>
                <a:cubicBezTo>
                  <a:pt x="2068" y="2843"/>
                  <a:pt x="2055" y="2856"/>
                  <a:pt x="2055" y="2871"/>
                </a:cubicBezTo>
                <a:cubicBezTo>
                  <a:pt x="2055" y="2887"/>
                  <a:pt x="2068" y="2900"/>
                  <a:pt x="2083" y="2900"/>
                </a:cubicBezTo>
                <a:cubicBezTo>
                  <a:pt x="2338" y="2900"/>
                  <a:pt x="2338" y="2900"/>
                  <a:pt x="2338" y="2900"/>
                </a:cubicBezTo>
                <a:cubicBezTo>
                  <a:pt x="2354" y="2900"/>
                  <a:pt x="2366" y="2887"/>
                  <a:pt x="2366" y="2871"/>
                </a:cubicBezTo>
                <a:cubicBezTo>
                  <a:pt x="2366" y="2856"/>
                  <a:pt x="2354" y="2843"/>
                  <a:pt x="2338" y="2843"/>
                </a:cubicBezTo>
                <a:moveTo>
                  <a:pt x="29" y="1219"/>
                </a:moveTo>
                <a:cubicBezTo>
                  <a:pt x="13" y="1219"/>
                  <a:pt x="0" y="1232"/>
                  <a:pt x="0" y="1248"/>
                </a:cubicBezTo>
                <a:cubicBezTo>
                  <a:pt x="0" y="2415"/>
                  <a:pt x="0" y="2415"/>
                  <a:pt x="0" y="2415"/>
                </a:cubicBezTo>
                <a:cubicBezTo>
                  <a:pt x="0" y="2431"/>
                  <a:pt x="13" y="2444"/>
                  <a:pt x="29" y="2444"/>
                </a:cubicBezTo>
                <a:cubicBezTo>
                  <a:pt x="559" y="2444"/>
                  <a:pt x="559" y="2444"/>
                  <a:pt x="559" y="2444"/>
                </a:cubicBezTo>
                <a:cubicBezTo>
                  <a:pt x="575" y="2444"/>
                  <a:pt x="588" y="2431"/>
                  <a:pt x="588" y="2415"/>
                </a:cubicBezTo>
                <a:cubicBezTo>
                  <a:pt x="588" y="2399"/>
                  <a:pt x="575" y="2386"/>
                  <a:pt x="559" y="2386"/>
                </a:cubicBezTo>
                <a:cubicBezTo>
                  <a:pt x="58" y="2386"/>
                  <a:pt x="58" y="2386"/>
                  <a:pt x="58" y="2386"/>
                </a:cubicBezTo>
                <a:cubicBezTo>
                  <a:pt x="58" y="1248"/>
                  <a:pt x="58" y="1248"/>
                  <a:pt x="58" y="1248"/>
                </a:cubicBezTo>
                <a:cubicBezTo>
                  <a:pt x="58" y="1232"/>
                  <a:pt x="45" y="1219"/>
                  <a:pt x="29" y="1219"/>
                </a:cubicBezTo>
                <a:moveTo>
                  <a:pt x="2613" y="1219"/>
                </a:moveTo>
                <a:cubicBezTo>
                  <a:pt x="2597" y="1219"/>
                  <a:pt x="2584" y="1232"/>
                  <a:pt x="2584" y="1248"/>
                </a:cubicBezTo>
                <a:cubicBezTo>
                  <a:pt x="2584" y="2386"/>
                  <a:pt x="2584" y="2386"/>
                  <a:pt x="2584" y="2386"/>
                </a:cubicBezTo>
                <a:cubicBezTo>
                  <a:pt x="2083" y="2386"/>
                  <a:pt x="2083" y="2386"/>
                  <a:pt x="2083" y="2386"/>
                </a:cubicBezTo>
                <a:cubicBezTo>
                  <a:pt x="2067" y="2386"/>
                  <a:pt x="2055" y="2399"/>
                  <a:pt x="2055" y="2415"/>
                </a:cubicBezTo>
                <a:cubicBezTo>
                  <a:pt x="2055" y="2431"/>
                  <a:pt x="2067" y="2444"/>
                  <a:pt x="2083" y="2444"/>
                </a:cubicBezTo>
                <a:cubicBezTo>
                  <a:pt x="2613" y="2444"/>
                  <a:pt x="2613" y="2444"/>
                  <a:pt x="2613" y="2444"/>
                </a:cubicBezTo>
                <a:cubicBezTo>
                  <a:pt x="2629" y="2444"/>
                  <a:pt x="2642" y="2431"/>
                  <a:pt x="2642" y="2415"/>
                </a:cubicBezTo>
                <a:cubicBezTo>
                  <a:pt x="2642" y="1248"/>
                  <a:pt x="2642" y="1248"/>
                  <a:pt x="2642" y="1248"/>
                </a:cubicBezTo>
                <a:cubicBezTo>
                  <a:pt x="2642" y="1232"/>
                  <a:pt x="2629" y="1219"/>
                  <a:pt x="2613" y="1219"/>
                </a:cubicBezTo>
                <a:moveTo>
                  <a:pt x="658" y="292"/>
                </a:moveTo>
                <a:cubicBezTo>
                  <a:pt x="210" y="292"/>
                  <a:pt x="210" y="292"/>
                  <a:pt x="210" y="292"/>
                </a:cubicBezTo>
                <a:cubicBezTo>
                  <a:pt x="194" y="292"/>
                  <a:pt x="181" y="305"/>
                  <a:pt x="181" y="321"/>
                </a:cubicBezTo>
                <a:cubicBezTo>
                  <a:pt x="181" y="941"/>
                  <a:pt x="181" y="941"/>
                  <a:pt x="181" y="941"/>
                </a:cubicBezTo>
                <a:cubicBezTo>
                  <a:pt x="181" y="957"/>
                  <a:pt x="194" y="970"/>
                  <a:pt x="210" y="970"/>
                </a:cubicBezTo>
                <a:cubicBezTo>
                  <a:pt x="559" y="970"/>
                  <a:pt x="559" y="970"/>
                  <a:pt x="559" y="970"/>
                </a:cubicBezTo>
                <a:cubicBezTo>
                  <a:pt x="575" y="970"/>
                  <a:pt x="588" y="957"/>
                  <a:pt x="588" y="941"/>
                </a:cubicBezTo>
                <a:cubicBezTo>
                  <a:pt x="588" y="925"/>
                  <a:pt x="575" y="912"/>
                  <a:pt x="559" y="912"/>
                </a:cubicBezTo>
                <a:cubicBezTo>
                  <a:pt x="239" y="912"/>
                  <a:pt x="239" y="912"/>
                  <a:pt x="239" y="912"/>
                </a:cubicBezTo>
                <a:cubicBezTo>
                  <a:pt x="239" y="350"/>
                  <a:pt x="239" y="350"/>
                  <a:pt x="239" y="350"/>
                </a:cubicBezTo>
                <a:cubicBezTo>
                  <a:pt x="658" y="350"/>
                  <a:pt x="658" y="350"/>
                  <a:pt x="658" y="350"/>
                </a:cubicBezTo>
                <a:cubicBezTo>
                  <a:pt x="674" y="350"/>
                  <a:pt x="687" y="337"/>
                  <a:pt x="687" y="321"/>
                </a:cubicBezTo>
                <a:cubicBezTo>
                  <a:pt x="687" y="305"/>
                  <a:pt x="674" y="292"/>
                  <a:pt x="658" y="292"/>
                </a:cubicBezTo>
                <a:moveTo>
                  <a:pt x="2432" y="292"/>
                </a:moveTo>
                <a:cubicBezTo>
                  <a:pt x="1984" y="292"/>
                  <a:pt x="1984" y="292"/>
                  <a:pt x="1984" y="292"/>
                </a:cubicBezTo>
                <a:cubicBezTo>
                  <a:pt x="1968" y="292"/>
                  <a:pt x="1955" y="305"/>
                  <a:pt x="1955" y="321"/>
                </a:cubicBezTo>
                <a:cubicBezTo>
                  <a:pt x="1955" y="337"/>
                  <a:pt x="1968" y="350"/>
                  <a:pt x="1984" y="350"/>
                </a:cubicBezTo>
                <a:cubicBezTo>
                  <a:pt x="2403" y="350"/>
                  <a:pt x="2403" y="350"/>
                  <a:pt x="2403" y="350"/>
                </a:cubicBezTo>
                <a:cubicBezTo>
                  <a:pt x="2403" y="912"/>
                  <a:pt x="2403" y="912"/>
                  <a:pt x="2403" y="912"/>
                </a:cubicBezTo>
                <a:cubicBezTo>
                  <a:pt x="2083" y="912"/>
                  <a:pt x="2083" y="912"/>
                  <a:pt x="2083" y="912"/>
                </a:cubicBezTo>
                <a:cubicBezTo>
                  <a:pt x="2068" y="912"/>
                  <a:pt x="2055" y="925"/>
                  <a:pt x="2055" y="941"/>
                </a:cubicBezTo>
                <a:cubicBezTo>
                  <a:pt x="2055" y="957"/>
                  <a:pt x="2068" y="970"/>
                  <a:pt x="2083" y="970"/>
                </a:cubicBezTo>
                <a:cubicBezTo>
                  <a:pt x="2432" y="970"/>
                  <a:pt x="2432" y="970"/>
                  <a:pt x="2432" y="970"/>
                </a:cubicBezTo>
                <a:cubicBezTo>
                  <a:pt x="2448" y="970"/>
                  <a:pt x="2461" y="957"/>
                  <a:pt x="2461" y="941"/>
                </a:cubicBezTo>
                <a:cubicBezTo>
                  <a:pt x="2461" y="321"/>
                  <a:pt x="2461" y="321"/>
                  <a:pt x="2461" y="321"/>
                </a:cubicBezTo>
                <a:cubicBezTo>
                  <a:pt x="2461" y="305"/>
                  <a:pt x="2448" y="292"/>
                  <a:pt x="2432" y="292"/>
                </a:cubicBezTo>
                <a:moveTo>
                  <a:pt x="1799" y="0"/>
                </a:moveTo>
                <a:cubicBezTo>
                  <a:pt x="843" y="0"/>
                  <a:pt x="843" y="0"/>
                  <a:pt x="843" y="0"/>
                </a:cubicBezTo>
                <a:cubicBezTo>
                  <a:pt x="827" y="0"/>
                  <a:pt x="814" y="13"/>
                  <a:pt x="814" y="29"/>
                </a:cubicBezTo>
                <a:cubicBezTo>
                  <a:pt x="814" y="45"/>
                  <a:pt x="827" y="58"/>
                  <a:pt x="843" y="58"/>
                </a:cubicBezTo>
                <a:cubicBezTo>
                  <a:pt x="1292" y="58"/>
                  <a:pt x="1292" y="58"/>
                  <a:pt x="1292" y="58"/>
                </a:cubicBezTo>
                <a:cubicBezTo>
                  <a:pt x="1292" y="602"/>
                  <a:pt x="1292" y="602"/>
                  <a:pt x="1292" y="602"/>
                </a:cubicBezTo>
                <a:cubicBezTo>
                  <a:pt x="989" y="602"/>
                  <a:pt x="989" y="602"/>
                  <a:pt x="989" y="602"/>
                </a:cubicBezTo>
                <a:cubicBezTo>
                  <a:pt x="973" y="602"/>
                  <a:pt x="960" y="615"/>
                  <a:pt x="960" y="631"/>
                </a:cubicBezTo>
                <a:cubicBezTo>
                  <a:pt x="960" y="647"/>
                  <a:pt x="973" y="660"/>
                  <a:pt x="989" y="660"/>
                </a:cubicBezTo>
                <a:cubicBezTo>
                  <a:pt x="1292" y="660"/>
                  <a:pt x="1292" y="660"/>
                  <a:pt x="1292" y="660"/>
                </a:cubicBezTo>
                <a:cubicBezTo>
                  <a:pt x="1292" y="1311"/>
                  <a:pt x="1292" y="1311"/>
                  <a:pt x="1292" y="1311"/>
                </a:cubicBezTo>
                <a:cubicBezTo>
                  <a:pt x="801" y="1311"/>
                  <a:pt x="801" y="1311"/>
                  <a:pt x="801" y="1311"/>
                </a:cubicBezTo>
                <a:cubicBezTo>
                  <a:pt x="801" y="1060"/>
                  <a:pt x="801" y="1060"/>
                  <a:pt x="801" y="1060"/>
                </a:cubicBezTo>
                <a:cubicBezTo>
                  <a:pt x="801" y="1044"/>
                  <a:pt x="788" y="1031"/>
                  <a:pt x="772" y="1031"/>
                </a:cubicBezTo>
                <a:cubicBezTo>
                  <a:pt x="756" y="1031"/>
                  <a:pt x="743" y="1044"/>
                  <a:pt x="743" y="1060"/>
                </a:cubicBezTo>
                <a:cubicBezTo>
                  <a:pt x="743" y="1340"/>
                  <a:pt x="743" y="1340"/>
                  <a:pt x="743" y="1340"/>
                </a:cubicBezTo>
                <a:cubicBezTo>
                  <a:pt x="743" y="1356"/>
                  <a:pt x="756" y="1369"/>
                  <a:pt x="772" y="1369"/>
                </a:cubicBezTo>
                <a:cubicBezTo>
                  <a:pt x="1292" y="1369"/>
                  <a:pt x="1292" y="1369"/>
                  <a:pt x="1292" y="1369"/>
                </a:cubicBezTo>
                <a:cubicBezTo>
                  <a:pt x="1292" y="2123"/>
                  <a:pt x="1292" y="2123"/>
                  <a:pt x="1292" y="2123"/>
                </a:cubicBezTo>
                <a:cubicBezTo>
                  <a:pt x="842" y="2123"/>
                  <a:pt x="842" y="2123"/>
                  <a:pt x="842" y="2123"/>
                </a:cubicBezTo>
                <a:cubicBezTo>
                  <a:pt x="842" y="1782"/>
                  <a:pt x="842" y="1782"/>
                  <a:pt x="842" y="1782"/>
                </a:cubicBezTo>
                <a:cubicBezTo>
                  <a:pt x="842" y="1766"/>
                  <a:pt x="829" y="1753"/>
                  <a:pt x="813" y="1753"/>
                </a:cubicBezTo>
                <a:cubicBezTo>
                  <a:pt x="433" y="1753"/>
                  <a:pt x="433" y="1753"/>
                  <a:pt x="433" y="1753"/>
                </a:cubicBezTo>
                <a:cubicBezTo>
                  <a:pt x="433" y="1476"/>
                  <a:pt x="433" y="1476"/>
                  <a:pt x="433" y="1476"/>
                </a:cubicBezTo>
                <a:cubicBezTo>
                  <a:pt x="433" y="1460"/>
                  <a:pt x="420" y="1447"/>
                  <a:pt x="404" y="1447"/>
                </a:cubicBezTo>
                <a:cubicBezTo>
                  <a:pt x="388" y="1447"/>
                  <a:pt x="375" y="1460"/>
                  <a:pt x="375" y="1476"/>
                </a:cubicBezTo>
                <a:cubicBezTo>
                  <a:pt x="375" y="1782"/>
                  <a:pt x="375" y="1782"/>
                  <a:pt x="375" y="1782"/>
                </a:cubicBezTo>
                <a:cubicBezTo>
                  <a:pt x="375" y="1798"/>
                  <a:pt x="388" y="1811"/>
                  <a:pt x="404" y="1811"/>
                </a:cubicBezTo>
                <a:cubicBezTo>
                  <a:pt x="784" y="1811"/>
                  <a:pt x="784" y="1811"/>
                  <a:pt x="784" y="1811"/>
                </a:cubicBezTo>
                <a:cubicBezTo>
                  <a:pt x="784" y="2669"/>
                  <a:pt x="784" y="2669"/>
                  <a:pt x="784" y="2669"/>
                </a:cubicBezTo>
                <a:cubicBezTo>
                  <a:pt x="784" y="2685"/>
                  <a:pt x="797" y="2698"/>
                  <a:pt x="813" y="2698"/>
                </a:cubicBezTo>
                <a:cubicBezTo>
                  <a:pt x="829" y="2698"/>
                  <a:pt x="842" y="2685"/>
                  <a:pt x="842" y="2669"/>
                </a:cubicBezTo>
                <a:cubicBezTo>
                  <a:pt x="842" y="2181"/>
                  <a:pt x="842" y="2181"/>
                  <a:pt x="842" y="2181"/>
                </a:cubicBezTo>
                <a:cubicBezTo>
                  <a:pt x="1292" y="2181"/>
                  <a:pt x="1292" y="2181"/>
                  <a:pt x="1292" y="2181"/>
                </a:cubicBezTo>
                <a:cubicBezTo>
                  <a:pt x="1292" y="3036"/>
                  <a:pt x="1292" y="3036"/>
                  <a:pt x="1292" y="3036"/>
                </a:cubicBezTo>
                <a:cubicBezTo>
                  <a:pt x="921" y="3036"/>
                  <a:pt x="921" y="3036"/>
                  <a:pt x="921" y="3036"/>
                </a:cubicBezTo>
                <a:cubicBezTo>
                  <a:pt x="905" y="3036"/>
                  <a:pt x="892" y="3049"/>
                  <a:pt x="892" y="3065"/>
                </a:cubicBezTo>
                <a:cubicBezTo>
                  <a:pt x="892" y="3081"/>
                  <a:pt x="905" y="3094"/>
                  <a:pt x="921" y="3094"/>
                </a:cubicBezTo>
                <a:cubicBezTo>
                  <a:pt x="1321" y="3094"/>
                  <a:pt x="1321" y="3094"/>
                  <a:pt x="1321" y="3094"/>
                </a:cubicBezTo>
                <a:cubicBezTo>
                  <a:pt x="1722" y="3094"/>
                  <a:pt x="1722" y="3094"/>
                  <a:pt x="1722" y="3094"/>
                </a:cubicBezTo>
                <a:cubicBezTo>
                  <a:pt x="1738" y="3094"/>
                  <a:pt x="1751" y="3081"/>
                  <a:pt x="1751" y="3065"/>
                </a:cubicBezTo>
                <a:cubicBezTo>
                  <a:pt x="1751" y="3049"/>
                  <a:pt x="1738" y="3036"/>
                  <a:pt x="1722" y="3036"/>
                </a:cubicBezTo>
                <a:cubicBezTo>
                  <a:pt x="1350" y="3036"/>
                  <a:pt x="1350" y="3036"/>
                  <a:pt x="1350" y="3036"/>
                </a:cubicBezTo>
                <a:cubicBezTo>
                  <a:pt x="1350" y="2181"/>
                  <a:pt x="1350" y="2181"/>
                  <a:pt x="1350" y="2181"/>
                </a:cubicBezTo>
                <a:cubicBezTo>
                  <a:pt x="1800" y="2181"/>
                  <a:pt x="1800" y="2181"/>
                  <a:pt x="1800" y="2181"/>
                </a:cubicBezTo>
                <a:cubicBezTo>
                  <a:pt x="1800" y="2669"/>
                  <a:pt x="1800" y="2669"/>
                  <a:pt x="1800" y="2669"/>
                </a:cubicBezTo>
                <a:cubicBezTo>
                  <a:pt x="1800" y="2685"/>
                  <a:pt x="1813" y="2698"/>
                  <a:pt x="1829" y="2698"/>
                </a:cubicBezTo>
                <a:cubicBezTo>
                  <a:pt x="1845" y="2698"/>
                  <a:pt x="1858" y="2685"/>
                  <a:pt x="1858" y="2669"/>
                </a:cubicBezTo>
                <a:cubicBezTo>
                  <a:pt x="1858" y="1811"/>
                  <a:pt x="1858" y="1811"/>
                  <a:pt x="1858" y="1811"/>
                </a:cubicBezTo>
                <a:cubicBezTo>
                  <a:pt x="2239" y="1811"/>
                  <a:pt x="2239" y="1811"/>
                  <a:pt x="2239" y="1811"/>
                </a:cubicBezTo>
                <a:cubicBezTo>
                  <a:pt x="2254" y="1811"/>
                  <a:pt x="2267" y="1798"/>
                  <a:pt x="2267" y="1782"/>
                </a:cubicBezTo>
                <a:cubicBezTo>
                  <a:pt x="2267" y="1476"/>
                  <a:pt x="2267" y="1476"/>
                  <a:pt x="2267" y="1476"/>
                </a:cubicBezTo>
                <a:cubicBezTo>
                  <a:pt x="2267" y="1460"/>
                  <a:pt x="2254" y="1447"/>
                  <a:pt x="2239" y="1447"/>
                </a:cubicBezTo>
                <a:cubicBezTo>
                  <a:pt x="2223" y="1447"/>
                  <a:pt x="2210" y="1460"/>
                  <a:pt x="2210" y="1476"/>
                </a:cubicBezTo>
                <a:cubicBezTo>
                  <a:pt x="2210" y="1753"/>
                  <a:pt x="2210" y="1753"/>
                  <a:pt x="2210" y="1753"/>
                </a:cubicBezTo>
                <a:cubicBezTo>
                  <a:pt x="1829" y="1753"/>
                  <a:pt x="1829" y="1753"/>
                  <a:pt x="1829" y="1753"/>
                </a:cubicBezTo>
                <a:cubicBezTo>
                  <a:pt x="1813" y="1753"/>
                  <a:pt x="1800" y="1766"/>
                  <a:pt x="1800" y="1782"/>
                </a:cubicBezTo>
                <a:cubicBezTo>
                  <a:pt x="1800" y="2123"/>
                  <a:pt x="1800" y="2123"/>
                  <a:pt x="1800" y="2123"/>
                </a:cubicBezTo>
                <a:cubicBezTo>
                  <a:pt x="1350" y="2123"/>
                  <a:pt x="1350" y="2123"/>
                  <a:pt x="1350" y="2123"/>
                </a:cubicBezTo>
                <a:cubicBezTo>
                  <a:pt x="1350" y="1369"/>
                  <a:pt x="1350" y="1369"/>
                  <a:pt x="1350" y="1369"/>
                </a:cubicBezTo>
                <a:cubicBezTo>
                  <a:pt x="1870" y="1369"/>
                  <a:pt x="1870" y="1369"/>
                  <a:pt x="1870" y="1369"/>
                </a:cubicBezTo>
                <a:cubicBezTo>
                  <a:pt x="1886" y="1369"/>
                  <a:pt x="1899" y="1356"/>
                  <a:pt x="1899" y="1340"/>
                </a:cubicBezTo>
                <a:cubicBezTo>
                  <a:pt x="1899" y="1060"/>
                  <a:pt x="1899" y="1060"/>
                  <a:pt x="1899" y="1060"/>
                </a:cubicBezTo>
                <a:cubicBezTo>
                  <a:pt x="1899" y="1044"/>
                  <a:pt x="1886" y="1031"/>
                  <a:pt x="1870" y="1031"/>
                </a:cubicBezTo>
                <a:cubicBezTo>
                  <a:pt x="1854" y="1031"/>
                  <a:pt x="1841" y="1044"/>
                  <a:pt x="1841" y="1060"/>
                </a:cubicBezTo>
                <a:cubicBezTo>
                  <a:pt x="1841" y="1311"/>
                  <a:pt x="1841" y="1311"/>
                  <a:pt x="1841" y="1311"/>
                </a:cubicBezTo>
                <a:cubicBezTo>
                  <a:pt x="1350" y="1311"/>
                  <a:pt x="1350" y="1311"/>
                  <a:pt x="1350" y="1311"/>
                </a:cubicBezTo>
                <a:cubicBezTo>
                  <a:pt x="1350" y="660"/>
                  <a:pt x="1350" y="660"/>
                  <a:pt x="1350" y="660"/>
                </a:cubicBezTo>
                <a:cubicBezTo>
                  <a:pt x="1643" y="660"/>
                  <a:pt x="1643" y="660"/>
                  <a:pt x="1643" y="660"/>
                </a:cubicBezTo>
                <a:cubicBezTo>
                  <a:pt x="1659" y="660"/>
                  <a:pt x="1672" y="647"/>
                  <a:pt x="1672" y="631"/>
                </a:cubicBezTo>
                <a:cubicBezTo>
                  <a:pt x="1672" y="615"/>
                  <a:pt x="1659" y="602"/>
                  <a:pt x="1643" y="602"/>
                </a:cubicBezTo>
                <a:cubicBezTo>
                  <a:pt x="1350" y="602"/>
                  <a:pt x="1350" y="602"/>
                  <a:pt x="1350" y="602"/>
                </a:cubicBezTo>
                <a:cubicBezTo>
                  <a:pt x="1350" y="58"/>
                  <a:pt x="1350" y="58"/>
                  <a:pt x="1350" y="58"/>
                </a:cubicBezTo>
                <a:cubicBezTo>
                  <a:pt x="1799" y="58"/>
                  <a:pt x="1799" y="58"/>
                  <a:pt x="1799" y="58"/>
                </a:cubicBezTo>
                <a:cubicBezTo>
                  <a:pt x="1815" y="58"/>
                  <a:pt x="1828" y="45"/>
                  <a:pt x="1828" y="29"/>
                </a:cubicBezTo>
                <a:cubicBezTo>
                  <a:pt x="1828" y="13"/>
                  <a:pt x="1815" y="0"/>
                  <a:pt x="1799" y="0"/>
                </a:cubicBezTo>
              </a:path>
            </a:pathLst>
          </a:custGeom>
          <a:solidFill>
            <a:srgbClr val="F0F0F0">
              <a:alpha val="9804"/>
            </a:srgbClr>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10" name="Logo">
            <a:extLst>
              <a:ext uri="{FF2B5EF4-FFF2-40B4-BE49-F238E27FC236}">
                <a16:creationId xmlns:a16="http://schemas.microsoft.com/office/drawing/2014/main" id="{7D430883-348B-4F96-B27B-40097E253643}"/>
              </a:ext>
            </a:extLst>
          </p:cNvPr>
          <p:cNvSpPr/>
          <p:nvPr/>
        </p:nvSpPr>
        <p:spPr>
          <a:xfrm>
            <a:off x="9397252" y="5875721"/>
            <a:ext cx="2253411" cy="440942"/>
          </a:xfrm>
          <a:custGeom>
            <a:avLst/>
            <a:gdLst>
              <a:gd name="connsiteX0" fmla="*/ 1783139 w 2253411"/>
              <a:gd name="connsiteY0" fmla="*/ 136254 h 440942"/>
              <a:gd name="connsiteX1" fmla="*/ 1751520 w 2253411"/>
              <a:gd name="connsiteY1" fmla="*/ 136254 h 440942"/>
              <a:gd name="connsiteX2" fmla="*/ 1751520 w 2253411"/>
              <a:gd name="connsiteY2" fmla="*/ 299806 h 440942"/>
              <a:gd name="connsiteX3" fmla="*/ 1783139 w 2253411"/>
              <a:gd name="connsiteY3" fmla="*/ 299806 h 440942"/>
              <a:gd name="connsiteX4" fmla="*/ 293338 w 2253411"/>
              <a:gd name="connsiteY4" fmla="*/ 409024 h 440942"/>
              <a:gd name="connsiteX5" fmla="*/ 297448 w 2253411"/>
              <a:gd name="connsiteY5" fmla="*/ 413147 h 440942"/>
              <a:gd name="connsiteX6" fmla="*/ 297460 w 2253411"/>
              <a:gd name="connsiteY6" fmla="*/ 413147 h 440942"/>
              <a:gd name="connsiteX7" fmla="*/ 333669 w 2253411"/>
              <a:gd name="connsiteY7" fmla="*/ 413147 h 440942"/>
              <a:gd name="connsiteX8" fmla="*/ 337779 w 2253411"/>
              <a:gd name="connsiteY8" fmla="*/ 409047 h 440942"/>
              <a:gd name="connsiteX9" fmla="*/ 337777 w 2253411"/>
              <a:gd name="connsiteY9" fmla="*/ 409024 h 440942"/>
              <a:gd name="connsiteX10" fmla="*/ 333683 w 2253411"/>
              <a:gd name="connsiteY10" fmla="*/ 404916 h 440942"/>
              <a:gd name="connsiteX11" fmla="*/ 333669 w 2253411"/>
              <a:gd name="connsiteY11" fmla="*/ 404916 h 440942"/>
              <a:gd name="connsiteX12" fmla="*/ 297460 w 2253411"/>
              <a:gd name="connsiteY12" fmla="*/ 404916 h 440942"/>
              <a:gd name="connsiteX13" fmla="*/ 293338 w 2253411"/>
              <a:gd name="connsiteY13" fmla="*/ 409021 h 440942"/>
              <a:gd name="connsiteX14" fmla="*/ 293338 w 2253411"/>
              <a:gd name="connsiteY14" fmla="*/ 409024 h 440942"/>
              <a:gd name="connsiteX15" fmla="*/ 39859 w 2253411"/>
              <a:gd name="connsiteY15" fmla="*/ 409024 h 440942"/>
              <a:gd name="connsiteX16" fmla="*/ 43946 w 2253411"/>
              <a:gd name="connsiteY16" fmla="*/ 413147 h 440942"/>
              <a:gd name="connsiteX17" fmla="*/ 43967 w 2253411"/>
              <a:gd name="connsiteY17" fmla="*/ 413147 h 440942"/>
              <a:gd name="connsiteX18" fmla="*/ 80176 w 2253411"/>
              <a:gd name="connsiteY18" fmla="*/ 413147 h 440942"/>
              <a:gd name="connsiteX19" fmla="*/ 84298 w 2253411"/>
              <a:gd name="connsiteY19" fmla="*/ 409037 h 440942"/>
              <a:gd name="connsiteX20" fmla="*/ 84298 w 2253411"/>
              <a:gd name="connsiteY20" fmla="*/ 409024 h 440942"/>
              <a:gd name="connsiteX21" fmla="*/ 80179 w 2253411"/>
              <a:gd name="connsiteY21" fmla="*/ 404916 h 440942"/>
              <a:gd name="connsiteX22" fmla="*/ 80176 w 2253411"/>
              <a:gd name="connsiteY22" fmla="*/ 404916 h 440942"/>
              <a:gd name="connsiteX23" fmla="*/ 43967 w 2253411"/>
              <a:gd name="connsiteY23" fmla="*/ 404916 h 440942"/>
              <a:gd name="connsiteX24" fmla="*/ 39859 w 2253411"/>
              <a:gd name="connsiteY24" fmla="*/ 409012 h 440942"/>
              <a:gd name="connsiteX25" fmla="*/ 39859 w 2253411"/>
              <a:gd name="connsiteY25" fmla="*/ 409024 h 440942"/>
              <a:gd name="connsiteX26" fmla="*/ 80177 w 2253411"/>
              <a:gd name="connsiteY26" fmla="*/ 339849 h 440942"/>
              <a:gd name="connsiteX27" fmla="*/ 8803 w 2253411"/>
              <a:gd name="connsiteY27" fmla="*/ 339849 h 440942"/>
              <a:gd name="connsiteX28" fmla="*/ 8803 w 2253411"/>
              <a:gd name="connsiteY28" fmla="*/ 177644 h 440942"/>
              <a:gd name="connsiteX29" fmla="*/ 4680 w 2253411"/>
              <a:gd name="connsiteY29" fmla="*/ 173521 h 440942"/>
              <a:gd name="connsiteX30" fmla="*/ 572 w 2253411"/>
              <a:gd name="connsiteY30" fmla="*/ 177639 h 440942"/>
              <a:gd name="connsiteX31" fmla="*/ 572 w 2253411"/>
              <a:gd name="connsiteY31" fmla="*/ 177644 h 440942"/>
              <a:gd name="connsiteX32" fmla="*/ 572 w 2253411"/>
              <a:gd name="connsiteY32" fmla="*/ 343959 h 440942"/>
              <a:gd name="connsiteX33" fmla="*/ 4676 w 2253411"/>
              <a:gd name="connsiteY33" fmla="*/ 348080 h 440942"/>
              <a:gd name="connsiteX34" fmla="*/ 4680 w 2253411"/>
              <a:gd name="connsiteY34" fmla="*/ 348080 h 440942"/>
              <a:gd name="connsiteX35" fmla="*/ 80176 w 2253411"/>
              <a:gd name="connsiteY35" fmla="*/ 348080 h 440942"/>
              <a:gd name="connsiteX36" fmla="*/ 84298 w 2253411"/>
              <a:gd name="connsiteY36" fmla="*/ 343970 h 440942"/>
              <a:gd name="connsiteX37" fmla="*/ 84298 w 2253411"/>
              <a:gd name="connsiteY37" fmla="*/ 343959 h 440942"/>
              <a:gd name="connsiteX38" fmla="*/ 80176 w 2253411"/>
              <a:gd name="connsiteY38" fmla="*/ 339849 h 440942"/>
              <a:gd name="connsiteX39" fmla="*/ 98412 w 2253411"/>
              <a:gd name="connsiteY39" fmla="*/ 45530 h 440942"/>
              <a:gd name="connsiteX40" fmla="*/ 94292 w 2253411"/>
              <a:gd name="connsiteY40" fmla="*/ 41422 h 440942"/>
              <a:gd name="connsiteX41" fmla="*/ 94289 w 2253411"/>
              <a:gd name="connsiteY41" fmla="*/ 41422 h 440942"/>
              <a:gd name="connsiteX42" fmla="*/ 30459 w 2253411"/>
              <a:gd name="connsiteY42" fmla="*/ 41422 h 440942"/>
              <a:gd name="connsiteX43" fmla="*/ 26351 w 2253411"/>
              <a:gd name="connsiteY43" fmla="*/ 45518 h 440942"/>
              <a:gd name="connsiteX44" fmla="*/ 26351 w 2253411"/>
              <a:gd name="connsiteY44" fmla="*/ 45530 h 440942"/>
              <a:gd name="connsiteX45" fmla="*/ 26351 w 2253411"/>
              <a:gd name="connsiteY45" fmla="*/ 133916 h 440942"/>
              <a:gd name="connsiteX46" fmla="*/ 30456 w 2253411"/>
              <a:gd name="connsiteY46" fmla="*/ 138039 h 440942"/>
              <a:gd name="connsiteX47" fmla="*/ 30459 w 2253411"/>
              <a:gd name="connsiteY47" fmla="*/ 138039 h 440942"/>
              <a:gd name="connsiteX48" fmla="*/ 80191 w 2253411"/>
              <a:gd name="connsiteY48" fmla="*/ 138039 h 440942"/>
              <a:gd name="connsiteX49" fmla="*/ 84300 w 2253411"/>
              <a:gd name="connsiteY49" fmla="*/ 133916 h 440942"/>
              <a:gd name="connsiteX50" fmla="*/ 80191 w 2253411"/>
              <a:gd name="connsiteY50" fmla="*/ 129808 h 440942"/>
              <a:gd name="connsiteX51" fmla="*/ 34582 w 2253411"/>
              <a:gd name="connsiteY51" fmla="*/ 129808 h 440942"/>
              <a:gd name="connsiteX52" fmla="*/ 34582 w 2253411"/>
              <a:gd name="connsiteY52" fmla="*/ 49653 h 440942"/>
              <a:gd name="connsiteX53" fmla="*/ 94291 w 2253411"/>
              <a:gd name="connsiteY53" fmla="*/ 49653 h 440942"/>
              <a:gd name="connsiteX54" fmla="*/ 98413 w 2253411"/>
              <a:gd name="connsiteY54" fmla="*/ 45540 h 440942"/>
              <a:gd name="connsiteX55" fmla="*/ 98413 w 2253411"/>
              <a:gd name="connsiteY55" fmla="*/ 45530 h 440942"/>
              <a:gd name="connsiteX56" fmla="*/ 271146 w 2253411"/>
              <a:gd name="connsiteY56" fmla="*/ 190835 h 440942"/>
              <a:gd name="connsiteX57" fmla="*/ 271146 w 2253411"/>
              <a:gd name="connsiteY57" fmla="*/ 150874 h 440942"/>
              <a:gd name="connsiteX58" fmla="*/ 267039 w 2253411"/>
              <a:gd name="connsiteY58" fmla="*/ 146752 h 440942"/>
              <a:gd name="connsiteX59" fmla="*/ 267037 w 2253411"/>
              <a:gd name="connsiteY59" fmla="*/ 146752 h 440942"/>
              <a:gd name="connsiteX60" fmla="*/ 262900 w 2253411"/>
              <a:gd name="connsiteY60" fmla="*/ 150873 h 440942"/>
              <a:gd name="connsiteX61" fmla="*/ 262900 w 2253411"/>
              <a:gd name="connsiteY61" fmla="*/ 150874 h 440942"/>
              <a:gd name="connsiteX62" fmla="*/ 262900 w 2253411"/>
              <a:gd name="connsiteY62" fmla="*/ 186698 h 440942"/>
              <a:gd name="connsiteX63" fmla="*/ 192929 w 2253411"/>
              <a:gd name="connsiteY63" fmla="*/ 186698 h 440942"/>
              <a:gd name="connsiteX64" fmla="*/ 192929 w 2253411"/>
              <a:gd name="connsiteY64" fmla="*/ 93846 h 440942"/>
              <a:gd name="connsiteX65" fmla="*/ 234730 w 2253411"/>
              <a:gd name="connsiteY65" fmla="*/ 93846 h 440942"/>
              <a:gd name="connsiteX66" fmla="*/ 238853 w 2253411"/>
              <a:gd name="connsiteY66" fmla="*/ 89738 h 440942"/>
              <a:gd name="connsiteX67" fmla="*/ 234730 w 2253411"/>
              <a:gd name="connsiteY67" fmla="*/ 85602 h 440942"/>
              <a:gd name="connsiteX68" fmla="*/ 192929 w 2253411"/>
              <a:gd name="connsiteY68" fmla="*/ 85602 h 440942"/>
              <a:gd name="connsiteX69" fmla="*/ 192929 w 2253411"/>
              <a:gd name="connsiteY69" fmla="*/ 8058 h 440942"/>
              <a:gd name="connsiteX70" fmla="*/ 256951 w 2253411"/>
              <a:gd name="connsiteY70" fmla="*/ 8058 h 440942"/>
              <a:gd name="connsiteX71" fmla="*/ 261072 w 2253411"/>
              <a:gd name="connsiteY71" fmla="*/ 3946 h 440942"/>
              <a:gd name="connsiteX72" fmla="*/ 261072 w 2253411"/>
              <a:gd name="connsiteY72" fmla="*/ 3935 h 440942"/>
              <a:gd name="connsiteX73" fmla="*/ 256954 w 2253411"/>
              <a:gd name="connsiteY73" fmla="*/ -175 h 440942"/>
              <a:gd name="connsiteX74" fmla="*/ 256951 w 2253411"/>
              <a:gd name="connsiteY74" fmla="*/ -175 h 440942"/>
              <a:gd name="connsiteX75" fmla="*/ 120686 w 2253411"/>
              <a:gd name="connsiteY75" fmla="*/ -175 h 440942"/>
              <a:gd name="connsiteX76" fmla="*/ 116578 w 2253411"/>
              <a:gd name="connsiteY76" fmla="*/ 3935 h 440942"/>
              <a:gd name="connsiteX77" fmla="*/ 120685 w 2253411"/>
              <a:gd name="connsiteY77" fmla="*/ 8058 h 440942"/>
              <a:gd name="connsiteX78" fmla="*/ 120686 w 2253411"/>
              <a:gd name="connsiteY78" fmla="*/ 8058 h 440942"/>
              <a:gd name="connsiteX79" fmla="*/ 184696 w 2253411"/>
              <a:gd name="connsiteY79" fmla="*/ 8058 h 440942"/>
              <a:gd name="connsiteX80" fmla="*/ 184696 w 2253411"/>
              <a:gd name="connsiteY80" fmla="*/ 85629 h 440942"/>
              <a:gd name="connsiteX81" fmla="*/ 141436 w 2253411"/>
              <a:gd name="connsiteY81" fmla="*/ 85629 h 440942"/>
              <a:gd name="connsiteX82" fmla="*/ 137315 w 2253411"/>
              <a:gd name="connsiteY82" fmla="*/ 89752 h 440942"/>
              <a:gd name="connsiteX83" fmla="*/ 141435 w 2253411"/>
              <a:gd name="connsiteY83" fmla="*/ 93860 h 440942"/>
              <a:gd name="connsiteX84" fmla="*/ 141436 w 2253411"/>
              <a:gd name="connsiteY84" fmla="*/ 93860 h 440942"/>
              <a:gd name="connsiteX85" fmla="*/ 184696 w 2253411"/>
              <a:gd name="connsiteY85" fmla="*/ 93860 h 440942"/>
              <a:gd name="connsiteX86" fmla="*/ 184696 w 2253411"/>
              <a:gd name="connsiteY86" fmla="*/ 186698 h 440942"/>
              <a:gd name="connsiteX87" fmla="*/ 114724 w 2253411"/>
              <a:gd name="connsiteY87" fmla="*/ 186698 h 440942"/>
              <a:gd name="connsiteX88" fmla="*/ 114724 w 2253411"/>
              <a:gd name="connsiteY88" fmla="*/ 150874 h 440942"/>
              <a:gd name="connsiteX89" fmla="*/ 110611 w 2253411"/>
              <a:gd name="connsiteY89" fmla="*/ 146752 h 440942"/>
              <a:gd name="connsiteX90" fmla="*/ 110602 w 2253411"/>
              <a:gd name="connsiteY90" fmla="*/ 146752 h 440942"/>
              <a:gd name="connsiteX91" fmla="*/ 106479 w 2253411"/>
              <a:gd name="connsiteY91" fmla="*/ 150874 h 440942"/>
              <a:gd name="connsiteX92" fmla="*/ 106479 w 2253411"/>
              <a:gd name="connsiteY92" fmla="*/ 190835 h 440942"/>
              <a:gd name="connsiteX93" fmla="*/ 110598 w 2253411"/>
              <a:gd name="connsiteY93" fmla="*/ 194943 h 440942"/>
              <a:gd name="connsiteX94" fmla="*/ 110602 w 2253411"/>
              <a:gd name="connsiteY94" fmla="*/ 194943 h 440942"/>
              <a:gd name="connsiteX95" fmla="*/ 184696 w 2253411"/>
              <a:gd name="connsiteY95" fmla="*/ 194943 h 440942"/>
              <a:gd name="connsiteX96" fmla="*/ 184696 w 2253411"/>
              <a:gd name="connsiteY96" fmla="*/ 302418 h 440942"/>
              <a:gd name="connsiteX97" fmla="*/ 120523 w 2253411"/>
              <a:gd name="connsiteY97" fmla="*/ 302418 h 440942"/>
              <a:gd name="connsiteX98" fmla="*/ 120523 w 2253411"/>
              <a:gd name="connsiteY98" fmla="*/ 253744 h 440942"/>
              <a:gd name="connsiteX99" fmla="*/ 116395 w 2253411"/>
              <a:gd name="connsiteY99" fmla="*/ 249636 h 440942"/>
              <a:gd name="connsiteX100" fmla="*/ 116386 w 2253411"/>
              <a:gd name="connsiteY100" fmla="*/ 249636 h 440942"/>
              <a:gd name="connsiteX101" fmla="*/ 62189 w 2253411"/>
              <a:gd name="connsiteY101" fmla="*/ 249636 h 440942"/>
              <a:gd name="connsiteX102" fmla="*/ 62189 w 2253411"/>
              <a:gd name="connsiteY102" fmla="*/ 210170 h 440942"/>
              <a:gd name="connsiteX103" fmla="*/ 58084 w 2253411"/>
              <a:gd name="connsiteY103" fmla="*/ 206047 h 440942"/>
              <a:gd name="connsiteX104" fmla="*/ 58081 w 2253411"/>
              <a:gd name="connsiteY104" fmla="*/ 206047 h 440942"/>
              <a:gd name="connsiteX105" fmla="*/ 53958 w 2253411"/>
              <a:gd name="connsiteY105" fmla="*/ 210170 h 440942"/>
              <a:gd name="connsiteX106" fmla="*/ 53958 w 2253411"/>
              <a:gd name="connsiteY106" fmla="*/ 253744 h 440942"/>
              <a:gd name="connsiteX107" fmla="*/ 58081 w 2253411"/>
              <a:gd name="connsiteY107" fmla="*/ 257867 h 440942"/>
              <a:gd name="connsiteX108" fmla="*/ 112277 w 2253411"/>
              <a:gd name="connsiteY108" fmla="*/ 257867 h 440942"/>
              <a:gd name="connsiteX109" fmla="*/ 112277 w 2253411"/>
              <a:gd name="connsiteY109" fmla="*/ 380182 h 440942"/>
              <a:gd name="connsiteX110" fmla="*/ 116382 w 2253411"/>
              <a:gd name="connsiteY110" fmla="*/ 384304 h 440942"/>
              <a:gd name="connsiteX111" fmla="*/ 116386 w 2253411"/>
              <a:gd name="connsiteY111" fmla="*/ 384304 h 440942"/>
              <a:gd name="connsiteX112" fmla="*/ 120523 w 2253411"/>
              <a:gd name="connsiteY112" fmla="*/ 380182 h 440942"/>
              <a:gd name="connsiteX113" fmla="*/ 120523 w 2253411"/>
              <a:gd name="connsiteY113" fmla="*/ 310649 h 440942"/>
              <a:gd name="connsiteX114" fmla="*/ 184696 w 2253411"/>
              <a:gd name="connsiteY114" fmla="*/ 310649 h 440942"/>
              <a:gd name="connsiteX115" fmla="*/ 184696 w 2253411"/>
              <a:gd name="connsiteY115" fmla="*/ 432537 h 440942"/>
              <a:gd name="connsiteX116" fmla="*/ 131736 w 2253411"/>
              <a:gd name="connsiteY116" fmla="*/ 432537 h 440942"/>
              <a:gd name="connsiteX117" fmla="*/ 127628 w 2253411"/>
              <a:gd name="connsiteY117" fmla="*/ 436615 h 440942"/>
              <a:gd name="connsiteX118" fmla="*/ 127628 w 2253411"/>
              <a:gd name="connsiteY118" fmla="*/ 436646 h 440942"/>
              <a:gd name="connsiteX119" fmla="*/ 131716 w 2253411"/>
              <a:gd name="connsiteY119" fmla="*/ 440768 h 440942"/>
              <a:gd name="connsiteX120" fmla="*/ 131736 w 2253411"/>
              <a:gd name="connsiteY120" fmla="*/ 440768 h 440942"/>
              <a:gd name="connsiteX121" fmla="*/ 245888 w 2253411"/>
              <a:gd name="connsiteY121" fmla="*/ 440768 h 440942"/>
              <a:gd name="connsiteX122" fmla="*/ 250011 w 2253411"/>
              <a:gd name="connsiteY122" fmla="*/ 436657 h 440942"/>
              <a:gd name="connsiteX123" fmla="*/ 250011 w 2253411"/>
              <a:gd name="connsiteY123" fmla="*/ 436646 h 440942"/>
              <a:gd name="connsiteX124" fmla="*/ 245909 w 2253411"/>
              <a:gd name="connsiteY124" fmla="*/ 432537 h 440942"/>
              <a:gd name="connsiteX125" fmla="*/ 245888 w 2253411"/>
              <a:gd name="connsiteY125" fmla="*/ 432537 h 440942"/>
              <a:gd name="connsiteX126" fmla="*/ 192929 w 2253411"/>
              <a:gd name="connsiteY126" fmla="*/ 432537 h 440942"/>
              <a:gd name="connsiteX127" fmla="*/ 192929 w 2253411"/>
              <a:gd name="connsiteY127" fmla="*/ 310649 h 440942"/>
              <a:gd name="connsiteX128" fmla="*/ 257116 w 2253411"/>
              <a:gd name="connsiteY128" fmla="*/ 310649 h 440942"/>
              <a:gd name="connsiteX129" fmla="*/ 257116 w 2253411"/>
              <a:gd name="connsiteY129" fmla="*/ 380182 h 440942"/>
              <a:gd name="connsiteX130" fmla="*/ 261250 w 2253411"/>
              <a:gd name="connsiteY130" fmla="*/ 384304 h 440942"/>
              <a:gd name="connsiteX131" fmla="*/ 265358 w 2253411"/>
              <a:gd name="connsiteY131" fmla="*/ 380182 h 440942"/>
              <a:gd name="connsiteX132" fmla="*/ 265358 w 2253411"/>
              <a:gd name="connsiteY132" fmla="*/ 257867 h 440942"/>
              <a:gd name="connsiteX133" fmla="*/ 319557 w 2253411"/>
              <a:gd name="connsiteY133" fmla="*/ 257867 h 440942"/>
              <a:gd name="connsiteX134" fmla="*/ 323665 w 2253411"/>
              <a:gd name="connsiteY134" fmla="*/ 253748 h 440942"/>
              <a:gd name="connsiteX135" fmla="*/ 323665 w 2253411"/>
              <a:gd name="connsiteY135" fmla="*/ 253744 h 440942"/>
              <a:gd name="connsiteX136" fmla="*/ 323665 w 2253411"/>
              <a:gd name="connsiteY136" fmla="*/ 210170 h 440942"/>
              <a:gd name="connsiteX137" fmla="*/ 319557 w 2253411"/>
              <a:gd name="connsiteY137" fmla="*/ 206047 h 440942"/>
              <a:gd name="connsiteX138" fmla="*/ 315434 w 2253411"/>
              <a:gd name="connsiteY138" fmla="*/ 210170 h 440942"/>
              <a:gd name="connsiteX139" fmla="*/ 315434 w 2253411"/>
              <a:gd name="connsiteY139" fmla="*/ 249636 h 440942"/>
              <a:gd name="connsiteX140" fmla="*/ 261250 w 2253411"/>
              <a:gd name="connsiteY140" fmla="*/ 249636 h 440942"/>
              <a:gd name="connsiteX141" fmla="*/ 257115 w 2253411"/>
              <a:gd name="connsiteY141" fmla="*/ 253733 h 440942"/>
              <a:gd name="connsiteX142" fmla="*/ 257115 w 2253411"/>
              <a:gd name="connsiteY142" fmla="*/ 253744 h 440942"/>
              <a:gd name="connsiteX143" fmla="*/ 257115 w 2253411"/>
              <a:gd name="connsiteY143" fmla="*/ 302416 h 440942"/>
              <a:gd name="connsiteX144" fmla="*/ 192927 w 2253411"/>
              <a:gd name="connsiteY144" fmla="*/ 302416 h 440942"/>
              <a:gd name="connsiteX145" fmla="*/ 192927 w 2253411"/>
              <a:gd name="connsiteY145" fmla="*/ 194943 h 440942"/>
              <a:gd name="connsiteX146" fmla="*/ 267036 w 2253411"/>
              <a:gd name="connsiteY146" fmla="*/ 194943 h 440942"/>
              <a:gd name="connsiteX147" fmla="*/ 271144 w 2253411"/>
              <a:gd name="connsiteY147" fmla="*/ 190849 h 440942"/>
              <a:gd name="connsiteX148" fmla="*/ 271144 w 2253411"/>
              <a:gd name="connsiteY148" fmla="*/ 190835 h 440942"/>
              <a:gd name="connsiteX149" fmla="*/ 351285 w 2253411"/>
              <a:gd name="connsiteY149" fmla="*/ 133931 h 440942"/>
              <a:gd name="connsiteX150" fmla="*/ 351285 w 2253411"/>
              <a:gd name="connsiteY150" fmla="*/ 45545 h 440942"/>
              <a:gd name="connsiteX151" fmla="*/ 347175 w 2253411"/>
              <a:gd name="connsiteY151" fmla="*/ 41422 h 440942"/>
              <a:gd name="connsiteX152" fmla="*/ 347164 w 2253411"/>
              <a:gd name="connsiteY152" fmla="*/ 41422 h 440942"/>
              <a:gd name="connsiteX153" fmla="*/ 283332 w 2253411"/>
              <a:gd name="connsiteY153" fmla="*/ 41422 h 440942"/>
              <a:gd name="connsiteX154" fmla="*/ 279224 w 2253411"/>
              <a:gd name="connsiteY154" fmla="*/ 45524 h 440942"/>
              <a:gd name="connsiteX155" fmla="*/ 279224 w 2253411"/>
              <a:gd name="connsiteY155" fmla="*/ 45545 h 440942"/>
              <a:gd name="connsiteX156" fmla="*/ 283332 w 2253411"/>
              <a:gd name="connsiteY156" fmla="*/ 49653 h 440942"/>
              <a:gd name="connsiteX157" fmla="*/ 343054 w 2253411"/>
              <a:gd name="connsiteY157" fmla="*/ 49653 h 440942"/>
              <a:gd name="connsiteX158" fmla="*/ 343054 w 2253411"/>
              <a:gd name="connsiteY158" fmla="*/ 129808 h 440942"/>
              <a:gd name="connsiteX159" fmla="*/ 297460 w 2253411"/>
              <a:gd name="connsiteY159" fmla="*/ 129808 h 440942"/>
              <a:gd name="connsiteX160" fmla="*/ 293338 w 2253411"/>
              <a:gd name="connsiteY160" fmla="*/ 133918 h 440942"/>
              <a:gd name="connsiteX161" fmla="*/ 293338 w 2253411"/>
              <a:gd name="connsiteY161" fmla="*/ 133931 h 440942"/>
              <a:gd name="connsiteX162" fmla="*/ 297460 w 2253411"/>
              <a:gd name="connsiteY162" fmla="*/ 138039 h 440942"/>
              <a:gd name="connsiteX163" fmla="*/ 347164 w 2253411"/>
              <a:gd name="connsiteY163" fmla="*/ 138039 h 440942"/>
              <a:gd name="connsiteX164" fmla="*/ 351285 w 2253411"/>
              <a:gd name="connsiteY164" fmla="*/ 133931 h 440942"/>
              <a:gd name="connsiteX165" fmla="*/ 377065 w 2253411"/>
              <a:gd name="connsiteY165" fmla="*/ 343972 h 440942"/>
              <a:gd name="connsiteX166" fmla="*/ 377065 w 2253411"/>
              <a:gd name="connsiteY166" fmla="*/ 177629 h 440942"/>
              <a:gd name="connsiteX167" fmla="*/ 372946 w 2253411"/>
              <a:gd name="connsiteY167" fmla="*/ 173521 h 440942"/>
              <a:gd name="connsiteX168" fmla="*/ 372943 w 2253411"/>
              <a:gd name="connsiteY168" fmla="*/ 173521 h 440942"/>
              <a:gd name="connsiteX169" fmla="*/ 368834 w 2253411"/>
              <a:gd name="connsiteY169" fmla="*/ 177617 h 440942"/>
              <a:gd name="connsiteX170" fmla="*/ 368834 w 2253411"/>
              <a:gd name="connsiteY170" fmla="*/ 177629 h 440942"/>
              <a:gd name="connsiteX171" fmla="*/ 368834 w 2253411"/>
              <a:gd name="connsiteY171" fmla="*/ 339836 h 440942"/>
              <a:gd name="connsiteX172" fmla="*/ 297460 w 2253411"/>
              <a:gd name="connsiteY172" fmla="*/ 339836 h 440942"/>
              <a:gd name="connsiteX173" fmla="*/ 293338 w 2253411"/>
              <a:gd name="connsiteY173" fmla="*/ 343970 h 440942"/>
              <a:gd name="connsiteX174" fmla="*/ 293338 w 2253411"/>
              <a:gd name="connsiteY174" fmla="*/ 343972 h 440942"/>
              <a:gd name="connsiteX175" fmla="*/ 297438 w 2253411"/>
              <a:gd name="connsiteY175" fmla="*/ 348080 h 440942"/>
              <a:gd name="connsiteX176" fmla="*/ 297460 w 2253411"/>
              <a:gd name="connsiteY176" fmla="*/ 348080 h 440942"/>
              <a:gd name="connsiteX177" fmla="*/ 372943 w 2253411"/>
              <a:gd name="connsiteY177" fmla="*/ 348080 h 440942"/>
              <a:gd name="connsiteX178" fmla="*/ 377065 w 2253411"/>
              <a:gd name="connsiteY178" fmla="*/ 343992 h 440942"/>
              <a:gd name="connsiteX179" fmla="*/ 377065 w 2253411"/>
              <a:gd name="connsiteY179" fmla="*/ 343972 h 440942"/>
              <a:gd name="connsiteX180" fmla="*/ 577721 w 2253411"/>
              <a:gd name="connsiteY180" fmla="*/ 299806 h 440942"/>
              <a:gd name="connsiteX181" fmla="*/ 609683 w 2253411"/>
              <a:gd name="connsiteY181" fmla="*/ 299806 h 440942"/>
              <a:gd name="connsiteX182" fmla="*/ 609683 w 2253411"/>
              <a:gd name="connsiteY182" fmla="*/ 196098 h 440942"/>
              <a:gd name="connsiteX183" fmla="*/ 551186 w 2253411"/>
              <a:gd name="connsiteY183" fmla="*/ 131498 h 440942"/>
              <a:gd name="connsiteX184" fmla="*/ 500878 w 2253411"/>
              <a:gd name="connsiteY184" fmla="*/ 159709 h 440942"/>
              <a:gd name="connsiteX185" fmla="*/ 500878 w 2253411"/>
              <a:gd name="connsiteY185" fmla="*/ 136254 h 440942"/>
              <a:gd name="connsiteX186" fmla="*/ 469601 w 2253411"/>
              <a:gd name="connsiteY186" fmla="*/ 136254 h 440942"/>
              <a:gd name="connsiteX187" fmla="*/ 469601 w 2253411"/>
              <a:gd name="connsiteY187" fmla="*/ 299806 h 440942"/>
              <a:gd name="connsiteX188" fmla="*/ 501565 w 2253411"/>
              <a:gd name="connsiteY188" fmla="*/ 299806 h 440942"/>
              <a:gd name="connsiteX189" fmla="*/ 501565 w 2253411"/>
              <a:gd name="connsiteY189" fmla="*/ 205278 h 440942"/>
              <a:gd name="connsiteX190" fmla="*/ 539629 w 2253411"/>
              <a:gd name="connsiteY190" fmla="*/ 160396 h 440942"/>
              <a:gd name="connsiteX191" fmla="*/ 577721 w 2253411"/>
              <a:gd name="connsiteY191" fmla="*/ 201540 h 440942"/>
              <a:gd name="connsiteX192" fmla="*/ 766751 w 2253411"/>
              <a:gd name="connsiteY192" fmla="*/ 201196 h 440942"/>
              <a:gd name="connsiteX193" fmla="*/ 677320 w 2253411"/>
              <a:gd name="connsiteY193" fmla="*/ 201196 h 440942"/>
              <a:gd name="connsiteX194" fmla="*/ 721870 w 2253411"/>
              <a:gd name="connsiteY194" fmla="*/ 159366 h 440942"/>
              <a:gd name="connsiteX195" fmla="*/ 766751 w 2253411"/>
              <a:gd name="connsiteY195" fmla="*/ 201196 h 440942"/>
              <a:gd name="connsiteX196" fmla="*/ 799388 w 2253411"/>
              <a:gd name="connsiteY196" fmla="*/ 227044 h 440942"/>
              <a:gd name="connsiteX197" fmla="*/ 800075 w 2253411"/>
              <a:gd name="connsiteY197" fmla="*/ 216835 h 440942"/>
              <a:gd name="connsiteX198" fmla="*/ 721527 w 2253411"/>
              <a:gd name="connsiteY198" fmla="*/ 131155 h 440942"/>
              <a:gd name="connsiteX199" fmla="*/ 643324 w 2253411"/>
              <a:gd name="connsiteY199" fmla="*/ 217522 h 440942"/>
              <a:gd name="connsiteX200" fmla="*/ 725608 w 2253411"/>
              <a:gd name="connsiteY200" fmla="*/ 304904 h 440942"/>
              <a:gd name="connsiteX201" fmla="*/ 799044 w 2253411"/>
              <a:gd name="connsiteY201" fmla="*/ 253221 h 440942"/>
              <a:gd name="connsiteX202" fmla="*/ 771519 w 2253411"/>
              <a:gd name="connsiteY202" fmla="*/ 243698 h 440942"/>
              <a:gd name="connsiteX203" fmla="*/ 725608 w 2253411"/>
              <a:gd name="connsiteY203" fmla="*/ 276679 h 440942"/>
              <a:gd name="connsiteX204" fmla="*/ 676304 w 2253411"/>
              <a:gd name="connsiteY204" fmla="*/ 227044 h 440942"/>
              <a:gd name="connsiteX205" fmla="*/ 945791 w 2253411"/>
              <a:gd name="connsiteY205" fmla="*/ 299820 h 440942"/>
              <a:gd name="connsiteX206" fmla="*/ 976394 w 2253411"/>
              <a:gd name="connsiteY206" fmla="*/ 299820 h 440942"/>
              <a:gd name="connsiteX207" fmla="*/ 974677 w 2253411"/>
              <a:gd name="connsiteY207" fmla="*/ 269547 h 440942"/>
              <a:gd name="connsiteX208" fmla="*/ 974677 w 2253411"/>
              <a:gd name="connsiteY208" fmla="*/ 136254 h 440942"/>
              <a:gd name="connsiteX209" fmla="*/ 942727 w 2253411"/>
              <a:gd name="connsiteY209" fmla="*/ 136254 h 440942"/>
              <a:gd name="connsiteX210" fmla="*/ 942727 w 2253411"/>
              <a:gd name="connsiteY210" fmla="*/ 234863 h 440942"/>
              <a:gd name="connsiteX211" fmla="*/ 903948 w 2253411"/>
              <a:gd name="connsiteY211" fmla="*/ 276679 h 440942"/>
              <a:gd name="connsiteX212" fmla="*/ 866901 w 2253411"/>
              <a:gd name="connsiteY212" fmla="*/ 234519 h 440942"/>
              <a:gd name="connsiteX213" fmla="*/ 866901 w 2253411"/>
              <a:gd name="connsiteY213" fmla="*/ 136254 h 440942"/>
              <a:gd name="connsiteX214" fmla="*/ 834924 w 2253411"/>
              <a:gd name="connsiteY214" fmla="*/ 136254 h 440942"/>
              <a:gd name="connsiteX215" fmla="*/ 834924 w 2253411"/>
              <a:gd name="connsiteY215" fmla="*/ 239287 h 440942"/>
              <a:gd name="connsiteX216" fmla="*/ 896143 w 2253411"/>
              <a:gd name="connsiteY216" fmla="*/ 304903 h 440942"/>
              <a:gd name="connsiteX217" fmla="*/ 944418 w 2253411"/>
              <a:gd name="connsiteY217" fmla="*/ 280086 h 440942"/>
              <a:gd name="connsiteX218" fmla="*/ 945791 w 2253411"/>
              <a:gd name="connsiteY218" fmla="*/ 299818 h 440942"/>
              <a:gd name="connsiteX219" fmla="*/ 1098324 w 2253411"/>
              <a:gd name="connsiteY219" fmla="*/ 167541 h 440942"/>
              <a:gd name="connsiteX220" fmla="*/ 1112271 w 2253411"/>
              <a:gd name="connsiteY220" fmla="*/ 168559 h 440942"/>
              <a:gd name="connsiteX221" fmla="*/ 1112271 w 2253411"/>
              <a:gd name="connsiteY221" fmla="*/ 134563 h 440942"/>
              <a:gd name="connsiteX222" fmla="*/ 1101731 w 2253411"/>
              <a:gd name="connsiteY222" fmla="*/ 133532 h 440942"/>
              <a:gd name="connsiteX223" fmla="*/ 1052771 w 2253411"/>
              <a:gd name="connsiteY223" fmla="*/ 164808 h 440942"/>
              <a:gd name="connsiteX224" fmla="*/ 1052771 w 2253411"/>
              <a:gd name="connsiteY224" fmla="*/ 136266 h 440942"/>
              <a:gd name="connsiteX225" fmla="*/ 1021481 w 2253411"/>
              <a:gd name="connsiteY225" fmla="*/ 136266 h 440942"/>
              <a:gd name="connsiteX226" fmla="*/ 1021481 w 2253411"/>
              <a:gd name="connsiteY226" fmla="*/ 299806 h 440942"/>
              <a:gd name="connsiteX227" fmla="*/ 1053443 w 2253411"/>
              <a:gd name="connsiteY227" fmla="*/ 299806 h 440942"/>
              <a:gd name="connsiteX228" fmla="*/ 1053443 w 2253411"/>
              <a:gd name="connsiteY228" fmla="*/ 217851 h 440942"/>
              <a:gd name="connsiteX229" fmla="*/ 1098324 w 2253411"/>
              <a:gd name="connsiteY229" fmla="*/ 167543 h 440942"/>
              <a:gd name="connsiteX230" fmla="*/ 1263512 w 2253411"/>
              <a:gd name="connsiteY230" fmla="*/ 217865 h 440942"/>
              <a:gd name="connsiteX231" fmla="*/ 1212518 w 2253411"/>
              <a:gd name="connsiteY231" fmla="*/ 276350 h 440942"/>
              <a:gd name="connsiteX232" fmla="*/ 1161507 w 2253411"/>
              <a:gd name="connsiteY232" fmla="*/ 217865 h 440942"/>
              <a:gd name="connsiteX233" fmla="*/ 1212518 w 2253411"/>
              <a:gd name="connsiteY233" fmla="*/ 159709 h 440942"/>
              <a:gd name="connsiteX234" fmla="*/ 1263512 w 2253411"/>
              <a:gd name="connsiteY234" fmla="*/ 217865 h 440942"/>
              <a:gd name="connsiteX235" fmla="*/ 1296163 w 2253411"/>
              <a:gd name="connsiteY235" fmla="*/ 217865 h 440942"/>
              <a:gd name="connsiteX236" fmla="*/ 1212518 w 2253411"/>
              <a:gd name="connsiteY236" fmla="*/ 131169 h 440942"/>
              <a:gd name="connsiteX237" fmla="*/ 1128871 w 2253411"/>
              <a:gd name="connsiteY237" fmla="*/ 217865 h 440942"/>
              <a:gd name="connsiteX238" fmla="*/ 1212518 w 2253411"/>
              <a:gd name="connsiteY238" fmla="*/ 304904 h 440942"/>
              <a:gd name="connsiteX239" fmla="*/ 1296163 w 2253411"/>
              <a:gd name="connsiteY239" fmla="*/ 217865 h 440942"/>
              <a:gd name="connsiteX240" fmla="*/ 1388657 w 2253411"/>
              <a:gd name="connsiteY240" fmla="*/ 301496 h 440942"/>
              <a:gd name="connsiteX241" fmla="*/ 1410425 w 2253411"/>
              <a:gd name="connsiteY241" fmla="*/ 298446 h 440942"/>
              <a:gd name="connsiteX242" fmla="*/ 1410425 w 2253411"/>
              <a:gd name="connsiteY242" fmla="*/ 271237 h 440942"/>
              <a:gd name="connsiteX243" fmla="*/ 1397836 w 2253411"/>
              <a:gd name="connsiteY243" fmla="*/ 272612 h 440942"/>
              <a:gd name="connsiteX244" fmla="*/ 1375054 w 2253411"/>
              <a:gd name="connsiteY244" fmla="*/ 250158 h 440942"/>
              <a:gd name="connsiteX245" fmla="*/ 1375054 w 2253411"/>
              <a:gd name="connsiteY245" fmla="*/ 165152 h 440942"/>
              <a:gd name="connsiteX246" fmla="*/ 1410423 w 2253411"/>
              <a:gd name="connsiteY246" fmla="*/ 165152 h 440942"/>
              <a:gd name="connsiteX247" fmla="*/ 1410423 w 2253411"/>
              <a:gd name="connsiteY247" fmla="*/ 136254 h 440942"/>
              <a:gd name="connsiteX248" fmla="*/ 1375054 w 2253411"/>
              <a:gd name="connsiteY248" fmla="*/ 136254 h 440942"/>
              <a:gd name="connsiteX249" fmla="*/ 1375054 w 2253411"/>
              <a:gd name="connsiteY249" fmla="*/ 84585 h 440942"/>
              <a:gd name="connsiteX250" fmla="*/ 1345825 w 2253411"/>
              <a:gd name="connsiteY250" fmla="*/ 84585 h 440942"/>
              <a:gd name="connsiteX251" fmla="*/ 1345825 w 2253411"/>
              <a:gd name="connsiteY251" fmla="*/ 111092 h 440942"/>
              <a:gd name="connsiteX252" fmla="*/ 1320665 w 2253411"/>
              <a:gd name="connsiteY252" fmla="*/ 136254 h 440942"/>
              <a:gd name="connsiteX253" fmla="*/ 1311814 w 2253411"/>
              <a:gd name="connsiteY253" fmla="*/ 136254 h 440942"/>
              <a:gd name="connsiteX254" fmla="*/ 1311814 w 2253411"/>
              <a:gd name="connsiteY254" fmla="*/ 165152 h 440942"/>
              <a:gd name="connsiteX255" fmla="*/ 1343105 w 2253411"/>
              <a:gd name="connsiteY255" fmla="*/ 165152 h 440942"/>
              <a:gd name="connsiteX256" fmla="*/ 1343105 w 2253411"/>
              <a:gd name="connsiteY256" fmla="*/ 254911 h 440942"/>
              <a:gd name="connsiteX257" fmla="*/ 1388657 w 2253411"/>
              <a:gd name="connsiteY257" fmla="*/ 301496 h 440942"/>
              <a:gd name="connsiteX258" fmla="*/ 1564344 w 2253411"/>
              <a:gd name="connsiteY258" fmla="*/ 217865 h 440942"/>
              <a:gd name="connsiteX259" fmla="*/ 1513349 w 2253411"/>
              <a:gd name="connsiteY259" fmla="*/ 276350 h 440942"/>
              <a:gd name="connsiteX260" fmla="*/ 1462340 w 2253411"/>
              <a:gd name="connsiteY260" fmla="*/ 217865 h 440942"/>
              <a:gd name="connsiteX261" fmla="*/ 1513349 w 2253411"/>
              <a:gd name="connsiteY261" fmla="*/ 159709 h 440942"/>
              <a:gd name="connsiteX262" fmla="*/ 1564344 w 2253411"/>
              <a:gd name="connsiteY262" fmla="*/ 217865 h 440942"/>
              <a:gd name="connsiteX263" fmla="*/ 1596994 w 2253411"/>
              <a:gd name="connsiteY263" fmla="*/ 217865 h 440942"/>
              <a:gd name="connsiteX264" fmla="*/ 1513349 w 2253411"/>
              <a:gd name="connsiteY264" fmla="*/ 131169 h 440942"/>
              <a:gd name="connsiteX265" fmla="*/ 1429704 w 2253411"/>
              <a:gd name="connsiteY265" fmla="*/ 217865 h 440942"/>
              <a:gd name="connsiteX266" fmla="*/ 1513349 w 2253411"/>
              <a:gd name="connsiteY266" fmla="*/ 304904 h 440942"/>
              <a:gd name="connsiteX267" fmla="*/ 1596994 w 2253411"/>
              <a:gd name="connsiteY267" fmla="*/ 217865 h 440942"/>
              <a:gd name="connsiteX268" fmla="*/ 1709456 w 2253411"/>
              <a:gd name="connsiteY268" fmla="*/ 167543 h 440942"/>
              <a:gd name="connsiteX269" fmla="*/ 1723392 w 2253411"/>
              <a:gd name="connsiteY269" fmla="*/ 168560 h 440942"/>
              <a:gd name="connsiteX270" fmla="*/ 1723392 w 2253411"/>
              <a:gd name="connsiteY270" fmla="*/ 134563 h 440942"/>
              <a:gd name="connsiteX271" fmla="*/ 1712851 w 2253411"/>
              <a:gd name="connsiteY271" fmla="*/ 133532 h 440942"/>
              <a:gd name="connsiteX272" fmla="*/ 1663890 w 2253411"/>
              <a:gd name="connsiteY272" fmla="*/ 164808 h 440942"/>
              <a:gd name="connsiteX273" fmla="*/ 1663890 w 2253411"/>
              <a:gd name="connsiteY273" fmla="*/ 136266 h 440942"/>
              <a:gd name="connsiteX274" fmla="*/ 1632614 w 2253411"/>
              <a:gd name="connsiteY274" fmla="*/ 136266 h 440942"/>
              <a:gd name="connsiteX275" fmla="*/ 1632614 w 2253411"/>
              <a:gd name="connsiteY275" fmla="*/ 299806 h 440942"/>
              <a:gd name="connsiteX276" fmla="*/ 1664564 w 2253411"/>
              <a:gd name="connsiteY276" fmla="*/ 299806 h 440942"/>
              <a:gd name="connsiteX277" fmla="*/ 1664564 w 2253411"/>
              <a:gd name="connsiteY277" fmla="*/ 217851 h 440942"/>
              <a:gd name="connsiteX278" fmla="*/ 1709456 w 2253411"/>
              <a:gd name="connsiteY278" fmla="*/ 167543 h 440942"/>
              <a:gd name="connsiteX279" fmla="*/ 1790286 w 2253411"/>
              <a:gd name="connsiteY279" fmla="*/ 74360 h 440942"/>
              <a:gd name="connsiteX280" fmla="*/ 1767488 w 2253411"/>
              <a:gd name="connsiteY280" fmla="*/ 51248 h 440942"/>
              <a:gd name="connsiteX281" fmla="*/ 1744374 w 2253411"/>
              <a:gd name="connsiteY281" fmla="*/ 74045 h 440942"/>
              <a:gd name="connsiteX282" fmla="*/ 1767159 w 2253411"/>
              <a:gd name="connsiteY282" fmla="*/ 97158 h 440942"/>
              <a:gd name="connsiteX283" fmla="*/ 1790286 w 2253411"/>
              <a:gd name="connsiteY283" fmla="*/ 74401 h 440942"/>
              <a:gd name="connsiteX284" fmla="*/ 1790286 w 2253411"/>
              <a:gd name="connsiteY284" fmla="*/ 74362 h 440942"/>
              <a:gd name="connsiteX285" fmla="*/ 1937899 w 2253411"/>
              <a:gd name="connsiteY285" fmla="*/ 299820 h 440942"/>
              <a:gd name="connsiteX286" fmla="*/ 1968489 w 2253411"/>
              <a:gd name="connsiteY286" fmla="*/ 299820 h 440942"/>
              <a:gd name="connsiteX287" fmla="*/ 1966785 w 2253411"/>
              <a:gd name="connsiteY287" fmla="*/ 269547 h 440942"/>
              <a:gd name="connsiteX288" fmla="*/ 1966785 w 2253411"/>
              <a:gd name="connsiteY288" fmla="*/ 136254 h 440942"/>
              <a:gd name="connsiteX289" fmla="*/ 1934821 w 2253411"/>
              <a:gd name="connsiteY289" fmla="*/ 136254 h 440942"/>
              <a:gd name="connsiteX290" fmla="*/ 1934821 w 2253411"/>
              <a:gd name="connsiteY290" fmla="*/ 234863 h 440942"/>
              <a:gd name="connsiteX291" fmla="*/ 1896069 w 2253411"/>
              <a:gd name="connsiteY291" fmla="*/ 276679 h 440942"/>
              <a:gd name="connsiteX292" fmla="*/ 1859008 w 2253411"/>
              <a:gd name="connsiteY292" fmla="*/ 234519 h 440942"/>
              <a:gd name="connsiteX293" fmla="*/ 1859008 w 2253411"/>
              <a:gd name="connsiteY293" fmla="*/ 136254 h 440942"/>
              <a:gd name="connsiteX294" fmla="*/ 1827032 w 2253411"/>
              <a:gd name="connsiteY294" fmla="*/ 136254 h 440942"/>
              <a:gd name="connsiteX295" fmla="*/ 1827032 w 2253411"/>
              <a:gd name="connsiteY295" fmla="*/ 239287 h 440942"/>
              <a:gd name="connsiteX296" fmla="*/ 1888249 w 2253411"/>
              <a:gd name="connsiteY296" fmla="*/ 304903 h 440942"/>
              <a:gd name="connsiteX297" fmla="*/ 1936524 w 2253411"/>
              <a:gd name="connsiteY297" fmla="*/ 280086 h 440942"/>
              <a:gd name="connsiteX298" fmla="*/ 1937899 w 2253411"/>
              <a:gd name="connsiteY298" fmla="*/ 299818 h 440942"/>
              <a:gd name="connsiteX299" fmla="*/ 2253984 w 2253411"/>
              <a:gd name="connsiteY299" fmla="*/ 299806 h 440942"/>
              <a:gd name="connsiteX300" fmla="*/ 2253984 w 2253411"/>
              <a:gd name="connsiteY300" fmla="*/ 193721 h 440942"/>
              <a:gd name="connsiteX301" fmla="*/ 2197547 w 2253411"/>
              <a:gd name="connsiteY301" fmla="*/ 131498 h 440942"/>
              <a:gd name="connsiteX302" fmla="*/ 2142800 w 2253411"/>
              <a:gd name="connsiteY302" fmla="*/ 162431 h 440942"/>
              <a:gd name="connsiteX303" fmla="*/ 2093839 w 2253411"/>
              <a:gd name="connsiteY303" fmla="*/ 131498 h 440942"/>
              <a:gd name="connsiteX304" fmla="*/ 2044204 w 2253411"/>
              <a:gd name="connsiteY304" fmla="*/ 158005 h 440942"/>
              <a:gd name="connsiteX305" fmla="*/ 2044204 w 2253411"/>
              <a:gd name="connsiteY305" fmla="*/ 136254 h 440942"/>
              <a:gd name="connsiteX306" fmla="*/ 2013588 w 2253411"/>
              <a:gd name="connsiteY306" fmla="*/ 136254 h 440942"/>
              <a:gd name="connsiteX307" fmla="*/ 2013588 w 2253411"/>
              <a:gd name="connsiteY307" fmla="*/ 299806 h 440942"/>
              <a:gd name="connsiteX308" fmla="*/ 2045221 w 2253411"/>
              <a:gd name="connsiteY308" fmla="*/ 299806 h 440942"/>
              <a:gd name="connsiteX309" fmla="*/ 2045221 w 2253411"/>
              <a:gd name="connsiteY309" fmla="*/ 201209 h 440942"/>
              <a:gd name="connsiteX310" fmla="*/ 2083299 w 2253411"/>
              <a:gd name="connsiteY310" fmla="*/ 159709 h 440942"/>
              <a:gd name="connsiteX311" fmla="*/ 2117971 w 2253411"/>
              <a:gd name="connsiteY311" fmla="*/ 197115 h 440942"/>
              <a:gd name="connsiteX312" fmla="*/ 2117971 w 2253411"/>
              <a:gd name="connsiteY312" fmla="*/ 299807 h 440942"/>
              <a:gd name="connsiteX313" fmla="*/ 2149932 w 2253411"/>
              <a:gd name="connsiteY313" fmla="*/ 299807 h 440942"/>
              <a:gd name="connsiteX314" fmla="*/ 2149932 w 2253411"/>
              <a:gd name="connsiteY314" fmla="*/ 200867 h 440942"/>
              <a:gd name="connsiteX315" fmla="*/ 2187682 w 2253411"/>
              <a:gd name="connsiteY315" fmla="*/ 159711 h 440942"/>
              <a:gd name="connsiteX316" fmla="*/ 2222364 w 2253411"/>
              <a:gd name="connsiteY316" fmla="*/ 197115 h 440942"/>
              <a:gd name="connsiteX317" fmla="*/ 2222364 w 2253411"/>
              <a:gd name="connsiteY317" fmla="*/ 299807 h 440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Lst>
            <a:rect l="l" t="t" r="r" b="b"/>
            <a:pathLst>
              <a:path w="2253411" h="440942">
                <a:moveTo>
                  <a:pt x="1783139" y="136254"/>
                </a:moveTo>
                <a:lnTo>
                  <a:pt x="1751520" y="136254"/>
                </a:lnTo>
                <a:lnTo>
                  <a:pt x="1751520" y="299806"/>
                </a:lnTo>
                <a:lnTo>
                  <a:pt x="1783139" y="299806"/>
                </a:lnTo>
                <a:close/>
                <a:moveTo>
                  <a:pt x="293338" y="409024"/>
                </a:moveTo>
                <a:cubicBezTo>
                  <a:pt x="293335" y="411298"/>
                  <a:pt x="295174" y="413144"/>
                  <a:pt x="297448" y="413147"/>
                </a:cubicBezTo>
                <a:cubicBezTo>
                  <a:pt x="297452" y="413147"/>
                  <a:pt x="297456" y="413147"/>
                  <a:pt x="297460" y="413147"/>
                </a:cubicBezTo>
                <a:lnTo>
                  <a:pt x="333669" y="413147"/>
                </a:lnTo>
                <a:cubicBezTo>
                  <a:pt x="335936" y="413150"/>
                  <a:pt x="337776" y="411314"/>
                  <a:pt x="337779" y="409047"/>
                </a:cubicBezTo>
                <a:cubicBezTo>
                  <a:pt x="337779" y="409039"/>
                  <a:pt x="337779" y="409032"/>
                  <a:pt x="337777" y="409024"/>
                </a:cubicBezTo>
                <a:cubicBezTo>
                  <a:pt x="337782" y="406760"/>
                  <a:pt x="335949" y="404921"/>
                  <a:pt x="333683" y="404916"/>
                </a:cubicBezTo>
                <a:cubicBezTo>
                  <a:pt x="333678" y="404916"/>
                  <a:pt x="333674" y="404916"/>
                  <a:pt x="333669" y="404916"/>
                </a:cubicBezTo>
                <a:lnTo>
                  <a:pt x="297460" y="404916"/>
                </a:lnTo>
                <a:cubicBezTo>
                  <a:pt x="295188" y="404911"/>
                  <a:pt x="293342" y="406749"/>
                  <a:pt x="293338" y="409021"/>
                </a:cubicBezTo>
                <a:cubicBezTo>
                  <a:pt x="293338" y="409023"/>
                  <a:pt x="293338" y="409024"/>
                  <a:pt x="293338" y="409024"/>
                </a:cubicBezTo>
                <a:moveTo>
                  <a:pt x="39859" y="409024"/>
                </a:moveTo>
                <a:cubicBezTo>
                  <a:pt x="39849" y="411291"/>
                  <a:pt x="41679" y="413137"/>
                  <a:pt x="43946" y="413147"/>
                </a:cubicBezTo>
                <a:cubicBezTo>
                  <a:pt x="43953" y="413147"/>
                  <a:pt x="43959" y="413147"/>
                  <a:pt x="43967" y="413147"/>
                </a:cubicBezTo>
                <a:lnTo>
                  <a:pt x="80176" y="413147"/>
                </a:lnTo>
                <a:cubicBezTo>
                  <a:pt x="82449" y="413150"/>
                  <a:pt x="84295" y="411311"/>
                  <a:pt x="84298" y="409037"/>
                </a:cubicBezTo>
                <a:cubicBezTo>
                  <a:pt x="84298" y="409032"/>
                  <a:pt x="84298" y="409029"/>
                  <a:pt x="84298" y="409024"/>
                </a:cubicBezTo>
                <a:cubicBezTo>
                  <a:pt x="84295" y="406752"/>
                  <a:pt x="82451" y="404913"/>
                  <a:pt x="80179" y="404916"/>
                </a:cubicBezTo>
                <a:cubicBezTo>
                  <a:pt x="80177" y="404916"/>
                  <a:pt x="80177" y="404916"/>
                  <a:pt x="80176" y="404916"/>
                </a:cubicBezTo>
                <a:lnTo>
                  <a:pt x="43967" y="404916"/>
                </a:lnTo>
                <a:cubicBezTo>
                  <a:pt x="41701" y="404913"/>
                  <a:pt x="39862" y="406746"/>
                  <a:pt x="39859" y="409012"/>
                </a:cubicBezTo>
                <a:cubicBezTo>
                  <a:pt x="39859" y="409016"/>
                  <a:pt x="39859" y="409021"/>
                  <a:pt x="39859" y="409024"/>
                </a:cubicBezTo>
                <a:moveTo>
                  <a:pt x="80177" y="339849"/>
                </a:moveTo>
                <a:lnTo>
                  <a:pt x="8803" y="339849"/>
                </a:lnTo>
                <a:lnTo>
                  <a:pt x="8803" y="177644"/>
                </a:lnTo>
                <a:cubicBezTo>
                  <a:pt x="8801" y="175367"/>
                  <a:pt x="6955" y="173523"/>
                  <a:pt x="4680" y="173521"/>
                </a:cubicBezTo>
                <a:cubicBezTo>
                  <a:pt x="2408" y="173523"/>
                  <a:pt x="569" y="175367"/>
                  <a:pt x="572" y="177639"/>
                </a:cubicBezTo>
                <a:cubicBezTo>
                  <a:pt x="572" y="177640"/>
                  <a:pt x="572" y="177642"/>
                  <a:pt x="572" y="177644"/>
                </a:cubicBezTo>
                <a:lnTo>
                  <a:pt x="572" y="343959"/>
                </a:lnTo>
                <a:cubicBezTo>
                  <a:pt x="567" y="346229"/>
                  <a:pt x="2404" y="348075"/>
                  <a:pt x="4676" y="348080"/>
                </a:cubicBezTo>
                <a:cubicBezTo>
                  <a:pt x="4677" y="348080"/>
                  <a:pt x="4679" y="348080"/>
                  <a:pt x="4680" y="348080"/>
                </a:cubicBezTo>
                <a:lnTo>
                  <a:pt x="80176" y="348080"/>
                </a:lnTo>
                <a:cubicBezTo>
                  <a:pt x="82449" y="348083"/>
                  <a:pt x="84295" y="346244"/>
                  <a:pt x="84298" y="343970"/>
                </a:cubicBezTo>
                <a:cubicBezTo>
                  <a:pt x="84298" y="343965"/>
                  <a:pt x="84298" y="343962"/>
                  <a:pt x="84298" y="343959"/>
                </a:cubicBezTo>
                <a:cubicBezTo>
                  <a:pt x="84290" y="341687"/>
                  <a:pt x="82447" y="339849"/>
                  <a:pt x="80176" y="339849"/>
                </a:cubicBezTo>
                <a:moveTo>
                  <a:pt x="98412" y="45530"/>
                </a:moveTo>
                <a:cubicBezTo>
                  <a:pt x="98409" y="43258"/>
                  <a:pt x="96564" y="41419"/>
                  <a:pt x="94292" y="41422"/>
                </a:cubicBezTo>
                <a:cubicBezTo>
                  <a:pt x="94291" y="41422"/>
                  <a:pt x="94291" y="41422"/>
                  <a:pt x="94289" y="41422"/>
                </a:cubicBezTo>
                <a:lnTo>
                  <a:pt x="30459" y="41422"/>
                </a:lnTo>
                <a:cubicBezTo>
                  <a:pt x="28193" y="41419"/>
                  <a:pt x="26354" y="43252"/>
                  <a:pt x="26351" y="45518"/>
                </a:cubicBezTo>
                <a:cubicBezTo>
                  <a:pt x="26351" y="45521"/>
                  <a:pt x="26351" y="45526"/>
                  <a:pt x="26351" y="45530"/>
                </a:cubicBezTo>
                <a:lnTo>
                  <a:pt x="26351" y="133916"/>
                </a:lnTo>
                <a:cubicBezTo>
                  <a:pt x="26346" y="136188"/>
                  <a:pt x="28184" y="138034"/>
                  <a:pt x="30456" y="138039"/>
                </a:cubicBezTo>
                <a:cubicBezTo>
                  <a:pt x="30458" y="138039"/>
                  <a:pt x="30458" y="138039"/>
                  <a:pt x="30459" y="138039"/>
                </a:cubicBezTo>
                <a:lnTo>
                  <a:pt x="80191" y="138039"/>
                </a:lnTo>
                <a:cubicBezTo>
                  <a:pt x="82460" y="138026"/>
                  <a:pt x="84295" y="136187"/>
                  <a:pt x="84300" y="133916"/>
                </a:cubicBezTo>
                <a:cubicBezTo>
                  <a:pt x="84293" y="131651"/>
                  <a:pt x="82459" y="129814"/>
                  <a:pt x="80191" y="129808"/>
                </a:cubicBezTo>
                <a:lnTo>
                  <a:pt x="34582" y="129808"/>
                </a:lnTo>
                <a:lnTo>
                  <a:pt x="34582" y="49653"/>
                </a:lnTo>
                <a:lnTo>
                  <a:pt x="94291" y="49653"/>
                </a:lnTo>
                <a:cubicBezTo>
                  <a:pt x="96564" y="49656"/>
                  <a:pt x="98410" y="47813"/>
                  <a:pt x="98413" y="45540"/>
                </a:cubicBezTo>
                <a:cubicBezTo>
                  <a:pt x="98413" y="45537"/>
                  <a:pt x="98413" y="45534"/>
                  <a:pt x="98413" y="45530"/>
                </a:cubicBezTo>
                <a:moveTo>
                  <a:pt x="271146" y="190835"/>
                </a:moveTo>
                <a:lnTo>
                  <a:pt x="271146" y="150874"/>
                </a:lnTo>
                <a:cubicBezTo>
                  <a:pt x="271151" y="148602"/>
                  <a:pt x="269311" y="146756"/>
                  <a:pt x="267039" y="146752"/>
                </a:cubicBezTo>
                <a:cubicBezTo>
                  <a:pt x="267039" y="146752"/>
                  <a:pt x="267037" y="146752"/>
                  <a:pt x="267037" y="146752"/>
                </a:cubicBezTo>
                <a:cubicBezTo>
                  <a:pt x="264756" y="146747"/>
                  <a:pt x="262904" y="148593"/>
                  <a:pt x="262900" y="150873"/>
                </a:cubicBezTo>
                <a:cubicBezTo>
                  <a:pt x="262900" y="150873"/>
                  <a:pt x="262900" y="150874"/>
                  <a:pt x="262900" y="150874"/>
                </a:cubicBezTo>
                <a:lnTo>
                  <a:pt x="262900" y="186698"/>
                </a:lnTo>
                <a:lnTo>
                  <a:pt x="192929" y="186698"/>
                </a:lnTo>
                <a:lnTo>
                  <a:pt x="192929" y="93846"/>
                </a:lnTo>
                <a:lnTo>
                  <a:pt x="234730" y="93846"/>
                </a:lnTo>
                <a:cubicBezTo>
                  <a:pt x="236999" y="93841"/>
                  <a:pt x="238840" y="92007"/>
                  <a:pt x="238853" y="89738"/>
                </a:cubicBezTo>
                <a:cubicBezTo>
                  <a:pt x="238852" y="87459"/>
                  <a:pt x="237009" y="85610"/>
                  <a:pt x="234730" y="85602"/>
                </a:cubicBezTo>
                <a:lnTo>
                  <a:pt x="192929" y="85602"/>
                </a:lnTo>
                <a:lnTo>
                  <a:pt x="192929" y="8058"/>
                </a:lnTo>
                <a:lnTo>
                  <a:pt x="256951" y="8058"/>
                </a:lnTo>
                <a:cubicBezTo>
                  <a:pt x="259225" y="8061"/>
                  <a:pt x="261071" y="6220"/>
                  <a:pt x="261072" y="3946"/>
                </a:cubicBezTo>
                <a:cubicBezTo>
                  <a:pt x="261072" y="3943"/>
                  <a:pt x="261072" y="3938"/>
                  <a:pt x="261072" y="3935"/>
                </a:cubicBezTo>
                <a:cubicBezTo>
                  <a:pt x="261071" y="1663"/>
                  <a:pt x="259226" y="-176"/>
                  <a:pt x="256954" y="-175"/>
                </a:cubicBezTo>
                <a:cubicBezTo>
                  <a:pt x="256953" y="-175"/>
                  <a:pt x="256951" y="-175"/>
                  <a:pt x="256951" y="-175"/>
                </a:cubicBezTo>
                <a:lnTo>
                  <a:pt x="120686" y="-175"/>
                </a:lnTo>
                <a:cubicBezTo>
                  <a:pt x="118418" y="-173"/>
                  <a:pt x="116580" y="1666"/>
                  <a:pt x="116578" y="3935"/>
                </a:cubicBezTo>
                <a:cubicBezTo>
                  <a:pt x="116573" y="6207"/>
                  <a:pt x="118411" y="8053"/>
                  <a:pt x="120685" y="8058"/>
                </a:cubicBezTo>
                <a:cubicBezTo>
                  <a:pt x="120685" y="8058"/>
                  <a:pt x="120686" y="8058"/>
                  <a:pt x="120686" y="8058"/>
                </a:cubicBezTo>
                <a:lnTo>
                  <a:pt x="184696" y="8058"/>
                </a:lnTo>
                <a:lnTo>
                  <a:pt x="184696" y="85629"/>
                </a:lnTo>
                <a:lnTo>
                  <a:pt x="141436" y="85629"/>
                </a:lnTo>
                <a:cubicBezTo>
                  <a:pt x="139161" y="85631"/>
                  <a:pt x="137317" y="87475"/>
                  <a:pt x="137315" y="89752"/>
                </a:cubicBezTo>
                <a:cubicBezTo>
                  <a:pt x="137318" y="92024"/>
                  <a:pt x="139163" y="93864"/>
                  <a:pt x="141435" y="93860"/>
                </a:cubicBezTo>
                <a:cubicBezTo>
                  <a:pt x="141435" y="93860"/>
                  <a:pt x="141436" y="93860"/>
                  <a:pt x="141436" y="93860"/>
                </a:cubicBezTo>
                <a:lnTo>
                  <a:pt x="184696" y="93860"/>
                </a:lnTo>
                <a:lnTo>
                  <a:pt x="184696" y="186698"/>
                </a:lnTo>
                <a:lnTo>
                  <a:pt x="114724" y="186698"/>
                </a:lnTo>
                <a:lnTo>
                  <a:pt x="114724" y="150874"/>
                </a:lnTo>
                <a:cubicBezTo>
                  <a:pt x="114727" y="148601"/>
                  <a:pt x="112885" y="146755"/>
                  <a:pt x="110611" y="146752"/>
                </a:cubicBezTo>
                <a:cubicBezTo>
                  <a:pt x="110608" y="146752"/>
                  <a:pt x="110605" y="146752"/>
                  <a:pt x="110602" y="146752"/>
                </a:cubicBezTo>
                <a:cubicBezTo>
                  <a:pt x="108325" y="146753"/>
                  <a:pt x="106481" y="148598"/>
                  <a:pt x="106479" y="150874"/>
                </a:cubicBezTo>
                <a:lnTo>
                  <a:pt x="106479" y="190835"/>
                </a:lnTo>
                <a:cubicBezTo>
                  <a:pt x="106482" y="193107"/>
                  <a:pt x="108326" y="194947"/>
                  <a:pt x="110598" y="194943"/>
                </a:cubicBezTo>
                <a:cubicBezTo>
                  <a:pt x="110598" y="194943"/>
                  <a:pt x="110600" y="194943"/>
                  <a:pt x="110602" y="194943"/>
                </a:cubicBezTo>
                <a:lnTo>
                  <a:pt x="184696" y="194943"/>
                </a:lnTo>
                <a:lnTo>
                  <a:pt x="184696" y="302418"/>
                </a:lnTo>
                <a:lnTo>
                  <a:pt x="120523" y="302418"/>
                </a:lnTo>
                <a:lnTo>
                  <a:pt x="120523" y="253744"/>
                </a:lnTo>
                <a:cubicBezTo>
                  <a:pt x="120518" y="251469"/>
                  <a:pt x="118670" y="249630"/>
                  <a:pt x="116395" y="249636"/>
                </a:cubicBezTo>
                <a:cubicBezTo>
                  <a:pt x="116392" y="249636"/>
                  <a:pt x="116389" y="249636"/>
                  <a:pt x="116386" y="249636"/>
                </a:cubicBezTo>
                <a:lnTo>
                  <a:pt x="62189" y="249636"/>
                </a:lnTo>
                <a:lnTo>
                  <a:pt x="62189" y="210170"/>
                </a:lnTo>
                <a:cubicBezTo>
                  <a:pt x="62194" y="207898"/>
                  <a:pt x="60356" y="206052"/>
                  <a:pt x="58084" y="206047"/>
                </a:cubicBezTo>
                <a:cubicBezTo>
                  <a:pt x="58082" y="206047"/>
                  <a:pt x="58082" y="206047"/>
                  <a:pt x="58081" y="206047"/>
                </a:cubicBezTo>
                <a:cubicBezTo>
                  <a:pt x="55805" y="206054"/>
                  <a:pt x="53964" y="207895"/>
                  <a:pt x="53958" y="210170"/>
                </a:cubicBezTo>
                <a:lnTo>
                  <a:pt x="53958" y="253744"/>
                </a:lnTo>
                <a:cubicBezTo>
                  <a:pt x="53960" y="256020"/>
                  <a:pt x="55804" y="257866"/>
                  <a:pt x="58081" y="257867"/>
                </a:cubicBezTo>
                <a:lnTo>
                  <a:pt x="112277" y="257867"/>
                </a:lnTo>
                <a:lnTo>
                  <a:pt x="112277" y="380182"/>
                </a:lnTo>
                <a:cubicBezTo>
                  <a:pt x="112273" y="382454"/>
                  <a:pt x="114110" y="384300"/>
                  <a:pt x="116382" y="384304"/>
                </a:cubicBezTo>
                <a:cubicBezTo>
                  <a:pt x="116384" y="384304"/>
                  <a:pt x="116386" y="384304"/>
                  <a:pt x="116386" y="384304"/>
                </a:cubicBezTo>
                <a:cubicBezTo>
                  <a:pt x="118666" y="384303"/>
                  <a:pt x="120515" y="382460"/>
                  <a:pt x="120523" y="380182"/>
                </a:cubicBezTo>
                <a:lnTo>
                  <a:pt x="120523" y="310649"/>
                </a:lnTo>
                <a:lnTo>
                  <a:pt x="184696" y="310649"/>
                </a:lnTo>
                <a:lnTo>
                  <a:pt x="184696" y="432537"/>
                </a:lnTo>
                <a:lnTo>
                  <a:pt x="131736" y="432537"/>
                </a:lnTo>
                <a:cubicBezTo>
                  <a:pt x="129475" y="432528"/>
                  <a:pt x="127636" y="434355"/>
                  <a:pt x="127628" y="436615"/>
                </a:cubicBezTo>
                <a:cubicBezTo>
                  <a:pt x="127628" y="436625"/>
                  <a:pt x="127628" y="436635"/>
                  <a:pt x="127628" y="436646"/>
                </a:cubicBezTo>
                <a:cubicBezTo>
                  <a:pt x="127618" y="438913"/>
                  <a:pt x="129448" y="440759"/>
                  <a:pt x="131716" y="440768"/>
                </a:cubicBezTo>
                <a:cubicBezTo>
                  <a:pt x="131722" y="440768"/>
                  <a:pt x="131730" y="440768"/>
                  <a:pt x="131736" y="440768"/>
                </a:cubicBezTo>
                <a:lnTo>
                  <a:pt x="245888" y="440768"/>
                </a:lnTo>
                <a:cubicBezTo>
                  <a:pt x="248162" y="440771"/>
                  <a:pt x="250008" y="438930"/>
                  <a:pt x="250011" y="436657"/>
                </a:cubicBezTo>
                <a:cubicBezTo>
                  <a:pt x="250011" y="436654"/>
                  <a:pt x="250011" y="436649"/>
                  <a:pt x="250011" y="436646"/>
                </a:cubicBezTo>
                <a:cubicBezTo>
                  <a:pt x="250013" y="434378"/>
                  <a:pt x="248176" y="432539"/>
                  <a:pt x="245909" y="432537"/>
                </a:cubicBezTo>
                <a:cubicBezTo>
                  <a:pt x="245903" y="432537"/>
                  <a:pt x="245895" y="432537"/>
                  <a:pt x="245888" y="432537"/>
                </a:cubicBezTo>
                <a:lnTo>
                  <a:pt x="192929" y="432537"/>
                </a:lnTo>
                <a:lnTo>
                  <a:pt x="192929" y="310649"/>
                </a:lnTo>
                <a:lnTo>
                  <a:pt x="257116" y="310649"/>
                </a:lnTo>
                <a:lnTo>
                  <a:pt x="257116" y="380182"/>
                </a:lnTo>
                <a:cubicBezTo>
                  <a:pt x="257124" y="382460"/>
                  <a:pt x="258972" y="384303"/>
                  <a:pt x="261250" y="384304"/>
                </a:cubicBezTo>
                <a:cubicBezTo>
                  <a:pt x="263522" y="384296"/>
                  <a:pt x="265358" y="382454"/>
                  <a:pt x="265358" y="380182"/>
                </a:cubicBezTo>
                <a:lnTo>
                  <a:pt x="265358" y="257867"/>
                </a:lnTo>
                <a:lnTo>
                  <a:pt x="319557" y="257867"/>
                </a:lnTo>
                <a:cubicBezTo>
                  <a:pt x="321829" y="257864"/>
                  <a:pt x="323668" y="256020"/>
                  <a:pt x="323665" y="253748"/>
                </a:cubicBezTo>
                <a:cubicBezTo>
                  <a:pt x="323665" y="253746"/>
                  <a:pt x="323665" y="253744"/>
                  <a:pt x="323665" y="253744"/>
                </a:cubicBezTo>
                <a:lnTo>
                  <a:pt x="323665" y="210170"/>
                </a:lnTo>
                <a:cubicBezTo>
                  <a:pt x="323665" y="207898"/>
                  <a:pt x="321827" y="206055"/>
                  <a:pt x="319557" y="206047"/>
                </a:cubicBezTo>
                <a:cubicBezTo>
                  <a:pt x="317280" y="206049"/>
                  <a:pt x="315436" y="207893"/>
                  <a:pt x="315434" y="210170"/>
                </a:cubicBezTo>
                <a:lnTo>
                  <a:pt x="315434" y="249636"/>
                </a:lnTo>
                <a:lnTo>
                  <a:pt x="261250" y="249636"/>
                </a:lnTo>
                <a:cubicBezTo>
                  <a:pt x="258977" y="249625"/>
                  <a:pt x="257124" y="251460"/>
                  <a:pt x="257115" y="253733"/>
                </a:cubicBezTo>
                <a:cubicBezTo>
                  <a:pt x="257115" y="253737"/>
                  <a:pt x="257115" y="253741"/>
                  <a:pt x="257115" y="253744"/>
                </a:cubicBezTo>
                <a:lnTo>
                  <a:pt x="257115" y="302416"/>
                </a:lnTo>
                <a:lnTo>
                  <a:pt x="192927" y="302416"/>
                </a:lnTo>
                <a:lnTo>
                  <a:pt x="192927" y="194943"/>
                </a:lnTo>
                <a:lnTo>
                  <a:pt x="267036" y="194943"/>
                </a:lnTo>
                <a:cubicBezTo>
                  <a:pt x="269301" y="194948"/>
                  <a:pt x="271141" y="193113"/>
                  <a:pt x="271144" y="190849"/>
                </a:cubicBezTo>
                <a:cubicBezTo>
                  <a:pt x="271144" y="190845"/>
                  <a:pt x="271144" y="190840"/>
                  <a:pt x="271144" y="190835"/>
                </a:cubicBezTo>
                <a:moveTo>
                  <a:pt x="351285" y="133931"/>
                </a:moveTo>
                <a:lnTo>
                  <a:pt x="351285" y="45545"/>
                </a:lnTo>
                <a:cubicBezTo>
                  <a:pt x="351288" y="43271"/>
                  <a:pt x="349449" y="41425"/>
                  <a:pt x="347175" y="41422"/>
                </a:cubicBezTo>
                <a:cubicBezTo>
                  <a:pt x="347170" y="41422"/>
                  <a:pt x="347167" y="41422"/>
                  <a:pt x="347164" y="41422"/>
                </a:cubicBezTo>
                <a:lnTo>
                  <a:pt x="283332" y="41422"/>
                </a:lnTo>
                <a:cubicBezTo>
                  <a:pt x="281065" y="41420"/>
                  <a:pt x="279226" y="43257"/>
                  <a:pt x="279224" y="45524"/>
                </a:cubicBezTo>
                <a:cubicBezTo>
                  <a:pt x="279224" y="45530"/>
                  <a:pt x="279224" y="45538"/>
                  <a:pt x="279224" y="45545"/>
                </a:cubicBezTo>
                <a:cubicBezTo>
                  <a:pt x="279226" y="47813"/>
                  <a:pt x="281065" y="49651"/>
                  <a:pt x="283332" y="49653"/>
                </a:cubicBezTo>
                <a:lnTo>
                  <a:pt x="343054" y="49653"/>
                </a:lnTo>
                <a:lnTo>
                  <a:pt x="343054" y="129808"/>
                </a:lnTo>
                <a:lnTo>
                  <a:pt x="297460" y="129808"/>
                </a:lnTo>
                <a:cubicBezTo>
                  <a:pt x="295187" y="129805"/>
                  <a:pt x="293341" y="131644"/>
                  <a:pt x="293338" y="133918"/>
                </a:cubicBezTo>
                <a:cubicBezTo>
                  <a:pt x="293338" y="133923"/>
                  <a:pt x="293338" y="133926"/>
                  <a:pt x="293338" y="133931"/>
                </a:cubicBezTo>
                <a:cubicBezTo>
                  <a:pt x="293344" y="136201"/>
                  <a:pt x="295188" y="138039"/>
                  <a:pt x="297460" y="138039"/>
                </a:cubicBezTo>
                <a:lnTo>
                  <a:pt x="347164" y="138039"/>
                </a:lnTo>
                <a:cubicBezTo>
                  <a:pt x="349434" y="138039"/>
                  <a:pt x="351279" y="136201"/>
                  <a:pt x="351285" y="133931"/>
                </a:cubicBezTo>
                <a:moveTo>
                  <a:pt x="377065" y="343972"/>
                </a:moveTo>
                <a:lnTo>
                  <a:pt x="377065" y="177629"/>
                </a:lnTo>
                <a:cubicBezTo>
                  <a:pt x="377062" y="175357"/>
                  <a:pt x="375218" y="173518"/>
                  <a:pt x="372946" y="173521"/>
                </a:cubicBezTo>
                <a:cubicBezTo>
                  <a:pt x="372944" y="173521"/>
                  <a:pt x="372943" y="173521"/>
                  <a:pt x="372943" y="173521"/>
                </a:cubicBezTo>
                <a:cubicBezTo>
                  <a:pt x="370677" y="173518"/>
                  <a:pt x="368838" y="175351"/>
                  <a:pt x="368834" y="177617"/>
                </a:cubicBezTo>
                <a:cubicBezTo>
                  <a:pt x="368834" y="177621"/>
                  <a:pt x="368834" y="177625"/>
                  <a:pt x="368834" y="177629"/>
                </a:cubicBezTo>
                <a:lnTo>
                  <a:pt x="368834" y="339836"/>
                </a:lnTo>
                <a:lnTo>
                  <a:pt x="297460" y="339836"/>
                </a:lnTo>
                <a:cubicBezTo>
                  <a:pt x="295179" y="339839"/>
                  <a:pt x="293335" y="341690"/>
                  <a:pt x="293338" y="343970"/>
                </a:cubicBezTo>
                <a:cubicBezTo>
                  <a:pt x="293338" y="343970"/>
                  <a:pt x="293338" y="343972"/>
                  <a:pt x="293338" y="343972"/>
                </a:cubicBezTo>
                <a:cubicBezTo>
                  <a:pt x="293335" y="346239"/>
                  <a:pt x="295171" y="348078"/>
                  <a:pt x="297438" y="348080"/>
                </a:cubicBezTo>
                <a:cubicBezTo>
                  <a:pt x="297446" y="348080"/>
                  <a:pt x="297452" y="348080"/>
                  <a:pt x="297460" y="348080"/>
                </a:cubicBezTo>
                <a:lnTo>
                  <a:pt x="372943" y="348080"/>
                </a:lnTo>
                <a:cubicBezTo>
                  <a:pt x="375210" y="348089"/>
                  <a:pt x="377056" y="346260"/>
                  <a:pt x="377065" y="343992"/>
                </a:cubicBezTo>
                <a:cubicBezTo>
                  <a:pt x="377065" y="343986"/>
                  <a:pt x="377065" y="343978"/>
                  <a:pt x="377065" y="343972"/>
                </a:cubicBezTo>
                <a:moveTo>
                  <a:pt x="577721" y="299806"/>
                </a:moveTo>
                <a:lnTo>
                  <a:pt x="609683" y="299806"/>
                </a:lnTo>
                <a:lnTo>
                  <a:pt x="609683" y="196098"/>
                </a:lnTo>
                <a:cubicBezTo>
                  <a:pt x="609683" y="159709"/>
                  <a:pt x="590294" y="131498"/>
                  <a:pt x="551186" y="131498"/>
                </a:cubicBezTo>
                <a:cubicBezTo>
                  <a:pt x="532153" y="131498"/>
                  <a:pt x="512778" y="139317"/>
                  <a:pt x="500878" y="159709"/>
                </a:cubicBezTo>
                <a:lnTo>
                  <a:pt x="500878" y="136254"/>
                </a:lnTo>
                <a:lnTo>
                  <a:pt x="469601" y="136254"/>
                </a:lnTo>
                <a:lnTo>
                  <a:pt x="469601" y="299806"/>
                </a:lnTo>
                <a:lnTo>
                  <a:pt x="501565" y="299806"/>
                </a:lnTo>
                <a:lnTo>
                  <a:pt x="501565" y="205278"/>
                </a:lnTo>
                <a:cubicBezTo>
                  <a:pt x="501565" y="180447"/>
                  <a:pt x="514481" y="160396"/>
                  <a:pt x="539629" y="160396"/>
                </a:cubicBezTo>
                <a:cubicBezTo>
                  <a:pt x="568198" y="160396"/>
                  <a:pt x="577721" y="178769"/>
                  <a:pt x="577721" y="201540"/>
                </a:cubicBezTo>
                <a:close/>
                <a:moveTo>
                  <a:pt x="766751" y="201196"/>
                </a:moveTo>
                <a:lnTo>
                  <a:pt x="677320" y="201196"/>
                </a:lnTo>
                <a:cubicBezTo>
                  <a:pt x="678681" y="180130"/>
                  <a:pt x="695020" y="159366"/>
                  <a:pt x="721870" y="159366"/>
                </a:cubicBezTo>
                <a:cubicBezTo>
                  <a:pt x="750756" y="159366"/>
                  <a:pt x="766064" y="177739"/>
                  <a:pt x="766751" y="201196"/>
                </a:cubicBezTo>
                <a:moveTo>
                  <a:pt x="799388" y="227044"/>
                </a:moveTo>
                <a:cubicBezTo>
                  <a:pt x="799861" y="223662"/>
                  <a:pt x="800091" y="220250"/>
                  <a:pt x="800075" y="216835"/>
                </a:cubicBezTo>
                <a:cubicBezTo>
                  <a:pt x="800075" y="165839"/>
                  <a:pt x="771836" y="131155"/>
                  <a:pt x="721527" y="131155"/>
                </a:cubicBezTo>
                <a:cubicBezTo>
                  <a:pt x="680385" y="131155"/>
                  <a:pt x="643324" y="166182"/>
                  <a:pt x="643324" y="217522"/>
                </a:cubicBezTo>
                <a:cubicBezTo>
                  <a:pt x="643324" y="272955"/>
                  <a:pt x="681746" y="304904"/>
                  <a:pt x="725608" y="304904"/>
                </a:cubicBezTo>
                <a:cubicBezTo>
                  <a:pt x="763687" y="304904"/>
                  <a:pt x="789865" y="282134"/>
                  <a:pt x="799044" y="253221"/>
                </a:cubicBezTo>
                <a:lnTo>
                  <a:pt x="771519" y="243698"/>
                </a:lnTo>
                <a:cubicBezTo>
                  <a:pt x="765391" y="262058"/>
                  <a:pt x="752130" y="276679"/>
                  <a:pt x="725608" y="276679"/>
                </a:cubicBezTo>
                <a:cubicBezTo>
                  <a:pt x="698057" y="276679"/>
                  <a:pt x="676991" y="256285"/>
                  <a:pt x="676304" y="227044"/>
                </a:cubicBezTo>
                <a:close/>
                <a:moveTo>
                  <a:pt x="945791" y="299820"/>
                </a:moveTo>
                <a:lnTo>
                  <a:pt x="976394" y="299820"/>
                </a:lnTo>
                <a:cubicBezTo>
                  <a:pt x="975261" y="289769"/>
                  <a:pt x="974688" y="279662"/>
                  <a:pt x="974677" y="269547"/>
                </a:cubicBezTo>
                <a:lnTo>
                  <a:pt x="974677" y="136254"/>
                </a:lnTo>
                <a:lnTo>
                  <a:pt x="942727" y="136254"/>
                </a:lnTo>
                <a:lnTo>
                  <a:pt x="942727" y="234863"/>
                </a:lnTo>
                <a:cubicBezTo>
                  <a:pt x="942727" y="259681"/>
                  <a:pt x="929810" y="276679"/>
                  <a:pt x="903948" y="276679"/>
                </a:cubicBezTo>
                <a:cubicBezTo>
                  <a:pt x="877097" y="276679"/>
                  <a:pt x="866901" y="256959"/>
                  <a:pt x="866901" y="234519"/>
                </a:cubicBezTo>
                <a:lnTo>
                  <a:pt x="866901" y="136254"/>
                </a:lnTo>
                <a:lnTo>
                  <a:pt x="834924" y="136254"/>
                </a:lnTo>
                <a:lnTo>
                  <a:pt x="834924" y="239287"/>
                </a:lnTo>
                <a:cubicBezTo>
                  <a:pt x="834924" y="276348"/>
                  <a:pt x="858065" y="304903"/>
                  <a:pt x="896143" y="304903"/>
                </a:cubicBezTo>
                <a:cubicBezTo>
                  <a:pt x="915175" y="304903"/>
                  <a:pt x="935582" y="297084"/>
                  <a:pt x="944418" y="280086"/>
                </a:cubicBezTo>
                <a:cubicBezTo>
                  <a:pt x="944422" y="286687"/>
                  <a:pt x="944881" y="293281"/>
                  <a:pt x="945791" y="299818"/>
                </a:cubicBezTo>
                <a:moveTo>
                  <a:pt x="1098324" y="167541"/>
                </a:moveTo>
                <a:cubicBezTo>
                  <a:pt x="1102992" y="167551"/>
                  <a:pt x="1107652" y="167891"/>
                  <a:pt x="1112271" y="168559"/>
                </a:cubicBezTo>
                <a:lnTo>
                  <a:pt x="1112271" y="134563"/>
                </a:lnTo>
                <a:cubicBezTo>
                  <a:pt x="1108795" y="133908"/>
                  <a:pt x="1105269" y="133563"/>
                  <a:pt x="1101731" y="133532"/>
                </a:cubicBezTo>
                <a:cubicBezTo>
                  <a:pt x="1085077" y="133532"/>
                  <a:pt x="1064671" y="139661"/>
                  <a:pt x="1052771" y="164808"/>
                </a:cubicBezTo>
                <a:lnTo>
                  <a:pt x="1052771" y="136266"/>
                </a:lnTo>
                <a:lnTo>
                  <a:pt x="1021481" y="136266"/>
                </a:lnTo>
                <a:lnTo>
                  <a:pt x="1021481" y="299806"/>
                </a:lnTo>
                <a:lnTo>
                  <a:pt x="1053443" y="299806"/>
                </a:lnTo>
                <a:lnTo>
                  <a:pt x="1053443" y="217851"/>
                </a:lnTo>
                <a:cubicBezTo>
                  <a:pt x="1053443" y="181820"/>
                  <a:pt x="1071474" y="167543"/>
                  <a:pt x="1098324" y="167543"/>
                </a:cubicBezTo>
                <a:moveTo>
                  <a:pt x="1263512" y="217865"/>
                </a:moveTo>
                <a:cubicBezTo>
                  <a:pt x="1263512" y="255943"/>
                  <a:pt x="1239712" y="276350"/>
                  <a:pt x="1212518" y="276350"/>
                </a:cubicBezTo>
                <a:cubicBezTo>
                  <a:pt x="1185308" y="276350"/>
                  <a:pt x="1161507" y="255943"/>
                  <a:pt x="1161507" y="217865"/>
                </a:cubicBezTo>
                <a:cubicBezTo>
                  <a:pt x="1161507" y="180116"/>
                  <a:pt x="1185308" y="159709"/>
                  <a:pt x="1212518" y="159709"/>
                </a:cubicBezTo>
                <a:cubicBezTo>
                  <a:pt x="1239712" y="159709"/>
                  <a:pt x="1263512" y="180116"/>
                  <a:pt x="1263512" y="217865"/>
                </a:cubicBezTo>
                <a:moveTo>
                  <a:pt x="1296163" y="217865"/>
                </a:moveTo>
                <a:cubicBezTo>
                  <a:pt x="1296163" y="168230"/>
                  <a:pt x="1261479" y="131169"/>
                  <a:pt x="1212518" y="131169"/>
                </a:cubicBezTo>
                <a:cubicBezTo>
                  <a:pt x="1163557" y="131169"/>
                  <a:pt x="1128871" y="168230"/>
                  <a:pt x="1128871" y="217865"/>
                </a:cubicBezTo>
                <a:cubicBezTo>
                  <a:pt x="1128871" y="267844"/>
                  <a:pt x="1163555" y="304904"/>
                  <a:pt x="1212518" y="304904"/>
                </a:cubicBezTo>
                <a:cubicBezTo>
                  <a:pt x="1261479" y="304904"/>
                  <a:pt x="1296163" y="267844"/>
                  <a:pt x="1296163" y="217865"/>
                </a:cubicBezTo>
                <a:moveTo>
                  <a:pt x="1388657" y="301496"/>
                </a:moveTo>
                <a:cubicBezTo>
                  <a:pt x="1396028" y="301629"/>
                  <a:pt x="1403374" y="300599"/>
                  <a:pt x="1410425" y="298446"/>
                </a:cubicBezTo>
                <a:lnTo>
                  <a:pt x="1410425" y="271237"/>
                </a:lnTo>
                <a:cubicBezTo>
                  <a:pt x="1406285" y="272108"/>
                  <a:pt x="1402068" y="272569"/>
                  <a:pt x="1397836" y="272612"/>
                </a:cubicBezTo>
                <a:cubicBezTo>
                  <a:pt x="1381182" y="272612"/>
                  <a:pt x="1375054" y="265109"/>
                  <a:pt x="1375054" y="250158"/>
                </a:cubicBezTo>
                <a:lnTo>
                  <a:pt x="1375054" y="165152"/>
                </a:lnTo>
                <a:lnTo>
                  <a:pt x="1410423" y="165152"/>
                </a:lnTo>
                <a:lnTo>
                  <a:pt x="1410423" y="136254"/>
                </a:lnTo>
                <a:lnTo>
                  <a:pt x="1375054" y="136254"/>
                </a:lnTo>
                <a:lnTo>
                  <a:pt x="1375054" y="84585"/>
                </a:lnTo>
                <a:lnTo>
                  <a:pt x="1345825" y="84585"/>
                </a:lnTo>
                <a:lnTo>
                  <a:pt x="1345825" y="111092"/>
                </a:lnTo>
                <a:cubicBezTo>
                  <a:pt x="1345825" y="125383"/>
                  <a:pt x="1338335" y="136254"/>
                  <a:pt x="1320665" y="136254"/>
                </a:cubicBezTo>
                <a:lnTo>
                  <a:pt x="1311814" y="136254"/>
                </a:lnTo>
                <a:lnTo>
                  <a:pt x="1311814" y="165152"/>
                </a:lnTo>
                <a:lnTo>
                  <a:pt x="1343105" y="165152"/>
                </a:lnTo>
                <a:lnTo>
                  <a:pt x="1343105" y="254911"/>
                </a:lnTo>
                <a:cubicBezTo>
                  <a:pt x="1343105" y="284512"/>
                  <a:pt x="1360777" y="301496"/>
                  <a:pt x="1388657" y="301496"/>
                </a:cubicBezTo>
                <a:moveTo>
                  <a:pt x="1564344" y="217865"/>
                </a:moveTo>
                <a:cubicBezTo>
                  <a:pt x="1564344" y="255943"/>
                  <a:pt x="1540543" y="276350"/>
                  <a:pt x="1513349" y="276350"/>
                </a:cubicBezTo>
                <a:cubicBezTo>
                  <a:pt x="1486155" y="276350"/>
                  <a:pt x="1462340" y="255943"/>
                  <a:pt x="1462340" y="217865"/>
                </a:cubicBezTo>
                <a:cubicBezTo>
                  <a:pt x="1462340" y="180116"/>
                  <a:pt x="1486155" y="159709"/>
                  <a:pt x="1513349" y="159709"/>
                </a:cubicBezTo>
                <a:cubicBezTo>
                  <a:pt x="1540544" y="159709"/>
                  <a:pt x="1564344" y="180116"/>
                  <a:pt x="1564344" y="217865"/>
                </a:cubicBezTo>
                <a:moveTo>
                  <a:pt x="1596994" y="217865"/>
                </a:moveTo>
                <a:cubicBezTo>
                  <a:pt x="1596994" y="168230"/>
                  <a:pt x="1562310" y="131169"/>
                  <a:pt x="1513349" y="131169"/>
                </a:cubicBezTo>
                <a:cubicBezTo>
                  <a:pt x="1464388" y="131169"/>
                  <a:pt x="1429704" y="168230"/>
                  <a:pt x="1429704" y="217865"/>
                </a:cubicBezTo>
                <a:cubicBezTo>
                  <a:pt x="1429704" y="267844"/>
                  <a:pt x="1464388" y="304904"/>
                  <a:pt x="1513349" y="304904"/>
                </a:cubicBezTo>
                <a:cubicBezTo>
                  <a:pt x="1562310" y="304904"/>
                  <a:pt x="1596994" y="267844"/>
                  <a:pt x="1596994" y="217865"/>
                </a:cubicBezTo>
                <a:moveTo>
                  <a:pt x="1709456" y="167543"/>
                </a:moveTo>
                <a:cubicBezTo>
                  <a:pt x="1714119" y="167552"/>
                  <a:pt x="1718776" y="167893"/>
                  <a:pt x="1723392" y="168560"/>
                </a:cubicBezTo>
                <a:lnTo>
                  <a:pt x="1723392" y="134563"/>
                </a:lnTo>
                <a:cubicBezTo>
                  <a:pt x="1719915" y="133908"/>
                  <a:pt x="1716387" y="133563"/>
                  <a:pt x="1712851" y="133532"/>
                </a:cubicBezTo>
                <a:cubicBezTo>
                  <a:pt x="1696195" y="133532"/>
                  <a:pt x="1675790" y="139661"/>
                  <a:pt x="1663890" y="164808"/>
                </a:cubicBezTo>
                <a:lnTo>
                  <a:pt x="1663890" y="136266"/>
                </a:lnTo>
                <a:lnTo>
                  <a:pt x="1632614" y="136266"/>
                </a:lnTo>
                <a:lnTo>
                  <a:pt x="1632614" y="299806"/>
                </a:lnTo>
                <a:lnTo>
                  <a:pt x="1664564" y="299806"/>
                </a:lnTo>
                <a:lnTo>
                  <a:pt x="1664564" y="217851"/>
                </a:lnTo>
                <a:cubicBezTo>
                  <a:pt x="1664564" y="181820"/>
                  <a:pt x="1682606" y="167543"/>
                  <a:pt x="1709456" y="167543"/>
                </a:cubicBezTo>
                <a:moveTo>
                  <a:pt x="1790286" y="74360"/>
                </a:moveTo>
                <a:cubicBezTo>
                  <a:pt x="1790373" y="61682"/>
                  <a:pt x="1780166" y="51335"/>
                  <a:pt x="1767488" y="51248"/>
                </a:cubicBezTo>
                <a:cubicBezTo>
                  <a:pt x="1754810" y="51160"/>
                  <a:pt x="1744461" y="61367"/>
                  <a:pt x="1744374" y="74045"/>
                </a:cubicBezTo>
                <a:cubicBezTo>
                  <a:pt x="1744288" y="86717"/>
                  <a:pt x="1754486" y="97064"/>
                  <a:pt x="1767159" y="97158"/>
                </a:cubicBezTo>
                <a:cubicBezTo>
                  <a:pt x="1779829" y="97261"/>
                  <a:pt x="1790184" y="87071"/>
                  <a:pt x="1790286" y="74401"/>
                </a:cubicBezTo>
                <a:cubicBezTo>
                  <a:pt x="1790286" y="74389"/>
                  <a:pt x="1790286" y="74374"/>
                  <a:pt x="1790286" y="74362"/>
                </a:cubicBezTo>
                <a:moveTo>
                  <a:pt x="1937899" y="299820"/>
                </a:moveTo>
                <a:lnTo>
                  <a:pt x="1968489" y="299820"/>
                </a:lnTo>
                <a:cubicBezTo>
                  <a:pt x="1967368" y="289767"/>
                  <a:pt x="1966799" y="279662"/>
                  <a:pt x="1966785" y="269547"/>
                </a:cubicBezTo>
                <a:lnTo>
                  <a:pt x="1966785" y="136254"/>
                </a:lnTo>
                <a:lnTo>
                  <a:pt x="1934821" y="136254"/>
                </a:lnTo>
                <a:lnTo>
                  <a:pt x="1934821" y="234863"/>
                </a:lnTo>
                <a:cubicBezTo>
                  <a:pt x="1934821" y="259681"/>
                  <a:pt x="1921917" y="276679"/>
                  <a:pt x="1896069" y="276679"/>
                </a:cubicBezTo>
                <a:cubicBezTo>
                  <a:pt x="1869204" y="276679"/>
                  <a:pt x="1859008" y="256959"/>
                  <a:pt x="1859008" y="234519"/>
                </a:cubicBezTo>
                <a:lnTo>
                  <a:pt x="1859008" y="136254"/>
                </a:lnTo>
                <a:lnTo>
                  <a:pt x="1827032" y="136254"/>
                </a:lnTo>
                <a:lnTo>
                  <a:pt x="1827032" y="239287"/>
                </a:lnTo>
                <a:cubicBezTo>
                  <a:pt x="1827032" y="276348"/>
                  <a:pt x="1850171" y="304903"/>
                  <a:pt x="1888249" y="304903"/>
                </a:cubicBezTo>
                <a:cubicBezTo>
                  <a:pt x="1907282" y="304903"/>
                  <a:pt x="1927689" y="297084"/>
                  <a:pt x="1936524" y="280086"/>
                </a:cubicBezTo>
                <a:cubicBezTo>
                  <a:pt x="1936529" y="286687"/>
                  <a:pt x="1936988" y="293281"/>
                  <a:pt x="1937899" y="299818"/>
                </a:cubicBezTo>
                <a:moveTo>
                  <a:pt x="2253984" y="299806"/>
                </a:moveTo>
                <a:lnTo>
                  <a:pt x="2253984" y="193721"/>
                </a:lnTo>
                <a:cubicBezTo>
                  <a:pt x="2253984" y="150874"/>
                  <a:pt x="2226102" y="131498"/>
                  <a:pt x="2197547" y="131498"/>
                </a:cubicBezTo>
                <a:cubicBezTo>
                  <a:pt x="2176797" y="131498"/>
                  <a:pt x="2155704" y="138974"/>
                  <a:pt x="2142800" y="162431"/>
                </a:cubicBezTo>
                <a:cubicBezTo>
                  <a:pt x="2133951" y="141365"/>
                  <a:pt x="2114231" y="131498"/>
                  <a:pt x="2093839" y="131498"/>
                </a:cubicBezTo>
                <a:cubicBezTo>
                  <a:pt x="2074793" y="131498"/>
                  <a:pt x="2054387" y="139991"/>
                  <a:pt x="2044204" y="158005"/>
                </a:cubicBezTo>
                <a:lnTo>
                  <a:pt x="2044204" y="136254"/>
                </a:lnTo>
                <a:lnTo>
                  <a:pt x="2013588" y="136254"/>
                </a:lnTo>
                <a:lnTo>
                  <a:pt x="2013588" y="299806"/>
                </a:lnTo>
                <a:lnTo>
                  <a:pt x="2045221" y="299806"/>
                </a:lnTo>
                <a:lnTo>
                  <a:pt x="2045221" y="201209"/>
                </a:lnTo>
                <a:cubicBezTo>
                  <a:pt x="2045221" y="176723"/>
                  <a:pt x="2060516" y="159709"/>
                  <a:pt x="2083299" y="159709"/>
                </a:cubicBezTo>
                <a:cubicBezTo>
                  <a:pt x="2107759" y="159709"/>
                  <a:pt x="2117971" y="176035"/>
                  <a:pt x="2117971" y="197115"/>
                </a:cubicBezTo>
                <a:lnTo>
                  <a:pt x="2117971" y="299807"/>
                </a:lnTo>
                <a:lnTo>
                  <a:pt x="2149932" y="299807"/>
                </a:lnTo>
                <a:lnTo>
                  <a:pt x="2149932" y="200867"/>
                </a:lnTo>
                <a:cubicBezTo>
                  <a:pt x="2149932" y="177410"/>
                  <a:pt x="2165242" y="159711"/>
                  <a:pt x="2187682" y="159711"/>
                </a:cubicBezTo>
                <a:cubicBezTo>
                  <a:pt x="2211824" y="159711"/>
                  <a:pt x="2222364" y="175706"/>
                  <a:pt x="2222364" y="197115"/>
                </a:cubicBezTo>
                <a:lnTo>
                  <a:pt x="2222364" y="299807"/>
                </a:lnTo>
                <a:close/>
              </a:path>
            </a:pathLst>
          </a:custGeom>
          <a:solidFill>
            <a:srgbClr val="3F1A01"/>
          </a:solidFill>
          <a:ln w="1586" cap="flat">
            <a:noFill/>
            <a:prstDash val="solid"/>
            <a:miter/>
          </a:ln>
        </p:spPr>
        <p:txBody>
          <a:bodyPr rtlCol="0" anchor="ctr"/>
          <a:lstStyle/>
          <a:p>
            <a:endParaRPr lang="en-GB" dirty="0"/>
          </a:p>
        </p:txBody>
      </p:sp>
      <p:sp>
        <p:nvSpPr>
          <p:cNvPr id="11" name="ExternalLogo" hidden="1">
            <a:extLst>
              <a:ext uri="{FF2B5EF4-FFF2-40B4-BE49-F238E27FC236}">
                <a16:creationId xmlns:a16="http://schemas.microsoft.com/office/drawing/2014/main" id="{397D30EE-39AB-4BA8-8232-12CFBA7BF0BC}"/>
              </a:ext>
            </a:extLst>
          </p:cNvPr>
          <p:cNvSpPr/>
          <p:nvPr/>
        </p:nvSpPr>
        <p:spPr>
          <a:xfrm>
            <a:off x="10023475" y="4968741"/>
            <a:ext cx="1627188" cy="636980"/>
          </a:xfrm>
          <a:prstGeom prst="rect">
            <a:avLst/>
          </a:prstGeom>
          <a:solidFill>
            <a:srgbClr val="D1D1D1"/>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chorCtr="0">
            <a:noAutofit/>
          </a:bodyPr>
          <a:lstStyle/>
          <a:p>
            <a:pPr algn="ctr"/>
            <a:r>
              <a:rPr lang="en-GB" sz="900" dirty="0">
                <a:solidFill>
                  <a:srgbClr val="FF00FF"/>
                </a:solidFill>
              </a:rPr>
              <a:t>External logo</a:t>
            </a:r>
          </a:p>
        </p:txBody>
      </p:sp>
    </p:spTree>
    <p:extLst>
      <p:ext uri="{BB962C8B-B14F-4D97-AF65-F5344CB8AC3E}">
        <p14:creationId xmlns:p14="http://schemas.microsoft.com/office/powerpoint/2010/main" val="2682671619"/>
      </p:ext>
    </p:extLst>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Section Header - Gold">
    <p:bg>
      <p:bgPr>
        <a:solidFill>
          <a:srgbClr val="B59E5F"/>
        </a:solidFill>
        <a:effectLst/>
      </p:bgPr>
    </p:bg>
    <p:spTree>
      <p:nvGrpSpPr>
        <p:cNvPr id="1" name=""/>
        <p:cNvGrpSpPr/>
        <p:nvPr/>
      </p:nvGrpSpPr>
      <p:grpSpPr>
        <a:xfrm>
          <a:off x="0" y="0"/>
          <a:ext cx="0" cy="0"/>
          <a:chOff x="0" y="0"/>
          <a:chExt cx="0" cy="0"/>
        </a:xfrm>
      </p:grpSpPr>
      <p:sp>
        <p:nvSpPr>
          <p:cNvPr id="8" name="ColoredBackground">
            <a:extLst>
              <a:ext uri="{FF2B5EF4-FFF2-40B4-BE49-F238E27FC236}">
                <a16:creationId xmlns:a16="http://schemas.microsoft.com/office/drawing/2014/main" id="{126DFE30-06C3-497B-9AFE-8879DF874BEC}"/>
              </a:ext>
            </a:extLst>
          </p:cNvPr>
          <p:cNvSpPr/>
          <p:nvPr/>
        </p:nvSpPr>
        <p:spPr>
          <a:xfrm>
            <a:off x="0" y="-1"/>
            <a:ext cx="12192000" cy="6858000"/>
          </a:xfrm>
          <a:prstGeom prst="rect">
            <a:avLst/>
          </a:prstGeom>
          <a:solidFill>
            <a:srgbClr val="B59E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6" name="Picture 5" descr="Shape&#10;&#10;Description automatically generated with medium confidence">
            <a:extLst>
              <a:ext uri="{FF2B5EF4-FFF2-40B4-BE49-F238E27FC236}">
                <a16:creationId xmlns:a16="http://schemas.microsoft.com/office/drawing/2014/main" id="{63BA0CED-100D-4A9E-BA97-7FFABDDB92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8464564-6547-498D-A220-7B346E5B1408}"/>
              </a:ext>
            </a:extLst>
          </p:cNvPr>
          <p:cNvSpPr>
            <a:spLocks noGrp="1"/>
          </p:cNvSpPr>
          <p:nvPr>
            <p:ph type="title"/>
          </p:nvPr>
        </p:nvSpPr>
        <p:spPr>
          <a:xfrm>
            <a:off x="1219200" y="546100"/>
            <a:ext cx="6642100" cy="2105818"/>
          </a:xfrm>
        </p:spPr>
        <p:txBody>
          <a:bodyPr anchor="b"/>
          <a:lstStyle>
            <a:lvl1pPr>
              <a:defRPr sz="4000">
                <a:solidFill>
                  <a:srgbClr val="3F1A01"/>
                </a:solidFill>
              </a:defRPr>
            </a:lvl1p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1592638D-BCB6-4F07-9847-FBAA9B3609B5}"/>
              </a:ext>
            </a:extLst>
          </p:cNvPr>
          <p:cNvSpPr>
            <a:spLocks noGrp="1"/>
          </p:cNvSpPr>
          <p:nvPr>
            <p:ph type="body" idx="1"/>
          </p:nvPr>
        </p:nvSpPr>
        <p:spPr>
          <a:xfrm>
            <a:off x="1219200" y="2678906"/>
            <a:ext cx="6642100" cy="1500187"/>
          </a:xfrm>
          <a:prstGeom prst="rect">
            <a:avLst/>
          </a:prstGeom>
        </p:spPr>
        <p:txBody>
          <a:bodyPr/>
          <a:lstStyle>
            <a:lvl1pPr marL="0" indent="0">
              <a:buNone/>
              <a:defRPr sz="2400">
                <a:solidFill>
                  <a:srgbClr val="E1D8BF"/>
                </a:solidFill>
                <a:latin typeface="Times New Roman" panose="02020603050405020304" pitchFamily="18" charset="0"/>
                <a:cs typeface="Times New Roman" panose="02020603050405020304" pitchFamily="18"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Freeform 9">
            <a:extLst>
              <a:ext uri="{FF2B5EF4-FFF2-40B4-BE49-F238E27FC236}">
                <a16:creationId xmlns:a16="http://schemas.microsoft.com/office/drawing/2014/main" id="{1BC6753F-764E-4733-B343-5BC93ED602E4}"/>
              </a:ext>
            </a:extLst>
          </p:cNvPr>
          <p:cNvSpPr>
            <a:spLocks noEditPoints="1"/>
          </p:cNvSpPr>
          <p:nvPr/>
        </p:nvSpPr>
        <p:spPr bwMode="auto">
          <a:xfrm rot="5400000">
            <a:off x="7458075" y="-2243138"/>
            <a:ext cx="8385175" cy="9817101"/>
          </a:xfrm>
          <a:custGeom>
            <a:avLst/>
            <a:gdLst>
              <a:gd name="T0" fmla="*/ 276 w 2642"/>
              <a:gd name="T1" fmla="*/ 2871 h 3094"/>
              <a:gd name="T2" fmla="*/ 588 w 2642"/>
              <a:gd name="T3" fmla="*/ 2871 h 3094"/>
              <a:gd name="T4" fmla="*/ 2083 w 2642"/>
              <a:gd name="T5" fmla="*/ 2843 h 3094"/>
              <a:gd name="T6" fmla="*/ 2338 w 2642"/>
              <a:gd name="T7" fmla="*/ 2900 h 3094"/>
              <a:gd name="T8" fmla="*/ 29 w 2642"/>
              <a:gd name="T9" fmla="*/ 1219 h 3094"/>
              <a:gd name="T10" fmla="*/ 29 w 2642"/>
              <a:gd name="T11" fmla="*/ 2444 h 3094"/>
              <a:gd name="T12" fmla="*/ 559 w 2642"/>
              <a:gd name="T13" fmla="*/ 2386 h 3094"/>
              <a:gd name="T14" fmla="*/ 29 w 2642"/>
              <a:gd name="T15" fmla="*/ 1219 h 3094"/>
              <a:gd name="T16" fmla="*/ 2584 w 2642"/>
              <a:gd name="T17" fmla="*/ 2386 h 3094"/>
              <a:gd name="T18" fmla="*/ 2083 w 2642"/>
              <a:gd name="T19" fmla="*/ 2444 h 3094"/>
              <a:gd name="T20" fmla="*/ 2642 w 2642"/>
              <a:gd name="T21" fmla="*/ 1248 h 3094"/>
              <a:gd name="T22" fmla="*/ 210 w 2642"/>
              <a:gd name="T23" fmla="*/ 292 h 3094"/>
              <a:gd name="T24" fmla="*/ 210 w 2642"/>
              <a:gd name="T25" fmla="*/ 970 h 3094"/>
              <a:gd name="T26" fmla="*/ 559 w 2642"/>
              <a:gd name="T27" fmla="*/ 912 h 3094"/>
              <a:gd name="T28" fmla="*/ 658 w 2642"/>
              <a:gd name="T29" fmla="*/ 350 h 3094"/>
              <a:gd name="T30" fmla="*/ 2432 w 2642"/>
              <a:gd name="T31" fmla="*/ 292 h 3094"/>
              <a:gd name="T32" fmla="*/ 1984 w 2642"/>
              <a:gd name="T33" fmla="*/ 350 h 3094"/>
              <a:gd name="T34" fmla="*/ 2083 w 2642"/>
              <a:gd name="T35" fmla="*/ 912 h 3094"/>
              <a:gd name="T36" fmla="*/ 2432 w 2642"/>
              <a:gd name="T37" fmla="*/ 970 h 3094"/>
              <a:gd name="T38" fmla="*/ 2432 w 2642"/>
              <a:gd name="T39" fmla="*/ 292 h 3094"/>
              <a:gd name="T40" fmla="*/ 814 w 2642"/>
              <a:gd name="T41" fmla="*/ 29 h 3094"/>
              <a:gd name="T42" fmla="*/ 1292 w 2642"/>
              <a:gd name="T43" fmla="*/ 602 h 3094"/>
              <a:gd name="T44" fmla="*/ 989 w 2642"/>
              <a:gd name="T45" fmla="*/ 660 h 3094"/>
              <a:gd name="T46" fmla="*/ 801 w 2642"/>
              <a:gd name="T47" fmla="*/ 1311 h 3094"/>
              <a:gd name="T48" fmla="*/ 743 w 2642"/>
              <a:gd name="T49" fmla="*/ 1060 h 3094"/>
              <a:gd name="T50" fmla="*/ 1292 w 2642"/>
              <a:gd name="T51" fmla="*/ 1369 h 3094"/>
              <a:gd name="T52" fmla="*/ 842 w 2642"/>
              <a:gd name="T53" fmla="*/ 1782 h 3094"/>
              <a:gd name="T54" fmla="*/ 433 w 2642"/>
              <a:gd name="T55" fmla="*/ 1476 h 3094"/>
              <a:gd name="T56" fmla="*/ 375 w 2642"/>
              <a:gd name="T57" fmla="*/ 1782 h 3094"/>
              <a:gd name="T58" fmla="*/ 784 w 2642"/>
              <a:gd name="T59" fmla="*/ 2669 h 3094"/>
              <a:gd name="T60" fmla="*/ 842 w 2642"/>
              <a:gd name="T61" fmla="*/ 2181 h 3094"/>
              <a:gd name="T62" fmla="*/ 921 w 2642"/>
              <a:gd name="T63" fmla="*/ 3036 h 3094"/>
              <a:gd name="T64" fmla="*/ 1321 w 2642"/>
              <a:gd name="T65" fmla="*/ 3094 h 3094"/>
              <a:gd name="T66" fmla="*/ 1722 w 2642"/>
              <a:gd name="T67" fmla="*/ 3036 h 3094"/>
              <a:gd name="T68" fmla="*/ 1800 w 2642"/>
              <a:gd name="T69" fmla="*/ 2181 h 3094"/>
              <a:gd name="T70" fmla="*/ 1858 w 2642"/>
              <a:gd name="T71" fmla="*/ 2669 h 3094"/>
              <a:gd name="T72" fmla="*/ 2267 w 2642"/>
              <a:gd name="T73" fmla="*/ 1782 h 3094"/>
              <a:gd name="T74" fmla="*/ 2210 w 2642"/>
              <a:gd name="T75" fmla="*/ 1476 h 3094"/>
              <a:gd name="T76" fmla="*/ 1800 w 2642"/>
              <a:gd name="T77" fmla="*/ 1782 h 3094"/>
              <a:gd name="T78" fmla="*/ 1350 w 2642"/>
              <a:gd name="T79" fmla="*/ 1369 h 3094"/>
              <a:gd name="T80" fmla="*/ 1899 w 2642"/>
              <a:gd name="T81" fmla="*/ 1060 h 3094"/>
              <a:gd name="T82" fmla="*/ 1841 w 2642"/>
              <a:gd name="T83" fmla="*/ 1311 h 3094"/>
              <a:gd name="T84" fmla="*/ 1643 w 2642"/>
              <a:gd name="T85" fmla="*/ 660 h 3094"/>
              <a:gd name="T86" fmla="*/ 1350 w 2642"/>
              <a:gd name="T87" fmla="*/ 602 h 3094"/>
              <a:gd name="T88" fmla="*/ 1828 w 2642"/>
              <a:gd name="T89" fmla="*/ 29 h 30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642" h="3094">
                <a:moveTo>
                  <a:pt x="559" y="2843"/>
                </a:moveTo>
                <a:cubicBezTo>
                  <a:pt x="305" y="2843"/>
                  <a:pt x="305" y="2843"/>
                  <a:pt x="305" y="2843"/>
                </a:cubicBezTo>
                <a:cubicBezTo>
                  <a:pt x="289" y="2843"/>
                  <a:pt x="276" y="2856"/>
                  <a:pt x="276" y="2871"/>
                </a:cubicBezTo>
                <a:cubicBezTo>
                  <a:pt x="276" y="2887"/>
                  <a:pt x="289" y="2900"/>
                  <a:pt x="305" y="2900"/>
                </a:cubicBezTo>
                <a:cubicBezTo>
                  <a:pt x="559" y="2900"/>
                  <a:pt x="559" y="2900"/>
                  <a:pt x="559" y="2900"/>
                </a:cubicBezTo>
                <a:cubicBezTo>
                  <a:pt x="575" y="2900"/>
                  <a:pt x="588" y="2887"/>
                  <a:pt x="588" y="2871"/>
                </a:cubicBezTo>
                <a:cubicBezTo>
                  <a:pt x="588" y="2856"/>
                  <a:pt x="575" y="2843"/>
                  <a:pt x="559" y="2843"/>
                </a:cubicBezTo>
                <a:moveTo>
                  <a:pt x="2338" y="2843"/>
                </a:moveTo>
                <a:cubicBezTo>
                  <a:pt x="2083" y="2843"/>
                  <a:pt x="2083" y="2843"/>
                  <a:pt x="2083" y="2843"/>
                </a:cubicBezTo>
                <a:cubicBezTo>
                  <a:pt x="2068" y="2843"/>
                  <a:pt x="2055" y="2856"/>
                  <a:pt x="2055" y="2871"/>
                </a:cubicBezTo>
                <a:cubicBezTo>
                  <a:pt x="2055" y="2887"/>
                  <a:pt x="2068" y="2900"/>
                  <a:pt x="2083" y="2900"/>
                </a:cubicBezTo>
                <a:cubicBezTo>
                  <a:pt x="2338" y="2900"/>
                  <a:pt x="2338" y="2900"/>
                  <a:pt x="2338" y="2900"/>
                </a:cubicBezTo>
                <a:cubicBezTo>
                  <a:pt x="2354" y="2900"/>
                  <a:pt x="2366" y="2887"/>
                  <a:pt x="2366" y="2871"/>
                </a:cubicBezTo>
                <a:cubicBezTo>
                  <a:pt x="2366" y="2856"/>
                  <a:pt x="2354" y="2843"/>
                  <a:pt x="2338" y="2843"/>
                </a:cubicBezTo>
                <a:moveTo>
                  <a:pt x="29" y="1219"/>
                </a:moveTo>
                <a:cubicBezTo>
                  <a:pt x="13" y="1219"/>
                  <a:pt x="0" y="1232"/>
                  <a:pt x="0" y="1248"/>
                </a:cubicBezTo>
                <a:cubicBezTo>
                  <a:pt x="0" y="2415"/>
                  <a:pt x="0" y="2415"/>
                  <a:pt x="0" y="2415"/>
                </a:cubicBezTo>
                <a:cubicBezTo>
                  <a:pt x="0" y="2431"/>
                  <a:pt x="13" y="2444"/>
                  <a:pt x="29" y="2444"/>
                </a:cubicBezTo>
                <a:cubicBezTo>
                  <a:pt x="559" y="2444"/>
                  <a:pt x="559" y="2444"/>
                  <a:pt x="559" y="2444"/>
                </a:cubicBezTo>
                <a:cubicBezTo>
                  <a:pt x="575" y="2444"/>
                  <a:pt x="588" y="2431"/>
                  <a:pt x="588" y="2415"/>
                </a:cubicBezTo>
                <a:cubicBezTo>
                  <a:pt x="588" y="2399"/>
                  <a:pt x="575" y="2386"/>
                  <a:pt x="559" y="2386"/>
                </a:cubicBezTo>
                <a:cubicBezTo>
                  <a:pt x="58" y="2386"/>
                  <a:pt x="58" y="2386"/>
                  <a:pt x="58" y="2386"/>
                </a:cubicBezTo>
                <a:cubicBezTo>
                  <a:pt x="58" y="1248"/>
                  <a:pt x="58" y="1248"/>
                  <a:pt x="58" y="1248"/>
                </a:cubicBezTo>
                <a:cubicBezTo>
                  <a:pt x="58" y="1232"/>
                  <a:pt x="45" y="1219"/>
                  <a:pt x="29" y="1219"/>
                </a:cubicBezTo>
                <a:moveTo>
                  <a:pt x="2613" y="1219"/>
                </a:moveTo>
                <a:cubicBezTo>
                  <a:pt x="2597" y="1219"/>
                  <a:pt x="2584" y="1232"/>
                  <a:pt x="2584" y="1248"/>
                </a:cubicBezTo>
                <a:cubicBezTo>
                  <a:pt x="2584" y="2386"/>
                  <a:pt x="2584" y="2386"/>
                  <a:pt x="2584" y="2386"/>
                </a:cubicBezTo>
                <a:cubicBezTo>
                  <a:pt x="2083" y="2386"/>
                  <a:pt x="2083" y="2386"/>
                  <a:pt x="2083" y="2386"/>
                </a:cubicBezTo>
                <a:cubicBezTo>
                  <a:pt x="2067" y="2386"/>
                  <a:pt x="2055" y="2399"/>
                  <a:pt x="2055" y="2415"/>
                </a:cubicBezTo>
                <a:cubicBezTo>
                  <a:pt x="2055" y="2431"/>
                  <a:pt x="2067" y="2444"/>
                  <a:pt x="2083" y="2444"/>
                </a:cubicBezTo>
                <a:cubicBezTo>
                  <a:pt x="2613" y="2444"/>
                  <a:pt x="2613" y="2444"/>
                  <a:pt x="2613" y="2444"/>
                </a:cubicBezTo>
                <a:cubicBezTo>
                  <a:pt x="2629" y="2444"/>
                  <a:pt x="2642" y="2431"/>
                  <a:pt x="2642" y="2415"/>
                </a:cubicBezTo>
                <a:cubicBezTo>
                  <a:pt x="2642" y="1248"/>
                  <a:pt x="2642" y="1248"/>
                  <a:pt x="2642" y="1248"/>
                </a:cubicBezTo>
                <a:cubicBezTo>
                  <a:pt x="2642" y="1232"/>
                  <a:pt x="2629" y="1219"/>
                  <a:pt x="2613" y="1219"/>
                </a:cubicBezTo>
                <a:moveTo>
                  <a:pt x="658" y="292"/>
                </a:moveTo>
                <a:cubicBezTo>
                  <a:pt x="210" y="292"/>
                  <a:pt x="210" y="292"/>
                  <a:pt x="210" y="292"/>
                </a:cubicBezTo>
                <a:cubicBezTo>
                  <a:pt x="194" y="292"/>
                  <a:pt x="181" y="305"/>
                  <a:pt x="181" y="321"/>
                </a:cubicBezTo>
                <a:cubicBezTo>
                  <a:pt x="181" y="941"/>
                  <a:pt x="181" y="941"/>
                  <a:pt x="181" y="941"/>
                </a:cubicBezTo>
                <a:cubicBezTo>
                  <a:pt x="181" y="957"/>
                  <a:pt x="194" y="970"/>
                  <a:pt x="210" y="970"/>
                </a:cubicBezTo>
                <a:cubicBezTo>
                  <a:pt x="559" y="970"/>
                  <a:pt x="559" y="970"/>
                  <a:pt x="559" y="970"/>
                </a:cubicBezTo>
                <a:cubicBezTo>
                  <a:pt x="575" y="970"/>
                  <a:pt x="588" y="957"/>
                  <a:pt x="588" y="941"/>
                </a:cubicBezTo>
                <a:cubicBezTo>
                  <a:pt x="588" y="925"/>
                  <a:pt x="575" y="912"/>
                  <a:pt x="559" y="912"/>
                </a:cubicBezTo>
                <a:cubicBezTo>
                  <a:pt x="239" y="912"/>
                  <a:pt x="239" y="912"/>
                  <a:pt x="239" y="912"/>
                </a:cubicBezTo>
                <a:cubicBezTo>
                  <a:pt x="239" y="350"/>
                  <a:pt x="239" y="350"/>
                  <a:pt x="239" y="350"/>
                </a:cubicBezTo>
                <a:cubicBezTo>
                  <a:pt x="658" y="350"/>
                  <a:pt x="658" y="350"/>
                  <a:pt x="658" y="350"/>
                </a:cubicBezTo>
                <a:cubicBezTo>
                  <a:pt x="674" y="350"/>
                  <a:pt x="687" y="337"/>
                  <a:pt x="687" y="321"/>
                </a:cubicBezTo>
                <a:cubicBezTo>
                  <a:pt x="687" y="305"/>
                  <a:pt x="674" y="292"/>
                  <a:pt x="658" y="292"/>
                </a:cubicBezTo>
                <a:moveTo>
                  <a:pt x="2432" y="292"/>
                </a:moveTo>
                <a:cubicBezTo>
                  <a:pt x="1984" y="292"/>
                  <a:pt x="1984" y="292"/>
                  <a:pt x="1984" y="292"/>
                </a:cubicBezTo>
                <a:cubicBezTo>
                  <a:pt x="1968" y="292"/>
                  <a:pt x="1955" y="305"/>
                  <a:pt x="1955" y="321"/>
                </a:cubicBezTo>
                <a:cubicBezTo>
                  <a:pt x="1955" y="337"/>
                  <a:pt x="1968" y="350"/>
                  <a:pt x="1984" y="350"/>
                </a:cubicBezTo>
                <a:cubicBezTo>
                  <a:pt x="2403" y="350"/>
                  <a:pt x="2403" y="350"/>
                  <a:pt x="2403" y="350"/>
                </a:cubicBezTo>
                <a:cubicBezTo>
                  <a:pt x="2403" y="912"/>
                  <a:pt x="2403" y="912"/>
                  <a:pt x="2403" y="912"/>
                </a:cubicBezTo>
                <a:cubicBezTo>
                  <a:pt x="2083" y="912"/>
                  <a:pt x="2083" y="912"/>
                  <a:pt x="2083" y="912"/>
                </a:cubicBezTo>
                <a:cubicBezTo>
                  <a:pt x="2068" y="912"/>
                  <a:pt x="2055" y="925"/>
                  <a:pt x="2055" y="941"/>
                </a:cubicBezTo>
                <a:cubicBezTo>
                  <a:pt x="2055" y="957"/>
                  <a:pt x="2068" y="970"/>
                  <a:pt x="2083" y="970"/>
                </a:cubicBezTo>
                <a:cubicBezTo>
                  <a:pt x="2432" y="970"/>
                  <a:pt x="2432" y="970"/>
                  <a:pt x="2432" y="970"/>
                </a:cubicBezTo>
                <a:cubicBezTo>
                  <a:pt x="2448" y="970"/>
                  <a:pt x="2461" y="957"/>
                  <a:pt x="2461" y="941"/>
                </a:cubicBezTo>
                <a:cubicBezTo>
                  <a:pt x="2461" y="321"/>
                  <a:pt x="2461" y="321"/>
                  <a:pt x="2461" y="321"/>
                </a:cubicBezTo>
                <a:cubicBezTo>
                  <a:pt x="2461" y="305"/>
                  <a:pt x="2448" y="292"/>
                  <a:pt x="2432" y="292"/>
                </a:cubicBezTo>
                <a:moveTo>
                  <a:pt x="1799" y="0"/>
                </a:moveTo>
                <a:cubicBezTo>
                  <a:pt x="843" y="0"/>
                  <a:pt x="843" y="0"/>
                  <a:pt x="843" y="0"/>
                </a:cubicBezTo>
                <a:cubicBezTo>
                  <a:pt x="827" y="0"/>
                  <a:pt x="814" y="13"/>
                  <a:pt x="814" y="29"/>
                </a:cubicBezTo>
                <a:cubicBezTo>
                  <a:pt x="814" y="45"/>
                  <a:pt x="827" y="58"/>
                  <a:pt x="843" y="58"/>
                </a:cubicBezTo>
                <a:cubicBezTo>
                  <a:pt x="1292" y="58"/>
                  <a:pt x="1292" y="58"/>
                  <a:pt x="1292" y="58"/>
                </a:cubicBezTo>
                <a:cubicBezTo>
                  <a:pt x="1292" y="602"/>
                  <a:pt x="1292" y="602"/>
                  <a:pt x="1292" y="602"/>
                </a:cubicBezTo>
                <a:cubicBezTo>
                  <a:pt x="989" y="602"/>
                  <a:pt x="989" y="602"/>
                  <a:pt x="989" y="602"/>
                </a:cubicBezTo>
                <a:cubicBezTo>
                  <a:pt x="973" y="602"/>
                  <a:pt x="960" y="615"/>
                  <a:pt x="960" y="631"/>
                </a:cubicBezTo>
                <a:cubicBezTo>
                  <a:pt x="960" y="647"/>
                  <a:pt x="973" y="660"/>
                  <a:pt x="989" y="660"/>
                </a:cubicBezTo>
                <a:cubicBezTo>
                  <a:pt x="1292" y="660"/>
                  <a:pt x="1292" y="660"/>
                  <a:pt x="1292" y="660"/>
                </a:cubicBezTo>
                <a:cubicBezTo>
                  <a:pt x="1292" y="1311"/>
                  <a:pt x="1292" y="1311"/>
                  <a:pt x="1292" y="1311"/>
                </a:cubicBezTo>
                <a:cubicBezTo>
                  <a:pt x="801" y="1311"/>
                  <a:pt x="801" y="1311"/>
                  <a:pt x="801" y="1311"/>
                </a:cubicBezTo>
                <a:cubicBezTo>
                  <a:pt x="801" y="1060"/>
                  <a:pt x="801" y="1060"/>
                  <a:pt x="801" y="1060"/>
                </a:cubicBezTo>
                <a:cubicBezTo>
                  <a:pt x="801" y="1044"/>
                  <a:pt x="788" y="1031"/>
                  <a:pt x="772" y="1031"/>
                </a:cubicBezTo>
                <a:cubicBezTo>
                  <a:pt x="756" y="1031"/>
                  <a:pt x="743" y="1044"/>
                  <a:pt x="743" y="1060"/>
                </a:cubicBezTo>
                <a:cubicBezTo>
                  <a:pt x="743" y="1340"/>
                  <a:pt x="743" y="1340"/>
                  <a:pt x="743" y="1340"/>
                </a:cubicBezTo>
                <a:cubicBezTo>
                  <a:pt x="743" y="1356"/>
                  <a:pt x="756" y="1369"/>
                  <a:pt x="772" y="1369"/>
                </a:cubicBezTo>
                <a:cubicBezTo>
                  <a:pt x="1292" y="1369"/>
                  <a:pt x="1292" y="1369"/>
                  <a:pt x="1292" y="1369"/>
                </a:cubicBezTo>
                <a:cubicBezTo>
                  <a:pt x="1292" y="2123"/>
                  <a:pt x="1292" y="2123"/>
                  <a:pt x="1292" y="2123"/>
                </a:cubicBezTo>
                <a:cubicBezTo>
                  <a:pt x="842" y="2123"/>
                  <a:pt x="842" y="2123"/>
                  <a:pt x="842" y="2123"/>
                </a:cubicBezTo>
                <a:cubicBezTo>
                  <a:pt x="842" y="1782"/>
                  <a:pt x="842" y="1782"/>
                  <a:pt x="842" y="1782"/>
                </a:cubicBezTo>
                <a:cubicBezTo>
                  <a:pt x="842" y="1766"/>
                  <a:pt x="829" y="1753"/>
                  <a:pt x="813" y="1753"/>
                </a:cubicBezTo>
                <a:cubicBezTo>
                  <a:pt x="433" y="1753"/>
                  <a:pt x="433" y="1753"/>
                  <a:pt x="433" y="1753"/>
                </a:cubicBezTo>
                <a:cubicBezTo>
                  <a:pt x="433" y="1476"/>
                  <a:pt x="433" y="1476"/>
                  <a:pt x="433" y="1476"/>
                </a:cubicBezTo>
                <a:cubicBezTo>
                  <a:pt x="433" y="1460"/>
                  <a:pt x="420" y="1447"/>
                  <a:pt x="404" y="1447"/>
                </a:cubicBezTo>
                <a:cubicBezTo>
                  <a:pt x="388" y="1447"/>
                  <a:pt x="375" y="1460"/>
                  <a:pt x="375" y="1476"/>
                </a:cubicBezTo>
                <a:cubicBezTo>
                  <a:pt x="375" y="1782"/>
                  <a:pt x="375" y="1782"/>
                  <a:pt x="375" y="1782"/>
                </a:cubicBezTo>
                <a:cubicBezTo>
                  <a:pt x="375" y="1798"/>
                  <a:pt x="388" y="1811"/>
                  <a:pt x="404" y="1811"/>
                </a:cubicBezTo>
                <a:cubicBezTo>
                  <a:pt x="784" y="1811"/>
                  <a:pt x="784" y="1811"/>
                  <a:pt x="784" y="1811"/>
                </a:cubicBezTo>
                <a:cubicBezTo>
                  <a:pt x="784" y="2669"/>
                  <a:pt x="784" y="2669"/>
                  <a:pt x="784" y="2669"/>
                </a:cubicBezTo>
                <a:cubicBezTo>
                  <a:pt x="784" y="2685"/>
                  <a:pt x="797" y="2698"/>
                  <a:pt x="813" y="2698"/>
                </a:cubicBezTo>
                <a:cubicBezTo>
                  <a:pt x="829" y="2698"/>
                  <a:pt x="842" y="2685"/>
                  <a:pt x="842" y="2669"/>
                </a:cubicBezTo>
                <a:cubicBezTo>
                  <a:pt x="842" y="2181"/>
                  <a:pt x="842" y="2181"/>
                  <a:pt x="842" y="2181"/>
                </a:cubicBezTo>
                <a:cubicBezTo>
                  <a:pt x="1292" y="2181"/>
                  <a:pt x="1292" y="2181"/>
                  <a:pt x="1292" y="2181"/>
                </a:cubicBezTo>
                <a:cubicBezTo>
                  <a:pt x="1292" y="3036"/>
                  <a:pt x="1292" y="3036"/>
                  <a:pt x="1292" y="3036"/>
                </a:cubicBezTo>
                <a:cubicBezTo>
                  <a:pt x="921" y="3036"/>
                  <a:pt x="921" y="3036"/>
                  <a:pt x="921" y="3036"/>
                </a:cubicBezTo>
                <a:cubicBezTo>
                  <a:pt x="905" y="3036"/>
                  <a:pt x="892" y="3049"/>
                  <a:pt x="892" y="3065"/>
                </a:cubicBezTo>
                <a:cubicBezTo>
                  <a:pt x="892" y="3081"/>
                  <a:pt x="905" y="3094"/>
                  <a:pt x="921" y="3094"/>
                </a:cubicBezTo>
                <a:cubicBezTo>
                  <a:pt x="1321" y="3094"/>
                  <a:pt x="1321" y="3094"/>
                  <a:pt x="1321" y="3094"/>
                </a:cubicBezTo>
                <a:cubicBezTo>
                  <a:pt x="1722" y="3094"/>
                  <a:pt x="1722" y="3094"/>
                  <a:pt x="1722" y="3094"/>
                </a:cubicBezTo>
                <a:cubicBezTo>
                  <a:pt x="1738" y="3094"/>
                  <a:pt x="1751" y="3081"/>
                  <a:pt x="1751" y="3065"/>
                </a:cubicBezTo>
                <a:cubicBezTo>
                  <a:pt x="1751" y="3049"/>
                  <a:pt x="1738" y="3036"/>
                  <a:pt x="1722" y="3036"/>
                </a:cubicBezTo>
                <a:cubicBezTo>
                  <a:pt x="1350" y="3036"/>
                  <a:pt x="1350" y="3036"/>
                  <a:pt x="1350" y="3036"/>
                </a:cubicBezTo>
                <a:cubicBezTo>
                  <a:pt x="1350" y="2181"/>
                  <a:pt x="1350" y="2181"/>
                  <a:pt x="1350" y="2181"/>
                </a:cubicBezTo>
                <a:cubicBezTo>
                  <a:pt x="1800" y="2181"/>
                  <a:pt x="1800" y="2181"/>
                  <a:pt x="1800" y="2181"/>
                </a:cubicBezTo>
                <a:cubicBezTo>
                  <a:pt x="1800" y="2669"/>
                  <a:pt x="1800" y="2669"/>
                  <a:pt x="1800" y="2669"/>
                </a:cubicBezTo>
                <a:cubicBezTo>
                  <a:pt x="1800" y="2685"/>
                  <a:pt x="1813" y="2698"/>
                  <a:pt x="1829" y="2698"/>
                </a:cubicBezTo>
                <a:cubicBezTo>
                  <a:pt x="1845" y="2698"/>
                  <a:pt x="1858" y="2685"/>
                  <a:pt x="1858" y="2669"/>
                </a:cubicBezTo>
                <a:cubicBezTo>
                  <a:pt x="1858" y="1811"/>
                  <a:pt x="1858" y="1811"/>
                  <a:pt x="1858" y="1811"/>
                </a:cubicBezTo>
                <a:cubicBezTo>
                  <a:pt x="2239" y="1811"/>
                  <a:pt x="2239" y="1811"/>
                  <a:pt x="2239" y="1811"/>
                </a:cubicBezTo>
                <a:cubicBezTo>
                  <a:pt x="2254" y="1811"/>
                  <a:pt x="2267" y="1798"/>
                  <a:pt x="2267" y="1782"/>
                </a:cubicBezTo>
                <a:cubicBezTo>
                  <a:pt x="2267" y="1476"/>
                  <a:pt x="2267" y="1476"/>
                  <a:pt x="2267" y="1476"/>
                </a:cubicBezTo>
                <a:cubicBezTo>
                  <a:pt x="2267" y="1460"/>
                  <a:pt x="2254" y="1447"/>
                  <a:pt x="2239" y="1447"/>
                </a:cubicBezTo>
                <a:cubicBezTo>
                  <a:pt x="2223" y="1447"/>
                  <a:pt x="2210" y="1460"/>
                  <a:pt x="2210" y="1476"/>
                </a:cubicBezTo>
                <a:cubicBezTo>
                  <a:pt x="2210" y="1753"/>
                  <a:pt x="2210" y="1753"/>
                  <a:pt x="2210" y="1753"/>
                </a:cubicBezTo>
                <a:cubicBezTo>
                  <a:pt x="1829" y="1753"/>
                  <a:pt x="1829" y="1753"/>
                  <a:pt x="1829" y="1753"/>
                </a:cubicBezTo>
                <a:cubicBezTo>
                  <a:pt x="1813" y="1753"/>
                  <a:pt x="1800" y="1766"/>
                  <a:pt x="1800" y="1782"/>
                </a:cubicBezTo>
                <a:cubicBezTo>
                  <a:pt x="1800" y="2123"/>
                  <a:pt x="1800" y="2123"/>
                  <a:pt x="1800" y="2123"/>
                </a:cubicBezTo>
                <a:cubicBezTo>
                  <a:pt x="1350" y="2123"/>
                  <a:pt x="1350" y="2123"/>
                  <a:pt x="1350" y="2123"/>
                </a:cubicBezTo>
                <a:cubicBezTo>
                  <a:pt x="1350" y="1369"/>
                  <a:pt x="1350" y="1369"/>
                  <a:pt x="1350" y="1369"/>
                </a:cubicBezTo>
                <a:cubicBezTo>
                  <a:pt x="1870" y="1369"/>
                  <a:pt x="1870" y="1369"/>
                  <a:pt x="1870" y="1369"/>
                </a:cubicBezTo>
                <a:cubicBezTo>
                  <a:pt x="1886" y="1369"/>
                  <a:pt x="1899" y="1356"/>
                  <a:pt x="1899" y="1340"/>
                </a:cubicBezTo>
                <a:cubicBezTo>
                  <a:pt x="1899" y="1060"/>
                  <a:pt x="1899" y="1060"/>
                  <a:pt x="1899" y="1060"/>
                </a:cubicBezTo>
                <a:cubicBezTo>
                  <a:pt x="1899" y="1044"/>
                  <a:pt x="1886" y="1031"/>
                  <a:pt x="1870" y="1031"/>
                </a:cubicBezTo>
                <a:cubicBezTo>
                  <a:pt x="1854" y="1031"/>
                  <a:pt x="1841" y="1044"/>
                  <a:pt x="1841" y="1060"/>
                </a:cubicBezTo>
                <a:cubicBezTo>
                  <a:pt x="1841" y="1311"/>
                  <a:pt x="1841" y="1311"/>
                  <a:pt x="1841" y="1311"/>
                </a:cubicBezTo>
                <a:cubicBezTo>
                  <a:pt x="1350" y="1311"/>
                  <a:pt x="1350" y="1311"/>
                  <a:pt x="1350" y="1311"/>
                </a:cubicBezTo>
                <a:cubicBezTo>
                  <a:pt x="1350" y="660"/>
                  <a:pt x="1350" y="660"/>
                  <a:pt x="1350" y="660"/>
                </a:cubicBezTo>
                <a:cubicBezTo>
                  <a:pt x="1643" y="660"/>
                  <a:pt x="1643" y="660"/>
                  <a:pt x="1643" y="660"/>
                </a:cubicBezTo>
                <a:cubicBezTo>
                  <a:pt x="1659" y="660"/>
                  <a:pt x="1672" y="647"/>
                  <a:pt x="1672" y="631"/>
                </a:cubicBezTo>
                <a:cubicBezTo>
                  <a:pt x="1672" y="615"/>
                  <a:pt x="1659" y="602"/>
                  <a:pt x="1643" y="602"/>
                </a:cubicBezTo>
                <a:cubicBezTo>
                  <a:pt x="1350" y="602"/>
                  <a:pt x="1350" y="602"/>
                  <a:pt x="1350" y="602"/>
                </a:cubicBezTo>
                <a:cubicBezTo>
                  <a:pt x="1350" y="58"/>
                  <a:pt x="1350" y="58"/>
                  <a:pt x="1350" y="58"/>
                </a:cubicBezTo>
                <a:cubicBezTo>
                  <a:pt x="1799" y="58"/>
                  <a:pt x="1799" y="58"/>
                  <a:pt x="1799" y="58"/>
                </a:cubicBezTo>
                <a:cubicBezTo>
                  <a:pt x="1815" y="58"/>
                  <a:pt x="1828" y="45"/>
                  <a:pt x="1828" y="29"/>
                </a:cubicBezTo>
                <a:cubicBezTo>
                  <a:pt x="1828" y="13"/>
                  <a:pt x="1815" y="0"/>
                  <a:pt x="1799" y="0"/>
                </a:cubicBezTo>
              </a:path>
            </a:pathLst>
          </a:custGeom>
          <a:solidFill>
            <a:srgbClr val="E1D8BF">
              <a:alpha val="9804"/>
            </a:srgbClr>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10" name="Logo">
            <a:extLst>
              <a:ext uri="{FF2B5EF4-FFF2-40B4-BE49-F238E27FC236}">
                <a16:creationId xmlns:a16="http://schemas.microsoft.com/office/drawing/2014/main" id="{7D430883-348B-4F96-B27B-40097E253643}"/>
              </a:ext>
            </a:extLst>
          </p:cNvPr>
          <p:cNvSpPr/>
          <p:nvPr/>
        </p:nvSpPr>
        <p:spPr>
          <a:xfrm>
            <a:off x="9397252" y="5875721"/>
            <a:ext cx="2253411" cy="440942"/>
          </a:xfrm>
          <a:custGeom>
            <a:avLst/>
            <a:gdLst>
              <a:gd name="connsiteX0" fmla="*/ 1783139 w 2253411"/>
              <a:gd name="connsiteY0" fmla="*/ 136254 h 440942"/>
              <a:gd name="connsiteX1" fmla="*/ 1751520 w 2253411"/>
              <a:gd name="connsiteY1" fmla="*/ 136254 h 440942"/>
              <a:gd name="connsiteX2" fmla="*/ 1751520 w 2253411"/>
              <a:gd name="connsiteY2" fmla="*/ 299806 h 440942"/>
              <a:gd name="connsiteX3" fmla="*/ 1783139 w 2253411"/>
              <a:gd name="connsiteY3" fmla="*/ 299806 h 440942"/>
              <a:gd name="connsiteX4" fmla="*/ 293338 w 2253411"/>
              <a:gd name="connsiteY4" fmla="*/ 409024 h 440942"/>
              <a:gd name="connsiteX5" fmla="*/ 297448 w 2253411"/>
              <a:gd name="connsiteY5" fmla="*/ 413147 h 440942"/>
              <a:gd name="connsiteX6" fmla="*/ 297460 w 2253411"/>
              <a:gd name="connsiteY6" fmla="*/ 413147 h 440942"/>
              <a:gd name="connsiteX7" fmla="*/ 333669 w 2253411"/>
              <a:gd name="connsiteY7" fmla="*/ 413147 h 440942"/>
              <a:gd name="connsiteX8" fmla="*/ 337779 w 2253411"/>
              <a:gd name="connsiteY8" fmla="*/ 409047 h 440942"/>
              <a:gd name="connsiteX9" fmla="*/ 337777 w 2253411"/>
              <a:gd name="connsiteY9" fmla="*/ 409024 h 440942"/>
              <a:gd name="connsiteX10" fmla="*/ 333683 w 2253411"/>
              <a:gd name="connsiteY10" fmla="*/ 404916 h 440942"/>
              <a:gd name="connsiteX11" fmla="*/ 333669 w 2253411"/>
              <a:gd name="connsiteY11" fmla="*/ 404916 h 440942"/>
              <a:gd name="connsiteX12" fmla="*/ 297460 w 2253411"/>
              <a:gd name="connsiteY12" fmla="*/ 404916 h 440942"/>
              <a:gd name="connsiteX13" fmla="*/ 293338 w 2253411"/>
              <a:gd name="connsiteY13" fmla="*/ 409021 h 440942"/>
              <a:gd name="connsiteX14" fmla="*/ 293338 w 2253411"/>
              <a:gd name="connsiteY14" fmla="*/ 409024 h 440942"/>
              <a:gd name="connsiteX15" fmla="*/ 39859 w 2253411"/>
              <a:gd name="connsiteY15" fmla="*/ 409024 h 440942"/>
              <a:gd name="connsiteX16" fmla="*/ 43946 w 2253411"/>
              <a:gd name="connsiteY16" fmla="*/ 413147 h 440942"/>
              <a:gd name="connsiteX17" fmla="*/ 43967 w 2253411"/>
              <a:gd name="connsiteY17" fmla="*/ 413147 h 440942"/>
              <a:gd name="connsiteX18" fmla="*/ 80176 w 2253411"/>
              <a:gd name="connsiteY18" fmla="*/ 413147 h 440942"/>
              <a:gd name="connsiteX19" fmla="*/ 84298 w 2253411"/>
              <a:gd name="connsiteY19" fmla="*/ 409037 h 440942"/>
              <a:gd name="connsiteX20" fmla="*/ 84298 w 2253411"/>
              <a:gd name="connsiteY20" fmla="*/ 409024 h 440942"/>
              <a:gd name="connsiteX21" fmla="*/ 80179 w 2253411"/>
              <a:gd name="connsiteY21" fmla="*/ 404916 h 440942"/>
              <a:gd name="connsiteX22" fmla="*/ 80176 w 2253411"/>
              <a:gd name="connsiteY22" fmla="*/ 404916 h 440942"/>
              <a:gd name="connsiteX23" fmla="*/ 43967 w 2253411"/>
              <a:gd name="connsiteY23" fmla="*/ 404916 h 440942"/>
              <a:gd name="connsiteX24" fmla="*/ 39859 w 2253411"/>
              <a:gd name="connsiteY24" fmla="*/ 409012 h 440942"/>
              <a:gd name="connsiteX25" fmla="*/ 39859 w 2253411"/>
              <a:gd name="connsiteY25" fmla="*/ 409024 h 440942"/>
              <a:gd name="connsiteX26" fmla="*/ 80177 w 2253411"/>
              <a:gd name="connsiteY26" fmla="*/ 339849 h 440942"/>
              <a:gd name="connsiteX27" fmla="*/ 8803 w 2253411"/>
              <a:gd name="connsiteY27" fmla="*/ 339849 h 440942"/>
              <a:gd name="connsiteX28" fmla="*/ 8803 w 2253411"/>
              <a:gd name="connsiteY28" fmla="*/ 177644 h 440942"/>
              <a:gd name="connsiteX29" fmla="*/ 4680 w 2253411"/>
              <a:gd name="connsiteY29" fmla="*/ 173521 h 440942"/>
              <a:gd name="connsiteX30" fmla="*/ 572 w 2253411"/>
              <a:gd name="connsiteY30" fmla="*/ 177639 h 440942"/>
              <a:gd name="connsiteX31" fmla="*/ 572 w 2253411"/>
              <a:gd name="connsiteY31" fmla="*/ 177644 h 440942"/>
              <a:gd name="connsiteX32" fmla="*/ 572 w 2253411"/>
              <a:gd name="connsiteY32" fmla="*/ 343959 h 440942"/>
              <a:gd name="connsiteX33" fmla="*/ 4676 w 2253411"/>
              <a:gd name="connsiteY33" fmla="*/ 348080 h 440942"/>
              <a:gd name="connsiteX34" fmla="*/ 4680 w 2253411"/>
              <a:gd name="connsiteY34" fmla="*/ 348080 h 440942"/>
              <a:gd name="connsiteX35" fmla="*/ 80176 w 2253411"/>
              <a:gd name="connsiteY35" fmla="*/ 348080 h 440942"/>
              <a:gd name="connsiteX36" fmla="*/ 84298 w 2253411"/>
              <a:gd name="connsiteY36" fmla="*/ 343970 h 440942"/>
              <a:gd name="connsiteX37" fmla="*/ 84298 w 2253411"/>
              <a:gd name="connsiteY37" fmla="*/ 343959 h 440942"/>
              <a:gd name="connsiteX38" fmla="*/ 80176 w 2253411"/>
              <a:gd name="connsiteY38" fmla="*/ 339849 h 440942"/>
              <a:gd name="connsiteX39" fmla="*/ 98412 w 2253411"/>
              <a:gd name="connsiteY39" fmla="*/ 45530 h 440942"/>
              <a:gd name="connsiteX40" fmla="*/ 94292 w 2253411"/>
              <a:gd name="connsiteY40" fmla="*/ 41422 h 440942"/>
              <a:gd name="connsiteX41" fmla="*/ 94289 w 2253411"/>
              <a:gd name="connsiteY41" fmla="*/ 41422 h 440942"/>
              <a:gd name="connsiteX42" fmla="*/ 30459 w 2253411"/>
              <a:gd name="connsiteY42" fmla="*/ 41422 h 440942"/>
              <a:gd name="connsiteX43" fmla="*/ 26351 w 2253411"/>
              <a:gd name="connsiteY43" fmla="*/ 45518 h 440942"/>
              <a:gd name="connsiteX44" fmla="*/ 26351 w 2253411"/>
              <a:gd name="connsiteY44" fmla="*/ 45530 h 440942"/>
              <a:gd name="connsiteX45" fmla="*/ 26351 w 2253411"/>
              <a:gd name="connsiteY45" fmla="*/ 133916 h 440942"/>
              <a:gd name="connsiteX46" fmla="*/ 30456 w 2253411"/>
              <a:gd name="connsiteY46" fmla="*/ 138039 h 440942"/>
              <a:gd name="connsiteX47" fmla="*/ 30459 w 2253411"/>
              <a:gd name="connsiteY47" fmla="*/ 138039 h 440942"/>
              <a:gd name="connsiteX48" fmla="*/ 80191 w 2253411"/>
              <a:gd name="connsiteY48" fmla="*/ 138039 h 440942"/>
              <a:gd name="connsiteX49" fmla="*/ 84300 w 2253411"/>
              <a:gd name="connsiteY49" fmla="*/ 133916 h 440942"/>
              <a:gd name="connsiteX50" fmla="*/ 80191 w 2253411"/>
              <a:gd name="connsiteY50" fmla="*/ 129808 h 440942"/>
              <a:gd name="connsiteX51" fmla="*/ 34582 w 2253411"/>
              <a:gd name="connsiteY51" fmla="*/ 129808 h 440942"/>
              <a:gd name="connsiteX52" fmla="*/ 34582 w 2253411"/>
              <a:gd name="connsiteY52" fmla="*/ 49653 h 440942"/>
              <a:gd name="connsiteX53" fmla="*/ 94291 w 2253411"/>
              <a:gd name="connsiteY53" fmla="*/ 49653 h 440942"/>
              <a:gd name="connsiteX54" fmla="*/ 98413 w 2253411"/>
              <a:gd name="connsiteY54" fmla="*/ 45540 h 440942"/>
              <a:gd name="connsiteX55" fmla="*/ 98413 w 2253411"/>
              <a:gd name="connsiteY55" fmla="*/ 45530 h 440942"/>
              <a:gd name="connsiteX56" fmla="*/ 271146 w 2253411"/>
              <a:gd name="connsiteY56" fmla="*/ 190835 h 440942"/>
              <a:gd name="connsiteX57" fmla="*/ 271146 w 2253411"/>
              <a:gd name="connsiteY57" fmla="*/ 150874 h 440942"/>
              <a:gd name="connsiteX58" fmla="*/ 267039 w 2253411"/>
              <a:gd name="connsiteY58" fmla="*/ 146752 h 440942"/>
              <a:gd name="connsiteX59" fmla="*/ 267037 w 2253411"/>
              <a:gd name="connsiteY59" fmla="*/ 146752 h 440942"/>
              <a:gd name="connsiteX60" fmla="*/ 262900 w 2253411"/>
              <a:gd name="connsiteY60" fmla="*/ 150873 h 440942"/>
              <a:gd name="connsiteX61" fmla="*/ 262900 w 2253411"/>
              <a:gd name="connsiteY61" fmla="*/ 150874 h 440942"/>
              <a:gd name="connsiteX62" fmla="*/ 262900 w 2253411"/>
              <a:gd name="connsiteY62" fmla="*/ 186698 h 440942"/>
              <a:gd name="connsiteX63" fmla="*/ 192929 w 2253411"/>
              <a:gd name="connsiteY63" fmla="*/ 186698 h 440942"/>
              <a:gd name="connsiteX64" fmla="*/ 192929 w 2253411"/>
              <a:gd name="connsiteY64" fmla="*/ 93846 h 440942"/>
              <a:gd name="connsiteX65" fmla="*/ 234730 w 2253411"/>
              <a:gd name="connsiteY65" fmla="*/ 93846 h 440942"/>
              <a:gd name="connsiteX66" fmla="*/ 238853 w 2253411"/>
              <a:gd name="connsiteY66" fmla="*/ 89738 h 440942"/>
              <a:gd name="connsiteX67" fmla="*/ 234730 w 2253411"/>
              <a:gd name="connsiteY67" fmla="*/ 85602 h 440942"/>
              <a:gd name="connsiteX68" fmla="*/ 192929 w 2253411"/>
              <a:gd name="connsiteY68" fmla="*/ 85602 h 440942"/>
              <a:gd name="connsiteX69" fmla="*/ 192929 w 2253411"/>
              <a:gd name="connsiteY69" fmla="*/ 8058 h 440942"/>
              <a:gd name="connsiteX70" fmla="*/ 256951 w 2253411"/>
              <a:gd name="connsiteY70" fmla="*/ 8058 h 440942"/>
              <a:gd name="connsiteX71" fmla="*/ 261072 w 2253411"/>
              <a:gd name="connsiteY71" fmla="*/ 3946 h 440942"/>
              <a:gd name="connsiteX72" fmla="*/ 261072 w 2253411"/>
              <a:gd name="connsiteY72" fmla="*/ 3935 h 440942"/>
              <a:gd name="connsiteX73" fmla="*/ 256954 w 2253411"/>
              <a:gd name="connsiteY73" fmla="*/ -175 h 440942"/>
              <a:gd name="connsiteX74" fmla="*/ 256951 w 2253411"/>
              <a:gd name="connsiteY74" fmla="*/ -175 h 440942"/>
              <a:gd name="connsiteX75" fmla="*/ 120686 w 2253411"/>
              <a:gd name="connsiteY75" fmla="*/ -175 h 440942"/>
              <a:gd name="connsiteX76" fmla="*/ 116578 w 2253411"/>
              <a:gd name="connsiteY76" fmla="*/ 3935 h 440942"/>
              <a:gd name="connsiteX77" fmla="*/ 120685 w 2253411"/>
              <a:gd name="connsiteY77" fmla="*/ 8058 h 440942"/>
              <a:gd name="connsiteX78" fmla="*/ 120686 w 2253411"/>
              <a:gd name="connsiteY78" fmla="*/ 8058 h 440942"/>
              <a:gd name="connsiteX79" fmla="*/ 184696 w 2253411"/>
              <a:gd name="connsiteY79" fmla="*/ 8058 h 440942"/>
              <a:gd name="connsiteX80" fmla="*/ 184696 w 2253411"/>
              <a:gd name="connsiteY80" fmla="*/ 85629 h 440942"/>
              <a:gd name="connsiteX81" fmla="*/ 141436 w 2253411"/>
              <a:gd name="connsiteY81" fmla="*/ 85629 h 440942"/>
              <a:gd name="connsiteX82" fmla="*/ 137315 w 2253411"/>
              <a:gd name="connsiteY82" fmla="*/ 89752 h 440942"/>
              <a:gd name="connsiteX83" fmla="*/ 141435 w 2253411"/>
              <a:gd name="connsiteY83" fmla="*/ 93860 h 440942"/>
              <a:gd name="connsiteX84" fmla="*/ 141436 w 2253411"/>
              <a:gd name="connsiteY84" fmla="*/ 93860 h 440942"/>
              <a:gd name="connsiteX85" fmla="*/ 184696 w 2253411"/>
              <a:gd name="connsiteY85" fmla="*/ 93860 h 440942"/>
              <a:gd name="connsiteX86" fmla="*/ 184696 w 2253411"/>
              <a:gd name="connsiteY86" fmla="*/ 186698 h 440942"/>
              <a:gd name="connsiteX87" fmla="*/ 114724 w 2253411"/>
              <a:gd name="connsiteY87" fmla="*/ 186698 h 440942"/>
              <a:gd name="connsiteX88" fmla="*/ 114724 w 2253411"/>
              <a:gd name="connsiteY88" fmla="*/ 150874 h 440942"/>
              <a:gd name="connsiteX89" fmla="*/ 110611 w 2253411"/>
              <a:gd name="connsiteY89" fmla="*/ 146752 h 440942"/>
              <a:gd name="connsiteX90" fmla="*/ 110602 w 2253411"/>
              <a:gd name="connsiteY90" fmla="*/ 146752 h 440942"/>
              <a:gd name="connsiteX91" fmla="*/ 106479 w 2253411"/>
              <a:gd name="connsiteY91" fmla="*/ 150874 h 440942"/>
              <a:gd name="connsiteX92" fmla="*/ 106479 w 2253411"/>
              <a:gd name="connsiteY92" fmla="*/ 190835 h 440942"/>
              <a:gd name="connsiteX93" fmla="*/ 110598 w 2253411"/>
              <a:gd name="connsiteY93" fmla="*/ 194943 h 440942"/>
              <a:gd name="connsiteX94" fmla="*/ 110602 w 2253411"/>
              <a:gd name="connsiteY94" fmla="*/ 194943 h 440942"/>
              <a:gd name="connsiteX95" fmla="*/ 184696 w 2253411"/>
              <a:gd name="connsiteY95" fmla="*/ 194943 h 440942"/>
              <a:gd name="connsiteX96" fmla="*/ 184696 w 2253411"/>
              <a:gd name="connsiteY96" fmla="*/ 302418 h 440942"/>
              <a:gd name="connsiteX97" fmla="*/ 120523 w 2253411"/>
              <a:gd name="connsiteY97" fmla="*/ 302418 h 440942"/>
              <a:gd name="connsiteX98" fmla="*/ 120523 w 2253411"/>
              <a:gd name="connsiteY98" fmla="*/ 253744 h 440942"/>
              <a:gd name="connsiteX99" fmla="*/ 116395 w 2253411"/>
              <a:gd name="connsiteY99" fmla="*/ 249636 h 440942"/>
              <a:gd name="connsiteX100" fmla="*/ 116386 w 2253411"/>
              <a:gd name="connsiteY100" fmla="*/ 249636 h 440942"/>
              <a:gd name="connsiteX101" fmla="*/ 62189 w 2253411"/>
              <a:gd name="connsiteY101" fmla="*/ 249636 h 440942"/>
              <a:gd name="connsiteX102" fmla="*/ 62189 w 2253411"/>
              <a:gd name="connsiteY102" fmla="*/ 210170 h 440942"/>
              <a:gd name="connsiteX103" fmla="*/ 58084 w 2253411"/>
              <a:gd name="connsiteY103" fmla="*/ 206047 h 440942"/>
              <a:gd name="connsiteX104" fmla="*/ 58081 w 2253411"/>
              <a:gd name="connsiteY104" fmla="*/ 206047 h 440942"/>
              <a:gd name="connsiteX105" fmla="*/ 53958 w 2253411"/>
              <a:gd name="connsiteY105" fmla="*/ 210170 h 440942"/>
              <a:gd name="connsiteX106" fmla="*/ 53958 w 2253411"/>
              <a:gd name="connsiteY106" fmla="*/ 253744 h 440942"/>
              <a:gd name="connsiteX107" fmla="*/ 58081 w 2253411"/>
              <a:gd name="connsiteY107" fmla="*/ 257867 h 440942"/>
              <a:gd name="connsiteX108" fmla="*/ 112277 w 2253411"/>
              <a:gd name="connsiteY108" fmla="*/ 257867 h 440942"/>
              <a:gd name="connsiteX109" fmla="*/ 112277 w 2253411"/>
              <a:gd name="connsiteY109" fmla="*/ 380182 h 440942"/>
              <a:gd name="connsiteX110" fmla="*/ 116382 w 2253411"/>
              <a:gd name="connsiteY110" fmla="*/ 384304 h 440942"/>
              <a:gd name="connsiteX111" fmla="*/ 116386 w 2253411"/>
              <a:gd name="connsiteY111" fmla="*/ 384304 h 440942"/>
              <a:gd name="connsiteX112" fmla="*/ 120523 w 2253411"/>
              <a:gd name="connsiteY112" fmla="*/ 380182 h 440942"/>
              <a:gd name="connsiteX113" fmla="*/ 120523 w 2253411"/>
              <a:gd name="connsiteY113" fmla="*/ 310649 h 440942"/>
              <a:gd name="connsiteX114" fmla="*/ 184696 w 2253411"/>
              <a:gd name="connsiteY114" fmla="*/ 310649 h 440942"/>
              <a:gd name="connsiteX115" fmla="*/ 184696 w 2253411"/>
              <a:gd name="connsiteY115" fmla="*/ 432537 h 440942"/>
              <a:gd name="connsiteX116" fmla="*/ 131736 w 2253411"/>
              <a:gd name="connsiteY116" fmla="*/ 432537 h 440942"/>
              <a:gd name="connsiteX117" fmla="*/ 127628 w 2253411"/>
              <a:gd name="connsiteY117" fmla="*/ 436615 h 440942"/>
              <a:gd name="connsiteX118" fmla="*/ 127628 w 2253411"/>
              <a:gd name="connsiteY118" fmla="*/ 436646 h 440942"/>
              <a:gd name="connsiteX119" fmla="*/ 131716 w 2253411"/>
              <a:gd name="connsiteY119" fmla="*/ 440768 h 440942"/>
              <a:gd name="connsiteX120" fmla="*/ 131736 w 2253411"/>
              <a:gd name="connsiteY120" fmla="*/ 440768 h 440942"/>
              <a:gd name="connsiteX121" fmla="*/ 245888 w 2253411"/>
              <a:gd name="connsiteY121" fmla="*/ 440768 h 440942"/>
              <a:gd name="connsiteX122" fmla="*/ 250011 w 2253411"/>
              <a:gd name="connsiteY122" fmla="*/ 436657 h 440942"/>
              <a:gd name="connsiteX123" fmla="*/ 250011 w 2253411"/>
              <a:gd name="connsiteY123" fmla="*/ 436646 h 440942"/>
              <a:gd name="connsiteX124" fmla="*/ 245909 w 2253411"/>
              <a:gd name="connsiteY124" fmla="*/ 432537 h 440942"/>
              <a:gd name="connsiteX125" fmla="*/ 245888 w 2253411"/>
              <a:gd name="connsiteY125" fmla="*/ 432537 h 440942"/>
              <a:gd name="connsiteX126" fmla="*/ 192929 w 2253411"/>
              <a:gd name="connsiteY126" fmla="*/ 432537 h 440942"/>
              <a:gd name="connsiteX127" fmla="*/ 192929 w 2253411"/>
              <a:gd name="connsiteY127" fmla="*/ 310649 h 440942"/>
              <a:gd name="connsiteX128" fmla="*/ 257116 w 2253411"/>
              <a:gd name="connsiteY128" fmla="*/ 310649 h 440942"/>
              <a:gd name="connsiteX129" fmla="*/ 257116 w 2253411"/>
              <a:gd name="connsiteY129" fmla="*/ 380182 h 440942"/>
              <a:gd name="connsiteX130" fmla="*/ 261250 w 2253411"/>
              <a:gd name="connsiteY130" fmla="*/ 384304 h 440942"/>
              <a:gd name="connsiteX131" fmla="*/ 265358 w 2253411"/>
              <a:gd name="connsiteY131" fmla="*/ 380182 h 440942"/>
              <a:gd name="connsiteX132" fmla="*/ 265358 w 2253411"/>
              <a:gd name="connsiteY132" fmla="*/ 257867 h 440942"/>
              <a:gd name="connsiteX133" fmla="*/ 319557 w 2253411"/>
              <a:gd name="connsiteY133" fmla="*/ 257867 h 440942"/>
              <a:gd name="connsiteX134" fmla="*/ 323665 w 2253411"/>
              <a:gd name="connsiteY134" fmla="*/ 253748 h 440942"/>
              <a:gd name="connsiteX135" fmla="*/ 323665 w 2253411"/>
              <a:gd name="connsiteY135" fmla="*/ 253744 h 440942"/>
              <a:gd name="connsiteX136" fmla="*/ 323665 w 2253411"/>
              <a:gd name="connsiteY136" fmla="*/ 210170 h 440942"/>
              <a:gd name="connsiteX137" fmla="*/ 319557 w 2253411"/>
              <a:gd name="connsiteY137" fmla="*/ 206047 h 440942"/>
              <a:gd name="connsiteX138" fmla="*/ 315434 w 2253411"/>
              <a:gd name="connsiteY138" fmla="*/ 210170 h 440942"/>
              <a:gd name="connsiteX139" fmla="*/ 315434 w 2253411"/>
              <a:gd name="connsiteY139" fmla="*/ 249636 h 440942"/>
              <a:gd name="connsiteX140" fmla="*/ 261250 w 2253411"/>
              <a:gd name="connsiteY140" fmla="*/ 249636 h 440942"/>
              <a:gd name="connsiteX141" fmla="*/ 257115 w 2253411"/>
              <a:gd name="connsiteY141" fmla="*/ 253733 h 440942"/>
              <a:gd name="connsiteX142" fmla="*/ 257115 w 2253411"/>
              <a:gd name="connsiteY142" fmla="*/ 253744 h 440942"/>
              <a:gd name="connsiteX143" fmla="*/ 257115 w 2253411"/>
              <a:gd name="connsiteY143" fmla="*/ 302416 h 440942"/>
              <a:gd name="connsiteX144" fmla="*/ 192927 w 2253411"/>
              <a:gd name="connsiteY144" fmla="*/ 302416 h 440942"/>
              <a:gd name="connsiteX145" fmla="*/ 192927 w 2253411"/>
              <a:gd name="connsiteY145" fmla="*/ 194943 h 440942"/>
              <a:gd name="connsiteX146" fmla="*/ 267036 w 2253411"/>
              <a:gd name="connsiteY146" fmla="*/ 194943 h 440942"/>
              <a:gd name="connsiteX147" fmla="*/ 271144 w 2253411"/>
              <a:gd name="connsiteY147" fmla="*/ 190849 h 440942"/>
              <a:gd name="connsiteX148" fmla="*/ 271144 w 2253411"/>
              <a:gd name="connsiteY148" fmla="*/ 190835 h 440942"/>
              <a:gd name="connsiteX149" fmla="*/ 351285 w 2253411"/>
              <a:gd name="connsiteY149" fmla="*/ 133931 h 440942"/>
              <a:gd name="connsiteX150" fmla="*/ 351285 w 2253411"/>
              <a:gd name="connsiteY150" fmla="*/ 45545 h 440942"/>
              <a:gd name="connsiteX151" fmla="*/ 347175 w 2253411"/>
              <a:gd name="connsiteY151" fmla="*/ 41422 h 440942"/>
              <a:gd name="connsiteX152" fmla="*/ 347164 w 2253411"/>
              <a:gd name="connsiteY152" fmla="*/ 41422 h 440942"/>
              <a:gd name="connsiteX153" fmla="*/ 283332 w 2253411"/>
              <a:gd name="connsiteY153" fmla="*/ 41422 h 440942"/>
              <a:gd name="connsiteX154" fmla="*/ 279224 w 2253411"/>
              <a:gd name="connsiteY154" fmla="*/ 45524 h 440942"/>
              <a:gd name="connsiteX155" fmla="*/ 279224 w 2253411"/>
              <a:gd name="connsiteY155" fmla="*/ 45545 h 440942"/>
              <a:gd name="connsiteX156" fmla="*/ 283332 w 2253411"/>
              <a:gd name="connsiteY156" fmla="*/ 49653 h 440942"/>
              <a:gd name="connsiteX157" fmla="*/ 343054 w 2253411"/>
              <a:gd name="connsiteY157" fmla="*/ 49653 h 440942"/>
              <a:gd name="connsiteX158" fmla="*/ 343054 w 2253411"/>
              <a:gd name="connsiteY158" fmla="*/ 129808 h 440942"/>
              <a:gd name="connsiteX159" fmla="*/ 297460 w 2253411"/>
              <a:gd name="connsiteY159" fmla="*/ 129808 h 440942"/>
              <a:gd name="connsiteX160" fmla="*/ 293338 w 2253411"/>
              <a:gd name="connsiteY160" fmla="*/ 133918 h 440942"/>
              <a:gd name="connsiteX161" fmla="*/ 293338 w 2253411"/>
              <a:gd name="connsiteY161" fmla="*/ 133931 h 440942"/>
              <a:gd name="connsiteX162" fmla="*/ 297460 w 2253411"/>
              <a:gd name="connsiteY162" fmla="*/ 138039 h 440942"/>
              <a:gd name="connsiteX163" fmla="*/ 347164 w 2253411"/>
              <a:gd name="connsiteY163" fmla="*/ 138039 h 440942"/>
              <a:gd name="connsiteX164" fmla="*/ 351285 w 2253411"/>
              <a:gd name="connsiteY164" fmla="*/ 133931 h 440942"/>
              <a:gd name="connsiteX165" fmla="*/ 377065 w 2253411"/>
              <a:gd name="connsiteY165" fmla="*/ 343972 h 440942"/>
              <a:gd name="connsiteX166" fmla="*/ 377065 w 2253411"/>
              <a:gd name="connsiteY166" fmla="*/ 177629 h 440942"/>
              <a:gd name="connsiteX167" fmla="*/ 372946 w 2253411"/>
              <a:gd name="connsiteY167" fmla="*/ 173521 h 440942"/>
              <a:gd name="connsiteX168" fmla="*/ 372943 w 2253411"/>
              <a:gd name="connsiteY168" fmla="*/ 173521 h 440942"/>
              <a:gd name="connsiteX169" fmla="*/ 368834 w 2253411"/>
              <a:gd name="connsiteY169" fmla="*/ 177617 h 440942"/>
              <a:gd name="connsiteX170" fmla="*/ 368834 w 2253411"/>
              <a:gd name="connsiteY170" fmla="*/ 177629 h 440942"/>
              <a:gd name="connsiteX171" fmla="*/ 368834 w 2253411"/>
              <a:gd name="connsiteY171" fmla="*/ 339836 h 440942"/>
              <a:gd name="connsiteX172" fmla="*/ 297460 w 2253411"/>
              <a:gd name="connsiteY172" fmla="*/ 339836 h 440942"/>
              <a:gd name="connsiteX173" fmla="*/ 293338 w 2253411"/>
              <a:gd name="connsiteY173" fmla="*/ 343970 h 440942"/>
              <a:gd name="connsiteX174" fmla="*/ 293338 w 2253411"/>
              <a:gd name="connsiteY174" fmla="*/ 343972 h 440942"/>
              <a:gd name="connsiteX175" fmla="*/ 297438 w 2253411"/>
              <a:gd name="connsiteY175" fmla="*/ 348080 h 440942"/>
              <a:gd name="connsiteX176" fmla="*/ 297460 w 2253411"/>
              <a:gd name="connsiteY176" fmla="*/ 348080 h 440942"/>
              <a:gd name="connsiteX177" fmla="*/ 372943 w 2253411"/>
              <a:gd name="connsiteY177" fmla="*/ 348080 h 440942"/>
              <a:gd name="connsiteX178" fmla="*/ 377065 w 2253411"/>
              <a:gd name="connsiteY178" fmla="*/ 343992 h 440942"/>
              <a:gd name="connsiteX179" fmla="*/ 377065 w 2253411"/>
              <a:gd name="connsiteY179" fmla="*/ 343972 h 440942"/>
              <a:gd name="connsiteX180" fmla="*/ 577721 w 2253411"/>
              <a:gd name="connsiteY180" fmla="*/ 299806 h 440942"/>
              <a:gd name="connsiteX181" fmla="*/ 609683 w 2253411"/>
              <a:gd name="connsiteY181" fmla="*/ 299806 h 440942"/>
              <a:gd name="connsiteX182" fmla="*/ 609683 w 2253411"/>
              <a:gd name="connsiteY182" fmla="*/ 196098 h 440942"/>
              <a:gd name="connsiteX183" fmla="*/ 551186 w 2253411"/>
              <a:gd name="connsiteY183" fmla="*/ 131498 h 440942"/>
              <a:gd name="connsiteX184" fmla="*/ 500878 w 2253411"/>
              <a:gd name="connsiteY184" fmla="*/ 159709 h 440942"/>
              <a:gd name="connsiteX185" fmla="*/ 500878 w 2253411"/>
              <a:gd name="connsiteY185" fmla="*/ 136254 h 440942"/>
              <a:gd name="connsiteX186" fmla="*/ 469601 w 2253411"/>
              <a:gd name="connsiteY186" fmla="*/ 136254 h 440942"/>
              <a:gd name="connsiteX187" fmla="*/ 469601 w 2253411"/>
              <a:gd name="connsiteY187" fmla="*/ 299806 h 440942"/>
              <a:gd name="connsiteX188" fmla="*/ 501565 w 2253411"/>
              <a:gd name="connsiteY188" fmla="*/ 299806 h 440942"/>
              <a:gd name="connsiteX189" fmla="*/ 501565 w 2253411"/>
              <a:gd name="connsiteY189" fmla="*/ 205278 h 440942"/>
              <a:gd name="connsiteX190" fmla="*/ 539629 w 2253411"/>
              <a:gd name="connsiteY190" fmla="*/ 160396 h 440942"/>
              <a:gd name="connsiteX191" fmla="*/ 577721 w 2253411"/>
              <a:gd name="connsiteY191" fmla="*/ 201540 h 440942"/>
              <a:gd name="connsiteX192" fmla="*/ 766751 w 2253411"/>
              <a:gd name="connsiteY192" fmla="*/ 201196 h 440942"/>
              <a:gd name="connsiteX193" fmla="*/ 677320 w 2253411"/>
              <a:gd name="connsiteY193" fmla="*/ 201196 h 440942"/>
              <a:gd name="connsiteX194" fmla="*/ 721870 w 2253411"/>
              <a:gd name="connsiteY194" fmla="*/ 159366 h 440942"/>
              <a:gd name="connsiteX195" fmla="*/ 766751 w 2253411"/>
              <a:gd name="connsiteY195" fmla="*/ 201196 h 440942"/>
              <a:gd name="connsiteX196" fmla="*/ 799388 w 2253411"/>
              <a:gd name="connsiteY196" fmla="*/ 227044 h 440942"/>
              <a:gd name="connsiteX197" fmla="*/ 800075 w 2253411"/>
              <a:gd name="connsiteY197" fmla="*/ 216835 h 440942"/>
              <a:gd name="connsiteX198" fmla="*/ 721527 w 2253411"/>
              <a:gd name="connsiteY198" fmla="*/ 131155 h 440942"/>
              <a:gd name="connsiteX199" fmla="*/ 643324 w 2253411"/>
              <a:gd name="connsiteY199" fmla="*/ 217522 h 440942"/>
              <a:gd name="connsiteX200" fmla="*/ 725608 w 2253411"/>
              <a:gd name="connsiteY200" fmla="*/ 304904 h 440942"/>
              <a:gd name="connsiteX201" fmla="*/ 799044 w 2253411"/>
              <a:gd name="connsiteY201" fmla="*/ 253221 h 440942"/>
              <a:gd name="connsiteX202" fmla="*/ 771519 w 2253411"/>
              <a:gd name="connsiteY202" fmla="*/ 243698 h 440942"/>
              <a:gd name="connsiteX203" fmla="*/ 725608 w 2253411"/>
              <a:gd name="connsiteY203" fmla="*/ 276679 h 440942"/>
              <a:gd name="connsiteX204" fmla="*/ 676304 w 2253411"/>
              <a:gd name="connsiteY204" fmla="*/ 227044 h 440942"/>
              <a:gd name="connsiteX205" fmla="*/ 945791 w 2253411"/>
              <a:gd name="connsiteY205" fmla="*/ 299820 h 440942"/>
              <a:gd name="connsiteX206" fmla="*/ 976394 w 2253411"/>
              <a:gd name="connsiteY206" fmla="*/ 299820 h 440942"/>
              <a:gd name="connsiteX207" fmla="*/ 974677 w 2253411"/>
              <a:gd name="connsiteY207" fmla="*/ 269547 h 440942"/>
              <a:gd name="connsiteX208" fmla="*/ 974677 w 2253411"/>
              <a:gd name="connsiteY208" fmla="*/ 136254 h 440942"/>
              <a:gd name="connsiteX209" fmla="*/ 942727 w 2253411"/>
              <a:gd name="connsiteY209" fmla="*/ 136254 h 440942"/>
              <a:gd name="connsiteX210" fmla="*/ 942727 w 2253411"/>
              <a:gd name="connsiteY210" fmla="*/ 234863 h 440942"/>
              <a:gd name="connsiteX211" fmla="*/ 903948 w 2253411"/>
              <a:gd name="connsiteY211" fmla="*/ 276679 h 440942"/>
              <a:gd name="connsiteX212" fmla="*/ 866901 w 2253411"/>
              <a:gd name="connsiteY212" fmla="*/ 234519 h 440942"/>
              <a:gd name="connsiteX213" fmla="*/ 866901 w 2253411"/>
              <a:gd name="connsiteY213" fmla="*/ 136254 h 440942"/>
              <a:gd name="connsiteX214" fmla="*/ 834924 w 2253411"/>
              <a:gd name="connsiteY214" fmla="*/ 136254 h 440942"/>
              <a:gd name="connsiteX215" fmla="*/ 834924 w 2253411"/>
              <a:gd name="connsiteY215" fmla="*/ 239287 h 440942"/>
              <a:gd name="connsiteX216" fmla="*/ 896143 w 2253411"/>
              <a:gd name="connsiteY216" fmla="*/ 304903 h 440942"/>
              <a:gd name="connsiteX217" fmla="*/ 944418 w 2253411"/>
              <a:gd name="connsiteY217" fmla="*/ 280086 h 440942"/>
              <a:gd name="connsiteX218" fmla="*/ 945791 w 2253411"/>
              <a:gd name="connsiteY218" fmla="*/ 299818 h 440942"/>
              <a:gd name="connsiteX219" fmla="*/ 1098324 w 2253411"/>
              <a:gd name="connsiteY219" fmla="*/ 167541 h 440942"/>
              <a:gd name="connsiteX220" fmla="*/ 1112271 w 2253411"/>
              <a:gd name="connsiteY220" fmla="*/ 168559 h 440942"/>
              <a:gd name="connsiteX221" fmla="*/ 1112271 w 2253411"/>
              <a:gd name="connsiteY221" fmla="*/ 134563 h 440942"/>
              <a:gd name="connsiteX222" fmla="*/ 1101731 w 2253411"/>
              <a:gd name="connsiteY222" fmla="*/ 133532 h 440942"/>
              <a:gd name="connsiteX223" fmla="*/ 1052771 w 2253411"/>
              <a:gd name="connsiteY223" fmla="*/ 164808 h 440942"/>
              <a:gd name="connsiteX224" fmla="*/ 1052771 w 2253411"/>
              <a:gd name="connsiteY224" fmla="*/ 136266 h 440942"/>
              <a:gd name="connsiteX225" fmla="*/ 1021481 w 2253411"/>
              <a:gd name="connsiteY225" fmla="*/ 136266 h 440942"/>
              <a:gd name="connsiteX226" fmla="*/ 1021481 w 2253411"/>
              <a:gd name="connsiteY226" fmla="*/ 299806 h 440942"/>
              <a:gd name="connsiteX227" fmla="*/ 1053443 w 2253411"/>
              <a:gd name="connsiteY227" fmla="*/ 299806 h 440942"/>
              <a:gd name="connsiteX228" fmla="*/ 1053443 w 2253411"/>
              <a:gd name="connsiteY228" fmla="*/ 217851 h 440942"/>
              <a:gd name="connsiteX229" fmla="*/ 1098324 w 2253411"/>
              <a:gd name="connsiteY229" fmla="*/ 167543 h 440942"/>
              <a:gd name="connsiteX230" fmla="*/ 1263512 w 2253411"/>
              <a:gd name="connsiteY230" fmla="*/ 217865 h 440942"/>
              <a:gd name="connsiteX231" fmla="*/ 1212518 w 2253411"/>
              <a:gd name="connsiteY231" fmla="*/ 276350 h 440942"/>
              <a:gd name="connsiteX232" fmla="*/ 1161507 w 2253411"/>
              <a:gd name="connsiteY232" fmla="*/ 217865 h 440942"/>
              <a:gd name="connsiteX233" fmla="*/ 1212518 w 2253411"/>
              <a:gd name="connsiteY233" fmla="*/ 159709 h 440942"/>
              <a:gd name="connsiteX234" fmla="*/ 1263512 w 2253411"/>
              <a:gd name="connsiteY234" fmla="*/ 217865 h 440942"/>
              <a:gd name="connsiteX235" fmla="*/ 1296163 w 2253411"/>
              <a:gd name="connsiteY235" fmla="*/ 217865 h 440942"/>
              <a:gd name="connsiteX236" fmla="*/ 1212518 w 2253411"/>
              <a:gd name="connsiteY236" fmla="*/ 131169 h 440942"/>
              <a:gd name="connsiteX237" fmla="*/ 1128871 w 2253411"/>
              <a:gd name="connsiteY237" fmla="*/ 217865 h 440942"/>
              <a:gd name="connsiteX238" fmla="*/ 1212518 w 2253411"/>
              <a:gd name="connsiteY238" fmla="*/ 304904 h 440942"/>
              <a:gd name="connsiteX239" fmla="*/ 1296163 w 2253411"/>
              <a:gd name="connsiteY239" fmla="*/ 217865 h 440942"/>
              <a:gd name="connsiteX240" fmla="*/ 1388657 w 2253411"/>
              <a:gd name="connsiteY240" fmla="*/ 301496 h 440942"/>
              <a:gd name="connsiteX241" fmla="*/ 1410425 w 2253411"/>
              <a:gd name="connsiteY241" fmla="*/ 298446 h 440942"/>
              <a:gd name="connsiteX242" fmla="*/ 1410425 w 2253411"/>
              <a:gd name="connsiteY242" fmla="*/ 271237 h 440942"/>
              <a:gd name="connsiteX243" fmla="*/ 1397836 w 2253411"/>
              <a:gd name="connsiteY243" fmla="*/ 272612 h 440942"/>
              <a:gd name="connsiteX244" fmla="*/ 1375054 w 2253411"/>
              <a:gd name="connsiteY244" fmla="*/ 250158 h 440942"/>
              <a:gd name="connsiteX245" fmla="*/ 1375054 w 2253411"/>
              <a:gd name="connsiteY245" fmla="*/ 165152 h 440942"/>
              <a:gd name="connsiteX246" fmla="*/ 1410423 w 2253411"/>
              <a:gd name="connsiteY246" fmla="*/ 165152 h 440942"/>
              <a:gd name="connsiteX247" fmla="*/ 1410423 w 2253411"/>
              <a:gd name="connsiteY247" fmla="*/ 136254 h 440942"/>
              <a:gd name="connsiteX248" fmla="*/ 1375054 w 2253411"/>
              <a:gd name="connsiteY248" fmla="*/ 136254 h 440942"/>
              <a:gd name="connsiteX249" fmla="*/ 1375054 w 2253411"/>
              <a:gd name="connsiteY249" fmla="*/ 84585 h 440942"/>
              <a:gd name="connsiteX250" fmla="*/ 1345825 w 2253411"/>
              <a:gd name="connsiteY250" fmla="*/ 84585 h 440942"/>
              <a:gd name="connsiteX251" fmla="*/ 1345825 w 2253411"/>
              <a:gd name="connsiteY251" fmla="*/ 111092 h 440942"/>
              <a:gd name="connsiteX252" fmla="*/ 1320665 w 2253411"/>
              <a:gd name="connsiteY252" fmla="*/ 136254 h 440942"/>
              <a:gd name="connsiteX253" fmla="*/ 1311814 w 2253411"/>
              <a:gd name="connsiteY253" fmla="*/ 136254 h 440942"/>
              <a:gd name="connsiteX254" fmla="*/ 1311814 w 2253411"/>
              <a:gd name="connsiteY254" fmla="*/ 165152 h 440942"/>
              <a:gd name="connsiteX255" fmla="*/ 1343105 w 2253411"/>
              <a:gd name="connsiteY255" fmla="*/ 165152 h 440942"/>
              <a:gd name="connsiteX256" fmla="*/ 1343105 w 2253411"/>
              <a:gd name="connsiteY256" fmla="*/ 254911 h 440942"/>
              <a:gd name="connsiteX257" fmla="*/ 1388657 w 2253411"/>
              <a:gd name="connsiteY257" fmla="*/ 301496 h 440942"/>
              <a:gd name="connsiteX258" fmla="*/ 1564344 w 2253411"/>
              <a:gd name="connsiteY258" fmla="*/ 217865 h 440942"/>
              <a:gd name="connsiteX259" fmla="*/ 1513349 w 2253411"/>
              <a:gd name="connsiteY259" fmla="*/ 276350 h 440942"/>
              <a:gd name="connsiteX260" fmla="*/ 1462340 w 2253411"/>
              <a:gd name="connsiteY260" fmla="*/ 217865 h 440942"/>
              <a:gd name="connsiteX261" fmla="*/ 1513349 w 2253411"/>
              <a:gd name="connsiteY261" fmla="*/ 159709 h 440942"/>
              <a:gd name="connsiteX262" fmla="*/ 1564344 w 2253411"/>
              <a:gd name="connsiteY262" fmla="*/ 217865 h 440942"/>
              <a:gd name="connsiteX263" fmla="*/ 1596994 w 2253411"/>
              <a:gd name="connsiteY263" fmla="*/ 217865 h 440942"/>
              <a:gd name="connsiteX264" fmla="*/ 1513349 w 2253411"/>
              <a:gd name="connsiteY264" fmla="*/ 131169 h 440942"/>
              <a:gd name="connsiteX265" fmla="*/ 1429704 w 2253411"/>
              <a:gd name="connsiteY265" fmla="*/ 217865 h 440942"/>
              <a:gd name="connsiteX266" fmla="*/ 1513349 w 2253411"/>
              <a:gd name="connsiteY266" fmla="*/ 304904 h 440942"/>
              <a:gd name="connsiteX267" fmla="*/ 1596994 w 2253411"/>
              <a:gd name="connsiteY267" fmla="*/ 217865 h 440942"/>
              <a:gd name="connsiteX268" fmla="*/ 1709456 w 2253411"/>
              <a:gd name="connsiteY268" fmla="*/ 167543 h 440942"/>
              <a:gd name="connsiteX269" fmla="*/ 1723392 w 2253411"/>
              <a:gd name="connsiteY269" fmla="*/ 168560 h 440942"/>
              <a:gd name="connsiteX270" fmla="*/ 1723392 w 2253411"/>
              <a:gd name="connsiteY270" fmla="*/ 134563 h 440942"/>
              <a:gd name="connsiteX271" fmla="*/ 1712851 w 2253411"/>
              <a:gd name="connsiteY271" fmla="*/ 133532 h 440942"/>
              <a:gd name="connsiteX272" fmla="*/ 1663890 w 2253411"/>
              <a:gd name="connsiteY272" fmla="*/ 164808 h 440942"/>
              <a:gd name="connsiteX273" fmla="*/ 1663890 w 2253411"/>
              <a:gd name="connsiteY273" fmla="*/ 136266 h 440942"/>
              <a:gd name="connsiteX274" fmla="*/ 1632614 w 2253411"/>
              <a:gd name="connsiteY274" fmla="*/ 136266 h 440942"/>
              <a:gd name="connsiteX275" fmla="*/ 1632614 w 2253411"/>
              <a:gd name="connsiteY275" fmla="*/ 299806 h 440942"/>
              <a:gd name="connsiteX276" fmla="*/ 1664564 w 2253411"/>
              <a:gd name="connsiteY276" fmla="*/ 299806 h 440942"/>
              <a:gd name="connsiteX277" fmla="*/ 1664564 w 2253411"/>
              <a:gd name="connsiteY277" fmla="*/ 217851 h 440942"/>
              <a:gd name="connsiteX278" fmla="*/ 1709456 w 2253411"/>
              <a:gd name="connsiteY278" fmla="*/ 167543 h 440942"/>
              <a:gd name="connsiteX279" fmla="*/ 1790286 w 2253411"/>
              <a:gd name="connsiteY279" fmla="*/ 74360 h 440942"/>
              <a:gd name="connsiteX280" fmla="*/ 1767488 w 2253411"/>
              <a:gd name="connsiteY280" fmla="*/ 51248 h 440942"/>
              <a:gd name="connsiteX281" fmla="*/ 1744374 w 2253411"/>
              <a:gd name="connsiteY281" fmla="*/ 74045 h 440942"/>
              <a:gd name="connsiteX282" fmla="*/ 1767159 w 2253411"/>
              <a:gd name="connsiteY282" fmla="*/ 97158 h 440942"/>
              <a:gd name="connsiteX283" fmla="*/ 1790286 w 2253411"/>
              <a:gd name="connsiteY283" fmla="*/ 74401 h 440942"/>
              <a:gd name="connsiteX284" fmla="*/ 1790286 w 2253411"/>
              <a:gd name="connsiteY284" fmla="*/ 74362 h 440942"/>
              <a:gd name="connsiteX285" fmla="*/ 1937899 w 2253411"/>
              <a:gd name="connsiteY285" fmla="*/ 299820 h 440942"/>
              <a:gd name="connsiteX286" fmla="*/ 1968489 w 2253411"/>
              <a:gd name="connsiteY286" fmla="*/ 299820 h 440942"/>
              <a:gd name="connsiteX287" fmla="*/ 1966785 w 2253411"/>
              <a:gd name="connsiteY287" fmla="*/ 269547 h 440942"/>
              <a:gd name="connsiteX288" fmla="*/ 1966785 w 2253411"/>
              <a:gd name="connsiteY288" fmla="*/ 136254 h 440942"/>
              <a:gd name="connsiteX289" fmla="*/ 1934821 w 2253411"/>
              <a:gd name="connsiteY289" fmla="*/ 136254 h 440942"/>
              <a:gd name="connsiteX290" fmla="*/ 1934821 w 2253411"/>
              <a:gd name="connsiteY290" fmla="*/ 234863 h 440942"/>
              <a:gd name="connsiteX291" fmla="*/ 1896069 w 2253411"/>
              <a:gd name="connsiteY291" fmla="*/ 276679 h 440942"/>
              <a:gd name="connsiteX292" fmla="*/ 1859008 w 2253411"/>
              <a:gd name="connsiteY292" fmla="*/ 234519 h 440942"/>
              <a:gd name="connsiteX293" fmla="*/ 1859008 w 2253411"/>
              <a:gd name="connsiteY293" fmla="*/ 136254 h 440942"/>
              <a:gd name="connsiteX294" fmla="*/ 1827032 w 2253411"/>
              <a:gd name="connsiteY294" fmla="*/ 136254 h 440942"/>
              <a:gd name="connsiteX295" fmla="*/ 1827032 w 2253411"/>
              <a:gd name="connsiteY295" fmla="*/ 239287 h 440942"/>
              <a:gd name="connsiteX296" fmla="*/ 1888249 w 2253411"/>
              <a:gd name="connsiteY296" fmla="*/ 304903 h 440942"/>
              <a:gd name="connsiteX297" fmla="*/ 1936524 w 2253411"/>
              <a:gd name="connsiteY297" fmla="*/ 280086 h 440942"/>
              <a:gd name="connsiteX298" fmla="*/ 1937899 w 2253411"/>
              <a:gd name="connsiteY298" fmla="*/ 299818 h 440942"/>
              <a:gd name="connsiteX299" fmla="*/ 2253984 w 2253411"/>
              <a:gd name="connsiteY299" fmla="*/ 299806 h 440942"/>
              <a:gd name="connsiteX300" fmla="*/ 2253984 w 2253411"/>
              <a:gd name="connsiteY300" fmla="*/ 193721 h 440942"/>
              <a:gd name="connsiteX301" fmla="*/ 2197547 w 2253411"/>
              <a:gd name="connsiteY301" fmla="*/ 131498 h 440942"/>
              <a:gd name="connsiteX302" fmla="*/ 2142800 w 2253411"/>
              <a:gd name="connsiteY302" fmla="*/ 162431 h 440942"/>
              <a:gd name="connsiteX303" fmla="*/ 2093839 w 2253411"/>
              <a:gd name="connsiteY303" fmla="*/ 131498 h 440942"/>
              <a:gd name="connsiteX304" fmla="*/ 2044204 w 2253411"/>
              <a:gd name="connsiteY304" fmla="*/ 158005 h 440942"/>
              <a:gd name="connsiteX305" fmla="*/ 2044204 w 2253411"/>
              <a:gd name="connsiteY305" fmla="*/ 136254 h 440942"/>
              <a:gd name="connsiteX306" fmla="*/ 2013588 w 2253411"/>
              <a:gd name="connsiteY306" fmla="*/ 136254 h 440942"/>
              <a:gd name="connsiteX307" fmla="*/ 2013588 w 2253411"/>
              <a:gd name="connsiteY307" fmla="*/ 299806 h 440942"/>
              <a:gd name="connsiteX308" fmla="*/ 2045221 w 2253411"/>
              <a:gd name="connsiteY308" fmla="*/ 299806 h 440942"/>
              <a:gd name="connsiteX309" fmla="*/ 2045221 w 2253411"/>
              <a:gd name="connsiteY309" fmla="*/ 201209 h 440942"/>
              <a:gd name="connsiteX310" fmla="*/ 2083299 w 2253411"/>
              <a:gd name="connsiteY310" fmla="*/ 159709 h 440942"/>
              <a:gd name="connsiteX311" fmla="*/ 2117971 w 2253411"/>
              <a:gd name="connsiteY311" fmla="*/ 197115 h 440942"/>
              <a:gd name="connsiteX312" fmla="*/ 2117971 w 2253411"/>
              <a:gd name="connsiteY312" fmla="*/ 299807 h 440942"/>
              <a:gd name="connsiteX313" fmla="*/ 2149932 w 2253411"/>
              <a:gd name="connsiteY313" fmla="*/ 299807 h 440942"/>
              <a:gd name="connsiteX314" fmla="*/ 2149932 w 2253411"/>
              <a:gd name="connsiteY314" fmla="*/ 200867 h 440942"/>
              <a:gd name="connsiteX315" fmla="*/ 2187682 w 2253411"/>
              <a:gd name="connsiteY315" fmla="*/ 159711 h 440942"/>
              <a:gd name="connsiteX316" fmla="*/ 2222364 w 2253411"/>
              <a:gd name="connsiteY316" fmla="*/ 197115 h 440942"/>
              <a:gd name="connsiteX317" fmla="*/ 2222364 w 2253411"/>
              <a:gd name="connsiteY317" fmla="*/ 299807 h 440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Lst>
            <a:rect l="l" t="t" r="r" b="b"/>
            <a:pathLst>
              <a:path w="2253411" h="440942">
                <a:moveTo>
                  <a:pt x="1783139" y="136254"/>
                </a:moveTo>
                <a:lnTo>
                  <a:pt x="1751520" y="136254"/>
                </a:lnTo>
                <a:lnTo>
                  <a:pt x="1751520" y="299806"/>
                </a:lnTo>
                <a:lnTo>
                  <a:pt x="1783139" y="299806"/>
                </a:lnTo>
                <a:close/>
                <a:moveTo>
                  <a:pt x="293338" y="409024"/>
                </a:moveTo>
                <a:cubicBezTo>
                  <a:pt x="293335" y="411298"/>
                  <a:pt x="295174" y="413144"/>
                  <a:pt x="297448" y="413147"/>
                </a:cubicBezTo>
                <a:cubicBezTo>
                  <a:pt x="297452" y="413147"/>
                  <a:pt x="297456" y="413147"/>
                  <a:pt x="297460" y="413147"/>
                </a:cubicBezTo>
                <a:lnTo>
                  <a:pt x="333669" y="413147"/>
                </a:lnTo>
                <a:cubicBezTo>
                  <a:pt x="335936" y="413150"/>
                  <a:pt x="337776" y="411314"/>
                  <a:pt x="337779" y="409047"/>
                </a:cubicBezTo>
                <a:cubicBezTo>
                  <a:pt x="337779" y="409039"/>
                  <a:pt x="337779" y="409032"/>
                  <a:pt x="337777" y="409024"/>
                </a:cubicBezTo>
                <a:cubicBezTo>
                  <a:pt x="337782" y="406760"/>
                  <a:pt x="335949" y="404921"/>
                  <a:pt x="333683" y="404916"/>
                </a:cubicBezTo>
                <a:cubicBezTo>
                  <a:pt x="333678" y="404916"/>
                  <a:pt x="333674" y="404916"/>
                  <a:pt x="333669" y="404916"/>
                </a:cubicBezTo>
                <a:lnTo>
                  <a:pt x="297460" y="404916"/>
                </a:lnTo>
                <a:cubicBezTo>
                  <a:pt x="295188" y="404911"/>
                  <a:pt x="293342" y="406749"/>
                  <a:pt x="293338" y="409021"/>
                </a:cubicBezTo>
                <a:cubicBezTo>
                  <a:pt x="293338" y="409023"/>
                  <a:pt x="293338" y="409024"/>
                  <a:pt x="293338" y="409024"/>
                </a:cubicBezTo>
                <a:moveTo>
                  <a:pt x="39859" y="409024"/>
                </a:moveTo>
                <a:cubicBezTo>
                  <a:pt x="39849" y="411291"/>
                  <a:pt x="41679" y="413137"/>
                  <a:pt x="43946" y="413147"/>
                </a:cubicBezTo>
                <a:cubicBezTo>
                  <a:pt x="43953" y="413147"/>
                  <a:pt x="43959" y="413147"/>
                  <a:pt x="43967" y="413147"/>
                </a:cubicBezTo>
                <a:lnTo>
                  <a:pt x="80176" y="413147"/>
                </a:lnTo>
                <a:cubicBezTo>
                  <a:pt x="82449" y="413150"/>
                  <a:pt x="84295" y="411311"/>
                  <a:pt x="84298" y="409037"/>
                </a:cubicBezTo>
                <a:cubicBezTo>
                  <a:pt x="84298" y="409032"/>
                  <a:pt x="84298" y="409029"/>
                  <a:pt x="84298" y="409024"/>
                </a:cubicBezTo>
                <a:cubicBezTo>
                  <a:pt x="84295" y="406752"/>
                  <a:pt x="82451" y="404913"/>
                  <a:pt x="80179" y="404916"/>
                </a:cubicBezTo>
                <a:cubicBezTo>
                  <a:pt x="80177" y="404916"/>
                  <a:pt x="80177" y="404916"/>
                  <a:pt x="80176" y="404916"/>
                </a:cubicBezTo>
                <a:lnTo>
                  <a:pt x="43967" y="404916"/>
                </a:lnTo>
                <a:cubicBezTo>
                  <a:pt x="41701" y="404913"/>
                  <a:pt x="39862" y="406746"/>
                  <a:pt x="39859" y="409012"/>
                </a:cubicBezTo>
                <a:cubicBezTo>
                  <a:pt x="39859" y="409016"/>
                  <a:pt x="39859" y="409021"/>
                  <a:pt x="39859" y="409024"/>
                </a:cubicBezTo>
                <a:moveTo>
                  <a:pt x="80177" y="339849"/>
                </a:moveTo>
                <a:lnTo>
                  <a:pt x="8803" y="339849"/>
                </a:lnTo>
                <a:lnTo>
                  <a:pt x="8803" y="177644"/>
                </a:lnTo>
                <a:cubicBezTo>
                  <a:pt x="8801" y="175367"/>
                  <a:pt x="6955" y="173523"/>
                  <a:pt x="4680" y="173521"/>
                </a:cubicBezTo>
                <a:cubicBezTo>
                  <a:pt x="2408" y="173523"/>
                  <a:pt x="569" y="175367"/>
                  <a:pt x="572" y="177639"/>
                </a:cubicBezTo>
                <a:cubicBezTo>
                  <a:pt x="572" y="177640"/>
                  <a:pt x="572" y="177642"/>
                  <a:pt x="572" y="177644"/>
                </a:cubicBezTo>
                <a:lnTo>
                  <a:pt x="572" y="343959"/>
                </a:lnTo>
                <a:cubicBezTo>
                  <a:pt x="567" y="346229"/>
                  <a:pt x="2404" y="348075"/>
                  <a:pt x="4676" y="348080"/>
                </a:cubicBezTo>
                <a:cubicBezTo>
                  <a:pt x="4677" y="348080"/>
                  <a:pt x="4679" y="348080"/>
                  <a:pt x="4680" y="348080"/>
                </a:cubicBezTo>
                <a:lnTo>
                  <a:pt x="80176" y="348080"/>
                </a:lnTo>
                <a:cubicBezTo>
                  <a:pt x="82449" y="348083"/>
                  <a:pt x="84295" y="346244"/>
                  <a:pt x="84298" y="343970"/>
                </a:cubicBezTo>
                <a:cubicBezTo>
                  <a:pt x="84298" y="343965"/>
                  <a:pt x="84298" y="343962"/>
                  <a:pt x="84298" y="343959"/>
                </a:cubicBezTo>
                <a:cubicBezTo>
                  <a:pt x="84290" y="341687"/>
                  <a:pt x="82447" y="339849"/>
                  <a:pt x="80176" y="339849"/>
                </a:cubicBezTo>
                <a:moveTo>
                  <a:pt x="98412" y="45530"/>
                </a:moveTo>
                <a:cubicBezTo>
                  <a:pt x="98409" y="43258"/>
                  <a:pt x="96564" y="41419"/>
                  <a:pt x="94292" y="41422"/>
                </a:cubicBezTo>
                <a:cubicBezTo>
                  <a:pt x="94291" y="41422"/>
                  <a:pt x="94291" y="41422"/>
                  <a:pt x="94289" y="41422"/>
                </a:cubicBezTo>
                <a:lnTo>
                  <a:pt x="30459" y="41422"/>
                </a:lnTo>
                <a:cubicBezTo>
                  <a:pt x="28193" y="41419"/>
                  <a:pt x="26354" y="43252"/>
                  <a:pt x="26351" y="45518"/>
                </a:cubicBezTo>
                <a:cubicBezTo>
                  <a:pt x="26351" y="45521"/>
                  <a:pt x="26351" y="45526"/>
                  <a:pt x="26351" y="45530"/>
                </a:cubicBezTo>
                <a:lnTo>
                  <a:pt x="26351" y="133916"/>
                </a:lnTo>
                <a:cubicBezTo>
                  <a:pt x="26346" y="136188"/>
                  <a:pt x="28184" y="138034"/>
                  <a:pt x="30456" y="138039"/>
                </a:cubicBezTo>
                <a:cubicBezTo>
                  <a:pt x="30458" y="138039"/>
                  <a:pt x="30458" y="138039"/>
                  <a:pt x="30459" y="138039"/>
                </a:cubicBezTo>
                <a:lnTo>
                  <a:pt x="80191" y="138039"/>
                </a:lnTo>
                <a:cubicBezTo>
                  <a:pt x="82460" y="138026"/>
                  <a:pt x="84295" y="136187"/>
                  <a:pt x="84300" y="133916"/>
                </a:cubicBezTo>
                <a:cubicBezTo>
                  <a:pt x="84293" y="131651"/>
                  <a:pt x="82459" y="129814"/>
                  <a:pt x="80191" y="129808"/>
                </a:cubicBezTo>
                <a:lnTo>
                  <a:pt x="34582" y="129808"/>
                </a:lnTo>
                <a:lnTo>
                  <a:pt x="34582" y="49653"/>
                </a:lnTo>
                <a:lnTo>
                  <a:pt x="94291" y="49653"/>
                </a:lnTo>
                <a:cubicBezTo>
                  <a:pt x="96564" y="49656"/>
                  <a:pt x="98410" y="47813"/>
                  <a:pt x="98413" y="45540"/>
                </a:cubicBezTo>
                <a:cubicBezTo>
                  <a:pt x="98413" y="45537"/>
                  <a:pt x="98413" y="45534"/>
                  <a:pt x="98413" y="45530"/>
                </a:cubicBezTo>
                <a:moveTo>
                  <a:pt x="271146" y="190835"/>
                </a:moveTo>
                <a:lnTo>
                  <a:pt x="271146" y="150874"/>
                </a:lnTo>
                <a:cubicBezTo>
                  <a:pt x="271151" y="148602"/>
                  <a:pt x="269311" y="146756"/>
                  <a:pt x="267039" y="146752"/>
                </a:cubicBezTo>
                <a:cubicBezTo>
                  <a:pt x="267039" y="146752"/>
                  <a:pt x="267037" y="146752"/>
                  <a:pt x="267037" y="146752"/>
                </a:cubicBezTo>
                <a:cubicBezTo>
                  <a:pt x="264756" y="146747"/>
                  <a:pt x="262904" y="148593"/>
                  <a:pt x="262900" y="150873"/>
                </a:cubicBezTo>
                <a:cubicBezTo>
                  <a:pt x="262900" y="150873"/>
                  <a:pt x="262900" y="150874"/>
                  <a:pt x="262900" y="150874"/>
                </a:cubicBezTo>
                <a:lnTo>
                  <a:pt x="262900" y="186698"/>
                </a:lnTo>
                <a:lnTo>
                  <a:pt x="192929" y="186698"/>
                </a:lnTo>
                <a:lnTo>
                  <a:pt x="192929" y="93846"/>
                </a:lnTo>
                <a:lnTo>
                  <a:pt x="234730" y="93846"/>
                </a:lnTo>
                <a:cubicBezTo>
                  <a:pt x="236999" y="93841"/>
                  <a:pt x="238840" y="92007"/>
                  <a:pt x="238853" y="89738"/>
                </a:cubicBezTo>
                <a:cubicBezTo>
                  <a:pt x="238852" y="87459"/>
                  <a:pt x="237009" y="85610"/>
                  <a:pt x="234730" y="85602"/>
                </a:cubicBezTo>
                <a:lnTo>
                  <a:pt x="192929" y="85602"/>
                </a:lnTo>
                <a:lnTo>
                  <a:pt x="192929" y="8058"/>
                </a:lnTo>
                <a:lnTo>
                  <a:pt x="256951" y="8058"/>
                </a:lnTo>
                <a:cubicBezTo>
                  <a:pt x="259225" y="8061"/>
                  <a:pt x="261071" y="6220"/>
                  <a:pt x="261072" y="3946"/>
                </a:cubicBezTo>
                <a:cubicBezTo>
                  <a:pt x="261072" y="3943"/>
                  <a:pt x="261072" y="3938"/>
                  <a:pt x="261072" y="3935"/>
                </a:cubicBezTo>
                <a:cubicBezTo>
                  <a:pt x="261071" y="1663"/>
                  <a:pt x="259226" y="-176"/>
                  <a:pt x="256954" y="-175"/>
                </a:cubicBezTo>
                <a:cubicBezTo>
                  <a:pt x="256953" y="-175"/>
                  <a:pt x="256951" y="-175"/>
                  <a:pt x="256951" y="-175"/>
                </a:cubicBezTo>
                <a:lnTo>
                  <a:pt x="120686" y="-175"/>
                </a:lnTo>
                <a:cubicBezTo>
                  <a:pt x="118418" y="-173"/>
                  <a:pt x="116580" y="1666"/>
                  <a:pt x="116578" y="3935"/>
                </a:cubicBezTo>
                <a:cubicBezTo>
                  <a:pt x="116573" y="6207"/>
                  <a:pt x="118411" y="8053"/>
                  <a:pt x="120685" y="8058"/>
                </a:cubicBezTo>
                <a:cubicBezTo>
                  <a:pt x="120685" y="8058"/>
                  <a:pt x="120686" y="8058"/>
                  <a:pt x="120686" y="8058"/>
                </a:cubicBezTo>
                <a:lnTo>
                  <a:pt x="184696" y="8058"/>
                </a:lnTo>
                <a:lnTo>
                  <a:pt x="184696" y="85629"/>
                </a:lnTo>
                <a:lnTo>
                  <a:pt x="141436" y="85629"/>
                </a:lnTo>
                <a:cubicBezTo>
                  <a:pt x="139161" y="85631"/>
                  <a:pt x="137317" y="87475"/>
                  <a:pt x="137315" y="89752"/>
                </a:cubicBezTo>
                <a:cubicBezTo>
                  <a:pt x="137318" y="92024"/>
                  <a:pt x="139163" y="93864"/>
                  <a:pt x="141435" y="93860"/>
                </a:cubicBezTo>
                <a:cubicBezTo>
                  <a:pt x="141435" y="93860"/>
                  <a:pt x="141436" y="93860"/>
                  <a:pt x="141436" y="93860"/>
                </a:cubicBezTo>
                <a:lnTo>
                  <a:pt x="184696" y="93860"/>
                </a:lnTo>
                <a:lnTo>
                  <a:pt x="184696" y="186698"/>
                </a:lnTo>
                <a:lnTo>
                  <a:pt x="114724" y="186698"/>
                </a:lnTo>
                <a:lnTo>
                  <a:pt x="114724" y="150874"/>
                </a:lnTo>
                <a:cubicBezTo>
                  <a:pt x="114727" y="148601"/>
                  <a:pt x="112885" y="146755"/>
                  <a:pt x="110611" y="146752"/>
                </a:cubicBezTo>
                <a:cubicBezTo>
                  <a:pt x="110608" y="146752"/>
                  <a:pt x="110605" y="146752"/>
                  <a:pt x="110602" y="146752"/>
                </a:cubicBezTo>
                <a:cubicBezTo>
                  <a:pt x="108325" y="146753"/>
                  <a:pt x="106481" y="148598"/>
                  <a:pt x="106479" y="150874"/>
                </a:cubicBezTo>
                <a:lnTo>
                  <a:pt x="106479" y="190835"/>
                </a:lnTo>
                <a:cubicBezTo>
                  <a:pt x="106482" y="193107"/>
                  <a:pt x="108326" y="194947"/>
                  <a:pt x="110598" y="194943"/>
                </a:cubicBezTo>
                <a:cubicBezTo>
                  <a:pt x="110598" y="194943"/>
                  <a:pt x="110600" y="194943"/>
                  <a:pt x="110602" y="194943"/>
                </a:cubicBezTo>
                <a:lnTo>
                  <a:pt x="184696" y="194943"/>
                </a:lnTo>
                <a:lnTo>
                  <a:pt x="184696" y="302418"/>
                </a:lnTo>
                <a:lnTo>
                  <a:pt x="120523" y="302418"/>
                </a:lnTo>
                <a:lnTo>
                  <a:pt x="120523" y="253744"/>
                </a:lnTo>
                <a:cubicBezTo>
                  <a:pt x="120518" y="251469"/>
                  <a:pt x="118670" y="249630"/>
                  <a:pt x="116395" y="249636"/>
                </a:cubicBezTo>
                <a:cubicBezTo>
                  <a:pt x="116392" y="249636"/>
                  <a:pt x="116389" y="249636"/>
                  <a:pt x="116386" y="249636"/>
                </a:cubicBezTo>
                <a:lnTo>
                  <a:pt x="62189" y="249636"/>
                </a:lnTo>
                <a:lnTo>
                  <a:pt x="62189" y="210170"/>
                </a:lnTo>
                <a:cubicBezTo>
                  <a:pt x="62194" y="207898"/>
                  <a:pt x="60356" y="206052"/>
                  <a:pt x="58084" y="206047"/>
                </a:cubicBezTo>
                <a:cubicBezTo>
                  <a:pt x="58082" y="206047"/>
                  <a:pt x="58082" y="206047"/>
                  <a:pt x="58081" y="206047"/>
                </a:cubicBezTo>
                <a:cubicBezTo>
                  <a:pt x="55805" y="206054"/>
                  <a:pt x="53964" y="207895"/>
                  <a:pt x="53958" y="210170"/>
                </a:cubicBezTo>
                <a:lnTo>
                  <a:pt x="53958" y="253744"/>
                </a:lnTo>
                <a:cubicBezTo>
                  <a:pt x="53960" y="256020"/>
                  <a:pt x="55804" y="257866"/>
                  <a:pt x="58081" y="257867"/>
                </a:cubicBezTo>
                <a:lnTo>
                  <a:pt x="112277" y="257867"/>
                </a:lnTo>
                <a:lnTo>
                  <a:pt x="112277" y="380182"/>
                </a:lnTo>
                <a:cubicBezTo>
                  <a:pt x="112273" y="382454"/>
                  <a:pt x="114110" y="384300"/>
                  <a:pt x="116382" y="384304"/>
                </a:cubicBezTo>
                <a:cubicBezTo>
                  <a:pt x="116384" y="384304"/>
                  <a:pt x="116386" y="384304"/>
                  <a:pt x="116386" y="384304"/>
                </a:cubicBezTo>
                <a:cubicBezTo>
                  <a:pt x="118666" y="384303"/>
                  <a:pt x="120515" y="382460"/>
                  <a:pt x="120523" y="380182"/>
                </a:cubicBezTo>
                <a:lnTo>
                  <a:pt x="120523" y="310649"/>
                </a:lnTo>
                <a:lnTo>
                  <a:pt x="184696" y="310649"/>
                </a:lnTo>
                <a:lnTo>
                  <a:pt x="184696" y="432537"/>
                </a:lnTo>
                <a:lnTo>
                  <a:pt x="131736" y="432537"/>
                </a:lnTo>
                <a:cubicBezTo>
                  <a:pt x="129475" y="432528"/>
                  <a:pt x="127636" y="434355"/>
                  <a:pt x="127628" y="436615"/>
                </a:cubicBezTo>
                <a:cubicBezTo>
                  <a:pt x="127628" y="436625"/>
                  <a:pt x="127628" y="436635"/>
                  <a:pt x="127628" y="436646"/>
                </a:cubicBezTo>
                <a:cubicBezTo>
                  <a:pt x="127618" y="438913"/>
                  <a:pt x="129448" y="440759"/>
                  <a:pt x="131716" y="440768"/>
                </a:cubicBezTo>
                <a:cubicBezTo>
                  <a:pt x="131722" y="440768"/>
                  <a:pt x="131730" y="440768"/>
                  <a:pt x="131736" y="440768"/>
                </a:cubicBezTo>
                <a:lnTo>
                  <a:pt x="245888" y="440768"/>
                </a:lnTo>
                <a:cubicBezTo>
                  <a:pt x="248162" y="440771"/>
                  <a:pt x="250008" y="438930"/>
                  <a:pt x="250011" y="436657"/>
                </a:cubicBezTo>
                <a:cubicBezTo>
                  <a:pt x="250011" y="436654"/>
                  <a:pt x="250011" y="436649"/>
                  <a:pt x="250011" y="436646"/>
                </a:cubicBezTo>
                <a:cubicBezTo>
                  <a:pt x="250013" y="434378"/>
                  <a:pt x="248176" y="432539"/>
                  <a:pt x="245909" y="432537"/>
                </a:cubicBezTo>
                <a:cubicBezTo>
                  <a:pt x="245903" y="432537"/>
                  <a:pt x="245895" y="432537"/>
                  <a:pt x="245888" y="432537"/>
                </a:cubicBezTo>
                <a:lnTo>
                  <a:pt x="192929" y="432537"/>
                </a:lnTo>
                <a:lnTo>
                  <a:pt x="192929" y="310649"/>
                </a:lnTo>
                <a:lnTo>
                  <a:pt x="257116" y="310649"/>
                </a:lnTo>
                <a:lnTo>
                  <a:pt x="257116" y="380182"/>
                </a:lnTo>
                <a:cubicBezTo>
                  <a:pt x="257124" y="382460"/>
                  <a:pt x="258972" y="384303"/>
                  <a:pt x="261250" y="384304"/>
                </a:cubicBezTo>
                <a:cubicBezTo>
                  <a:pt x="263522" y="384296"/>
                  <a:pt x="265358" y="382454"/>
                  <a:pt x="265358" y="380182"/>
                </a:cubicBezTo>
                <a:lnTo>
                  <a:pt x="265358" y="257867"/>
                </a:lnTo>
                <a:lnTo>
                  <a:pt x="319557" y="257867"/>
                </a:lnTo>
                <a:cubicBezTo>
                  <a:pt x="321829" y="257864"/>
                  <a:pt x="323668" y="256020"/>
                  <a:pt x="323665" y="253748"/>
                </a:cubicBezTo>
                <a:cubicBezTo>
                  <a:pt x="323665" y="253746"/>
                  <a:pt x="323665" y="253744"/>
                  <a:pt x="323665" y="253744"/>
                </a:cubicBezTo>
                <a:lnTo>
                  <a:pt x="323665" y="210170"/>
                </a:lnTo>
                <a:cubicBezTo>
                  <a:pt x="323665" y="207898"/>
                  <a:pt x="321827" y="206055"/>
                  <a:pt x="319557" y="206047"/>
                </a:cubicBezTo>
                <a:cubicBezTo>
                  <a:pt x="317280" y="206049"/>
                  <a:pt x="315436" y="207893"/>
                  <a:pt x="315434" y="210170"/>
                </a:cubicBezTo>
                <a:lnTo>
                  <a:pt x="315434" y="249636"/>
                </a:lnTo>
                <a:lnTo>
                  <a:pt x="261250" y="249636"/>
                </a:lnTo>
                <a:cubicBezTo>
                  <a:pt x="258977" y="249625"/>
                  <a:pt x="257124" y="251460"/>
                  <a:pt x="257115" y="253733"/>
                </a:cubicBezTo>
                <a:cubicBezTo>
                  <a:pt x="257115" y="253737"/>
                  <a:pt x="257115" y="253741"/>
                  <a:pt x="257115" y="253744"/>
                </a:cubicBezTo>
                <a:lnTo>
                  <a:pt x="257115" y="302416"/>
                </a:lnTo>
                <a:lnTo>
                  <a:pt x="192927" y="302416"/>
                </a:lnTo>
                <a:lnTo>
                  <a:pt x="192927" y="194943"/>
                </a:lnTo>
                <a:lnTo>
                  <a:pt x="267036" y="194943"/>
                </a:lnTo>
                <a:cubicBezTo>
                  <a:pt x="269301" y="194948"/>
                  <a:pt x="271141" y="193113"/>
                  <a:pt x="271144" y="190849"/>
                </a:cubicBezTo>
                <a:cubicBezTo>
                  <a:pt x="271144" y="190845"/>
                  <a:pt x="271144" y="190840"/>
                  <a:pt x="271144" y="190835"/>
                </a:cubicBezTo>
                <a:moveTo>
                  <a:pt x="351285" y="133931"/>
                </a:moveTo>
                <a:lnTo>
                  <a:pt x="351285" y="45545"/>
                </a:lnTo>
                <a:cubicBezTo>
                  <a:pt x="351288" y="43271"/>
                  <a:pt x="349449" y="41425"/>
                  <a:pt x="347175" y="41422"/>
                </a:cubicBezTo>
                <a:cubicBezTo>
                  <a:pt x="347170" y="41422"/>
                  <a:pt x="347167" y="41422"/>
                  <a:pt x="347164" y="41422"/>
                </a:cubicBezTo>
                <a:lnTo>
                  <a:pt x="283332" y="41422"/>
                </a:lnTo>
                <a:cubicBezTo>
                  <a:pt x="281065" y="41420"/>
                  <a:pt x="279226" y="43257"/>
                  <a:pt x="279224" y="45524"/>
                </a:cubicBezTo>
                <a:cubicBezTo>
                  <a:pt x="279224" y="45530"/>
                  <a:pt x="279224" y="45538"/>
                  <a:pt x="279224" y="45545"/>
                </a:cubicBezTo>
                <a:cubicBezTo>
                  <a:pt x="279226" y="47813"/>
                  <a:pt x="281065" y="49651"/>
                  <a:pt x="283332" y="49653"/>
                </a:cubicBezTo>
                <a:lnTo>
                  <a:pt x="343054" y="49653"/>
                </a:lnTo>
                <a:lnTo>
                  <a:pt x="343054" y="129808"/>
                </a:lnTo>
                <a:lnTo>
                  <a:pt x="297460" y="129808"/>
                </a:lnTo>
                <a:cubicBezTo>
                  <a:pt x="295187" y="129805"/>
                  <a:pt x="293341" y="131644"/>
                  <a:pt x="293338" y="133918"/>
                </a:cubicBezTo>
                <a:cubicBezTo>
                  <a:pt x="293338" y="133923"/>
                  <a:pt x="293338" y="133926"/>
                  <a:pt x="293338" y="133931"/>
                </a:cubicBezTo>
                <a:cubicBezTo>
                  <a:pt x="293344" y="136201"/>
                  <a:pt x="295188" y="138039"/>
                  <a:pt x="297460" y="138039"/>
                </a:cubicBezTo>
                <a:lnTo>
                  <a:pt x="347164" y="138039"/>
                </a:lnTo>
                <a:cubicBezTo>
                  <a:pt x="349434" y="138039"/>
                  <a:pt x="351279" y="136201"/>
                  <a:pt x="351285" y="133931"/>
                </a:cubicBezTo>
                <a:moveTo>
                  <a:pt x="377065" y="343972"/>
                </a:moveTo>
                <a:lnTo>
                  <a:pt x="377065" y="177629"/>
                </a:lnTo>
                <a:cubicBezTo>
                  <a:pt x="377062" y="175357"/>
                  <a:pt x="375218" y="173518"/>
                  <a:pt x="372946" y="173521"/>
                </a:cubicBezTo>
                <a:cubicBezTo>
                  <a:pt x="372944" y="173521"/>
                  <a:pt x="372943" y="173521"/>
                  <a:pt x="372943" y="173521"/>
                </a:cubicBezTo>
                <a:cubicBezTo>
                  <a:pt x="370677" y="173518"/>
                  <a:pt x="368838" y="175351"/>
                  <a:pt x="368834" y="177617"/>
                </a:cubicBezTo>
                <a:cubicBezTo>
                  <a:pt x="368834" y="177621"/>
                  <a:pt x="368834" y="177625"/>
                  <a:pt x="368834" y="177629"/>
                </a:cubicBezTo>
                <a:lnTo>
                  <a:pt x="368834" y="339836"/>
                </a:lnTo>
                <a:lnTo>
                  <a:pt x="297460" y="339836"/>
                </a:lnTo>
                <a:cubicBezTo>
                  <a:pt x="295179" y="339839"/>
                  <a:pt x="293335" y="341690"/>
                  <a:pt x="293338" y="343970"/>
                </a:cubicBezTo>
                <a:cubicBezTo>
                  <a:pt x="293338" y="343970"/>
                  <a:pt x="293338" y="343972"/>
                  <a:pt x="293338" y="343972"/>
                </a:cubicBezTo>
                <a:cubicBezTo>
                  <a:pt x="293335" y="346239"/>
                  <a:pt x="295171" y="348078"/>
                  <a:pt x="297438" y="348080"/>
                </a:cubicBezTo>
                <a:cubicBezTo>
                  <a:pt x="297446" y="348080"/>
                  <a:pt x="297452" y="348080"/>
                  <a:pt x="297460" y="348080"/>
                </a:cubicBezTo>
                <a:lnTo>
                  <a:pt x="372943" y="348080"/>
                </a:lnTo>
                <a:cubicBezTo>
                  <a:pt x="375210" y="348089"/>
                  <a:pt x="377056" y="346260"/>
                  <a:pt x="377065" y="343992"/>
                </a:cubicBezTo>
                <a:cubicBezTo>
                  <a:pt x="377065" y="343986"/>
                  <a:pt x="377065" y="343978"/>
                  <a:pt x="377065" y="343972"/>
                </a:cubicBezTo>
                <a:moveTo>
                  <a:pt x="577721" y="299806"/>
                </a:moveTo>
                <a:lnTo>
                  <a:pt x="609683" y="299806"/>
                </a:lnTo>
                <a:lnTo>
                  <a:pt x="609683" y="196098"/>
                </a:lnTo>
                <a:cubicBezTo>
                  <a:pt x="609683" y="159709"/>
                  <a:pt x="590294" y="131498"/>
                  <a:pt x="551186" y="131498"/>
                </a:cubicBezTo>
                <a:cubicBezTo>
                  <a:pt x="532153" y="131498"/>
                  <a:pt x="512778" y="139317"/>
                  <a:pt x="500878" y="159709"/>
                </a:cubicBezTo>
                <a:lnTo>
                  <a:pt x="500878" y="136254"/>
                </a:lnTo>
                <a:lnTo>
                  <a:pt x="469601" y="136254"/>
                </a:lnTo>
                <a:lnTo>
                  <a:pt x="469601" y="299806"/>
                </a:lnTo>
                <a:lnTo>
                  <a:pt x="501565" y="299806"/>
                </a:lnTo>
                <a:lnTo>
                  <a:pt x="501565" y="205278"/>
                </a:lnTo>
                <a:cubicBezTo>
                  <a:pt x="501565" y="180447"/>
                  <a:pt x="514481" y="160396"/>
                  <a:pt x="539629" y="160396"/>
                </a:cubicBezTo>
                <a:cubicBezTo>
                  <a:pt x="568198" y="160396"/>
                  <a:pt x="577721" y="178769"/>
                  <a:pt x="577721" y="201540"/>
                </a:cubicBezTo>
                <a:close/>
                <a:moveTo>
                  <a:pt x="766751" y="201196"/>
                </a:moveTo>
                <a:lnTo>
                  <a:pt x="677320" y="201196"/>
                </a:lnTo>
                <a:cubicBezTo>
                  <a:pt x="678681" y="180130"/>
                  <a:pt x="695020" y="159366"/>
                  <a:pt x="721870" y="159366"/>
                </a:cubicBezTo>
                <a:cubicBezTo>
                  <a:pt x="750756" y="159366"/>
                  <a:pt x="766064" y="177739"/>
                  <a:pt x="766751" y="201196"/>
                </a:cubicBezTo>
                <a:moveTo>
                  <a:pt x="799388" y="227044"/>
                </a:moveTo>
                <a:cubicBezTo>
                  <a:pt x="799861" y="223662"/>
                  <a:pt x="800091" y="220250"/>
                  <a:pt x="800075" y="216835"/>
                </a:cubicBezTo>
                <a:cubicBezTo>
                  <a:pt x="800075" y="165839"/>
                  <a:pt x="771836" y="131155"/>
                  <a:pt x="721527" y="131155"/>
                </a:cubicBezTo>
                <a:cubicBezTo>
                  <a:pt x="680385" y="131155"/>
                  <a:pt x="643324" y="166182"/>
                  <a:pt x="643324" y="217522"/>
                </a:cubicBezTo>
                <a:cubicBezTo>
                  <a:pt x="643324" y="272955"/>
                  <a:pt x="681746" y="304904"/>
                  <a:pt x="725608" y="304904"/>
                </a:cubicBezTo>
                <a:cubicBezTo>
                  <a:pt x="763687" y="304904"/>
                  <a:pt x="789865" y="282134"/>
                  <a:pt x="799044" y="253221"/>
                </a:cubicBezTo>
                <a:lnTo>
                  <a:pt x="771519" y="243698"/>
                </a:lnTo>
                <a:cubicBezTo>
                  <a:pt x="765391" y="262058"/>
                  <a:pt x="752130" y="276679"/>
                  <a:pt x="725608" y="276679"/>
                </a:cubicBezTo>
                <a:cubicBezTo>
                  <a:pt x="698057" y="276679"/>
                  <a:pt x="676991" y="256285"/>
                  <a:pt x="676304" y="227044"/>
                </a:cubicBezTo>
                <a:close/>
                <a:moveTo>
                  <a:pt x="945791" y="299820"/>
                </a:moveTo>
                <a:lnTo>
                  <a:pt x="976394" y="299820"/>
                </a:lnTo>
                <a:cubicBezTo>
                  <a:pt x="975261" y="289769"/>
                  <a:pt x="974688" y="279662"/>
                  <a:pt x="974677" y="269547"/>
                </a:cubicBezTo>
                <a:lnTo>
                  <a:pt x="974677" y="136254"/>
                </a:lnTo>
                <a:lnTo>
                  <a:pt x="942727" y="136254"/>
                </a:lnTo>
                <a:lnTo>
                  <a:pt x="942727" y="234863"/>
                </a:lnTo>
                <a:cubicBezTo>
                  <a:pt x="942727" y="259681"/>
                  <a:pt x="929810" y="276679"/>
                  <a:pt x="903948" y="276679"/>
                </a:cubicBezTo>
                <a:cubicBezTo>
                  <a:pt x="877097" y="276679"/>
                  <a:pt x="866901" y="256959"/>
                  <a:pt x="866901" y="234519"/>
                </a:cubicBezTo>
                <a:lnTo>
                  <a:pt x="866901" y="136254"/>
                </a:lnTo>
                <a:lnTo>
                  <a:pt x="834924" y="136254"/>
                </a:lnTo>
                <a:lnTo>
                  <a:pt x="834924" y="239287"/>
                </a:lnTo>
                <a:cubicBezTo>
                  <a:pt x="834924" y="276348"/>
                  <a:pt x="858065" y="304903"/>
                  <a:pt x="896143" y="304903"/>
                </a:cubicBezTo>
                <a:cubicBezTo>
                  <a:pt x="915175" y="304903"/>
                  <a:pt x="935582" y="297084"/>
                  <a:pt x="944418" y="280086"/>
                </a:cubicBezTo>
                <a:cubicBezTo>
                  <a:pt x="944422" y="286687"/>
                  <a:pt x="944881" y="293281"/>
                  <a:pt x="945791" y="299818"/>
                </a:cubicBezTo>
                <a:moveTo>
                  <a:pt x="1098324" y="167541"/>
                </a:moveTo>
                <a:cubicBezTo>
                  <a:pt x="1102992" y="167551"/>
                  <a:pt x="1107652" y="167891"/>
                  <a:pt x="1112271" y="168559"/>
                </a:cubicBezTo>
                <a:lnTo>
                  <a:pt x="1112271" y="134563"/>
                </a:lnTo>
                <a:cubicBezTo>
                  <a:pt x="1108795" y="133908"/>
                  <a:pt x="1105269" y="133563"/>
                  <a:pt x="1101731" y="133532"/>
                </a:cubicBezTo>
                <a:cubicBezTo>
                  <a:pt x="1085077" y="133532"/>
                  <a:pt x="1064671" y="139661"/>
                  <a:pt x="1052771" y="164808"/>
                </a:cubicBezTo>
                <a:lnTo>
                  <a:pt x="1052771" y="136266"/>
                </a:lnTo>
                <a:lnTo>
                  <a:pt x="1021481" y="136266"/>
                </a:lnTo>
                <a:lnTo>
                  <a:pt x="1021481" y="299806"/>
                </a:lnTo>
                <a:lnTo>
                  <a:pt x="1053443" y="299806"/>
                </a:lnTo>
                <a:lnTo>
                  <a:pt x="1053443" y="217851"/>
                </a:lnTo>
                <a:cubicBezTo>
                  <a:pt x="1053443" y="181820"/>
                  <a:pt x="1071474" y="167543"/>
                  <a:pt x="1098324" y="167543"/>
                </a:cubicBezTo>
                <a:moveTo>
                  <a:pt x="1263512" y="217865"/>
                </a:moveTo>
                <a:cubicBezTo>
                  <a:pt x="1263512" y="255943"/>
                  <a:pt x="1239712" y="276350"/>
                  <a:pt x="1212518" y="276350"/>
                </a:cubicBezTo>
                <a:cubicBezTo>
                  <a:pt x="1185308" y="276350"/>
                  <a:pt x="1161507" y="255943"/>
                  <a:pt x="1161507" y="217865"/>
                </a:cubicBezTo>
                <a:cubicBezTo>
                  <a:pt x="1161507" y="180116"/>
                  <a:pt x="1185308" y="159709"/>
                  <a:pt x="1212518" y="159709"/>
                </a:cubicBezTo>
                <a:cubicBezTo>
                  <a:pt x="1239712" y="159709"/>
                  <a:pt x="1263512" y="180116"/>
                  <a:pt x="1263512" y="217865"/>
                </a:cubicBezTo>
                <a:moveTo>
                  <a:pt x="1296163" y="217865"/>
                </a:moveTo>
                <a:cubicBezTo>
                  <a:pt x="1296163" y="168230"/>
                  <a:pt x="1261479" y="131169"/>
                  <a:pt x="1212518" y="131169"/>
                </a:cubicBezTo>
                <a:cubicBezTo>
                  <a:pt x="1163557" y="131169"/>
                  <a:pt x="1128871" y="168230"/>
                  <a:pt x="1128871" y="217865"/>
                </a:cubicBezTo>
                <a:cubicBezTo>
                  <a:pt x="1128871" y="267844"/>
                  <a:pt x="1163555" y="304904"/>
                  <a:pt x="1212518" y="304904"/>
                </a:cubicBezTo>
                <a:cubicBezTo>
                  <a:pt x="1261479" y="304904"/>
                  <a:pt x="1296163" y="267844"/>
                  <a:pt x="1296163" y="217865"/>
                </a:cubicBezTo>
                <a:moveTo>
                  <a:pt x="1388657" y="301496"/>
                </a:moveTo>
                <a:cubicBezTo>
                  <a:pt x="1396028" y="301629"/>
                  <a:pt x="1403374" y="300599"/>
                  <a:pt x="1410425" y="298446"/>
                </a:cubicBezTo>
                <a:lnTo>
                  <a:pt x="1410425" y="271237"/>
                </a:lnTo>
                <a:cubicBezTo>
                  <a:pt x="1406285" y="272108"/>
                  <a:pt x="1402068" y="272569"/>
                  <a:pt x="1397836" y="272612"/>
                </a:cubicBezTo>
                <a:cubicBezTo>
                  <a:pt x="1381182" y="272612"/>
                  <a:pt x="1375054" y="265109"/>
                  <a:pt x="1375054" y="250158"/>
                </a:cubicBezTo>
                <a:lnTo>
                  <a:pt x="1375054" y="165152"/>
                </a:lnTo>
                <a:lnTo>
                  <a:pt x="1410423" y="165152"/>
                </a:lnTo>
                <a:lnTo>
                  <a:pt x="1410423" y="136254"/>
                </a:lnTo>
                <a:lnTo>
                  <a:pt x="1375054" y="136254"/>
                </a:lnTo>
                <a:lnTo>
                  <a:pt x="1375054" y="84585"/>
                </a:lnTo>
                <a:lnTo>
                  <a:pt x="1345825" y="84585"/>
                </a:lnTo>
                <a:lnTo>
                  <a:pt x="1345825" y="111092"/>
                </a:lnTo>
                <a:cubicBezTo>
                  <a:pt x="1345825" y="125383"/>
                  <a:pt x="1338335" y="136254"/>
                  <a:pt x="1320665" y="136254"/>
                </a:cubicBezTo>
                <a:lnTo>
                  <a:pt x="1311814" y="136254"/>
                </a:lnTo>
                <a:lnTo>
                  <a:pt x="1311814" y="165152"/>
                </a:lnTo>
                <a:lnTo>
                  <a:pt x="1343105" y="165152"/>
                </a:lnTo>
                <a:lnTo>
                  <a:pt x="1343105" y="254911"/>
                </a:lnTo>
                <a:cubicBezTo>
                  <a:pt x="1343105" y="284512"/>
                  <a:pt x="1360777" y="301496"/>
                  <a:pt x="1388657" y="301496"/>
                </a:cubicBezTo>
                <a:moveTo>
                  <a:pt x="1564344" y="217865"/>
                </a:moveTo>
                <a:cubicBezTo>
                  <a:pt x="1564344" y="255943"/>
                  <a:pt x="1540543" y="276350"/>
                  <a:pt x="1513349" y="276350"/>
                </a:cubicBezTo>
                <a:cubicBezTo>
                  <a:pt x="1486155" y="276350"/>
                  <a:pt x="1462340" y="255943"/>
                  <a:pt x="1462340" y="217865"/>
                </a:cubicBezTo>
                <a:cubicBezTo>
                  <a:pt x="1462340" y="180116"/>
                  <a:pt x="1486155" y="159709"/>
                  <a:pt x="1513349" y="159709"/>
                </a:cubicBezTo>
                <a:cubicBezTo>
                  <a:pt x="1540544" y="159709"/>
                  <a:pt x="1564344" y="180116"/>
                  <a:pt x="1564344" y="217865"/>
                </a:cubicBezTo>
                <a:moveTo>
                  <a:pt x="1596994" y="217865"/>
                </a:moveTo>
                <a:cubicBezTo>
                  <a:pt x="1596994" y="168230"/>
                  <a:pt x="1562310" y="131169"/>
                  <a:pt x="1513349" y="131169"/>
                </a:cubicBezTo>
                <a:cubicBezTo>
                  <a:pt x="1464388" y="131169"/>
                  <a:pt x="1429704" y="168230"/>
                  <a:pt x="1429704" y="217865"/>
                </a:cubicBezTo>
                <a:cubicBezTo>
                  <a:pt x="1429704" y="267844"/>
                  <a:pt x="1464388" y="304904"/>
                  <a:pt x="1513349" y="304904"/>
                </a:cubicBezTo>
                <a:cubicBezTo>
                  <a:pt x="1562310" y="304904"/>
                  <a:pt x="1596994" y="267844"/>
                  <a:pt x="1596994" y="217865"/>
                </a:cubicBezTo>
                <a:moveTo>
                  <a:pt x="1709456" y="167543"/>
                </a:moveTo>
                <a:cubicBezTo>
                  <a:pt x="1714119" y="167552"/>
                  <a:pt x="1718776" y="167893"/>
                  <a:pt x="1723392" y="168560"/>
                </a:cubicBezTo>
                <a:lnTo>
                  <a:pt x="1723392" y="134563"/>
                </a:lnTo>
                <a:cubicBezTo>
                  <a:pt x="1719915" y="133908"/>
                  <a:pt x="1716387" y="133563"/>
                  <a:pt x="1712851" y="133532"/>
                </a:cubicBezTo>
                <a:cubicBezTo>
                  <a:pt x="1696195" y="133532"/>
                  <a:pt x="1675790" y="139661"/>
                  <a:pt x="1663890" y="164808"/>
                </a:cubicBezTo>
                <a:lnTo>
                  <a:pt x="1663890" y="136266"/>
                </a:lnTo>
                <a:lnTo>
                  <a:pt x="1632614" y="136266"/>
                </a:lnTo>
                <a:lnTo>
                  <a:pt x="1632614" y="299806"/>
                </a:lnTo>
                <a:lnTo>
                  <a:pt x="1664564" y="299806"/>
                </a:lnTo>
                <a:lnTo>
                  <a:pt x="1664564" y="217851"/>
                </a:lnTo>
                <a:cubicBezTo>
                  <a:pt x="1664564" y="181820"/>
                  <a:pt x="1682606" y="167543"/>
                  <a:pt x="1709456" y="167543"/>
                </a:cubicBezTo>
                <a:moveTo>
                  <a:pt x="1790286" y="74360"/>
                </a:moveTo>
                <a:cubicBezTo>
                  <a:pt x="1790373" y="61682"/>
                  <a:pt x="1780166" y="51335"/>
                  <a:pt x="1767488" y="51248"/>
                </a:cubicBezTo>
                <a:cubicBezTo>
                  <a:pt x="1754810" y="51160"/>
                  <a:pt x="1744461" y="61367"/>
                  <a:pt x="1744374" y="74045"/>
                </a:cubicBezTo>
                <a:cubicBezTo>
                  <a:pt x="1744288" y="86717"/>
                  <a:pt x="1754486" y="97064"/>
                  <a:pt x="1767159" y="97158"/>
                </a:cubicBezTo>
                <a:cubicBezTo>
                  <a:pt x="1779829" y="97261"/>
                  <a:pt x="1790184" y="87071"/>
                  <a:pt x="1790286" y="74401"/>
                </a:cubicBezTo>
                <a:cubicBezTo>
                  <a:pt x="1790286" y="74389"/>
                  <a:pt x="1790286" y="74374"/>
                  <a:pt x="1790286" y="74362"/>
                </a:cubicBezTo>
                <a:moveTo>
                  <a:pt x="1937899" y="299820"/>
                </a:moveTo>
                <a:lnTo>
                  <a:pt x="1968489" y="299820"/>
                </a:lnTo>
                <a:cubicBezTo>
                  <a:pt x="1967368" y="289767"/>
                  <a:pt x="1966799" y="279662"/>
                  <a:pt x="1966785" y="269547"/>
                </a:cubicBezTo>
                <a:lnTo>
                  <a:pt x="1966785" y="136254"/>
                </a:lnTo>
                <a:lnTo>
                  <a:pt x="1934821" y="136254"/>
                </a:lnTo>
                <a:lnTo>
                  <a:pt x="1934821" y="234863"/>
                </a:lnTo>
                <a:cubicBezTo>
                  <a:pt x="1934821" y="259681"/>
                  <a:pt x="1921917" y="276679"/>
                  <a:pt x="1896069" y="276679"/>
                </a:cubicBezTo>
                <a:cubicBezTo>
                  <a:pt x="1869204" y="276679"/>
                  <a:pt x="1859008" y="256959"/>
                  <a:pt x="1859008" y="234519"/>
                </a:cubicBezTo>
                <a:lnTo>
                  <a:pt x="1859008" y="136254"/>
                </a:lnTo>
                <a:lnTo>
                  <a:pt x="1827032" y="136254"/>
                </a:lnTo>
                <a:lnTo>
                  <a:pt x="1827032" y="239287"/>
                </a:lnTo>
                <a:cubicBezTo>
                  <a:pt x="1827032" y="276348"/>
                  <a:pt x="1850171" y="304903"/>
                  <a:pt x="1888249" y="304903"/>
                </a:cubicBezTo>
                <a:cubicBezTo>
                  <a:pt x="1907282" y="304903"/>
                  <a:pt x="1927689" y="297084"/>
                  <a:pt x="1936524" y="280086"/>
                </a:cubicBezTo>
                <a:cubicBezTo>
                  <a:pt x="1936529" y="286687"/>
                  <a:pt x="1936988" y="293281"/>
                  <a:pt x="1937899" y="299818"/>
                </a:cubicBezTo>
                <a:moveTo>
                  <a:pt x="2253984" y="299806"/>
                </a:moveTo>
                <a:lnTo>
                  <a:pt x="2253984" y="193721"/>
                </a:lnTo>
                <a:cubicBezTo>
                  <a:pt x="2253984" y="150874"/>
                  <a:pt x="2226102" y="131498"/>
                  <a:pt x="2197547" y="131498"/>
                </a:cubicBezTo>
                <a:cubicBezTo>
                  <a:pt x="2176797" y="131498"/>
                  <a:pt x="2155704" y="138974"/>
                  <a:pt x="2142800" y="162431"/>
                </a:cubicBezTo>
                <a:cubicBezTo>
                  <a:pt x="2133951" y="141365"/>
                  <a:pt x="2114231" y="131498"/>
                  <a:pt x="2093839" y="131498"/>
                </a:cubicBezTo>
                <a:cubicBezTo>
                  <a:pt x="2074793" y="131498"/>
                  <a:pt x="2054387" y="139991"/>
                  <a:pt x="2044204" y="158005"/>
                </a:cubicBezTo>
                <a:lnTo>
                  <a:pt x="2044204" y="136254"/>
                </a:lnTo>
                <a:lnTo>
                  <a:pt x="2013588" y="136254"/>
                </a:lnTo>
                <a:lnTo>
                  <a:pt x="2013588" y="299806"/>
                </a:lnTo>
                <a:lnTo>
                  <a:pt x="2045221" y="299806"/>
                </a:lnTo>
                <a:lnTo>
                  <a:pt x="2045221" y="201209"/>
                </a:lnTo>
                <a:cubicBezTo>
                  <a:pt x="2045221" y="176723"/>
                  <a:pt x="2060516" y="159709"/>
                  <a:pt x="2083299" y="159709"/>
                </a:cubicBezTo>
                <a:cubicBezTo>
                  <a:pt x="2107759" y="159709"/>
                  <a:pt x="2117971" y="176035"/>
                  <a:pt x="2117971" y="197115"/>
                </a:cubicBezTo>
                <a:lnTo>
                  <a:pt x="2117971" y="299807"/>
                </a:lnTo>
                <a:lnTo>
                  <a:pt x="2149932" y="299807"/>
                </a:lnTo>
                <a:lnTo>
                  <a:pt x="2149932" y="200867"/>
                </a:lnTo>
                <a:cubicBezTo>
                  <a:pt x="2149932" y="177410"/>
                  <a:pt x="2165242" y="159711"/>
                  <a:pt x="2187682" y="159711"/>
                </a:cubicBezTo>
                <a:cubicBezTo>
                  <a:pt x="2211824" y="159711"/>
                  <a:pt x="2222364" y="175706"/>
                  <a:pt x="2222364" y="197115"/>
                </a:cubicBezTo>
                <a:lnTo>
                  <a:pt x="2222364" y="299807"/>
                </a:lnTo>
                <a:close/>
              </a:path>
            </a:pathLst>
          </a:custGeom>
          <a:solidFill>
            <a:srgbClr val="3F1A01"/>
          </a:solidFill>
          <a:ln w="1586" cap="flat">
            <a:noFill/>
            <a:prstDash val="solid"/>
            <a:miter/>
          </a:ln>
        </p:spPr>
        <p:txBody>
          <a:bodyPr rtlCol="0" anchor="ctr"/>
          <a:lstStyle/>
          <a:p>
            <a:endParaRPr lang="en-GB" dirty="0"/>
          </a:p>
        </p:txBody>
      </p:sp>
      <p:sp>
        <p:nvSpPr>
          <p:cNvPr id="11" name="ExternalLogo" hidden="1">
            <a:extLst>
              <a:ext uri="{FF2B5EF4-FFF2-40B4-BE49-F238E27FC236}">
                <a16:creationId xmlns:a16="http://schemas.microsoft.com/office/drawing/2014/main" id="{8A904900-0CB5-44DD-94DE-7ED587513920}"/>
              </a:ext>
            </a:extLst>
          </p:cNvPr>
          <p:cNvSpPr/>
          <p:nvPr/>
        </p:nvSpPr>
        <p:spPr>
          <a:xfrm>
            <a:off x="10023475" y="4968741"/>
            <a:ext cx="1627188" cy="636980"/>
          </a:xfrm>
          <a:prstGeom prst="rect">
            <a:avLst/>
          </a:prstGeom>
          <a:solidFill>
            <a:srgbClr val="D1D1D1"/>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chorCtr="0">
            <a:noAutofit/>
          </a:bodyPr>
          <a:lstStyle/>
          <a:p>
            <a:pPr algn="ctr"/>
            <a:r>
              <a:rPr lang="en-GB" sz="900" dirty="0">
                <a:solidFill>
                  <a:srgbClr val="FF00FF"/>
                </a:solidFill>
              </a:rPr>
              <a:t>External logo</a:t>
            </a:r>
          </a:p>
        </p:txBody>
      </p:sp>
    </p:spTree>
    <p:extLst>
      <p:ext uri="{BB962C8B-B14F-4D97-AF65-F5344CB8AC3E}">
        <p14:creationId xmlns:p14="http://schemas.microsoft.com/office/powerpoint/2010/main" val="640290376"/>
      </p:ext>
    </p:extLst>
  </p:cSld>
  <p:clrMapOvr>
    <a:masterClrMapping/>
  </p:clrMapOvr>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secHead" preserve="1">
  <p:cSld name="Section Header - Light Gold">
    <p:bg>
      <p:bgPr>
        <a:solidFill>
          <a:srgbClr val="E1D8BF"/>
        </a:solidFill>
        <a:effectLst/>
      </p:bgPr>
    </p:bg>
    <p:spTree>
      <p:nvGrpSpPr>
        <p:cNvPr id="1" name=""/>
        <p:cNvGrpSpPr/>
        <p:nvPr/>
      </p:nvGrpSpPr>
      <p:grpSpPr>
        <a:xfrm>
          <a:off x="0" y="0"/>
          <a:ext cx="0" cy="0"/>
          <a:chOff x="0" y="0"/>
          <a:chExt cx="0" cy="0"/>
        </a:xfrm>
      </p:grpSpPr>
      <p:sp>
        <p:nvSpPr>
          <p:cNvPr id="8" name="ColoredBackground">
            <a:extLst>
              <a:ext uri="{FF2B5EF4-FFF2-40B4-BE49-F238E27FC236}">
                <a16:creationId xmlns:a16="http://schemas.microsoft.com/office/drawing/2014/main" id="{1BD3E45F-B806-4BBB-B5F9-A8C48BE33013}"/>
              </a:ext>
            </a:extLst>
          </p:cNvPr>
          <p:cNvSpPr/>
          <p:nvPr/>
        </p:nvSpPr>
        <p:spPr>
          <a:xfrm>
            <a:off x="0" y="-1"/>
            <a:ext cx="12192000" cy="6858000"/>
          </a:xfrm>
          <a:prstGeom prst="rect">
            <a:avLst/>
          </a:prstGeom>
          <a:solidFill>
            <a:srgbClr val="E1D8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6" name="Picture 5" descr="Shape&#10;&#10;Description automatically generated with medium confidence">
            <a:extLst>
              <a:ext uri="{FF2B5EF4-FFF2-40B4-BE49-F238E27FC236}">
                <a16:creationId xmlns:a16="http://schemas.microsoft.com/office/drawing/2014/main" id="{29B97D43-D62C-434B-849D-8E8B8BA3FF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8464564-6547-498D-A220-7B346E5B1408}"/>
              </a:ext>
            </a:extLst>
          </p:cNvPr>
          <p:cNvSpPr>
            <a:spLocks noGrp="1"/>
          </p:cNvSpPr>
          <p:nvPr>
            <p:ph type="title"/>
          </p:nvPr>
        </p:nvSpPr>
        <p:spPr>
          <a:xfrm>
            <a:off x="1219200" y="546100"/>
            <a:ext cx="6642100" cy="2105818"/>
          </a:xfrm>
        </p:spPr>
        <p:txBody>
          <a:bodyPr anchor="b"/>
          <a:lstStyle>
            <a:lvl1pPr>
              <a:defRPr sz="4000">
                <a:solidFill>
                  <a:srgbClr val="3F1A01"/>
                </a:solidFill>
              </a:defRPr>
            </a:lvl1p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1592638D-BCB6-4F07-9847-FBAA9B3609B5}"/>
              </a:ext>
            </a:extLst>
          </p:cNvPr>
          <p:cNvSpPr>
            <a:spLocks noGrp="1"/>
          </p:cNvSpPr>
          <p:nvPr>
            <p:ph type="body" idx="1"/>
          </p:nvPr>
        </p:nvSpPr>
        <p:spPr>
          <a:xfrm>
            <a:off x="1219200" y="2678906"/>
            <a:ext cx="6642100" cy="1500187"/>
          </a:xfrm>
          <a:prstGeom prst="rect">
            <a:avLst/>
          </a:prstGeom>
        </p:spPr>
        <p:txBody>
          <a:bodyPr/>
          <a:lstStyle>
            <a:lvl1pPr marL="0" indent="0">
              <a:buNone/>
              <a:defRPr sz="2400">
                <a:solidFill>
                  <a:schemeClr val="accent2"/>
                </a:solidFill>
                <a:latin typeface="Times New Roman" panose="02020603050405020304" pitchFamily="18" charset="0"/>
                <a:cs typeface="Times New Roman" panose="02020603050405020304" pitchFamily="18"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Freeform 9">
            <a:extLst>
              <a:ext uri="{FF2B5EF4-FFF2-40B4-BE49-F238E27FC236}">
                <a16:creationId xmlns:a16="http://schemas.microsoft.com/office/drawing/2014/main" id="{1BC6753F-764E-4733-B343-5BC93ED602E4}"/>
              </a:ext>
            </a:extLst>
          </p:cNvPr>
          <p:cNvSpPr>
            <a:spLocks noEditPoints="1"/>
          </p:cNvSpPr>
          <p:nvPr/>
        </p:nvSpPr>
        <p:spPr bwMode="auto">
          <a:xfrm rot="5400000">
            <a:off x="7458075" y="-2243138"/>
            <a:ext cx="8385175" cy="9817101"/>
          </a:xfrm>
          <a:custGeom>
            <a:avLst/>
            <a:gdLst>
              <a:gd name="T0" fmla="*/ 276 w 2642"/>
              <a:gd name="T1" fmla="*/ 2871 h 3094"/>
              <a:gd name="T2" fmla="*/ 588 w 2642"/>
              <a:gd name="T3" fmla="*/ 2871 h 3094"/>
              <a:gd name="T4" fmla="*/ 2083 w 2642"/>
              <a:gd name="T5" fmla="*/ 2843 h 3094"/>
              <a:gd name="T6" fmla="*/ 2338 w 2642"/>
              <a:gd name="T7" fmla="*/ 2900 h 3094"/>
              <a:gd name="T8" fmla="*/ 29 w 2642"/>
              <a:gd name="T9" fmla="*/ 1219 h 3094"/>
              <a:gd name="T10" fmla="*/ 29 w 2642"/>
              <a:gd name="T11" fmla="*/ 2444 h 3094"/>
              <a:gd name="T12" fmla="*/ 559 w 2642"/>
              <a:gd name="T13" fmla="*/ 2386 h 3094"/>
              <a:gd name="T14" fmla="*/ 29 w 2642"/>
              <a:gd name="T15" fmla="*/ 1219 h 3094"/>
              <a:gd name="T16" fmla="*/ 2584 w 2642"/>
              <a:gd name="T17" fmla="*/ 2386 h 3094"/>
              <a:gd name="T18" fmla="*/ 2083 w 2642"/>
              <a:gd name="T19" fmla="*/ 2444 h 3094"/>
              <a:gd name="T20" fmla="*/ 2642 w 2642"/>
              <a:gd name="T21" fmla="*/ 1248 h 3094"/>
              <a:gd name="T22" fmla="*/ 210 w 2642"/>
              <a:gd name="T23" fmla="*/ 292 h 3094"/>
              <a:gd name="T24" fmla="*/ 210 w 2642"/>
              <a:gd name="T25" fmla="*/ 970 h 3094"/>
              <a:gd name="T26" fmla="*/ 559 w 2642"/>
              <a:gd name="T27" fmla="*/ 912 h 3094"/>
              <a:gd name="T28" fmla="*/ 658 w 2642"/>
              <a:gd name="T29" fmla="*/ 350 h 3094"/>
              <a:gd name="T30" fmla="*/ 2432 w 2642"/>
              <a:gd name="T31" fmla="*/ 292 h 3094"/>
              <a:gd name="T32" fmla="*/ 1984 w 2642"/>
              <a:gd name="T33" fmla="*/ 350 h 3094"/>
              <a:gd name="T34" fmla="*/ 2083 w 2642"/>
              <a:gd name="T35" fmla="*/ 912 h 3094"/>
              <a:gd name="T36" fmla="*/ 2432 w 2642"/>
              <a:gd name="T37" fmla="*/ 970 h 3094"/>
              <a:gd name="T38" fmla="*/ 2432 w 2642"/>
              <a:gd name="T39" fmla="*/ 292 h 3094"/>
              <a:gd name="T40" fmla="*/ 814 w 2642"/>
              <a:gd name="T41" fmla="*/ 29 h 3094"/>
              <a:gd name="T42" fmla="*/ 1292 w 2642"/>
              <a:gd name="T43" fmla="*/ 602 h 3094"/>
              <a:gd name="T44" fmla="*/ 989 w 2642"/>
              <a:gd name="T45" fmla="*/ 660 h 3094"/>
              <a:gd name="T46" fmla="*/ 801 w 2642"/>
              <a:gd name="T47" fmla="*/ 1311 h 3094"/>
              <a:gd name="T48" fmla="*/ 743 w 2642"/>
              <a:gd name="T49" fmla="*/ 1060 h 3094"/>
              <a:gd name="T50" fmla="*/ 1292 w 2642"/>
              <a:gd name="T51" fmla="*/ 1369 h 3094"/>
              <a:gd name="T52" fmla="*/ 842 w 2642"/>
              <a:gd name="T53" fmla="*/ 1782 h 3094"/>
              <a:gd name="T54" fmla="*/ 433 w 2642"/>
              <a:gd name="T55" fmla="*/ 1476 h 3094"/>
              <a:gd name="T56" fmla="*/ 375 w 2642"/>
              <a:gd name="T57" fmla="*/ 1782 h 3094"/>
              <a:gd name="T58" fmla="*/ 784 w 2642"/>
              <a:gd name="T59" fmla="*/ 2669 h 3094"/>
              <a:gd name="T60" fmla="*/ 842 w 2642"/>
              <a:gd name="T61" fmla="*/ 2181 h 3094"/>
              <a:gd name="T62" fmla="*/ 921 w 2642"/>
              <a:gd name="T63" fmla="*/ 3036 h 3094"/>
              <a:gd name="T64" fmla="*/ 1321 w 2642"/>
              <a:gd name="T65" fmla="*/ 3094 h 3094"/>
              <a:gd name="T66" fmla="*/ 1722 w 2642"/>
              <a:gd name="T67" fmla="*/ 3036 h 3094"/>
              <a:gd name="T68" fmla="*/ 1800 w 2642"/>
              <a:gd name="T69" fmla="*/ 2181 h 3094"/>
              <a:gd name="T70" fmla="*/ 1858 w 2642"/>
              <a:gd name="T71" fmla="*/ 2669 h 3094"/>
              <a:gd name="T72" fmla="*/ 2267 w 2642"/>
              <a:gd name="T73" fmla="*/ 1782 h 3094"/>
              <a:gd name="T74" fmla="*/ 2210 w 2642"/>
              <a:gd name="T75" fmla="*/ 1476 h 3094"/>
              <a:gd name="T76" fmla="*/ 1800 w 2642"/>
              <a:gd name="T77" fmla="*/ 1782 h 3094"/>
              <a:gd name="T78" fmla="*/ 1350 w 2642"/>
              <a:gd name="T79" fmla="*/ 1369 h 3094"/>
              <a:gd name="T80" fmla="*/ 1899 w 2642"/>
              <a:gd name="T81" fmla="*/ 1060 h 3094"/>
              <a:gd name="T82" fmla="*/ 1841 w 2642"/>
              <a:gd name="T83" fmla="*/ 1311 h 3094"/>
              <a:gd name="T84" fmla="*/ 1643 w 2642"/>
              <a:gd name="T85" fmla="*/ 660 h 3094"/>
              <a:gd name="T86" fmla="*/ 1350 w 2642"/>
              <a:gd name="T87" fmla="*/ 602 h 3094"/>
              <a:gd name="T88" fmla="*/ 1828 w 2642"/>
              <a:gd name="T89" fmla="*/ 29 h 30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642" h="3094">
                <a:moveTo>
                  <a:pt x="559" y="2843"/>
                </a:moveTo>
                <a:cubicBezTo>
                  <a:pt x="305" y="2843"/>
                  <a:pt x="305" y="2843"/>
                  <a:pt x="305" y="2843"/>
                </a:cubicBezTo>
                <a:cubicBezTo>
                  <a:pt x="289" y="2843"/>
                  <a:pt x="276" y="2856"/>
                  <a:pt x="276" y="2871"/>
                </a:cubicBezTo>
                <a:cubicBezTo>
                  <a:pt x="276" y="2887"/>
                  <a:pt x="289" y="2900"/>
                  <a:pt x="305" y="2900"/>
                </a:cubicBezTo>
                <a:cubicBezTo>
                  <a:pt x="559" y="2900"/>
                  <a:pt x="559" y="2900"/>
                  <a:pt x="559" y="2900"/>
                </a:cubicBezTo>
                <a:cubicBezTo>
                  <a:pt x="575" y="2900"/>
                  <a:pt x="588" y="2887"/>
                  <a:pt x="588" y="2871"/>
                </a:cubicBezTo>
                <a:cubicBezTo>
                  <a:pt x="588" y="2856"/>
                  <a:pt x="575" y="2843"/>
                  <a:pt x="559" y="2843"/>
                </a:cubicBezTo>
                <a:moveTo>
                  <a:pt x="2338" y="2843"/>
                </a:moveTo>
                <a:cubicBezTo>
                  <a:pt x="2083" y="2843"/>
                  <a:pt x="2083" y="2843"/>
                  <a:pt x="2083" y="2843"/>
                </a:cubicBezTo>
                <a:cubicBezTo>
                  <a:pt x="2068" y="2843"/>
                  <a:pt x="2055" y="2856"/>
                  <a:pt x="2055" y="2871"/>
                </a:cubicBezTo>
                <a:cubicBezTo>
                  <a:pt x="2055" y="2887"/>
                  <a:pt x="2068" y="2900"/>
                  <a:pt x="2083" y="2900"/>
                </a:cubicBezTo>
                <a:cubicBezTo>
                  <a:pt x="2338" y="2900"/>
                  <a:pt x="2338" y="2900"/>
                  <a:pt x="2338" y="2900"/>
                </a:cubicBezTo>
                <a:cubicBezTo>
                  <a:pt x="2354" y="2900"/>
                  <a:pt x="2366" y="2887"/>
                  <a:pt x="2366" y="2871"/>
                </a:cubicBezTo>
                <a:cubicBezTo>
                  <a:pt x="2366" y="2856"/>
                  <a:pt x="2354" y="2843"/>
                  <a:pt x="2338" y="2843"/>
                </a:cubicBezTo>
                <a:moveTo>
                  <a:pt x="29" y="1219"/>
                </a:moveTo>
                <a:cubicBezTo>
                  <a:pt x="13" y="1219"/>
                  <a:pt x="0" y="1232"/>
                  <a:pt x="0" y="1248"/>
                </a:cubicBezTo>
                <a:cubicBezTo>
                  <a:pt x="0" y="2415"/>
                  <a:pt x="0" y="2415"/>
                  <a:pt x="0" y="2415"/>
                </a:cubicBezTo>
                <a:cubicBezTo>
                  <a:pt x="0" y="2431"/>
                  <a:pt x="13" y="2444"/>
                  <a:pt x="29" y="2444"/>
                </a:cubicBezTo>
                <a:cubicBezTo>
                  <a:pt x="559" y="2444"/>
                  <a:pt x="559" y="2444"/>
                  <a:pt x="559" y="2444"/>
                </a:cubicBezTo>
                <a:cubicBezTo>
                  <a:pt x="575" y="2444"/>
                  <a:pt x="588" y="2431"/>
                  <a:pt x="588" y="2415"/>
                </a:cubicBezTo>
                <a:cubicBezTo>
                  <a:pt x="588" y="2399"/>
                  <a:pt x="575" y="2386"/>
                  <a:pt x="559" y="2386"/>
                </a:cubicBezTo>
                <a:cubicBezTo>
                  <a:pt x="58" y="2386"/>
                  <a:pt x="58" y="2386"/>
                  <a:pt x="58" y="2386"/>
                </a:cubicBezTo>
                <a:cubicBezTo>
                  <a:pt x="58" y="1248"/>
                  <a:pt x="58" y="1248"/>
                  <a:pt x="58" y="1248"/>
                </a:cubicBezTo>
                <a:cubicBezTo>
                  <a:pt x="58" y="1232"/>
                  <a:pt x="45" y="1219"/>
                  <a:pt x="29" y="1219"/>
                </a:cubicBezTo>
                <a:moveTo>
                  <a:pt x="2613" y="1219"/>
                </a:moveTo>
                <a:cubicBezTo>
                  <a:pt x="2597" y="1219"/>
                  <a:pt x="2584" y="1232"/>
                  <a:pt x="2584" y="1248"/>
                </a:cubicBezTo>
                <a:cubicBezTo>
                  <a:pt x="2584" y="2386"/>
                  <a:pt x="2584" y="2386"/>
                  <a:pt x="2584" y="2386"/>
                </a:cubicBezTo>
                <a:cubicBezTo>
                  <a:pt x="2083" y="2386"/>
                  <a:pt x="2083" y="2386"/>
                  <a:pt x="2083" y="2386"/>
                </a:cubicBezTo>
                <a:cubicBezTo>
                  <a:pt x="2067" y="2386"/>
                  <a:pt x="2055" y="2399"/>
                  <a:pt x="2055" y="2415"/>
                </a:cubicBezTo>
                <a:cubicBezTo>
                  <a:pt x="2055" y="2431"/>
                  <a:pt x="2067" y="2444"/>
                  <a:pt x="2083" y="2444"/>
                </a:cubicBezTo>
                <a:cubicBezTo>
                  <a:pt x="2613" y="2444"/>
                  <a:pt x="2613" y="2444"/>
                  <a:pt x="2613" y="2444"/>
                </a:cubicBezTo>
                <a:cubicBezTo>
                  <a:pt x="2629" y="2444"/>
                  <a:pt x="2642" y="2431"/>
                  <a:pt x="2642" y="2415"/>
                </a:cubicBezTo>
                <a:cubicBezTo>
                  <a:pt x="2642" y="1248"/>
                  <a:pt x="2642" y="1248"/>
                  <a:pt x="2642" y="1248"/>
                </a:cubicBezTo>
                <a:cubicBezTo>
                  <a:pt x="2642" y="1232"/>
                  <a:pt x="2629" y="1219"/>
                  <a:pt x="2613" y="1219"/>
                </a:cubicBezTo>
                <a:moveTo>
                  <a:pt x="658" y="292"/>
                </a:moveTo>
                <a:cubicBezTo>
                  <a:pt x="210" y="292"/>
                  <a:pt x="210" y="292"/>
                  <a:pt x="210" y="292"/>
                </a:cubicBezTo>
                <a:cubicBezTo>
                  <a:pt x="194" y="292"/>
                  <a:pt x="181" y="305"/>
                  <a:pt x="181" y="321"/>
                </a:cubicBezTo>
                <a:cubicBezTo>
                  <a:pt x="181" y="941"/>
                  <a:pt x="181" y="941"/>
                  <a:pt x="181" y="941"/>
                </a:cubicBezTo>
                <a:cubicBezTo>
                  <a:pt x="181" y="957"/>
                  <a:pt x="194" y="970"/>
                  <a:pt x="210" y="970"/>
                </a:cubicBezTo>
                <a:cubicBezTo>
                  <a:pt x="559" y="970"/>
                  <a:pt x="559" y="970"/>
                  <a:pt x="559" y="970"/>
                </a:cubicBezTo>
                <a:cubicBezTo>
                  <a:pt x="575" y="970"/>
                  <a:pt x="588" y="957"/>
                  <a:pt x="588" y="941"/>
                </a:cubicBezTo>
                <a:cubicBezTo>
                  <a:pt x="588" y="925"/>
                  <a:pt x="575" y="912"/>
                  <a:pt x="559" y="912"/>
                </a:cubicBezTo>
                <a:cubicBezTo>
                  <a:pt x="239" y="912"/>
                  <a:pt x="239" y="912"/>
                  <a:pt x="239" y="912"/>
                </a:cubicBezTo>
                <a:cubicBezTo>
                  <a:pt x="239" y="350"/>
                  <a:pt x="239" y="350"/>
                  <a:pt x="239" y="350"/>
                </a:cubicBezTo>
                <a:cubicBezTo>
                  <a:pt x="658" y="350"/>
                  <a:pt x="658" y="350"/>
                  <a:pt x="658" y="350"/>
                </a:cubicBezTo>
                <a:cubicBezTo>
                  <a:pt x="674" y="350"/>
                  <a:pt x="687" y="337"/>
                  <a:pt x="687" y="321"/>
                </a:cubicBezTo>
                <a:cubicBezTo>
                  <a:pt x="687" y="305"/>
                  <a:pt x="674" y="292"/>
                  <a:pt x="658" y="292"/>
                </a:cubicBezTo>
                <a:moveTo>
                  <a:pt x="2432" y="292"/>
                </a:moveTo>
                <a:cubicBezTo>
                  <a:pt x="1984" y="292"/>
                  <a:pt x="1984" y="292"/>
                  <a:pt x="1984" y="292"/>
                </a:cubicBezTo>
                <a:cubicBezTo>
                  <a:pt x="1968" y="292"/>
                  <a:pt x="1955" y="305"/>
                  <a:pt x="1955" y="321"/>
                </a:cubicBezTo>
                <a:cubicBezTo>
                  <a:pt x="1955" y="337"/>
                  <a:pt x="1968" y="350"/>
                  <a:pt x="1984" y="350"/>
                </a:cubicBezTo>
                <a:cubicBezTo>
                  <a:pt x="2403" y="350"/>
                  <a:pt x="2403" y="350"/>
                  <a:pt x="2403" y="350"/>
                </a:cubicBezTo>
                <a:cubicBezTo>
                  <a:pt x="2403" y="912"/>
                  <a:pt x="2403" y="912"/>
                  <a:pt x="2403" y="912"/>
                </a:cubicBezTo>
                <a:cubicBezTo>
                  <a:pt x="2083" y="912"/>
                  <a:pt x="2083" y="912"/>
                  <a:pt x="2083" y="912"/>
                </a:cubicBezTo>
                <a:cubicBezTo>
                  <a:pt x="2068" y="912"/>
                  <a:pt x="2055" y="925"/>
                  <a:pt x="2055" y="941"/>
                </a:cubicBezTo>
                <a:cubicBezTo>
                  <a:pt x="2055" y="957"/>
                  <a:pt x="2068" y="970"/>
                  <a:pt x="2083" y="970"/>
                </a:cubicBezTo>
                <a:cubicBezTo>
                  <a:pt x="2432" y="970"/>
                  <a:pt x="2432" y="970"/>
                  <a:pt x="2432" y="970"/>
                </a:cubicBezTo>
                <a:cubicBezTo>
                  <a:pt x="2448" y="970"/>
                  <a:pt x="2461" y="957"/>
                  <a:pt x="2461" y="941"/>
                </a:cubicBezTo>
                <a:cubicBezTo>
                  <a:pt x="2461" y="321"/>
                  <a:pt x="2461" y="321"/>
                  <a:pt x="2461" y="321"/>
                </a:cubicBezTo>
                <a:cubicBezTo>
                  <a:pt x="2461" y="305"/>
                  <a:pt x="2448" y="292"/>
                  <a:pt x="2432" y="292"/>
                </a:cubicBezTo>
                <a:moveTo>
                  <a:pt x="1799" y="0"/>
                </a:moveTo>
                <a:cubicBezTo>
                  <a:pt x="843" y="0"/>
                  <a:pt x="843" y="0"/>
                  <a:pt x="843" y="0"/>
                </a:cubicBezTo>
                <a:cubicBezTo>
                  <a:pt x="827" y="0"/>
                  <a:pt x="814" y="13"/>
                  <a:pt x="814" y="29"/>
                </a:cubicBezTo>
                <a:cubicBezTo>
                  <a:pt x="814" y="45"/>
                  <a:pt x="827" y="58"/>
                  <a:pt x="843" y="58"/>
                </a:cubicBezTo>
                <a:cubicBezTo>
                  <a:pt x="1292" y="58"/>
                  <a:pt x="1292" y="58"/>
                  <a:pt x="1292" y="58"/>
                </a:cubicBezTo>
                <a:cubicBezTo>
                  <a:pt x="1292" y="602"/>
                  <a:pt x="1292" y="602"/>
                  <a:pt x="1292" y="602"/>
                </a:cubicBezTo>
                <a:cubicBezTo>
                  <a:pt x="989" y="602"/>
                  <a:pt x="989" y="602"/>
                  <a:pt x="989" y="602"/>
                </a:cubicBezTo>
                <a:cubicBezTo>
                  <a:pt x="973" y="602"/>
                  <a:pt x="960" y="615"/>
                  <a:pt x="960" y="631"/>
                </a:cubicBezTo>
                <a:cubicBezTo>
                  <a:pt x="960" y="647"/>
                  <a:pt x="973" y="660"/>
                  <a:pt x="989" y="660"/>
                </a:cubicBezTo>
                <a:cubicBezTo>
                  <a:pt x="1292" y="660"/>
                  <a:pt x="1292" y="660"/>
                  <a:pt x="1292" y="660"/>
                </a:cubicBezTo>
                <a:cubicBezTo>
                  <a:pt x="1292" y="1311"/>
                  <a:pt x="1292" y="1311"/>
                  <a:pt x="1292" y="1311"/>
                </a:cubicBezTo>
                <a:cubicBezTo>
                  <a:pt x="801" y="1311"/>
                  <a:pt x="801" y="1311"/>
                  <a:pt x="801" y="1311"/>
                </a:cubicBezTo>
                <a:cubicBezTo>
                  <a:pt x="801" y="1060"/>
                  <a:pt x="801" y="1060"/>
                  <a:pt x="801" y="1060"/>
                </a:cubicBezTo>
                <a:cubicBezTo>
                  <a:pt x="801" y="1044"/>
                  <a:pt x="788" y="1031"/>
                  <a:pt x="772" y="1031"/>
                </a:cubicBezTo>
                <a:cubicBezTo>
                  <a:pt x="756" y="1031"/>
                  <a:pt x="743" y="1044"/>
                  <a:pt x="743" y="1060"/>
                </a:cubicBezTo>
                <a:cubicBezTo>
                  <a:pt x="743" y="1340"/>
                  <a:pt x="743" y="1340"/>
                  <a:pt x="743" y="1340"/>
                </a:cubicBezTo>
                <a:cubicBezTo>
                  <a:pt x="743" y="1356"/>
                  <a:pt x="756" y="1369"/>
                  <a:pt x="772" y="1369"/>
                </a:cubicBezTo>
                <a:cubicBezTo>
                  <a:pt x="1292" y="1369"/>
                  <a:pt x="1292" y="1369"/>
                  <a:pt x="1292" y="1369"/>
                </a:cubicBezTo>
                <a:cubicBezTo>
                  <a:pt x="1292" y="2123"/>
                  <a:pt x="1292" y="2123"/>
                  <a:pt x="1292" y="2123"/>
                </a:cubicBezTo>
                <a:cubicBezTo>
                  <a:pt x="842" y="2123"/>
                  <a:pt x="842" y="2123"/>
                  <a:pt x="842" y="2123"/>
                </a:cubicBezTo>
                <a:cubicBezTo>
                  <a:pt x="842" y="1782"/>
                  <a:pt x="842" y="1782"/>
                  <a:pt x="842" y="1782"/>
                </a:cubicBezTo>
                <a:cubicBezTo>
                  <a:pt x="842" y="1766"/>
                  <a:pt x="829" y="1753"/>
                  <a:pt x="813" y="1753"/>
                </a:cubicBezTo>
                <a:cubicBezTo>
                  <a:pt x="433" y="1753"/>
                  <a:pt x="433" y="1753"/>
                  <a:pt x="433" y="1753"/>
                </a:cubicBezTo>
                <a:cubicBezTo>
                  <a:pt x="433" y="1476"/>
                  <a:pt x="433" y="1476"/>
                  <a:pt x="433" y="1476"/>
                </a:cubicBezTo>
                <a:cubicBezTo>
                  <a:pt x="433" y="1460"/>
                  <a:pt x="420" y="1447"/>
                  <a:pt x="404" y="1447"/>
                </a:cubicBezTo>
                <a:cubicBezTo>
                  <a:pt x="388" y="1447"/>
                  <a:pt x="375" y="1460"/>
                  <a:pt x="375" y="1476"/>
                </a:cubicBezTo>
                <a:cubicBezTo>
                  <a:pt x="375" y="1782"/>
                  <a:pt x="375" y="1782"/>
                  <a:pt x="375" y="1782"/>
                </a:cubicBezTo>
                <a:cubicBezTo>
                  <a:pt x="375" y="1798"/>
                  <a:pt x="388" y="1811"/>
                  <a:pt x="404" y="1811"/>
                </a:cubicBezTo>
                <a:cubicBezTo>
                  <a:pt x="784" y="1811"/>
                  <a:pt x="784" y="1811"/>
                  <a:pt x="784" y="1811"/>
                </a:cubicBezTo>
                <a:cubicBezTo>
                  <a:pt x="784" y="2669"/>
                  <a:pt x="784" y="2669"/>
                  <a:pt x="784" y="2669"/>
                </a:cubicBezTo>
                <a:cubicBezTo>
                  <a:pt x="784" y="2685"/>
                  <a:pt x="797" y="2698"/>
                  <a:pt x="813" y="2698"/>
                </a:cubicBezTo>
                <a:cubicBezTo>
                  <a:pt x="829" y="2698"/>
                  <a:pt x="842" y="2685"/>
                  <a:pt x="842" y="2669"/>
                </a:cubicBezTo>
                <a:cubicBezTo>
                  <a:pt x="842" y="2181"/>
                  <a:pt x="842" y="2181"/>
                  <a:pt x="842" y="2181"/>
                </a:cubicBezTo>
                <a:cubicBezTo>
                  <a:pt x="1292" y="2181"/>
                  <a:pt x="1292" y="2181"/>
                  <a:pt x="1292" y="2181"/>
                </a:cubicBezTo>
                <a:cubicBezTo>
                  <a:pt x="1292" y="3036"/>
                  <a:pt x="1292" y="3036"/>
                  <a:pt x="1292" y="3036"/>
                </a:cubicBezTo>
                <a:cubicBezTo>
                  <a:pt x="921" y="3036"/>
                  <a:pt x="921" y="3036"/>
                  <a:pt x="921" y="3036"/>
                </a:cubicBezTo>
                <a:cubicBezTo>
                  <a:pt x="905" y="3036"/>
                  <a:pt x="892" y="3049"/>
                  <a:pt x="892" y="3065"/>
                </a:cubicBezTo>
                <a:cubicBezTo>
                  <a:pt x="892" y="3081"/>
                  <a:pt x="905" y="3094"/>
                  <a:pt x="921" y="3094"/>
                </a:cubicBezTo>
                <a:cubicBezTo>
                  <a:pt x="1321" y="3094"/>
                  <a:pt x="1321" y="3094"/>
                  <a:pt x="1321" y="3094"/>
                </a:cubicBezTo>
                <a:cubicBezTo>
                  <a:pt x="1722" y="3094"/>
                  <a:pt x="1722" y="3094"/>
                  <a:pt x="1722" y="3094"/>
                </a:cubicBezTo>
                <a:cubicBezTo>
                  <a:pt x="1738" y="3094"/>
                  <a:pt x="1751" y="3081"/>
                  <a:pt x="1751" y="3065"/>
                </a:cubicBezTo>
                <a:cubicBezTo>
                  <a:pt x="1751" y="3049"/>
                  <a:pt x="1738" y="3036"/>
                  <a:pt x="1722" y="3036"/>
                </a:cubicBezTo>
                <a:cubicBezTo>
                  <a:pt x="1350" y="3036"/>
                  <a:pt x="1350" y="3036"/>
                  <a:pt x="1350" y="3036"/>
                </a:cubicBezTo>
                <a:cubicBezTo>
                  <a:pt x="1350" y="2181"/>
                  <a:pt x="1350" y="2181"/>
                  <a:pt x="1350" y="2181"/>
                </a:cubicBezTo>
                <a:cubicBezTo>
                  <a:pt x="1800" y="2181"/>
                  <a:pt x="1800" y="2181"/>
                  <a:pt x="1800" y="2181"/>
                </a:cubicBezTo>
                <a:cubicBezTo>
                  <a:pt x="1800" y="2669"/>
                  <a:pt x="1800" y="2669"/>
                  <a:pt x="1800" y="2669"/>
                </a:cubicBezTo>
                <a:cubicBezTo>
                  <a:pt x="1800" y="2685"/>
                  <a:pt x="1813" y="2698"/>
                  <a:pt x="1829" y="2698"/>
                </a:cubicBezTo>
                <a:cubicBezTo>
                  <a:pt x="1845" y="2698"/>
                  <a:pt x="1858" y="2685"/>
                  <a:pt x="1858" y="2669"/>
                </a:cubicBezTo>
                <a:cubicBezTo>
                  <a:pt x="1858" y="1811"/>
                  <a:pt x="1858" y="1811"/>
                  <a:pt x="1858" y="1811"/>
                </a:cubicBezTo>
                <a:cubicBezTo>
                  <a:pt x="2239" y="1811"/>
                  <a:pt x="2239" y="1811"/>
                  <a:pt x="2239" y="1811"/>
                </a:cubicBezTo>
                <a:cubicBezTo>
                  <a:pt x="2254" y="1811"/>
                  <a:pt x="2267" y="1798"/>
                  <a:pt x="2267" y="1782"/>
                </a:cubicBezTo>
                <a:cubicBezTo>
                  <a:pt x="2267" y="1476"/>
                  <a:pt x="2267" y="1476"/>
                  <a:pt x="2267" y="1476"/>
                </a:cubicBezTo>
                <a:cubicBezTo>
                  <a:pt x="2267" y="1460"/>
                  <a:pt x="2254" y="1447"/>
                  <a:pt x="2239" y="1447"/>
                </a:cubicBezTo>
                <a:cubicBezTo>
                  <a:pt x="2223" y="1447"/>
                  <a:pt x="2210" y="1460"/>
                  <a:pt x="2210" y="1476"/>
                </a:cubicBezTo>
                <a:cubicBezTo>
                  <a:pt x="2210" y="1753"/>
                  <a:pt x="2210" y="1753"/>
                  <a:pt x="2210" y="1753"/>
                </a:cubicBezTo>
                <a:cubicBezTo>
                  <a:pt x="1829" y="1753"/>
                  <a:pt x="1829" y="1753"/>
                  <a:pt x="1829" y="1753"/>
                </a:cubicBezTo>
                <a:cubicBezTo>
                  <a:pt x="1813" y="1753"/>
                  <a:pt x="1800" y="1766"/>
                  <a:pt x="1800" y="1782"/>
                </a:cubicBezTo>
                <a:cubicBezTo>
                  <a:pt x="1800" y="2123"/>
                  <a:pt x="1800" y="2123"/>
                  <a:pt x="1800" y="2123"/>
                </a:cubicBezTo>
                <a:cubicBezTo>
                  <a:pt x="1350" y="2123"/>
                  <a:pt x="1350" y="2123"/>
                  <a:pt x="1350" y="2123"/>
                </a:cubicBezTo>
                <a:cubicBezTo>
                  <a:pt x="1350" y="1369"/>
                  <a:pt x="1350" y="1369"/>
                  <a:pt x="1350" y="1369"/>
                </a:cubicBezTo>
                <a:cubicBezTo>
                  <a:pt x="1870" y="1369"/>
                  <a:pt x="1870" y="1369"/>
                  <a:pt x="1870" y="1369"/>
                </a:cubicBezTo>
                <a:cubicBezTo>
                  <a:pt x="1886" y="1369"/>
                  <a:pt x="1899" y="1356"/>
                  <a:pt x="1899" y="1340"/>
                </a:cubicBezTo>
                <a:cubicBezTo>
                  <a:pt x="1899" y="1060"/>
                  <a:pt x="1899" y="1060"/>
                  <a:pt x="1899" y="1060"/>
                </a:cubicBezTo>
                <a:cubicBezTo>
                  <a:pt x="1899" y="1044"/>
                  <a:pt x="1886" y="1031"/>
                  <a:pt x="1870" y="1031"/>
                </a:cubicBezTo>
                <a:cubicBezTo>
                  <a:pt x="1854" y="1031"/>
                  <a:pt x="1841" y="1044"/>
                  <a:pt x="1841" y="1060"/>
                </a:cubicBezTo>
                <a:cubicBezTo>
                  <a:pt x="1841" y="1311"/>
                  <a:pt x="1841" y="1311"/>
                  <a:pt x="1841" y="1311"/>
                </a:cubicBezTo>
                <a:cubicBezTo>
                  <a:pt x="1350" y="1311"/>
                  <a:pt x="1350" y="1311"/>
                  <a:pt x="1350" y="1311"/>
                </a:cubicBezTo>
                <a:cubicBezTo>
                  <a:pt x="1350" y="660"/>
                  <a:pt x="1350" y="660"/>
                  <a:pt x="1350" y="660"/>
                </a:cubicBezTo>
                <a:cubicBezTo>
                  <a:pt x="1643" y="660"/>
                  <a:pt x="1643" y="660"/>
                  <a:pt x="1643" y="660"/>
                </a:cubicBezTo>
                <a:cubicBezTo>
                  <a:pt x="1659" y="660"/>
                  <a:pt x="1672" y="647"/>
                  <a:pt x="1672" y="631"/>
                </a:cubicBezTo>
                <a:cubicBezTo>
                  <a:pt x="1672" y="615"/>
                  <a:pt x="1659" y="602"/>
                  <a:pt x="1643" y="602"/>
                </a:cubicBezTo>
                <a:cubicBezTo>
                  <a:pt x="1350" y="602"/>
                  <a:pt x="1350" y="602"/>
                  <a:pt x="1350" y="602"/>
                </a:cubicBezTo>
                <a:cubicBezTo>
                  <a:pt x="1350" y="58"/>
                  <a:pt x="1350" y="58"/>
                  <a:pt x="1350" y="58"/>
                </a:cubicBezTo>
                <a:cubicBezTo>
                  <a:pt x="1799" y="58"/>
                  <a:pt x="1799" y="58"/>
                  <a:pt x="1799" y="58"/>
                </a:cubicBezTo>
                <a:cubicBezTo>
                  <a:pt x="1815" y="58"/>
                  <a:pt x="1828" y="45"/>
                  <a:pt x="1828" y="29"/>
                </a:cubicBezTo>
                <a:cubicBezTo>
                  <a:pt x="1828" y="13"/>
                  <a:pt x="1815" y="0"/>
                  <a:pt x="1799" y="0"/>
                </a:cubicBezTo>
              </a:path>
            </a:pathLst>
          </a:custGeom>
          <a:solidFill>
            <a:schemeClr val="accent2">
              <a:alpha val="9804"/>
            </a:schemeClr>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10" name="Logo">
            <a:extLst>
              <a:ext uri="{FF2B5EF4-FFF2-40B4-BE49-F238E27FC236}">
                <a16:creationId xmlns:a16="http://schemas.microsoft.com/office/drawing/2014/main" id="{7D430883-348B-4F96-B27B-40097E253643}"/>
              </a:ext>
            </a:extLst>
          </p:cNvPr>
          <p:cNvSpPr/>
          <p:nvPr/>
        </p:nvSpPr>
        <p:spPr>
          <a:xfrm>
            <a:off x="9397252" y="5875721"/>
            <a:ext cx="2253411" cy="440942"/>
          </a:xfrm>
          <a:custGeom>
            <a:avLst/>
            <a:gdLst>
              <a:gd name="connsiteX0" fmla="*/ 1783139 w 2253411"/>
              <a:gd name="connsiteY0" fmla="*/ 136254 h 440942"/>
              <a:gd name="connsiteX1" fmla="*/ 1751520 w 2253411"/>
              <a:gd name="connsiteY1" fmla="*/ 136254 h 440942"/>
              <a:gd name="connsiteX2" fmla="*/ 1751520 w 2253411"/>
              <a:gd name="connsiteY2" fmla="*/ 299806 h 440942"/>
              <a:gd name="connsiteX3" fmla="*/ 1783139 w 2253411"/>
              <a:gd name="connsiteY3" fmla="*/ 299806 h 440942"/>
              <a:gd name="connsiteX4" fmla="*/ 293338 w 2253411"/>
              <a:gd name="connsiteY4" fmla="*/ 409024 h 440942"/>
              <a:gd name="connsiteX5" fmla="*/ 297448 w 2253411"/>
              <a:gd name="connsiteY5" fmla="*/ 413147 h 440942"/>
              <a:gd name="connsiteX6" fmla="*/ 297460 w 2253411"/>
              <a:gd name="connsiteY6" fmla="*/ 413147 h 440942"/>
              <a:gd name="connsiteX7" fmla="*/ 333669 w 2253411"/>
              <a:gd name="connsiteY7" fmla="*/ 413147 h 440942"/>
              <a:gd name="connsiteX8" fmla="*/ 337779 w 2253411"/>
              <a:gd name="connsiteY8" fmla="*/ 409047 h 440942"/>
              <a:gd name="connsiteX9" fmla="*/ 337777 w 2253411"/>
              <a:gd name="connsiteY9" fmla="*/ 409024 h 440942"/>
              <a:gd name="connsiteX10" fmla="*/ 333683 w 2253411"/>
              <a:gd name="connsiteY10" fmla="*/ 404916 h 440942"/>
              <a:gd name="connsiteX11" fmla="*/ 333669 w 2253411"/>
              <a:gd name="connsiteY11" fmla="*/ 404916 h 440942"/>
              <a:gd name="connsiteX12" fmla="*/ 297460 w 2253411"/>
              <a:gd name="connsiteY12" fmla="*/ 404916 h 440942"/>
              <a:gd name="connsiteX13" fmla="*/ 293338 w 2253411"/>
              <a:gd name="connsiteY13" fmla="*/ 409021 h 440942"/>
              <a:gd name="connsiteX14" fmla="*/ 293338 w 2253411"/>
              <a:gd name="connsiteY14" fmla="*/ 409024 h 440942"/>
              <a:gd name="connsiteX15" fmla="*/ 39859 w 2253411"/>
              <a:gd name="connsiteY15" fmla="*/ 409024 h 440942"/>
              <a:gd name="connsiteX16" fmla="*/ 43946 w 2253411"/>
              <a:gd name="connsiteY16" fmla="*/ 413147 h 440942"/>
              <a:gd name="connsiteX17" fmla="*/ 43967 w 2253411"/>
              <a:gd name="connsiteY17" fmla="*/ 413147 h 440942"/>
              <a:gd name="connsiteX18" fmla="*/ 80176 w 2253411"/>
              <a:gd name="connsiteY18" fmla="*/ 413147 h 440942"/>
              <a:gd name="connsiteX19" fmla="*/ 84298 w 2253411"/>
              <a:gd name="connsiteY19" fmla="*/ 409037 h 440942"/>
              <a:gd name="connsiteX20" fmla="*/ 84298 w 2253411"/>
              <a:gd name="connsiteY20" fmla="*/ 409024 h 440942"/>
              <a:gd name="connsiteX21" fmla="*/ 80179 w 2253411"/>
              <a:gd name="connsiteY21" fmla="*/ 404916 h 440942"/>
              <a:gd name="connsiteX22" fmla="*/ 80176 w 2253411"/>
              <a:gd name="connsiteY22" fmla="*/ 404916 h 440942"/>
              <a:gd name="connsiteX23" fmla="*/ 43967 w 2253411"/>
              <a:gd name="connsiteY23" fmla="*/ 404916 h 440942"/>
              <a:gd name="connsiteX24" fmla="*/ 39859 w 2253411"/>
              <a:gd name="connsiteY24" fmla="*/ 409012 h 440942"/>
              <a:gd name="connsiteX25" fmla="*/ 39859 w 2253411"/>
              <a:gd name="connsiteY25" fmla="*/ 409024 h 440942"/>
              <a:gd name="connsiteX26" fmla="*/ 80177 w 2253411"/>
              <a:gd name="connsiteY26" fmla="*/ 339849 h 440942"/>
              <a:gd name="connsiteX27" fmla="*/ 8803 w 2253411"/>
              <a:gd name="connsiteY27" fmla="*/ 339849 h 440942"/>
              <a:gd name="connsiteX28" fmla="*/ 8803 w 2253411"/>
              <a:gd name="connsiteY28" fmla="*/ 177644 h 440942"/>
              <a:gd name="connsiteX29" fmla="*/ 4680 w 2253411"/>
              <a:gd name="connsiteY29" fmla="*/ 173521 h 440942"/>
              <a:gd name="connsiteX30" fmla="*/ 572 w 2253411"/>
              <a:gd name="connsiteY30" fmla="*/ 177639 h 440942"/>
              <a:gd name="connsiteX31" fmla="*/ 572 w 2253411"/>
              <a:gd name="connsiteY31" fmla="*/ 177644 h 440942"/>
              <a:gd name="connsiteX32" fmla="*/ 572 w 2253411"/>
              <a:gd name="connsiteY32" fmla="*/ 343959 h 440942"/>
              <a:gd name="connsiteX33" fmla="*/ 4676 w 2253411"/>
              <a:gd name="connsiteY33" fmla="*/ 348080 h 440942"/>
              <a:gd name="connsiteX34" fmla="*/ 4680 w 2253411"/>
              <a:gd name="connsiteY34" fmla="*/ 348080 h 440942"/>
              <a:gd name="connsiteX35" fmla="*/ 80176 w 2253411"/>
              <a:gd name="connsiteY35" fmla="*/ 348080 h 440942"/>
              <a:gd name="connsiteX36" fmla="*/ 84298 w 2253411"/>
              <a:gd name="connsiteY36" fmla="*/ 343970 h 440942"/>
              <a:gd name="connsiteX37" fmla="*/ 84298 w 2253411"/>
              <a:gd name="connsiteY37" fmla="*/ 343959 h 440942"/>
              <a:gd name="connsiteX38" fmla="*/ 80176 w 2253411"/>
              <a:gd name="connsiteY38" fmla="*/ 339849 h 440942"/>
              <a:gd name="connsiteX39" fmla="*/ 98412 w 2253411"/>
              <a:gd name="connsiteY39" fmla="*/ 45530 h 440942"/>
              <a:gd name="connsiteX40" fmla="*/ 94292 w 2253411"/>
              <a:gd name="connsiteY40" fmla="*/ 41422 h 440942"/>
              <a:gd name="connsiteX41" fmla="*/ 94289 w 2253411"/>
              <a:gd name="connsiteY41" fmla="*/ 41422 h 440942"/>
              <a:gd name="connsiteX42" fmla="*/ 30459 w 2253411"/>
              <a:gd name="connsiteY42" fmla="*/ 41422 h 440942"/>
              <a:gd name="connsiteX43" fmla="*/ 26351 w 2253411"/>
              <a:gd name="connsiteY43" fmla="*/ 45518 h 440942"/>
              <a:gd name="connsiteX44" fmla="*/ 26351 w 2253411"/>
              <a:gd name="connsiteY44" fmla="*/ 45530 h 440942"/>
              <a:gd name="connsiteX45" fmla="*/ 26351 w 2253411"/>
              <a:gd name="connsiteY45" fmla="*/ 133916 h 440942"/>
              <a:gd name="connsiteX46" fmla="*/ 30456 w 2253411"/>
              <a:gd name="connsiteY46" fmla="*/ 138039 h 440942"/>
              <a:gd name="connsiteX47" fmla="*/ 30459 w 2253411"/>
              <a:gd name="connsiteY47" fmla="*/ 138039 h 440942"/>
              <a:gd name="connsiteX48" fmla="*/ 80191 w 2253411"/>
              <a:gd name="connsiteY48" fmla="*/ 138039 h 440942"/>
              <a:gd name="connsiteX49" fmla="*/ 84300 w 2253411"/>
              <a:gd name="connsiteY49" fmla="*/ 133916 h 440942"/>
              <a:gd name="connsiteX50" fmla="*/ 80191 w 2253411"/>
              <a:gd name="connsiteY50" fmla="*/ 129808 h 440942"/>
              <a:gd name="connsiteX51" fmla="*/ 34582 w 2253411"/>
              <a:gd name="connsiteY51" fmla="*/ 129808 h 440942"/>
              <a:gd name="connsiteX52" fmla="*/ 34582 w 2253411"/>
              <a:gd name="connsiteY52" fmla="*/ 49653 h 440942"/>
              <a:gd name="connsiteX53" fmla="*/ 94291 w 2253411"/>
              <a:gd name="connsiteY53" fmla="*/ 49653 h 440942"/>
              <a:gd name="connsiteX54" fmla="*/ 98413 w 2253411"/>
              <a:gd name="connsiteY54" fmla="*/ 45540 h 440942"/>
              <a:gd name="connsiteX55" fmla="*/ 98413 w 2253411"/>
              <a:gd name="connsiteY55" fmla="*/ 45530 h 440942"/>
              <a:gd name="connsiteX56" fmla="*/ 271146 w 2253411"/>
              <a:gd name="connsiteY56" fmla="*/ 190835 h 440942"/>
              <a:gd name="connsiteX57" fmla="*/ 271146 w 2253411"/>
              <a:gd name="connsiteY57" fmla="*/ 150874 h 440942"/>
              <a:gd name="connsiteX58" fmla="*/ 267039 w 2253411"/>
              <a:gd name="connsiteY58" fmla="*/ 146752 h 440942"/>
              <a:gd name="connsiteX59" fmla="*/ 267037 w 2253411"/>
              <a:gd name="connsiteY59" fmla="*/ 146752 h 440942"/>
              <a:gd name="connsiteX60" fmla="*/ 262900 w 2253411"/>
              <a:gd name="connsiteY60" fmla="*/ 150873 h 440942"/>
              <a:gd name="connsiteX61" fmla="*/ 262900 w 2253411"/>
              <a:gd name="connsiteY61" fmla="*/ 150874 h 440942"/>
              <a:gd name="connsiteX62" fmla="*/ 262900 w 2253411"/>
              <a:gd name="connsiteY62" fmla="*/ 186698 h 440942"/>
              <a:gd name="connsiteX63" fmla="*/ 192929 w 2253411"/>
              <a:gd name="connsiteY63" fmla="*/ 186698 h 440942"/>
              <a:gd name="connsiteX64" fmla="*/ 192929 w 2253411"/>
              <a:gd name="connsiteY64" fmla="*/ 93846 h 440942"/>
              <a:gd name="connsiteX65" fmla="*/ 234730 w 2253411"/>
              <a:gd name="connsiteY65" fmla="*/ 93846 h 440942"/>
              <a:gd name="connsiteX66" fmla="*/ 238853 w 2253411"/>
              <a:gd name="connsiteY66" fmla="*/ 89738 h 440942"/>
              <a:gd name="connsiteX67" fmla="*/ 234730 w 2253411"/>
              <a:gd name="connsiteY67" fmla="*/ 85602 h 440942"/>
              <a:gd name="connsiteX68" fmla="*/ 192929 w 2253411"/>
              <a:gd name="connsiteY68" fmla="*/ 85602 h 440942"/>
              <a:gd name="connsiteX69" fmla="*/ 192929 w 2253411"/>
              <a:gd name="connsiteY69" fmla="*/ 8058 h 440942"/>
              <a:gd name="connsiteX70" fmla="*/ 256951 w 2253411"/>
              <a:gd name="connsiteY70" fmla="*/ 8058 h 440942"/>
              <a:gd name="connsiteX71" fmla="*/ 261072 w 2253411"/>
              <a:gd name="connsiteY71" fmla="*/ 3946 h 440942"/>
              <a:gd name="connsiteX72" fmla="*/ 261072 w 2253411"/>
              <a:gd name="connsiteY72" fmla="*/ 3935 h 440942"/>
              <a:gd name="connsiteX73" fmla="*/ 256954 w 2253411"/>
              <a:gd name="connsiteY73" fmla="*/ -175 h 440942"/>
              <a:gd name="connsiteX74" fmla="*/ 256951 w 2253411"/>
              <a:gd name="connsiteY74" fmla="*/ -175 h 440942"/>
              <a:gd name="connsiteX75" fmla="*/ 120686 w 2253411"/>
              <a:gd name="connsiteY75" fmla="*/ -175 h 440942"/>
              <a:gd name="connsiteX76" fmla="*/ 116578 w 2253411"/>
              <a:gd name="connsiteY76" fmla="*/ 3935 h 440942"/>
              <a:gd name="connsiteX77" fmla="*/ 120685 w 2253411"/>
              <a:gd name="connsiteY77" fmla="*/ 8058 h 440942"/>
              <a:gd name="connsiteX78" fmla="*/ 120686 w 2253411"/>
              <a:gd name="connsiteY78" fmla="*/ 8058 h 440942"/>
              <a:gd name="connsiteX79" fmla="*/ 184696 w 2253411"/>
              <a:gd name="connsiteY79" fmla="*/ 8058 h 440942"/>
              <a:gd name="connsiteX80" fmla="*/ 184696 w 2253411"/>
              <a:gd name="connsiteY80" fmla="*/ 85629 h 440942"/>
              <a:gd name="connsiteX81" fmla="*/ 141436 w 2253411"/>
              <a:gd name="connsiteY81" fmla="*/ 85629 h 440942"/>
              <a:gd name="connsiteX82" fmla="*/ 137315 w 2253411"/>
              <a:gd name="connsiteY82" fmla="*/ 89752 h 440942"/>
              <a:gd name="connsiteX83" fmla="*/ 141435 w 2253411"/>
              <a:gd name="connsiteY83" fmla="*/ 93860 h 440942"/>
              <a:gd name="connsiteX84" fmla="*/ 141436 w 2253411"/>
              <a:gd name="connsiteY84" fmla="*/ 93860 h 440942"/>
              <a:gd name="connsiteX85" fmla="*/ 184696 w 2253411"/>
              <a:gd name="connsiteY85" fmla="*/ 93860 h 440942"/>
              <a:gd name="connsiteX86" fmla="*/ 184696 w 2253411"/>
              <a:gd name="connsiteY86" fmla="*/ 186698 h 440942"/>
              <a:gd name="connsiteX87" fmla="*/ 114724 w 2253411"/>
              <a:gd name="connsiteY87" fmla="*/ 186698 h 440942"/>
              <a:gd name="connsiteX88" fmla="*/ 114724 w 2253411"/>
              <a:gd name="connsiteY88" fmla="*/ 150874 h 440942"/>
              <a:gd name="connsiteX89" fmla="*/ 110611 w 2253411"/>
              <a:gd name="connsiteY89" fmla="*/ 146752 h 440942"/>
              <a:gd name="connsiteX90" fmla="*/ 110602 w 2253411"/>
              <a:gd name="connsiteY90" fmla="*/ 146752 h 440942"/>
              <a:gd name="connsiteX91" fmla="*/ 106479 w 2253411"/>
              <a:gd name="connsiteY91" fmla="*/ 150874 h 440942"/>
              <a:gd name="connsiteX92" fmla="*/ 106479 w 2253411"/>
              <a:gd name="connsiteY92" fmla="*/ 190835 h 440942"/>
              <a:gd name="connsiteX93" fmla="*/ 110598 w 2253411"/>
              <a:gd name="connsiteY93" fmla="*/ 194943 h 440942"/>
              <a:gd name="connsiteX94" fmla="*/ 110602 w 2253411"/>
              <a:gd name="connsiteY94" fmla="*/ 194943 h 440942"/>
              <a:gd name="connsiteX95" fmla="*/ 184696 w 2253411"/>
              <a:gd name="connsiteY95" fmla="*/ 194943 h 440942"/>
              <a:gd name="connsiteX96" fmla="*/ 184696 w 2253411"/>
              <a:gd name="connsiteY96" fmla="*/ 302418 h 440942"/>
              <a:gd name="connsiteX97" fmla="*/ 120523 w 2253411"/>
              <a:gd name="connsiteY97" fmla="*/ 302418 h 440942"/>
              <a:gd name="connsiteX98" fmla="*/ 120523 w 2253411"/>
              <a:gd name="connsiteY98" fmla="*/ 253744 h 440942"/>
              <a:gd name="connsiteX99" fmla="*/ 116395 w 2253411"/>
              <a:gd name="connsiteY99" fmla="*/ 249636 h 440942"/>
              <a:gd name="connsiteX100" fmla="*/ 116386 w 2253411"/>
              <a:gd name="connsiteY100" fmla="*/ 249636 h 440942"/>
              <a:gd name="connsiteX101" fmla="*/ 62189 w 2253411"/>
              <a:gd name="connsiteY101" fmla="*/ 249636 h 440942"/>
              <a:gd name="connsiteX102" fmla="*/ 62189 w 2253411"/>
              <a:gd name="connsiteY102" fmla="*/ 210170 h 440942"/>
              <a:gd name="connsiteX103" fmla="*/ 58084 w 2253411"/>
              <a:gd name="connsiteY103" fmla="*/ 206047 h 440942"/>
              <a:gd name="connsiteX104" fmla="*/ 58081 w 2253411"/>
              <a:gd name="connsiteY104" fmla="*/ 206047 h 440942"/>
              <a:gd name="connsiteX105" fmla="*/ 53958 w 2253411"/>
              <a:gd name="connsiteY105" fmla="*/ 210170 h 440942"/>
              <a:gd name="connsiteX106" fmla="*/ 53958 w 2253411"/>
              <a:gd name="connsiteY106" fmla="*/ 253744 h 440942"/>
              <a:gd name="connsiteX107" fmla="*/ 58081 w 2253411"/>
              <a:gd name="connsiteY107" fmla="*/ 257867 h 440942"/>
              <a:gd name="connsiteX108" fmla="*/ 112277 w 2253411"/>
              <a:gd name="connsiteY108" fmla="*/ 257867 h 440942"/>
              <a:gd name="connsiteX109" fmla="*/ 112277 w 2253411"/>
              <a:gd name="connsiteY109" fmla="*/ 380182 h 440942"/>
              <a:gd name="connsiteX110" fmla="*/ 116382 w 2253411"/>
              <a:gd name="connsiteY110" fmla="*/ 384304 h 440942"/>
              <a:gd name="connsiteX111" fmla="*/ 116386 w 2253411"/>
              <a:gd name="connsiteY111" fmla="*/ 384304 h 440942"/>
              <a:gd name="connsiteX112" fmla="*/ 120523 w 2253411"/>
              <a:gd name="connsiteY112" fmla="*/ 380182 h 440942"/>
              <a:gd name="connsiteX113" fmla="*/ 120523 w 2253411"/>
              <a:gd name="connsiteY113" fmla="*/ 310649 h 440942"/>
              <a:gd name="connsiteX114" fmla="*/ 184696 w 2253411"/>
              <a:gd name="connsiteY114" fmla="*/ 310649 h 440942"/>
              <a:gd name="connsiteX115" fmla="*/ 184696 w 2253411"/>
              <a:gd name="connsiteY115" fmla="*/ 432537 h 440942"/>
              <a:gd name="connsiteX116" fmla="*/ 131736 w 2253411"/>
              <a:gd name="connsiteY116" fmla="*/ 432537 h 440942"/>
              <a:gd name="connsiteX117" fmla="*/ 127628 w 2253411"/>
              <a:gd name="connsiteY117" fmla="*/ 436615 h 440942"/>
              <a:gd name="connsiteX118" fmla="*/ 127628 w 2253411"/>
              <a:gd name="connsiteY118" fmla="*/ 436646 h 440942"/>
              <a:gd name="connsiteX119" fmla="*/ 131716 w 2253411"/>
              <a:gd name="connsiteY119" fmla="*/ 440768 h 440942"/>
              <a:gd name="connsiteX120" fmla="*/ 131736 w 2253411"/>
              <a:gd name="connsiteY120" fmla="*/ 440768 h 440942"/>
              <a:gd name="connsiteX121" fmla="*/ 245888 w 2253411"/>
              <a:gd name="connsiteY121" fmla="*/ 440768 h 440942"/>
              <a:gd name="connsiteX122" fmla="*/ 250011 w 2253411"/>
              <a:gd name="connsiteY122" fmla="*/ 436657 h 440942"/>
              <a:gd name="connsiteX123" fmla="*/ 250011 w 2253411"/>
              <a:gd name="connsiteY123" fmla="*/ 436646 h 440942"/>
              <a:gd name="connsiteX124" fmla="*/ 245909 w 2253411"/>
              <a:gd name="connsiteY124" fmla="*/ 432537 h 440942"/>
              <a:gd name="connsiteX125" fmla="*/ 245888 w 2253411"/>
              <a:gd name="connsiteY125" fmla="*/ 432537 h 440942"/>
              <a:gd name="connsiteX126" fmla="*/ 192929 w 2253411"/>
              <a:gd name="connsiteY126" fmla="*/ 432537 h 440942"/>
              <a:gd name="connsiteX127" fmla="*/ 192929 w 2253411"/>
              <a:gd name="connsiteY127" fmla="*/ 310649 h 440942"/>
              <a:gd name="connsiteX128" fmla="*/ 257116 w 2253411"/>
              <a:gd name="connsiteY128" fmla="*/ 310649 h 440942"/>
              <a:gd name="connsiteX129" fmla="*/ 257116 w 2253411"/>
              <a:gd name="connsiteY129" fmla="*/ 380182 h 440942"/>
              <a:gd name="connsiteX130" fmla="*/ 261250 w 2253411"/>
              <a:gd name="connsiteY130" fmla="*/ 384304 h 440942"/>
              <a:gd name="connsiteX131" fmla="*/ 265358 w 2253411"/>
              <a:gd name="connsiteY131" fmla="*/ 380182 h 440942"/>
              <a:gd name="connsiteX132" fmla="*/ 265358 w 2253411"/>
              <a:gd name="connsiteY132" fmla="*/ 257867 h 440942"/>
              <a:gd name="connsiteX133" fmla="*/ 319557 w 2253411"/>
              <a:gd name="connsiteY133" fmla="*/ 257867 h 440942"/>
              <a:gd name="connsiteX134" fmla="*/ 323665 w 2253411"/>
              <a:gd name="connsiteY134" fmla="*/ 253748 h 440942"/>
              <a:gd name="connsiteX135" fmla="*/ 323665 w 2253411"/>
              <a:gd name="connsiteY135" fmla="*/ 253744 h 440942"/>
              <a:gd name="connsiteX136" fmla="*/ 323665 w 2253411"/>
              <a:gd name="connsiteY136" fmla="*/ 210170 h 440942"/>
              <a:gd name="connsiteX137" fmla="*/ 319557 w 2253411"/>
              <a:gd name="connsiteY137" fmla="*/ 206047 h 440942"/>
              <a:gd name="connsiteX138" fmla="*/ 315434 w 2253411"/>
              <a:gd name="connsiteY138" fmla="*/ 210170 h 440942"/>
              <a:gd name="connsiteX139" fmla="*/ 315434 w 2253411"/>
              <a:gd name="connsiteY139" fmla="*/ 249636 h 440942"/>
              <a:gd name="connsiteX140" fmla="*/ 261250 w 2253411"/>
              <a:gd name="connsiteY140" fmla="*/ 249636 h 440942"/>
              <a:gd name="connsiteX141" fmla="*/ 257115 w 2253411"/>
              <a:gd name="connsiteY141" fmla="*/ 253733 h 440942"/>
              <a:gd name="connsiteX142" fmla="*/ 257115 w 2253411"/>
              <a:gd name="connsiteY142" fmla="*/ 253744 h 440942"/>
              <a:gd name="connsiteX143" fmla="*/ 257115 w 2253411"/>
              <a:gd name="connsiteY143" fmla="*/ 302416 h 440942"/>
              <a:gd name="connsiteX144" fmla="*/ 192927 w 2253411"/>
              <a:gd name="connsiteY144" fmla="*/ 302416 h 440942"/>
              <a:gd name="connsiteX145" fmla="*/ 192927 w 2253411"/>
              <a:gd name="connsiteY145" fmla="*/ 194943 h 440942"/>
              <a:gd name="connsiteX146" fmla="*/ 267036 w 2253411"/>
              <a:gd name="connsiteY146" fmla="*/ 194943 h 440942"/>
              <a:gd name="connsiteX147" fmla="*/ 271144 w 2253411"/>
              <a:gd name="connsiteY147" fmla="*/ 190849 h 440942"/>
              <a:gd name="connsiteX148" fmla="*/ 271144 w 2253411"/>
              <a:gd name="connsiteY148" fmla="*/ 190835 h 440942"/>
              <a:gd name="connsiteX149" fmla="*/ 351285 w 2253411"/>
              <a:gd name="connsiteY149" fmla="*/ 133931 h 440942"/>
              <a:gd name="connsiteX150" fmla="*/ 351285 w 2253411"/>
              <a:gd name="connsiteY150" fmla="*/ 45545 h 440942"/>
              <a:gd name="connsiteX151" fmla="*/ 347175 w 2253411"/>
              <a:gd name="connsiteY151" fmla="*/ 41422 h 440942"/>
              <a:gd name="connsiteX152" fmla="*/ 347164 w 2253411"/>
              <a:gd name="connsiteY152" fmla="*/ 41422 h 440942"/>
              <a:gd name="connsiteX153" fmla="*/ 283332 w 2253411"/>
              <a:gd name="connsiteY153" fmla="*/ 41422 h 440942"/>
              <a:gd name="connsiteX154" fmla="*/ 279224 w 2253411"/>
              <a:gd name="connsiteY154" fmla="*/ 45524 h 440942"/>
              <a:gd name="connsiteX155" fmla="*/ 279224 w 2253411"/>
              <a:gd name="connsiteY155" fmla="*/ 45545 h 440942"/>
              <a:gd name="connsiteX156" fmla="*/ 283332 w 2253411"/>
              <a:gd name="connsiteY156" fmla="*/ 49653 h 440942"/>
              <a:gd name="connsiteX157" fmla="*/ 343054 w 2253411"/>
              <a:gd name="connsiteY157" fmla="*/ 49653 h 440942"/>
              <a:gd name="connsiteX158" fmla="*/ 343054 w 2253411"/>
              <a:gd name="connsiteY158" fmla="*/ 129808 h 440942"/>
              <a:gd name="connsiteX159" fmla="*/ 297460 w 2253411"/>
              <a:gd name="connsiteY159" fmla="*/ 129808 h 440942"/>
              <a:gd name="connsiteX160" fmla="*/ 293338 w 2253411"/>
              <a:gd name="connsiteY160" fmla="*/ 133918 h 440942"/>
              <a:gd name="connsiteX161" fmla="*/ 293338 w 2253411"/>
              <a:gd name="connsiteY161" fmla="*/ 133931 h 440942"/>
              <a:gd name="connsiteX162" fmla="*/ 297460 w 2253411"/>
              <a:gd name="connsiteY162" fmla="*/ 138039 h 440942"/>
              <a:gd name="connsiteX163" fmla="*/ 347164 w 2253411"/>
              <a:gd name="connsiteY163" fmla="*/ 138039 h 440942"/>
              <a:gd name="connsiteX164" fmla="*/ 351285 w 2253411"/>
              <a:gd name="connsiteY164" fmla="*/ 133931 h 440942"/>
              <a:gd name="connsiteX165" fmla="*/ 377065 w 2253411"/>
              <a:gd name="connsiteY165" fmla="*/ 343972 h 440942"/>
              <a:gd name="connsiteX166" fmla="*/ 377065 w 2253411"/>
              <a:gd name="connsiteY166" fmla="*/ 177629 h 440942"/>
              <a:gd name="connsiteX167" fmla="*/ 372946 w 2253411"/>
              <a:gd name="connsiteY167" fmla="*/ 173521 h 440942"/>
              <a:gd name="connsiteX168" fmla="*/ 372943 w 2253411"/>
              <a:gd name="connsiteY168" fmla="*/ 173521 h 440942"/>
              <a:gd name="connsiteX169" fmla="*/ 368834 w 2253411"/>
              <a:gd name="connsiteY169" fmla="*/ 177617 h 440942"/>
              <a:gd name="connsiteX170" fmla="*/ 368834 w 2253411"/>
              <a:gd name="connsiteY170" fmla="*/ 177629 h 440942"/>
              <a:gd name="connsiteX171" fmla="*/ 368834 w 2253411"/>
              <a:gd name="connsiteY171" fmla="*/ 339836 h 440942"/>
              <a:gd name="connsiteX172" fmla="*/ 297460 w 2253411"/>
              <a:gd name="connsiteY172" fmla="*/ 339836 h 440942"/>
              <a:gd name="connsiteX173" fmla="*/ 293338 w 2253411"/>
              <a:gd name="connsiteY173" fmla="*/ 343970 h 440942"/>
              <a:gd name="connsiteX174" fmla="*/ 293338 w 2253411"/>
              <a:gd name="connsiteY174" fmla="*/ 343972 h 440942"/>
              <a:gd name="connsiteX175" fmla="*/ 297438 w 2253411"/>
              <a:gd name="connsiteY175" fmla="*/ 348080 h 440942"/>
              <a:gd name="connsiteX176" fmla="*/ 297460 w 2253411"/>
              <a:gd name="connsiteY176" fmla="*/ 348080 h 440942"/>
              <a:gd name="connsiteX177" fmla="*/ 372943 w 2253411"/>
              <a:gd name="connsiteY177" fmla="*/ 348080 h 440942"/>
              <a:gd name="connsiteX178" fmla="*/ 377065 w 2253411"/>
              <a:gd name="connsiteY178" fmla="*/ 343992 h 440942"/>
              <a:gd name="connsiteX179" fmla="*/ 377065 w 2253411"/>
              <a:gd name="connsiteY179" fmla="*/ 343972 h 440942"/>
              <a:gd name="connsiteX180" fmla="*/ 577721 w 2253411"/>
              <a:gd name="connsiteY180" fmla="*/ 299806 h 440942"/>
              <a:gd name="connsiteX181" fmla="*/ 609683 w 2253411"/>
              <a:gd name="connsiteY181" fmla="*/ 299806 h 440942"/>
              <a:gd name="connsiteX182" fmla="*/ 609683 w 2253411"/>
              <a:gd name="connsiteY182" fmla="*/ 196098 h 440942"/>
              <a:gd name="connsiteX183" fmla="*/ 551186 w 2253411"/>
              <a:gd name="connsiteY183" fmla="*/ 131498 h 440942"/>
              <a:gd name="connsiteX184" fmla="*/ 500878 w 2253411"/>
              <a:gd name="connsiteY184" fmla="*/ 159709 h 440942"/>
              <a:gd name="connsiteX185" fmla="*/ 500878 w 2253411"/>
              <a:gd name="connsiteY185" fmla="*/ 136254 h 440942"/>
              <a:gd name="connsiteX186" fmla="*/ 469601 w 2253411"/>
              <a:gd name="connsiteY186" fmla="*/ 136254 h 440942"/>
              <a:gd name="connsiteX187" fmla="*/ 469601 w 2253411"/>
              <a:gd name="connsiteY187" fmla="*/ 299806 h 440942"/>
              <a:gd name="connsiteX188" fmla="*/ 501565 w 2253411"/>
              <a:gd name="connsiteY188" fmla="*/ 299806 h 440942"/>
              <a:gd name="connsiteX189" fmla="*/ 501565 w 2253411"/>
              <a:gd name="connsiteY189" fmla="*/ 205278 h 440942"/>
              <a:gd name="connsiteX190" fmla="*/ 539629 w 2253411"/>
              <a:gd name="connsiteY190" fmla="*/ 160396 h 440942"/>
              <a:gd name="connsiteX191" fmla="*/ 577721 w 2253411"/>
              <a:gd name="connsiteY191" fmla="*/ 201540 h 440942"/>
              <a:gd name="connsiteX192" fmla="*/ 766751 w 2253411"/>
              <a:gd name="connsiteY192" fmla="*/ 201196 h 440942"/>
              <a:gd name="connsiteX193" fmla="*/ 677320 w 2253411"/>
              <a:gd name="connsiteY193" fmla="*/ 201196 h 440942"/>
              <a:gd name="connsiteX194" fmla="*/ 721870 w 2253411"/>
              <a:gd name="connsiteY194" fmla="*/ 159366 h 440942"/>
              <a:gd name="connsiteX195" fmla="*/ 766751 w 2253411"/>
              <a:gd name="connsiteY195" fmla="*/ 201196 h 440942"/>
              <a:gd name="connsiteX196" fmla="*/ 799388 w 2253411"/>
              <a:gd name="connsiteY196" fmla="*/ 227044 h 440942"/>
              <a:gd name="connsiteX197" fmla="*/ 800075 w 2253411"/>
              <a:gd name="connsiteY197" fmla="*/ 216835 h 440942"/>
              <a:gd name="connsiteX198" fmla="*/ 721527 w 2253411"/>
              <a:gd name="connsiteY198" fmla="*/ 131155 h 440942"/>
              <a:gd name="connsiteX199" fmla="*/ 643324 w 2253411"/>
              <a:gd name="connsiteY199" fmla="*/ 217522 h 440942"/>
              <a:gd name="connsiteX200" fmla="*/ 725608 w 2253411"/>
              <a:gd name="connsiteY200" fmla="*/ 304904 h 440942"/>
              <a:gd name="connsiteX201" fmla="*/ 799044 w 2253411"/>
              <a:gd name="connsiteY201" fmla="*/ 253221 h 440942"/>
              <a:gd name="connsiteX202" fmla="*/ 771519 w 2253411"/>
              <a:gd name="connsiteY202" fmla="*/ 243698 h 440942"/>
              <a:gd name="connsiteX203" fmla="*/ 725608 w 2253411"/>
              <a:gd name="connsiteY203" fmla="*/ 276679 h 440942"/>
              <a:gd name="connsiteX204" fmla="*/ 676304 w 2253411"/>
              <a:gd name="connsiteY204" fmla="*/ 227044 h 440942"/>
              <a:gd name="connsiteX205" fmla="*/ 945791 w 2253411"/>
              <a:gd name="connsiteY205" fmla="*/ 299820 h 440942"/>
              <a:gd name="connsiteX206" fmla="*/ 976394 w 2253411"/>
              <a:gd name="connsiteY206" fmla="*/ 299820 h 440942"/>
              <a:gd name="connsiteX207" fmla="*/ 974677 w 2253411"/>
              <a:gd name="connsiteY207" fmla="*/ 269547 h 440942"/>
              <a:gd name="connsiteX208" fmla="*/ 974677 w 2253411"/>
              <a:gd name="connsiteY208" fmla="*/ 136254 h 440942"/>
              <a:gd name="connsiteX209" fmla="*/ 942727 w 2253411"/>
              <a:gd name="connsiteY209" fmla="*/ 136254 h 440942"/>
              <a:gd name="connsiteX210" fmla="*/ 942727 w 2253411"/>
              <a:gd name="connsiteY210" fmla="*/ 234863 h 440942"/>
              <a:gd name="connsiteX211" fmla="*/ 903948 w 2253411"/>
              <a:gd name="connsiteY211" fmla="*/ 276679 h 440942"/>
              <a:gd name="connsiteX212" fmla="*/ 866901 w 2253411"/>
              <a:gd name="connsiteY212" fmla="*/ 234519 h 440942"/>
              <a:gd name="connsiteX213" fmla="*/ 866901 w 2253411"/>
              <a:gd name="connsiteY213" fmla="*/ 136254 h 440942"/>
              <a:gd name="connsiteX214" fmla="*/ 834924 w 2253411"/>
              <a:gd name="connsiteY214" fmla="*/ 136254 h 440942"/>
              <a:gd name="connsiteX215" fmla="*/ 834924 w 2253411"/>
              <a:gd name="connsiteY215" fmla="*/ 239287 h 440942"/>
              <a:gd name="connsiteX216" fmla="*/ 896143 w 2253411"/>
              <a:gd name="connsiteY216" fmla="*/ 304903 h 440942"/>
              <a:gd name="connsiteX217" fmla="*/ 944418 w 2253411"/>
              <a:gd name="connsiteY217" fmla="*/ 280086 h 440942"/>
              <a:gd name="connsiteX218" fmla="*/ 945791 w 2253411"/>
              <a:gd name="connsiteY218" fmla="*/ 299818 h 440942"/>
              <a:gd name="connsiteX219" fmla="*/ 1098324 w 2253411"/>
              <a:gd name="connsiteY219" fmla="*/ 167541 h 440942"/>
              <a:gd name="connsiteX220" fmla="*/ 1112271 w 2253411"/>
              <a:gd name="connsiteY220" fmla="*/ 168559 h 440942"/>
              <a:gd name="connsiteX221" fmla="*/ 1112271 w 2253411"/>
              <a:gd name="connsiteY221" fmla="*/ 134563 h 440942"/>
              <a:gd name="connsiteX222" fmla="*/ 1101731 w 2253411"/>
              <a:gd name="connsiteY222" fmla="*/ 133532 h 440942"/>
              <a:gd name="connsiteX223" fmla="*/ 1052771 w 2253411"/>
              <a:gd name="connsiteY223" fmla="*/ 164808 h 440942"/>
              <a:gd name="connsiteX224" fmla="*/ 1052771 w 2253411"/>
              <a:gd name="connsiteY224" fmla="*/ 136266 h 440942"/>
              <a:gd name="connsiteX225" fmla="*/ 1021481 w 2253411"/>
              <a:gd name="connsiteY225" fmla="*/ 136266 h 440942"/>
              <a:gd name="connsiteX226" fmla="*/ 1021481 w 2253411"/>
              <a:gd name="connsiteY226" fmla="*/ 299806 h 440942"/>
              <a:gd name="connsiteX227" fmla="*/ 1053443 w 2253411"/>
              <a:gd name="connsiteY227" fmla="*/ 299806 h 440942"/>
              <a:gd name="connsiteX228" fmla="*/ 1053443 w 2253411"/>
              <a:gd name="connsiteY228" fmla="*/ 217851 h 440942"/>
              <a:gd name="connsiteX229" fmla="*/ 1098324 w 2253411"/>
              <a:gd name="connsiteY229" fmla="*/ 167543 h 440942"/>
              <a:gd name="connsiteX230" fmla="*/ 1263512 w 2253411"/>
              <a:gd name="connsiteY230" fmla="*/ 217865 h 440942"/>
              <a:gd name="connsiteX231" fmla="*/ 1212518 w 2253411"/>
              <a:gd name="connsiteY231" fmla="*/ 276350 h 440942"/>
              <a:gd name="connsiteX232" fmla="*/ 1161507 w 2253411"/>
              <a:gd name="connsiteY232" fmla="*/ 217865 h 440942"/>
              <a:gd name="connsiteX233" fmla="*/ 1212518 w 2253411"/>
              <a:gd name="connsiteY233" fmla="*/ 159709 h 440942"/>
              <a:gd name="connsiteX234" fmla="*/ 1263512 w 2253411"/>
              <a:gd name="connsiteY234" fmla="*/ 217865 h 440942"/>
              <a:gd name="connsiteX235" fmla="*/ 1296163 w 2253411"/>
              <a:gd name="connsiteY235" fmla="*/ 217865 h 440942"/>
              <a:gd name="connsiteX236" fmla="*/ 1212518 w 2253411"/>
              <a:gd name="connsiteY236" fmla="*/ 131169 h 440942"/>
              <a:gd name="connsiteX237" fmla="*/ 1128871 w 2253411"/>
              <a:gd name="connsiteY237" fmla="*/ 217865 h 440942"/>
              <a:gd name="connsiteX238" fmla="*/ 1212518 w 2253411"/>
              <a:gd name="connsiteY238" fmla="*/ 304904 h 440942"/>
              <a:gd name="connsiteX239" fmla="*/ 1296163 w 2253411"/>
              <a:gd name="connsiteY239" fmla="*/ 217865 h 440942"/>
              <a:gd name="connsiteX240" fmla="*/ 1388657 w 2253411"/>
              <a:gd name="connsiteY240" fmla="*/ 301496 h 440942"/>
              <a:gd name="connsiteX241" fmla="*/ 1410425 w 2253411"/>
              <a:gd name="connsiteY241" fmla="*/ 298446 h 440942"/>
              <a:gd name="connsiteX242" fmla="*/ 1410425 w 2253411"/>
              <a:gd name="connsiteY242" fmla="*/ 271237 h 440942"/>
              <a:gd name="connsiteX243" fmla="*/ 1397836 w 2253411"/>
              <a:gd name="connsiteY243" fmla="*/ 272612 h 440942"/>
              <a:gd name="connsiteX244" fmla="*/ 1375054 w 2253411"/>
              <a:gd name="connsiteY244" fmla="*/ 250158 h 440942"/>
              <a:gd name="connsiteX245" fmla="*/ 1375054 w 2253411"/>
              <a:gd name="connsiteY245" fmla="*/ 165152 h 440942"/>
              <a:gd name="connsiteX246" fmla="*/ 1410423 w 2253411"/>
              <a:gd name="connsiteY246" fmla="*/ 165152 h 440942"/>
              <a:gd name="connsiteX247" fmla="*/ 1410423 w 2253411"/>
              <a:gd name="connsiteY247" fmla="*/ 136254 h 440942"/>
              <a:gd name="connsiteX248" fmla="*/ 1375054 w 2253411"/>
              <a:gd name="connsiteY248" fmla="*/ 136254 h 440942"/>
              <a:gd name="connsiteX249" fmla="*/ 1375054 w 2253411"/>
              <a:gd name="connsiteY249" fmla="*/ 84585 h 440942"/>
              <a:gd name="connsiteX250" fmla="*/ 1345825 w 2253411"/>
              <a:gd name="connsiteY250" fmla="*/ 84585 h 440942"/>
              <a:gd name="connsiteX251" fmla="*/ 1345825 w 2253411"/>
              <a:gd name="connsiteY251" fmla="*/ 111092 h 440942"/>
              <a:gd name="connsiteX252" fmla="*/ 1320665 w 2253411"/>
              <a:gd name="connsiteY252" fmla="*/ 136254 h 440942"/>
              <a:gd name="connsiteX253" fmla="*/ 1311814 w 2253411"/>
              <a:gd name="connsiteY253" fmla="*/ 136254 h 440942"/>
              <a:gd name="connsiteX254" fmla="*/ 1311814 w 2253411"/>
              <a:gd name="connsiteY254" fmla="*/ 165152 h 440942"/>
              <a:gd name="connsiteX255" fmla="*/ 1343105 w 2253411"/>
              <a:gd name="connsiteY255" fmla="*/ 165152 h 440942"/>
              <a:gd name="connsiteX256" fmla="*/ 1343105 w 2253411"/>
              <a:gd name="connsiteY256" fmla="*/ 254911 h 440942"/>
              <a:gd name="connsiteX257" fmla="*/ 1388657 w 2253411"/>
              <a:gd name="connsiteY257" fmla="*/ 301496 h 440942"/>
              <a:gd name="connsiteX258" fmla="*/ 1564344 w 2253411"/>
              <a:gd name="connsiteY258" fmla="*/ 217865 h 440942"/>
              <a:gd name="connsiteX259" fmla="*/ 1513349 w 2253411"/>
              <a:gd name="connsiteY259" fmla="*/ 276350 h 440942"/>
              <a:gd name="connsiteX260" fmla="*/ 1462340 w 2253411"/>
              <a:gd name="connsiteY260" fmla="*/ 217865 h 440942"/>
              <a:gd name="connsiteX261" fmla="*/ 1513349 w 2253411"/>
              <a:gd name="connsiteY261" fmla="*/ 159709 h 440942"/>
              <a:gd name="connsiteX262" fmla="*/ 1564344 w 2253411"/>
              <a:gd name="connsiteY262" fmla="*/ 217865 h 440942"/>
              <a:gd name="connsiteX263" fmla="*/ 1596994 w 2253411"/>
              <a:gd name="connsiteY263" fmla="*/ 217865 h 440942"/>
              <a:gd name="connsiteX264" fmla="*/ 1513349 w 2253411"/>
              <a:gd name="connsiteY264" fmla="*/ 131169 h 440942"/>
              <a:gd name="connsiteX265" fmla="*/ 1429704 w 2253411"/>
              <a:gd name="connsiteY265" fmla="*/ 217865 h 440942"/>
              <a:gd name="connsiteX266" fmla="*/ 1513349 w 2253411"/>
              <a:gd name="connsiteY266" fmla="*/ 304904 h 440942"/>
              <a:gd name="connsiteX267" fmla="*/ 1596994 w 2253411"/>
              <a:gd name="connsiteY267" fmla="*/ 217865 h 440942"/>
              <a:gd name="connsiteX268" fmla="*/ 1709456 w 2253411"/>
              <a:gd name="connsiteY268" fmla="*/ 167543 h 440942"/>
              <a:gd name="connsiteX269" fmla="*/ 1723392 w 2253411"/>
              <a:gd name="connsiteY269" fmla="*/ 168560 h 440942"/>
              <a:gd name="connsiteX270" fmla="*/ 1723392 w 2253411"/>
              <a:gd name="connsiteY270" fmla="*/ 134563 h 440942"/>
              <a:gd name="connsiteX271" fmla="*/ 1712851 w 2253411"/>
              <a:gd name="connsiteY271" fmla="*/ 133532 h 440942"/>
              <a:gd name="connsiteX272" fmla="*/ 1663890 w 2253411"/>
              <a:gd name="connsiteY272" fmla="*/ 164808 h 440942"/>
              <a:gd name="connsiteX273" fmla="*/ 1663890 w 2253411"/>
              <a:gd name="connsiteY273" fmla="*/ 136266 h 440942"/>
              <a:gd name="connsiteX274" fmla="*/ 1632614 w 2253411"/>
              <a:gd name="connsiteY274" fmla="*/ 136266 h 440942"/>
              <a:gd name="connsiteX275" fmla="*/ 1632614 w 2253411"/>
              <a:gd name="connsiteY275" fmla="*/ 299806 h 440942"/>
              <a:gd name="connsiteX276" fmla="*/ 1664564 w 2253411"/>
              <a:gd name="connsiteY276" fmla="*/ 299806 h 440942"/>
              <a:gd name="connsiteX277" fmla="*/ 1664564 w 2253411"/>
              <a:gd name="connsiteY277" fmla="*/ 217851 h 440942"/>
              <a:gd name="connsiteX278" fmla="*/ 1709456 w 2253411"/>
              <a:gd name="connsiteY278" fmla="*/ 167543 h 440942"/>
              <a:gd name="connsiteX279" fmla="*/ 1790286 w 2253411"/>
              <a:gd name="connsiteY279" fmla="*/ 74360 h 440942"/>
              <a:gd name="connsiteX280" fmla="*/ 1767488 w 2253411"/>
              <a:gd name="connsiteY280" fmla="*/ 51248 h 440942"/>
              <a:gd name="connsiteX281" fmla="*/ 1744374 w 2253411"/>
              <a:gd name="connsiteY281" fmla="*/ 74045 h 440942"/>
              <a:gd name="connsiteX282" fmla="*/ 1767159 w 2253411"/>
              <a:gd name="connsiteY282" fmla="*/ 97158 h 440942"/>
              <a:gd name="connsiteX283" fmla="*/ 1790286 w 2253411"/>
              <a:gd name="connsiteY283" fmla="*/ 74401 h 440942"/>
              <a:gd name="connsiteX284" fmla="*/ 1790286 w 2253411"/>
              <a:gd name="connsiteY284" fmla="*/ 74362 h 440942"/>
              <a:gd name="connsiteX285" fmla="*/ 1937899 w 2253411"/>
              <a:gd name="connsiteY285" fmla="*/ 299820 h 440942"/>
              <a:gd name="connsiteX286" fmla="*/ 1968489 w 2253411"/>
              <a:gd name="connsiteY286" fmla="*/ 299820 h 440942"/>
              <a:gd name="connsiteX287" fmla="*/ 1966785 w 2253411"/>
              <a:gd name="connsiteY287" fmla="*/ 269547 h 440942"/>
              <a:gd name="connsiteX288" fmla="*/ 1966785 w 2253411"/>
              <a:gd name="connsiteY288" fmla="*/ 136254 h 440942"/>
              <a:gd name="connsiteX289" fmla="*/ 1934821 w 2253411"/>
              <a:gd name="connsiteY289" fmla="*/ 136254 h 440942"/>
              <a:gd name="connsiteX290" fmla="*/ 1934821 w 2253411"/>
              <a:gd name="connsiteY290" fmla="*/ 234863 h 440942"/>
              <a:gd name="connsiteX291" fmla="*/ 1896069 w 2253411"/>
              <a:gd name="connsiteY291" fmla="*/ 276679 h 440942"/>
              <a:gd name="connsiteX292" fmla="*/ 1859008 w 2253411"/>
              <a:gd name="connsiteY292" fmla="*/ 234519 h 440942"/>
              <a:gd name="connsiteX293" fmla="*/ 1859008 w 2253411"/>
              <a:gd name="connsiteY293" fmla="*/ 136254 h 440942"/>
              <a:gd name="connsiteX294" fmla="*/ 1827032 w 2253411"/>
              <a:gd name="connsiteY294" fmla="*/ 136254 h 440942"/>
              <a:gd name="connsiteX295" fmla="*/ 1827032 w 2253411"/>
              <a:gd name="connsiteY295" fmla="*/ 239287 h 440942"/>
              <a:gd name="connsiteX296" fmla="*/ 1888249 w 2253411"/>
              <a:gd name="connsiteY296" fmla="*/ 304903 h 440942"/>
              <a:gd name="connsiteX297" fmla="*/ 1936524 w 2253411"/>
              <a:gd name="connsiteY297" fmla="*/ 280086 h 440942"/>
              <a:gd name="connsiteX298" fmla="*/ 1937899 w 2253411"/>
              <a:gd name="connsiteY298" fmla="*/ 299818 h 440942"/>
              <a:gd name="connsiteX299" fmla="*/ 2253984 w 2253411"/>
              <a:gd name="connsiteY299" fmla="*/ 299806 h 440942"/>
              <a:gd name="connsiteX300" fmla="*/ 2253984 w 2253411"/>
              <a:gd name="connsiteY300" fmla="*/ 193721 h 440942"/>
              <a:gd name="connsiteX301" fmla="*/ 2197547 w 2253411"/>
              <a:gd name="connsiteY301" fmla="*/ 131498 h 440942"/>
              <a:gd name="connsiteX302" fmla="*/ 2142800 w 2253411"/>
              <a:gd name="connsiteY302" fmla="*/ 162431 h 440942"/>
              <a:gd name="connsiteX303" fmla="*/ 2093839 w 2253411"/>
              <a:gd name="connsiteY303" fmla="*/ 131498 h 440942"/>
              <a:gd name="connsiteX304" fmla="*/ 2044204 w 2253411"/>
              <a:gd name="connsiteY304" fmla="*/ 158005 h 440942"/>
              <a:gd name="connsiteX305" fmla="*/ 2044204 w 2253411"/>
              <a:gd name="connsiteY305" fmla="*/ 136254 h 440942"/>
              <a:gd name="connsiteX306" fmla="*/ 2013588 w 2253411"/>
              <a:gd name="connsiteY306" fmla="*/ 136254 h 440942"/>
              <a:gd name="connsiteX307" fmla="*/ 2013588 w 2253411"/>
              <a:gd name="connsiteY307" fmla="*/ 299806 h 440942"/>
              <a:gd name="connsiteX308" fmla="*/ 2045221 w 2253411"/>
              <a:gd name="connsiteY308" fmla="*/ 299806 h 440942"/>
              <a:gd name="connsiteX309" fmla="*/ 2045221 w 2253411"/>
              <a:gd name="connsiteY309" fmla="*/ 201209 h 440942"/>
              <a:gd name="connsiteX310" fmla="*/ 2083299 w 2253411"/>
              <a:gd name="connsiteY310" fmla="*/ 159709 h 440942"/>
              <a:gd name="connsiteX311" fmla="*/ 2117971 w 2253411"/>
              <a:gd name="connsiteY311" fmla="*/ 197115 h 440942"/>
              <a:gd name="connsiteX312" fmla="*/ 2117971 w 2253411"/>
              <a:gd name="connsiteY312" fmla="*/ 299807 h 440942"/>
              <a:gd name="connsiteX313" fmla="*/ 2149932 w 2253411"/>
              <a:gd name="connsiteY313" fmla="*/ 299807 h 440942"/>
              <a:gd name="connsiteX314" fmla="*/ 2149932 w 2253411"/>
              <a:gd name="connsiteY314" fmla="*/ 200867 h 440942"/>
              <a:gd name="connsiteX315" fmla="*/ 2187682 w 2253411"/>
              <a:gd name="connsiteY315" fmla="*/ 159711 h 440942"/>
              <a:gd name="connsiteX316" fmla="*/ 2222364 w 2253411"/>
              <a:gd name="connsiteY316" fmla="*/ 197115 h 440942"/>
              <a:gd name="connsiteX317" fmla="*/ 2222364 w 2253411"/>
              <a:gd name="connsiteY317" fmla="*/ 299807 h 440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Lst>
            <a:rect l="l" t="t" r="r" b="b"/>
            <a:pathLst>
              <a:path w="2253411" h="440942">
                <a:moveTo>
                  <a:pt x="1783139" y="136254"/>
                </a:moveTo>
                <a:lnTo>
                  <a:pt x="1751520" y="136254"/>
                </a:lnTo>
                <a:lnTo>
                  <a:pt x="1751520" y="299806"/>
                </a:lnTo>
                <a:lnTo>
                  <a:pt x="1783139" y="299806"/>
                </a:lnTo>
                <a:close/>
                <a:moveTo>
                  <a:pt x="293338" y="409024"/>
                </a:moveTo>
                <a:cubicBezTo>
                  <a:pt x="293335" y="411298"/>
                  <a:pt x="295174" y="413144"/>
                  <a:pt x="297448" y="413147"/>
                </a:cubicBezTo>
                <a:cubicBezTo>
                  <a:pt x="297452" y="413147"/>
                  <a:pt x="297456" y="413147"/>
                  <a:pt x="297460" y="413147"/>
                </a:cubicBezTo>
                <a:lnTo>
                  <a:pt x="333669" y="413147"/>
                </a:lnTo>
                <a:cubicBezTo>
                  <a:pt x="335936" y="413150"/>
                  <a:pt x="337776" y="411314"/>
                  <a:pt x="337779" y="409047"/>
                </a:cubicBezTo>
                <a:cubicBezTo>
                  <a:pt x="337779" y="409039"/>
                  <a:pt x="337779" y="409032"/>
                  <a:pt x="337777" y="409024"/>
                </a:cubicBezTo>
                <a:cubicBezTo>
                  <a:pt x="337782" y="406760"/>
                  <a:pt x="335949" y="404921"/>
                  <a:pt x="333683" y="404916"/>
                </a:cubicBezTo>
                <a:cubicBezTo>
                  <a:pt x="333678" y="404916"/>
                  <a:pt x="333674" y="404916"/>
                  <a:pt x="333669" y="404916"/>
                </a:cubicBezTo>
                <a:lnTo>
                  <a:pt x="297460" y="404916"/>
                </a:lnTo>
                <a:cubicBezTo>
                  <a:pt x="295188" y="404911"/>
                  <a:pt x="293342" y="406749"/>
                  <a:pt x="293338" y="409021"/>
                </a:cubicBezTo>
                <a:cubicBezTo>
                  <a:pt x="293338" y="409023"/>
                  <a:pt x="293338" y="409024"/>
                  <a:pt x="293338" y="409024"/>
                </a:cubicBezTo>
                <a:moveTo>
                  <a:pt x="39859" y="409024"/>
                </a:moveTo>
                <a:cubicBezTo>
                  <a:pt x="39849" y="411291"/>
                  <a:pt x="41679" y="413137"/>
                  <a:pt x="43946" y="413147"/>
                </a:cubicBezTo>
                <a:cubicBezTo>
                  <a:pt x="43953" y="413147"/>
                  <a:pt x="43959" y="413147"/>
                  <a:pt x="43967" y="413147"/>
                </a:cubicBezTo>
                <a:lnTo>
                  <a:pt x="80176" y="413147"/>
                </a:lnTo>
                <a:cubicBezTo>
                  <a:pt x="82449" y="413150"/>
                  <a:pt x="84295" y="411311"/>
                  <a:pt x="84298" y="409037"/>
                </a:cubicBezTo>
                <a:cubicBezTo>
                  <a:pt x="84298" y="409032"/>
                  <a:pt x="84298" y="409029"/>
                  <a:pt x="84298" y="409024"/>
                </a:cubicBezTo>
                <a:cubicBezTo>
                  <a:pt x="84295" y="406752"/>
                  <a:pt x="82451" y="404913"/>
                  <a:pt x="80179" y="404916"/>
                </a:cubicBezTo>
                <a:cubicBezTo>
                  <a:pt x="80177" y="404916"/>
                  <a:pt x="80177" y="404916"/>
                  <a:pt x="80176" y="404916"/>
                </a:cubicBezTo>
                <a:lnTo>
                  <a:pt x="43967" y="404916"/>
                </a:lnTo>
                <a:cubicBezTo>
                  <a:pt x="41701" y="404913"/>
                  <a:pt x="39862" y="406746"/>
                  <a:pt x="39859" y="409012"/>
                </a:cubicBezTo>
                <a:cubicBezTo>
                  <a:pt x="39859" y="409016"/>
                  <a:pt x="39859" y="409021"/>
                  <a:pt x="39859" y="409024"/>
                </a:cubicBezTo>
                <a:moveTo>
                  <a:pt x="80177" y="339849"/>
                </a:moveTo>
                <a:lnTo>
                  <a:pt x="8803" y="339849"/>
                </a:lnTo>
                <a:lnTo>
                  <a:pt x="8803" y="177644"/>
                </a:lnTo>
                <a:cubicBezTo>
                  <a:pt x="8801" y="175367"/>
                  <a:pt x="6955" y="173523"/>
                  <a:pt x="4680" y="173521"/>
                </a:cubicBezTo>
                <a:cubicBezTo>
                  <a:pt x="2408" y="173523"/>
                  <a:pt x="569" y="175367"/>
                  <a:pt x="572" y="177639"/>
                </a:cubicBezTo>
                <a:cubicBezTo>
                  <a:pt x="572" y="177640"/>
                  <a:pt x="572" y="177642"/>
                  <a:pt x="572" y="177644"/>
                </a:cubicBezTo>
                <a:lnTo>
                  <a:pt x="572" y="343959"/>
                </a:lnTo>
                <a:cubicBezTo>
                  <a:pt x="567" y="346229"/>
                  <a:pt x="2404" y="348075"/>
                  <a:pt x="4676" y="348080"/>
                </a:cubicBezTo>
                <a:cubicBezTo>
                  <a:pt x="4677" y="348080"/>
                  <a:pt x="4679" y="348080"/>
                  <a:pt x="4680" y="348080"/>
                </a:cubicBezTo>
                <a:lnTo>
                  <a:pt x="80176" y="348080"/>
                </a:lnTo>
                <a:cubicBezTo>
                  <a:pt x="82449" y="348083"/>
                  <a:pt x="84295" y="346244"/>
                  <a:pt x="84298" y="343970"/>
                </a:cubicBezTo>
                <a:cubicBezTo>
                  <a:pt x="84298" y="343965"/>
                  <a:pt x="84298" y="343962"/>
                  <a:pt x="84298" y="343959"/>
                </a:cubicBezTo>
                <a:cubicBezTo>
                  <a:pt x="84290" y="341687"/>
                  <a:pt x="82447" y="339849"/>
                  <a:pt x="80176" y="339849"/>
                </a:cubicBezTo>
                <a:moveTo>
                  <a:pt x="98412" y="45530"/>
                </a:moveTo>
                <a:cubicBezTo>
                  <a:pt x="98409" y="43258"/>
                  <a:pt x="96564" y="41419"/>
                  <a:pt x="94292" y="41422"/>
                </a:cubicBezTo>
                <a:cubicBezTo>
                  <a:pt x="94291" y="41422"/>
                  <a:pt x="94291" y="41422"/>
                  <a:pt x="94289" y="41422"/>
                </a:cubicBezTo>
                <a:lnTo>
                  <a:pt x="30459" y="41422"/>
                </a:lnTo>
                <a:cubicBezTo>
                  <a:pt x="28193" y="41419"/>
                  <a:pt x="26354" y="43252"/>
                  <a:pt x="26351" y="45518"/>
                </a:cubicBezTo>
                <a:cubicBezTo>
                  <a:pt x="26351" y="45521"/>
                  <a:pt x="26351" y="45526"/>
                  <a:pt x="26351" y="45530"/>
                </a:cubicBezTo>
                <a:lnTo>
                  <a:pt x="26351" y="133916"/>
                </a:lnTo>
                <a:cubicBezTo>
                  <a:pt x="26346" y="136188"/>
                  <a:pt x="28184" y="138034"/>
                  <a:pt x="30456" y="138039"/>
                </a:cubicBezTo>
                <a:cubicBezTo>
                  <a:pt x="30458" y="138039"/>
                  <a:pt x="30458" y="138039"/>
                  <a:pt x="30459" y="138039"/>
                </a:cubicBezTo>
                <a:lnTo>
                  <a:pt x="80191" y="138039"/>
                </a:lnTo>
                <a:cubicBezTo>
                  <a:pt x="82460" y="138026"/>
                  <a:pt x="84295" y="136187"/>
                  <a:pt x="84300" y="133916"/>
                </a:cubicBezTo>
                <a:cubicBezTo>
                  <a:pt x="84293" y="131651"/>
                  <a:pt x="82459" y="129814"/>
                  <a:pt x="80191" y="129808"/>
                </a:cubicBezTo>
                <a:lnTo>
                  <a:pt x="34582" y="129808"/>
                </a:lnTo>
                <a:lnTo>
                  <a:pt x="34582" y="49653"/>
                </a:lnTo>
                <a:lnTo>
                  <a:pt x="94291" y="49653"/>
                </a:lnTo>
                <a:cubicBezTo>
                  <a:pt x="96564" y="49656"/>
                  <a:pt x="98410" y="47813"/>
                  <a:pt x="98413" y="45540"/>
                </a:cubicBezTo>
                <a:cubicBezTo>
                  <a:pt x="98413" y="45537"/>
                  <a:pt x="98413" y="45534"/>
                  <a:pt x="98413" y="45530"/>
                </a:cubicBezTo>
                <a:moveTo>
                  <a:pt x="271146" y="190835"/>
                </a:moveTo>
                <a:lnTo>
                  <a:pt x="271146" y="150874"/>
                </a:lnTo>
                <a:cubicBezTo>
                  <a:pt x="271151" y="148602"/>
                  <a:pt x="269311" y="146756"/>
                  <a:pt x="267039" y="146752"/>
                </a:cubicBezTo>
                <a:cubicBezTo>
                  <a:pt x="267039" y="146752"/>
                  <a:pt x="267037" y="146752"/>
                  <a:pt x="267037" y="146752"/>
                </a:cubicBezTo>
                <a:cubicBezTo>
                  <a:pt x="264756" y="146747"/>
                  <a:pt x="262904" y="148593"/>
                  <a:pt x="262900" y="150873"/>
                </a:cubicBezTo>
                <a:cubicBezTo>
                  <a:pt x="262900" y="150873"/>
                  <a:pt x="262900" y="150874"/>
                  <a:pt x="262900" y="150874"/>
                </a:cubicBezTo>
                <a:lnTo>
                  <a:pt x="262900" y="186698"/>
                </a:lnTo>
                <a:lnTo>
                  <a:pt x="192929" y="186698"/>
                </a:lnTo>
                <a:lnTo>
                  <a:pt x="192929" y="93846"/>
                </a:lnTo>
                <a:lnTo>
                  <a:pt x="234730" y="93846"/>
                </a:lnTo>
                <a:cubicBezTo>
                  <a:pt x="236999" y="93841"/>
                  <a:pt x="238840" y="92007"/>
                  <a:pt x="238853" y="89738"/>
                </a:cubicBezTo>
                <a:cubicBezTo>
                  <a:pt x="238852" y="87459"/>
                  <a:pt x="237009" y="85610"/>
                  <a:pt x="234730" y="85602"/>
                </a:cubicBezTo>
                <a:lnTo>
                  <a:pt x="192929" y="85602"/>
                </a:lnTo>
                <a:lnTo>
                  <a:pt x="192929" y="8058"/>
                </a:lnTo>
                <a:lnTo>
                  <a:pt x="256951" y="8058"/>
                </a:lnTo>
                <a:cubicBezTo>
                  <a:pt x="259225" y="8061"/>
                  <a:pt x="261071" y="6220"/>
                  <a:pt x="261072" y="3946"/>
                </a:cubicBezTo>
                <a:cubicBezTo>
                  <a:pt x="261072" y="3943"/>
                  <a:pt x="261072" y="3938"/>
                  <a:pt x="261072" y="3935"/>
                </a:cubicBezTo>
                <a:cubicBezTo>
                  <a:pt x="261071" y="1663"/>
                  <a:pt x="259226" y="-176"/>
                  <a:pt x="256954" y="-175"/>
                </a:cubicBezTo>
                <a:cubicBezTo>
                  <a:pt x="256953" y="-175"/>
                  <a:pt x="256951" y="-175"/>
                  <a:pt x="256951" y="-175"/>
                </a:cubicBezTo>
                <a:lnTo>
                  <a:pt x="120686" y="-175"/>
                </a:lnTo>
                <a:cubicBezTo>
                  <a:pt x="118418" y="-173"/>
                  <a:pt x="116580" y="1666"/>
                  <a:pt x="116578" y="3935"/>
                </a:cubicBezTo>
                <a:cubicBezTo>
                  <a:pt x="116573" y="6207"/>
                  <a:pt x="118411" y="8053"/>
                  <a:pt x="120685" y="8058"/>
                </a:cubicBezTo>
                <a:cubicBezTo>
                  <a:pt x="120685" y="8058"/>
                  <a:pt x="120686" y="8058"/>
                  <a:pt x="120686" y="8058"/>
                </a:cubicBezTo>
                <a:lnTo>
                  <a:pt x="184696" y="8058"/>
                </a:lnTo>
                <a:lnTo>
                  <a:pt x="184696" y="85629"/>
                </a:lnTo>
                <a:lnTo>
                  <a:pt x="141436" y="85629"/>
                </a:lnTo>
                <a:cubicBezTo>
                  <a:pt x="139161" y="85631"/>
                  <a:pt x="137317" y="87475"/>
                  <a:pt x="137315" y="89752"/>
                </a:cubicBezTo>
                <a:cubicBezTo>
                  <a:pt x="137318" y="92024"/>
                  <a:pt x="139163" y="93864"/>
                  <a:pt x="141435" y="93860"/>
                </a:cubicBezTo>
                <a:cubicBezTo>
                  <a:pt x="141435" y="93860"/>
                  <a:pt x="141436" y="93860"/>
                  <a:pt x="141436" y="93860"/>
                </a:cubicBezTo>
                <a:lnTo>
                  <a:pt x="184696" y="93860"/>
                </a:lnTo>
                <a:lnTo>
                  <a:pt x="184696" y="186698"/>
                </a:lnTo>
                <a:lnTo>
                  <a:pt x="114724" y="186698"/>
                </a:lnTo>
                <a:lnTo>
                  <a:pt x="114724" y="150874"/>
                </a:lnTo>
                <a:cubicBezTo>
                  <a:pt x="114727" y="148601"/>
                  <a:pt x="112885" y="146755"/>
                  <a:pt x="110611" y="146752"/>
                </a:cubicBezTo>
                <a:cubicBezTo>
                  <a:pt x="110608" y="146752"/>
                  <a:pt x="110605" y="146752"/>
                  <a:pt x="110602" y="146752"/>
                </a:cubicBezTo>
                <a:cubicBezTo>
                  <a:pt x="108325" y="146753"/>
                  <a:pt x="106481" y="148598"/>
                  <a:pt x="106479" y="150874"/>
                </a:cubicBezTo>
                <a:lnTo>
                  <a:pt x="106479" y="190835"/>
                </a:lnTo>
                <a:cubicBezTo>
                  <a:pt x="106482" y="193107"/>
                  <a:pt x="108326" y="194947"/>
                  <a:pt x="110598" y="194943"/>
                </a:cubicBezTo>
                <a:cubicBezTo>
                  <a:pt x="110598" y="194943"/>
                  <a:pt x="110600" y="194943"/>
                  <a:pt x="110602" y="194943"/>
                </a:cubicBezTo>
                <a:lnTo>
                  <a:pt x="184696" y="194943"/>
                </a:lnTo>
                <a:lnTo>
                  <a:pt x="184696" y="302418"/>
                </a:lnTo>
                <a:lnTo>
                  <a:pt x="120523" y="302418"/>
                </a:lnTo>
                <a:lnTo>
                  <a:pt x="120523" y="253744"/>
                </a:lnTo>
                <a:cubicBezTo>
                  <a:pt x="120518" y="251469"/>
                  <a:pt x="118670" y="249630"/>
                  <a:pt x="116395" y="249636"/>
                </a:cubicBezTo>
                <a:cubicBezTo>
                  <a:pt x="116392" y="249636"/>
                  <a:pt x="116389" y="249636"/>
                  <a:pt x="116386" y="249636"/>
                </a:cubicBezTo>
                <a:lnTo>
                  <a:pt x="62189" y="249636"/>
                </a:lnTo>
                <a:lnTo>
                  <a:pt x="62189" y="210170"/>
                </a:lnTo>
                <a:cubicBezTo>
                  <a:pt x="62194" y="207898"/>
                  <a:pt x="60356" y="206052"/>
                  <a:pt x="58084" y="206047"/>
                </a:cubicBezTo>
                <a:cubicBezTo>
                  <a:pt x="58082" y="206047"/>
                  <a:pt x="58082" y="206047"/>
                  <a:pt x="58081" y="206047"/>
                </a:cubicBezTo>
                <a:cubicBezTo>
                  <a:pt x="55805" y="206054"/>
                  <a:pt x="53964" y="207895"/>
                  <a:pt x="53958" y="210170"/>
                </a:cubicBezTo>
                <a:lnTo>
                  <a:pt x="53958" y="253744"/>
                </a:lnTo>
                <a:cubicBezTo>
                  <a:pt x="53960" y="256020"/>
                  <a:pt x="55804" y="257866"/>
                  <a:pt x="58081" y="257867"/>
                </a:cubicBezTo>
                <a:lnTo>
                  <a:pt x="112277" y="257867"/>
                </a:lnTo>
                <a:lnTo>
                  <a:pt x="112277" y="380182"/>
                </a:lnTo>
                <a:cubicBezTo>
                  <a:pt x="112273" y="382454"/>
                  <a:pt x="114110" y="384300"/>
                  <a:pt x="116382" y="384304"/>
                </a:cubicBezTo>
                <a:cubicBezTo>
                  <a:pt x="116384" y="384304"/>
                  <a:pt x="116386" y="384304"/>
                  <a:pt x="116386" y="384304"/>
                </a:cubicBezTo>
                <a:cubicBezTo>
                  <a:pt x="118666" y="384303"/>
                  <a:pt x="120515" y="382460"/>
                  <a:pt x="120523" y="380182"/>
                </a:cubicBezTo>
                <a:lnTo>
                  <a:pt x="120523" y="310649"/>
                </a:lnTo>
                <a:lnTo>
                  <a:pt x="184696" y="310649"/>
                </a:lnTo>
                <a:lnTo>
                  <a:pt x="184696" y="432537"/>
                </a:lnTo>
                <a:lnTo>
                  <a:pt x="131736" y="432537"/>
                </a:lnTo>
                <a:cubicBezTo>
                  <a:pt x="129475" y="432528"/>
                  <a:pt x="127636" y="434355"/>
                  <a:pt x="127628" y="436615"/>
                </a:cubicBezTo>
                <a:cubicBezTo>
                  <a:pt x="127628" y="436625"/>
                  <a:pt x="127628" y="436635"/>
                  <a:pt x="127628" y="436646"/>
                </a:cubicBezTo>
                <a:cubicBezTo>
                  <a:pt x="127618" y="438913"/>
                  <a:pt x="129448" y="440759"/>
                  <a:pt x="131716" y="440768"/>
                </a:cubicBezTo>
                <a:cubicBezTo>
                  <a:pt x="131722" y="440768"/>
                  <a:pt x="131730" y="440768"/>
                  <a:pt x="131736" y="440768"/>
                </a:cubicBezTo>
                <a:lnTo>
                  <a:pt x="245888" y="440768"/>
                </a:lnTo>
                <a:cubicBezTo>
                  <a:pt x="248162" y="440771"/>
                  <a:pt x="250008" y="438930"/>
                  <a:pt x="250011" y="436657"/>
                </a:cubicBezTo>
                <a:cubicBezTo>
                  <a:pt x="250011" y="436654"/>
                  <a:pt x="250011" y="436649"/>
                  <a:pt x="250011" y="436646"/>
                </a:cubicBezTo>
                <a:cubicBezTo>
                  <a:pt x="250013" y="434378"/>
                  <a:pt x="248176" y="432539"/>
                  <a:pt x="245909" y="432537"/>
                </a:cubicBezTo>
                <a:cubicBezTo>
                  <a:pt x="245903" y="432537"/>
                  <a:pt x="245895" y="432537"/>
                  <a:pt x="245888" y="432537"/>
                </a:cubicBezTo>
                <a:lnTo>
                  <a:pt x="192929" y="432537"/>
                </a:lnTo>
                <a:lnTo>
                  <a:pt x="192929" y="310649"/>
                </a:lnTo>
                <a:lnTo>
                  <a:pt x="257116" y="310649"/>
                </a:lnTo>
                <a:lnTo>
                  <a:pt x="257116" y="380182"/>
                </a:lnTo>
                <a:cubicBezTo>
                  <a:pt x="257124" y="382460"/>
                  <a:pt x="258972" y="384303"/>
                  <a:pt x="261250" y="384304"/>
                </a:cubicBezTo>
                <a:cubicBezTo>
                  <a:pt x="263522" y="384296"/>
                  <a:pt x="265358" y="382454"/>
                  <a:pt x="265358" y="380182"/>
                </a:cubicBezTo>
                <a:lnTo>
                  <a:pt x="265358" y="257867"/>
                </a:lnTo>
                <a:lnTo>
                  <a:pt x="319557" y="257867"/>
                </a:lnTo>
                <a:cubicBezTo>
                  <a:pt x="321829" y="257864"/>
                  <a:pt x="323668" y="256020"/>
                  <a:pt x="323665" y="253748"/>
                </a:cubicBezTo>
                <a:cubicBezTo>
                  <a:pt x="323665" y="253746"/>
                  <a:pt x="323665" y="253744"/>
                  <a:pt x="323665" y="253744"/>
                </a:cubicBezTo>
                <a:lnTo>
                  <a:pt x="323665" y="210170"/>
                </a:lnTo>
                <a:cubicBezTo>
                  <a:pt x="323665" y="207898"/>
                  <a:pt x="321827" y="206055"/>
                  <a:pt x="319557" y="206047"/>
                </a:cubicBezTo>
                <a:cubicBezTo>
                  <a:pt x="317280" y="206049"/>
                  <a:pt x="315436" y="207893"/>
                  <a:pt x="315434" y="210170"/>
                </a:cubicBezTo>
                <a:lnTo>
                  <a:pt x="315434" y="249636"/>
                </a:lnTo>
                <a:lnTo>
                  <a:pt x="261250" y="249636"/>
                </a:lnTo>
                <a:cubicBezTo>
                  <a:pt x="258977" y="249625"/>
                  <a:pt x="257124" y="251460"/>
                  <a:pt x="257115" y="253733"/>
                </a:cubicBezTo>
                <a:cubicBezTo>
                  <a:pt x="257115" y="253737"/>
                  <a:pt x="257115" y="253741"/>
                  <a:pt x="257115" y="253744"/>
                </a:cubicBezTo>
                <a:lnTo>
                  <a:pt x="257115" y="302416"/>
                </a:lnTo>
                <a:lnTo>
                  <a:pt x="192927" y="302416"/>
                </a:lnTo>
                <a:lnTo>
                  <a:pt x="192927" y="194943"/>
                </a:lnTo>
                <a:lnTo>
                  <a:pt x="267036" y="194943"/>
                </a:lnTo>
                <a:cubicBezTo>
                  <a:pt x="269301" y="194948"/>
                  <a:pt x="271141" y="193113"/>
                  <a:pt x="271144" y="190849"/>
                </a:cubicBezTo>
                <a:cubicBezTo>
                  <a:pt x="271144" y="190845"/>
                  <a:pt x="271144" y="190840"/>
                  <a:pt x="271144" y="190835"/>
                </a:cubicBezTo>
                <a:moveTo>
                  <a:pt x="351285" y="133931"/>
                </a:moveTo>
                <a:lnTo>
                  <a:pt x="351285" y="45545"/>
                </a:lnTo>
                <a:cubicBezTo>
                  <a:pt x="351288" y="43271"/>
                  <a:pt x="349449" y="41425"/>
                  <a:pt x="347175" y="41422"/>
                </a:cubicBezTo>
                <a:cubicBezTo>
                  <a:pt x="347170" y="41422"/>
                  <a:pt x="347167" y="41422"/>
                  <a:pt x="347164" y="41422"/>
                </a:cubicBezTo>
                <a:lnTo>
                  <a:pt x="283332" y="41422"/>
                </a:lnTo>
                <a:cubicBezTo>
                  <a:pt x="281065" y="41420"/>
                  <a:pt x="279226" y="43257"/>
                  <a:pt x="279224" y="45524"/>
                </a:cubicBezTo>
                <a:cubicBezTo>
                  <a:pt x="279224" y="45530"/>
                  <a:pt x="279224" y="45538"/>
                  <a:pt x="279224" y="45545"/>
                </a:cubicBezTo>
                <a:cubicBezTo>
                  <a:pt x="279226" y="47813"/>
                  <a:pt x="281065" y="49651"/>
                  <a:pt x="283332" y="49653"/>
                </a:cubicBezTo>
                <a:lnTo>
                  <a:pt x="343054" y="49653"/>
                </a:lnTo>
                <a:lnTo>
                  <a:pt x="343054" y="129808"/>
                </a:lnTo>
                <a:lnTo>
                  <a:pt x="297460" y="129808"/>
                </a:lnTo>
                <a:cubicBezTo>
                  <a:pt x="295187" y="129805"/>
                  <a:pt x="293341" y="131644"/>
                  <a:pt x="293338" y="133918"/>
                </a:cubicBezTo>
                <a:cubicBezTo>
                  <a:pt x="293338" y="133923"/>
                  <a:pt x="293338" y="133926"/>
                  <a:pt x="293338" y="133931"/>
                </a:cubicBezTo>
                <a:cubicBezTo>
                  <a:pt x="293344" y="136201"/>
                  <a:pt x="295188" y="138039"/>
                  <a:pt x="297460" y="138039"/>
                </a:cubicBezTo>
                <a:lnTo>
                  <a:pt x="347164" y="138039"/>
                </a:lnTo>
                <a:cubicBezTo>
                  <a:pt x="349434" y="138039"/>
                  <a:pt x="351279" y="136201"/>
                  <a:pt x="351285" y="133931"/>
                </a:cubicBezTo>
                <a:moveTo>
                  <a:pt x="377065" y="343972"/>
                </a:moveTo>
                <a:lnTo>
                  <a:pt x="377065" y="177629"/>
                </a:lnTo>
                <a:cubicBezTo>
                  <a:pt x="377062" y="175357"/>
                  <a:pt x="375218" y="173518"/>
                  <a:pt x="372946" y="173521"/>
                </a:cubicBezTo>
                <a:cubicBezTo>
                  <a:pt x="372944" y="173521"/>
                  <a:pt x="372943" y="173521"/>
                  <a:pt x="372943" y="173521"/>
                </a:cubicBezTo>
                <a:cubicBezTo>
                  <a:pt x="370677" y="173518"/>
                  <a:pt x="368838" y="175351"/>
                  <a:pt x="368834" y="177617"/>
                </a:cubicBezTo>
                <a:cubicBezTo>
                  <a:pt x="368834" y="177621"/>
                  <a:pt x="368834" y="177625"/>
                  <a:pt x="368834" y="177629"/>
                </a:cubicBezTo>
                <a:lnTo>
                  <a:pt x="368834" y="339836"/>
                </a:lnTo>
                <a:lnTo>
                  <a:pt x="297460" y="339836"/>
                </a:lnTo>
                <a:cubicBezTo>
                  <a:pt x="295179" y="339839"/>
                  <a:pt x="293335" y="341690"/>
                  <a:pt x="293338" y="343970"/>
                </a:cubicBezTo>
                <a:cubicBezTo>
                  <a:pt x="293338" y="343970"/>
                  <a:pt x="293338" y="343972"/>
                  <a:pt x="293338" y="343972"/>
                </a:cubicBezTo>
                <a:cubicBezTo>
                  <a:pt x="293335" y="346239"/>
                  <a:pt x="295171" y="348078"/>
                  <a:pt x="297438" y="348080"/>
                </a:cubicBezTo>
                <a:cubicBezTo>
                  <a:pt x="297446" y="348080"/>
                  <a:pt x="297452" y="348080"/>
                  <a:pt x="297460" y="348080"/>
                </a:cubicBezTo>
                <a:lnTo>
                  <a:pt x="372943" y="348080"/>
                </a:lnTo>
                <a:cubicBezTo>
                  <a:pt x="375210" y="348089"/>
                  <a:pt x="377056" y="346260"/>
                  <a:pt x="377065" y="343992"/>
                </a:cubicBezTo>
                <a:cubicBezTo>
                  <a:pt x="377065" y="343986"/>
                  <a:pt x="377065" y="343978"/>
                  <a:pt x="377065" y="343972"/>
                </a:cubicBezTo>
                <a:moveTo>
                  <a:pt x="577721" y="299806"/>
                </a:moveTo>
                <a:lnTo>
                  <a:pt x="609683" y="299806"/>
                </a:lnTo>
                <a:lnTo>
                  <a:pt x="609683" y="196098"/>
                </a:lnTo>
                <a:cubicBezTo>
                  <a:pt x="609683" y="159709"/>
                  <a:pt x="590294" y="131498"/>
                  <a:pt x="551186" y="131498"/>
                </a:cubicBezTo>
                <a:cubicBezTo>
                  <a:pt x="532153" y="131498"/>
                  <a:pt x="512778" y="139317"/>
                  <a:pt x="500878" y="159709"/>
                </a:cubicBezTo>
                <a:lnTo>
                  <a:pt x="500878" y="136254"/>
                </a:lnTo>
                <a:lnTo>
                  <a:pt x="469601" y="136254"/>
                </a:lnTo>
                <a:lnTo>
                  <a:pt x="469601" y="299806"/>
                </a:lnTo>
                <a:lnTo>
                  <a:pt x="501565" y="299806"/>
                </a:lnTo>
                <a:lnTo>
                  <a:pt x="501565" y="205278"/>
                </a:lnTo>
                <a:cubicBezTo>
                  <a:pt x="501565" y="180447"/>
                  <a:pt x="514481" y="160396"/>
                  <a:pt x="539629" y="160396"/>
                </a:cubicBezTo>
                <a:cubicBezTo>
                  <a:pt x="568198" y="160396"/>
                  <a:pt x="577721" y="178769"/>
                  <a:pt x="577721" y="201540"/>
                </a:cubicBezTo>
                <a:close/>
                <a:moveTo>
                  <a:pt x="766751" y="201196"/>
                </a:moveTo>
                <a:lnTo>
                  <a:pt x="677320" y="201196"/>
                </a:lnTo>
                <a:cubicBezTo>
                  <a:pt x="678681" y="180130"/>
                  <a:pt x="695020" y="159366"/>
                  <a:pt x="721870" y="159366"/>
                </a:cubicBezTo>
                <a:cubicBezTo>
                  <a:pt x="750756" y="159366"/>
                  <a:pt x="766064" y="177739"/>
                  <a:pt x="766751" y="201196"/>
                </a:cubicBezTo>
                <a:moveTo>
                  <a:pt x="799388" y="227044"/>
                </a:moveTo>
                <a:cubicBezTo>
                  <a:pt x="799861" y="223662"/>
                  <a:pt x="800091" y="220250"/>
                  <a:pt x="800075" y="216835"/>
                </a:cubicBezTo>
                <a:cubicBezTo>
                  <a:pt x="800075" y="165839"/>
                  <a:pt x="771836" y="131155"/>
                  <a:pt x="721527" y="131155"/>
                </a:cubicBezTo>
                <a:cubicBezTo>
                  <a:pt x="680385" y="131155"/>
                  <a:pt x="643324" y="166182"/>
                  <a:pt x="643324" y="217522"/>
                </a:cubicBezTo>
                <a:cubicBezTo>
                  <a:pt x="643324" y="272955"/>
                  <a:pt x="681746" y="304904"/>
                  <a:pt x="725608" y="304904"/>
                </a:cubicBezTo>
                <a:cubicBezTo>
                  <a:pt x="763687" y="304904"/>
                  <a:pt x="789865" y="282134"/>
                  <a:pt x="799044" y="253221"/>
                </a:cubicBezTo>
                <a:lnTo>
                  <a:pt x="771519" y="243698"/>
                </a:lnTo>
                <a:cubicBezTo>
                  <a:pt x="765391" y="262058"/>
                  <a:pt x="752130" y="276679"/>
                  <a:pt x="725608" y="276679"/>
                </a:cubicBezTo>
                <a:cubicBezTo>
                  <a:pt x="698057" y="276679"/>
                  <a:pt x="676991" y="256285"/>
                  <a:pt x="676304" y="227044"/>
                </a:cubicBezTo>
                <a:close/>
                <a:moveTo>
                  <a:pt x="945791" y="299820"/>
                </a:moveTo>
                <a:lnTo>
                  <a:pt x="976394" y="299820"/>
                </a:lnTo>
                <a:cubicBezTo>
                  <a:pt x="975261" y="289769"/>
                  <a:pt x="974688" y="279662"/>
                  <a:pt x="974677" y="269547"/>
                </a:cubicBezTo>
                <a:lnTo>
                  <a:pt x="974677" y="136254"/>
                </a:lnTo>
                <a:lnTo>
                  <a:pt x="942727" y="136254"/>
                </a:lnTo>
                <a:lnTo>
                  <a:pt x="942727" y="234863"/>
                </a:lnTo>
                <a:cubicBezTo>
                  <a:pt x="942727" y="259681"/>
                  <a:pt x="929810" y="276679"/>
                  <a:pt x="903948" y="276679"/>
                </a:cubicBezTo>
                <a:cubicBezTo>
                  <a:pt x="877097" y="276679"/>
                  <a:pt x="866901" y="256959"/>
                  <a:pt x="866901" y="234519"/>
                </a:cubicBezTo>
                <a:lnTo>
                  <a:pt x="866901" y="136254"/>
                </a:lnTo>
                <a:lnTo>
                  <a:pt x="834924" y="136254"/>
                </a:lnTo>
                <a:lnTo>
                  <a:pt x="834924" y="239287"/>
                </a:lnTo>
                <a:cubicBezTo>
                  <a:pt x="834924" y="276348"/>
                  <a:pt x="858065" y="304903"/>
                  <a:pt x="896143" y="304903"/>
                </a:cubicBezTo>
                <a:cubicBezTo>
                  <a:pt x="915175" y="304903"/>
                  <a:pt x="935582" y="297084"/>
                  <a:pt x="944418" y="280086"/>
                </a:cubicBezTo>
                <a:cubicBezTo>
                  <a:pt x="944422" y="286687"/>
                  <a:pt x="944881" y="293281"/>
                  <a:pt x="945791" y="299818"/>
                </a:cubicBezTo>
                <a:moveTo>
                  <a:pt x="1098324" y="167541"/>
                </a:moveTo>
                <a:cubicBezTo>
                  <a:pt x="1102992" y="167551"/>
                  <a:pt x="1107652" y="167891"/>
                  <a:pt x="1112271" y="168559"/>
                </a:cubicBezTo>
                <a:lnTo>
                  <a:pt x="1112271" y="134563"/>
                </a:lnTo>
                <a:cubicBezTo>
                  <a:pt x="1108795" y="133908"/>
                  <a:pt x="1105269" y="133563"/>
                  <a:pt x="1101731" y="133532"/>
                </a:cubicBezTo>
                <a:cubicBezTo>
                  <a:pt x="1085077" y="133532"/>
                  <a:pt x="1064671" y="139661"/>
                  <a:pt x="1052771" y="164808"/>
                </a:cubicBezTo>
                <a:lnTo>
                  <a:pt x="1052771" y="136266"/>
                </a:lnTo>
                <a:lnTo>
                  <a:pt x="1021481" y="136266"/>
                </a:lnTo>
                <a:lnTo>
                  <a:pt x="1021481" y="299806"/>
                </a:lnTo>
                <a:lnTo>
                  <a:pt x="1053443" y="299806"/>
                </a:lnTo>
                <a:lnTo>
                  <a:pt x="1053443" y="217851"/>
                </a:lnTo>
                <a:cubicBezTo>
                  <a:pt x="1053443" y="181820"/>
                  <a:pt x="1071474" y="167543"/>
                  <a:pt x="1098324" y="167543"/>
                </a:cubicBezTo>
                <a:moveTo>
                  <a:pt x="1263512" y="217865"/>
                </a:moveTo>
                <a:cubicBezTo>
                  <a:pt x="1263512" y="255943"/>
                  <a:pt x="1239712" y="276350"/>
                  <a:pt x="1212518" y="276350"/>
                </a:cubicBezTo>
                <a:cubicBezTo>
                  <a:pt x="1185308" y="276350"/>
                  <a:pt x="1161507" y="255943"/>
                  <a:pt x="1161507" y="217865"/>
                </a:cubicBezTo>
                <a:cubicBezTo>
                  <a:pt x="1161507" y="180116"/>
                  <a:pt x="1185308" y="159709"/>
                  <a:pt x="1212518" y="159709"/>
                </a:cubicBezTo>
                <a:cubicBezTo>
                  <a:pt x="1239712" y="159709"/>
                  <a:pt x="1263512" y="180116"/>
                  <a:pt x="1263512" y="217865"/>
                </a:cubicBezTo>
                <a:moveTo>
                  <a:pt x="1296163" y="217865"/>
                </a:moveTo>
                <a:cubicBezTo>
                  <a:pt x="1296163" y="168230"/>
                  <a:pt x="1261479" y="131169"/>
                  <a:pt x="1212518" y="131169"/>
                </a:cubicBezTo>
                <a:cubicBezTo>
                  <a:pt x="1163557" y="131169"/>
                  <a:pt x="1128871" y="168230"/>
                  <a:pt x="1128871" y="217865"/>
                </a:cubicBezTo>
                <a:cubicBezTo>
                  <a:pt x="1128871" y="267844"/>
                  <a:pt x="1163555" y="304904"/>
                  <a:pt x="1212518" y="304904"/>
                </a:cubicBezTo>
                <a:cubicBezTo>
                  <a:pt x="1261479" y="304904"/>
                  <a:pt x="1296163" y="267844"/>
                  <a:pt x="1296163" y="217865"/>
                </a:cubicBezTo>
                <a:moveTo>
                  <a:pt x="1388657" y="301496"/>
                </a:moveTo>
                <a:cubicBezTo>
                  <a:pt x="1396028" y="301629"/>
                  <a:pt x="1403374" y="300599"/>
                  <a:pt x="1410425" y="298446"/>
                </a:cubicBezTo>
                <a:lnTo>
                  <a:pt x="1410425" y="271237"/>
                </a:lnTo>
                <a:cubicBezTo>
                  <a:pt x="1406285" y="272108"/>
                  <a:pt x="1402068" y="272569"/>
                  <a:pt x="1397836" y="272612"/>
                </a:cubicBezTo>
                <a:cubicBezTo>
                  <a:pt x="1381182" y="272612"/>
                  <a:pt x="1375054" y="265109"/>
                  <a:pt x="1375054" y="250158"/>
                </a:cubicBezTo>
                <a:lnTo>
                  <a:pt x="1375054" y="165152"/>
                </a:lnTo>
                <a:lnTo>
                  <a:pt x="1410423" y="165152"/>
                </a:lnTo>
                <a:lnTo>
                  <a:pt x="1410423" y="136254"/>
                </a:lnTo>
                <a:lnTo>
                  <a:pt x="1375054" y="136254"/>
                </a:lnTo>
                <a:lnTo>
                  <a:pt x="1375054" y="84585"/>
                </a:lnTo>
                <a:lnTo>
                  <a:pt x="1345825" y="84585"/>
                </a:lnTo>
                <a:lnTo>
                  <a:pt x="1345825" y="111092"/>
                </a:lnTo>
                <a:cubicBezTo>
                  <a:pt x="1345825" y="125383"/>
                  <a:pt x="1338335" y="136254"/>
                  <a:pt x="1320665" y="136254"/>
                </a:cubicBezTo>
                <a:lnTo>
                  <a:pt x="1311814" y="136254"/>
                </a:lnTo>
                <a:lnTo>
                  <a:pt x="1311814" y="165152"/>
                </a:lnTo>
                <a:lnTo>
                  <a:pt x="1343105" y="165152"/>
                </a:lnTo>
                <a:lnTo>
                  <a:pt x="1343105" y="254911"/>
                </a:lnTo>
                <a:cubicBezTo>
                  <a:pt x="1343105" y="284512"/>
                  <a:pt x="1360777" y="301496"/>
                  <a:pt x="1388657" y="301496"/>
                </a:cubicBezTo>
                <a:moveTo>
                  <a:pt x="1564344" y="217865"/>
                </a:moveTo>
                <a:cubicBezTo>
                  <a:pt x="1564344" y="255943"/>
                  <a:pt x="1540543" y="276350"/>
                  <a:pt x="1513349" y="276350"/>
                </a:cubicBezTo>
                <a:cubicBezTo>
                  <a:pt x="1486155" y="276350"/>
                  <a:pt x="1462340" y="255943"/>
                  <a:pt x="1462340" y="217865"/>
                </a:cubicBezTo>
                <a:cubicBezTo>
                  <a:pt x="1462340" y="180116"/>
                  <a:pt x="1486155" y="159709"/>
                  <a:pt x="1513349" y="159709"/>
                </a:cubicBezTo>
                <a:cubicBezTo>
                  <a:pt x="1540544" y="159709"/>
                  <a:pt x="1564344" y="180116"/>
                  <a:pt x="1564344" y="217865"/>
                </a:cubicBezTo>
                <a:moveTo>
                  <a:pt x="1596994" y="217865"/>
                </a:moveTo>
                <a:cubicBezTo>
                  <a:pt x="1596994" y="168230"/>
                  <a:pt x="1562310" y="131169"/>
                  <a:pt x="1513349" y="131169"/>
                </a:cubicBezTo>
                <a:cubicBezTo>
                  <a:pt x="1464388" y="131169"/>
                  <a:pt x="1429704" y="168230"/>
                  <a:pt x="1429704" y="217865"/>
                </a:cubicBezTo>
                <a:cubicBezTo>
                  <a:pt x="1429704" y="267844"/>
                  <a:pt x="1464388" y="304904"/>
                  <a:pt x="1513349" y="304904"/>
                </a:cubicBezTo>
                <a:cubicBezTo>
                  <a:pt x="1562310" y="304904"/>
                  <a:pt x="1596994" y="267844"/>
                  <a:pt x="1596994" y="217865"/>
                </a:cubicBezTo>
                <a:moveTo>
                  <a:pt x="1709456" y="167543"/>
                </a:moveTo>
                <a:cubicBezTo>
                  <a:pt x="1714119" y="167552"/>
                  <a:pt x="1718776" y="167893"/>
                  <a:pt x="1723392" y="168560"/>
                </a:cubicBezTo>
                <a:lnTo>
                  <a:pt x="1723392" y="134563"/>
                </a:lnTo>
                <a:cubicBezTo>
                  <a:pt x="1719915" y="133908"/>
                  <a:pt x="1716387" y="133563"/>
                  <a:pt x="1712851" y="133532"/>
                </a:cubicBezTo>
                <a:cubicBezTo>
                  <a:pt x="1696195" y="133532"/>
                  <a:pt x="1675790" y="139661"/>
                  <a:pt x="1663890" y="164808"/>
                </a:cubicBezTo>
                <a:lnTo>
                  <a:pt x="1663890" y="136266"/>
                </a:lnTo>
                <a:lnTo>
                  <a:pt x="1632614" y="136266"/>
                </a:lnTo>
                <a:lnTo>
                  <a:pt x="1632614" y="299806"/>
                </a:lnTo>
                <a:lnTo>
                  <a:pt x="1664564" y="299806"/>
                </a:lnTo>
                <a:lnTo>
                  <a:pt x="1664564" y="217851"/>
                </a:lnTo>
                <a:cubicBezTo>
                  <a:pt x="1664564" y="181820"/>
                  <a:pt x="1682606" y="167543"/>
                  <a:pt x="1709456" y="167543"/>
                </a:cubicBezTo>
                <a:moveTo>
                  <a:pt x="1790286" y="74360"/>
                </a:moveTo>
                <a:cubicBezTo>
                  <a:pt x="1790373" y="61682"/>
                  <a:pt x="1780166" y="51335"/>
                  <a:pt x="1767488" y="51248"/>
                </a:cubicBezTo>
                <a:cubicBezTo>
                  <a:pt x="1754810" y="51160"/>
                  <a:pt x="1744461" y="61367"/>
                  <a:pt x="1744374" y="74045"/>
                </a:cubicBezTo>
                <a:cubicBezTo>
                  <a:pt x="1744288" y="86717"/>
                  <a:pt x="1754486" y="97064"/>
                  <a:pt x="1767159" y="97158"/>
                </a:cubicBezTo>
                <a:cubicBezTo>
                  <a:pt x="1779829" y="97261"/>
                  <a:pt x="1790184" y="87071"/>
                  <a:pt x="1790286" y="74401"/>
                </a:cubicBezTo>
                <a:cubicBezTo>
                  <a:pt x="1790286" y="74389"/>
                  <a:pt x="1790286" y="74374"/>
                  <a:pt x="1790286" y="74362"/>
                </a:cubicBezTo>
                <a:moveTo>
                  <a:pt x="1937899" y="299820"/>
                </a:moveTo>
                <a:lnTo>
                  <a:pt x="1968489" y="299820"/>
                </a:lnTo>
                <a:cubicBezTo>
                  <a:pt x="1967368" y="289767"/>
                  <a:pt x="1966799" y="279662"/>
                  <a:pt x="1966785" y="269547"/>
                </a:cubicBezTo>
                <a:lnTo>
                  <a:pt x="1966785" y="136254"/>
                </a:lnTo>
                <a:lnTo>
                  <a:pt x="1934821" y="136254"/>
                </a:lnTo>
                <a:lnTo>
                  <a:pt x="1934821" y="234863"/>
                </a:lnTo>
                <a:cubicBezTo>
                  <a:pt x="1934821" y="259681"/>
                  <a:pt x="1921917" y="276679"/>
                  <a:pt x="1896069" y="276679"/>
                </a:cubicBezTo>
                <a:cubicBezTo>
                  <a:pt x="1869204" y="276679"/>
                  <a:pt x="1859008" y="256959"/>
                  <a:pt x="1859008" y="234519"/>
                </a:cubicBezTo>
                <a:lnTo>
                  <a:pt x="1859008" y="136254"/>
                </a:lnTo>
                <a:lnTo>
                  <a:pt x="1827032" y="136254"/>
                </a:lnTo>
                <a:lnTo>
                  <a:pt x="1827032" y="239287"/>
                </a:lnTo>
                <a:cubicBezTo>
                  <a:pt x="1827032" y="276348"/>
                  <a:pt x="1850171" y="304903"/>
                  <a:pt x="1888249" y="304903"/>
                </a:cubicBezTo>
                <a:cubicBezTo>
                  <a:pt x="1907282" y="304903"/>
                  <a:pt x="1927689" y="297084"/>
                  <a:pt x="1936524" y="280086"/>
                </a:cubicBezTo>
                <a:cubicBezTo>
                  <a:pt x="1936529" y="286687"/>
                  <a:pt x="1936988" y="293281"/>
                  <a:pt x="1937899" y="299818"/>
                </a:cubicBezTo>
                <a:moveTo>
                  <a:pt x="2253984" y="299806"/>
                </a:moveTo>
                <a:lnTo>
                  <a:pt x="2253984" y="193721"/>
                </a:lnTo>
                <a:cubicBezTo>
                  <a:pt x="2253984" y="150874"/>
                  <a:pt x="2226102" y="131498"/>
                  <a:pt x="2197547" y="131498"/>
                </a:cubicBezTo>
                <a:cubicBezTo>
                  <a:pt x="2176797" y="131498"/>
                  <a:pt x="2155704" y="138974"/>
                  <a:pt x="2142800" y="162431"/>
                </a:cubicBezTo>
                <a:cubicBezTo>
                  <a:pt x="2133951" y="141365"/>
                  <a:pt x="2114231" y="131498"/>
                  <a:pt x="2093839" y="131498"/>
                </a:cubicBezTo>
                <a:cubicBezTo>
                  <a:pt x="2074793" y="131498"/>
                  <a:pt x="2054387" y="139991"/>
                  <a:pt x="2044204" y="158005"/>
                </a:cubicBezTo>
                <a:lnTo>
                  <a:pt x="2044204" y="136254"/>
                </a:lnTo>
                <a:lnTo>
                  <a:pt x="2013588" y="136254"/>
                </a:lnTo>
                <a:lnTo>
                  <a:pt x="2013588" y="299806"/>
                </a:lnTo>
                <a:lnTo>
                  <a:pt x="2045221" y="299806"/>
                </a:lnTo>
                <a:lnTo>
                  <a:pt x="2045221" y="201209"/>
                </a:lnTo>
                <a:cubicBezTo>
                  <a:pt x="2045221" y="176723"/>
                  <a:pt x="2060516" y="159709"/>
                  <a:pt x="2083299" y="159709"/>
                </a:cubicBezTo>
                <a:cubicBezTo>
                  <a:pt x="2107759" y="159709"/>
                  <a:pt x="2117971" y="176035"/>
                  <a:pt x="2117971" y="197115"/>
                </a:cubicBezTo>
                <a:lnTo>
                  <a:pt x="2117971" y="299807"/>
                </a:lnTo>
                <a:lnTo>
                  <a:pt x="2149932" y="299807"/>
                </a:lnTo>
                <a:lnTo>
                  <a:pt x="2149932" y="200867"/>
                </a:lnTo>
                <a:cubicBezTo>
                  <a:pt x="2149932" y="177410"/>
                  <a:pt x="2165242" y="159711"/>
                  <a:pt x="2187682" y="159711"/>
                </a:cubicBezTo>
                <a:cubicBezTo>
                  <a:pt x="2211824" y="159711"/>
                  <a:pt x="2222364" y="175706"/>
                  <a:pt x="2222364" y="197115"/>
                </a:cubicBezTo>
                <a:lnTo>
                  <a:pt x="2222364" y="299807"/>
                </a:lnTo>
                <a:close/>
              </a:path>
            </a:pathLst>
          </a:custGeom>
          <a:solidFill>
            <a:srgbClr val="3F1A01"/>
          </a:solidFill>
          <a:ln w="1586" cap="flat">
            <a:noFill/>
            <a:prstDash val="solid"/>
            <a:miter/>
          </a:ln>
        </p:spPr>
        <p:txBody>
          <a:bodyPr rtlCol="0" anchor="ctr"/>
          <a:lstStyle/>
          <a:p>
            <a:endParaRPr lang="en-GB" dirty="0"/>
          </a:p>
        </p:txBody>
      </p:sp>
      <p:sp>
        <p:nvSpPr>
          <p:cNvPr id="9" name="ExternalLogo" hidden="1">
            <a:extLst>
              <a:ext uri="{FF2B5EF4-FFF2-40B4-BE49-F238E27FC236}">
                <a16:creationId xmlns:a16="http://schemas.microsoft.com/office/drawing/2014/main" id="{2FFA38B6-55C7-488D-B8F0-60C88514DD9F}"/>
              </a:ext>
            </a:extLst>
          </p:cNvPr>
          <p:cNvSpPr/>
          <p:nvPr/>
        </p:nvSpPr>
        <p:spPr>
          <a:xfrm>
            <a:off x="10023475" y="4968741"/>
            <a:ext cx="1627188" cy="636980"/>
          </a:xfrm>
          <a:prstGeom prst="rect">
            <a:avLst/>
          </a:prstGeom>
          <a:solidFill>
            <a:srgbClr val="D1D1D1"/>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chorCtr="0">
            <a:noAutofit/>
          </a:bodyPr>
          <a:lstStyle/>
          <a:p>
            <a:pPr algn="ctr"/>
            <a:r>
              <a:rPr lang="en-GB" sz="900" dirty="0">
                <a:solidFill>
                  <a:srgbClr val="FF00FF"/>
                </a:solidFill>
              </a:rPr>
              <a:t>External logo</a:t>
            </a:r>
          </a:p>
        </p:txBody>
      </p:sp>
    </p:spTree>
    <p:extLst>
      <p:ext uri="{BB962C8B-B14F-4D97-AF65-F5344CB8AC3E}">
        <p14:creationId xmlns:p14="http://schemas.microsoft.com/office/powerpoint/2010/main" val="1972162775"/>
      </p:ext>
    </p:extLst>
  </p:cSld>
  <p:clrMapOvr>
    <a:masterClrMapping/>
  </p:clrMapOvr>
  <p:hf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Section Header - Dark Green">
    <p:bg>
      <p:bgPr>
        <a:solidFill>
          <a:srgbClr val="99B3A8"/>
        </a:solidFill>
        <a:effectLst/>
      </p:bgPr>
    </p:bg>
    <p:spTree>
      <p:nvGrpSpPr>
        <p:cNvPr id="1" name=""/>
        <p:cNvGrpSpPr/>
        <p:nvPr/>
      </p:nvGrpSpPr>
      <p:grpSpPr>
        <a:xfrm>
          <a:off x="0" y="0"/>
          <a:ext cx="0" cy="0"/>
          <a:chOff x="0" y="0"/>
          <a:chExt cx="0" cy="0"/>
        </a:xfrm>
      </p:grpSpPr>
      <p:sp>
        <p:nvSpPr>
          <p:cNvPr id="9" name="ColoredBackground">
            <a:extLst>
              <a:ext uri="{FF2B5EF4-FFF2-40B4-BE49-F238E27FC236}">
                <a16:creationId xmlns:a16="http://schemas.microsoft.com/office/drawing/2014/main" id="{8B54BABF-88F4-438A-92D3-D931B6BAE8C6}"/>
              </a:ext>
            </a:extLst>
          </p:cNvPr>
          <p:cNvSpPr/>
          <p:nvPr/>
        </p:nvSpPr>
        <p:spPr>
          <a:xfrm>
            <a:off x="0" y="-1"/>
            <a:ext cx="12192000" cy="6858000"/>
          </a:xfrm>
          <a:prstGeom prst="rect">
            <a:avLst/>
          </a:prstGeom>
          <a:solidFill>
            <a:srgbClr val="99B3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6" name="Picture 5" descr="Shape&#10;&#10;Description automatically generated with medium confidence">
            <a:extLst>
              <a:ext uri="{FF2B5EF4-FFF2-40B4-BE49-F238E27FC236}">
                <a16:creationId xmlns:a16="http://schemas.microsoft.com/office/drawing/2014/main" id="{87CD2556-8AC5-4706-A2A2-034AFF6E02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8464564-6547-498D-A220-7B346E5B1408}"/>
              </a:ext>
            </a:extLst>
          </p:cNvPr>
          <p:cNvSpPr>
            <a:spLocks noGrp="1"/>
          </p:cNvSpPr>
          <p:nvPr>
            <p:ph type="title"/>
          </p:nvPr>
        </p:nvSpPr>
        <p:spPr>
          <a:xfrm>
            <a:off x="1219200" y="546100"/>
            <a:ext cx="6642100" cy="2105818"/>
          </a:xfrm>
        </p:spPr>
        <p:txBody>
          <a:bodyPr anchor="b"/>
          <a:lstStyle>
            <a:lvl1pPr>
              <a:defRPr sz="4000">
                <a:solidFill>
                  <a:srgbClr val="3F1A01"/>
                </a:solidFill>
              </a:defRPr>
            </a:lvl1p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1592638D-BCB6-4F07-9847-FBAA9B3609B5}"/>
              </a:ext>
            </a:extLst>
          </p:cNvPr>
          <p:cNvSpPr>
            <a:spLocks noGrp="1"/>
          </p:cNvSpPr>
          <p:nvPr>
            <p:ph type="body" idx="1"/>
          </p:nvPr>
        </p:nvSpPr>
        <p:spPr>
          <a:xfrm>
            <a:off x="1219200" y="2678906"/>
            <a:ext cx="6642100" cy="1500187"/>
          </a:xfrm>
          <a:prstGeom prst="rect">
            <a:avLst/>
          </a:prstGeom>
        </p:spPr>
        <p:txBody>
          <a:bodyPr/>
          <a:lstStyle>
            <a:lvl1pPr marL="0" indent="0">
              <a:buNone/>
              <a:defRPr sz="2400">
                <a:solidFill>
                  <a:srgbClr val="CCD9D3"/>
                </a:solidFill>
                <a:latin typeface="Times New Roman" panose="02020603050405020304" pitchFamily="18" charset="0"/>
                <a:cs typeface="Times New Roman" panose="02020603050405020304" pitchFamily="18"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Freeform 9">
            <a:extLst>
              <a:ext uri="{FF2B5EF4-FFF2-40B4-BE49-F238E27FC236}">
                <a16:creationId xmlns:a16="http://schemas.microsoft.com/office/drawing/2014/main" id="{1BC6753F-764E-4733-B343-5BC93ED602E4}"/>
              </a:ext>
            </a:extLst>
          </p:cNvPr>
          <p:cNvSpPr>
            <a:spLocks noEditPoints="1"/>
          </p:cNvSpPr>
          <p:nvPr/>
        </p:nvSpPr>
        <p:spPr bwMode="auto">
          <a:xfrm rot="5400000">
            <a:off x="7458075" y="-2243138"/>
            <a:ext cx="8385175" cy="9817101"/>
          </a:xfrm>
          <a:custGeom>
            <a:avLst/>
            <a:gdLst>
              <a:gd name="T0" fmla="*/ 276 w 2642"/>
              <a:gd name="T1" fmla="*/ 2871 h 3094"/>
              <a:gd name="T2" fmla="*/ 588 w 2642"/>
              <a:gd name="T3" fmla="*/ 2871 h 3094"/>
              <a:gd name="T4" fmla="*/ 2083 w 2642"/>
              <a:gd name="T5" fmla="*/ 2843 h 3094"/>
              <a:gd name="T6" fmla="*/ 2338 w 2642"/>
              <a:gd name="T7" fmla="*/ 2900 h 3094"/>
              <a:gd name="T8" fmla="*/ 29 w 2642"/>
              <a:gd name="T9" fmla="*/ 1219 h 3094"/>
              <a:gd name="T10" fmla="*/ 29 w 2642"/>
              <a:gd name="T11" fmla="*/ 2444 h 3094"/>
              <a:gd name="T12" fmla="*/ 559 w 2642"/>
              <a:gd name="T13" fmla="*/ 2386 h 3094"/>
              <a:gd name="T14" fmla="*/ 29 w 2642"/>
              <a:gd name="T15" fmla="*/ 1219 h 3094"/>
              <a:gd name="T16" fmla="*/ 2584 w 2642"/>
              <a:gd name="T17" fmla="*/ 2386 h 3094"/>
              <a:gd name="T18" fmla="*/ 2083 w 2642"/>
              <a:gd name="T19" fmla="*/ 2444 h 3094"/>
              <a:gd name="T20" fmla="*/ 2642 w 2642"/>
              <a:gd name="T21" fmla="*/ 1248 h 3094"/>
              <a:gd name="T22" fmla="*/ 210 w 2642"/>
              <a:gd name="T23" fmla="*/ 292 h 3094"/>
              <a:gd name="T24" fmla="*/ 210 w 2642"/>
              <a:gd name="T25" fmla="*/ 970 h 3094"/>
              <a:gd name="T26" fmla="*/ 559 w 2642"/>
              <a:gd name="T27" fmla="*/ 912 h 3094"/>
              <a:gd name="T28" fmla="*/ 658 w 2642"/>
              <a:gd name="T29" fmla="*/ 350 h 3094"/>
              <a:gd name="T30" fmla="*/ 2432 w 2642"/>
              <a:gd name="T31" fmla="*/ 292 h 3094"/>
              <a:gd name="T32" fmla="*/ 1984 w 2642"/>
              <a:gd name="T33" fmla="*/ 350 h 3094"/>
              <a:gd name="T34" fmla="*/ 2083 w 2642"/>
              <a:gd name="T35" fmla="*/ 912 h 3094"/>
              <a:gd name="T36" fmla="*/ 2432 w 2642"/>
              <a:gd name="T37" fmla="*/ 970 h 3094"/>
              <a:gd name="T38" fmla="*/ 2432 w 2642"/>
              <a:gd name="T39" fmla="*/ 292 h 3094"/>
              <a:gd name="T40" fmla="*/ 814 w 2642"/>
              <a:gd name="T41" fmla="*/ 29 h 3094"/>
              <a:gd name="T42" fmla="*/ 1292 w 2642"/>
              <a:gd name="T43" fmla="*/ 602 h 3094"/>
              <a:gd name="T44" fmla="*/ 989 w 2642"/>
              <a:gd name="T45" fmla="*/ 660 h 3094"/>
              <a:gd name="T46" fmla="*/ 801 w 2642"/>
              <a:gd name="T47" fmla="*/ 1311 h 3094"/>
              <a:gd name="T48" fmla="*/ 743 w 2642"/>
              <a:gd name="T49" fmla="*/ 1060 h 3094"/>
              <a:gd name="T50" fmla="*/ 1292 w 2642"/>
              <a:gd name="T51" fmla="*/ 1369 h 3094"/>
              <a:gd name="T52" fmla="*/ 842 w 2642"/>
              <a:gd name="T53" fmla="*/ 1782 h 3094"/>
              <a:gd name="T54" fmla="*/ 433 w 2642"/>
              <a:gd name="T55" fmla="*/ 1476 h 3094"/>
              <a:gd name="T56" fmla="*/ 375 w 2642"/>
              <a:gd name="T57" fmla="*/ 1782 h 3094"/>
              <a:gd name="T58" fmla="*/ 784 w 2642"/>
              <a:gd name="T59" fmla="*/ 2669 h 3094"/>
              <a:gd name="T60" fmla="*/ 842 w 2642"/>
              <a:gd name="T61" fmla="*/ 2181 h 3094"/>
              <a:gd name="T62" fmla="*/ 921 w 2642"/>
              <a:gd name="T63" fmla="*/ 3036 h 3094"/>
              <a:gd name="T64" fmla="*/ 1321 w 2642"/>
              <a:gd name="T65" fmla="*/ 3094 h 3094"/>
              <a:gd name="T66" fmla="*/ 1722 w 2642"/>
              <a:gd name="T67" fmla="*/ 3036 h 3094"/>
              <a:gd name="T68" fmla="*/ 1800 w 2642"/>
              <a:gd name="T69" fmla="*/ 2181 h 3094"/>
              <a:gd name="T70" fmla="*/ 1858 w 2642"/>
              <a:gd name="T71" fmla="*/ 2669 h 3094"/>
              <a:gd name="T72" fmla="*/ 2267 w 2642"/>
              <a:gd name="T73" fmla="*/ 1782 h 3094"/>
              <a:gd name="T74" fmla="*/ 2210 w 2642"/>
              <a:gd name="T75" fmla="*/ 1476 h 3094"/>
              <a:gd name="T76" fmla="*/ 1800 w 2642"/>
              <a:gd name="T77" fmla="*/ 1782 h 3094"/>
              <a:gd name="T78" fmla="*/ 1350 w 2642"/>
              <a:gd name="T79" fmla="*/ 1369 h 3094"/>
              <a:gd name="T80" fmla="*/ 1899 w 2642"/>
              <a:gd name="T81" fmla="*/ 1060 h 3094"/>
              <a:gd name="T82" fmla="*/ 1841 w 2642"/>
              <a:gd name="T83" fmla="*/ 1311 h 3094"/>
              <a:gd name="T84" fmla="*/ 1643 w 2642"/>
              <a:gd name="T85" fmla="*/ 660 h 3094"/>
              <a:gd name="T86" fmla="*/ 1350 w 2642"/>
              <a:gd name="T87" fmla="*/ 602 h 3094"/>
              <a:gd name="T88" fmla="*/ 1828 w 2642"/>
              <a:gd name="T89" fmla="*/ 29 h 30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642" h="3094">
                <a:moveTo>
                  <a:pt x="559" y="2843"/>
                </a:moveTo>
                <a:cubicBezTo>
                  <a:pt x="305" y="2843"/>
                  <a:pt x="305" y="2843"/>
                  <a:pt x="305" y="2843"/>
                </a:cubicBezTo>
                <a:cubicBezTo>
                  <a:pt x="289" y="2843"/>
                  <a:pt x="276" y="2856"/>
                  <a:pt x="276" y="2871"/>
                </a:cubicBezTo>
                <a:cubicBezTo>
                  <a:pt x="276" y="2887"/>
                  <a:pt x="289" y="2900"/>
                  <a:pt x="305" y="2900"/>
                </a:cubicBezTo>
                <a:cubicBezTo>
                  <a:pt x="559" y="2900"/>
                  <a:pt x="559" y="2900"/>
                  <a:pt x="559" y="2900"/>
                </a:cubicBezTo>
                <a:cubicBezTo>
                  <a:pt x="575" y="2900"/>
                  <a:pt x="588" y="2887"/>
                  <a:pt x="588" y="2871"/>
                </a:cubicBezTo>
                <a:cubicBezTo>
                  <a:pt x="588" y="2856"/>
                  <a:pt x="575" y="2843"/>
                  <a:pt x="559" y="2843"/>
                </a:cubicBezTo>
                <a:moveTo>
                  <a:pt x="2338" y="2843"/>
                </a:moveTo>
                <a:cubicBezTo>
                  <a:pt x="2083" y="2843"/>
                  <a:pt x="2083" y="2843"/>
                  <a:pt x="2083" y="2843"/>
                </a:cubicBezTo>
                <a:cubicBezTo>
                  <a:pt x="2068" y="2843"/>
                  <a:pt x="2055" y="2856"/>
                  <a:pt x="2055" y="2871"/>
                </a:cubicBezTo>
                <a:cubicBezTo>
                  <a:pt x="2055" y="2887"/>
                  <a:pt x="2068" y="2900"/>
                  <a:pt x="2083" y="2900"/>
                </a:cubicBezTo>
                <a:cubicBezTo>
                  <a:pt x="2338" y="2900"/>
                  <a:pt x="2338" y="2900"/>
                  <a:pt x="2338" y="2900"/>
                </a:cubicBezTo>
                <a:cubicBezTo>
                  <a:pt x="2354" y="2900"/>
                  <a:pt x="2366" y="2887"/>
                  <a:pt x="2366" y="2871"/>
                </a:cubicBezTo>
                <a:cubicBezTo>
                  <a:pt x="2366" y="2856"/>
                  <a:pt x="2354" y="2843"/>
                  <a:pt x="2338" y="2843"/>
                </a:cubicBezTo>
                <a:moveTo>
                  <a:pt x="29" y="1219"/>
                </a:moveTo>
                <a:cubicBezTo>
                  <a:pt x="13" y="1219"/>
                  <a:pt x="0" y="1232"/>
                  <a:pt x="0" y="1248"/>
                </a:cubicBezTo>
                <a:cubicBezTo>
                  <a:pt x="0" y="2415"/>
                  <a:pt x="0" y="2415"/>
                  <a:pt x="0" y="2415"/>
                </a:cubicBezTo>
                <a:cubicBezTo>
                  <a:pt x="0" y="2431"/>
                  <a:pt x="13" y="2444"/>
                  <a:pt x="29" y="2444"/>
                </a:cubicBezTo>
                <a:cubicBezTo>
                  <a:pt x="559" y="2444"/>
                  <a:pt x="559" y="2444"/>
                  <a:pt x="559" y="2444"/>
                </a:cubicBezTo>
                <a:cubicBezTo>
                  <a:pt x="575" y="2444"/>
                  <a:pt x="588" y="2431"/>
                  <a:pt x="588" y="2415"/>
                </a:cubicBezTo>
                <a:cubicBezTo>
                  <a:pt x="588" y="2399"/>
                  <a:pt x="575" y="2386"/>
                  <a:pt x="559" y="2386"/>
                </a:cubicBezTo>
                <a:cubicBezTo>
                  <a:pt x="58" y="2386"/>
                  <a:pt x="58" y="2386"/>
                  <a:pt x="58" y="2386"/>
                </a:cubicBezTo>
                <a:cubicBezTo>
                  <a:pt x="58" y="1248"/>
                  <a:pt x="58" y="1248"/>
                  <a:pt x="58" y="1248"/>
                </a:cubicBezTo>
                <a:cubicBezTo>
                  <a:pt x="58" y="1232"/>
                  <a:pt x="45" y="1219"/>
                  <a:pt x="29" y="1219"/>
                </a:cubicBezTo>
                <a:moveTo>
                  <a:pt x="2613" y="1219"/>
                </a:moveTo>
                <a:cubicBezTo>
                  <a:pt x="2597" y="1219"/>
                  <a:pt x="2584" y="1232"/>
                  <a:pt x="2584" y="1248"/>
                </a:cubicBezTo>
                <a:cubicBezTo>
                  <a:pt x="2584" y="2386"/>
                  <a:pt x="2584" y="2386"/>
                  <a:pt x="2584" y="2386"/>
                </a:cubicBezTo>
                <a:cubicBezTo>
                  <a:pt x="2083" y="2386"/>
                  <a:pt x="2083" y="2386"/>
                  <a:pt x="2083" y="2386"/>
                </a:cubicBezTo>
                <a:cubicBezTo>
                  <a:pt x="2067" y="2386"/>
                  <a:pt x="2055" y="2399"/>
                  <a:pt x="2055" y="2415"/>
                </a:cubicBezTo>
                <a:cubicBezTo>
                  <a:pt x="2055" y="2431"/>
                  <a:pt x="2067" y="2444"/>
                  <a:pt x="2083" y="2444"/>
                </a:cubicBezTo>
                <a:cubicBezTo>
                  <a:pt x="2613" y="2444"/>
                  <a:pt x="2613" y="2444"/>
                  <a:pt x="2613" y="2444"/>
                </a:cubicBezTo>
                <a:cubicBezTo>
                  <a:pt x="2629" y="2444"/>
                  <a:pt x="2642" y="2431"/>
                  <a:pt x="2642" y="2415"/>
                </a:cubicBezTo>
                <a:cubicBezTo>
                  <a:pt x="2642" y="1248"/>
                  <a:pt x="2642" y="1248"/>
                  <a:pt x="2642" y="1248"/>
                </a:cubicBezTo>
                <a:cubicBezTo>
                  <a:pt x="2642" y="1232"/>
                  <a:pt x="2629" y="1219"/>
                  <a:pt x="2613" y="1219"/>
                </a:cubicBezTo>
                <a:moveTo>
                  <a:pt x="658" y="292"/>
                </a:moveTo>
                <a:cubicBezTo>
                  <a:pt x="210" y="292"/>
                  <a:pt x="210" y="292"/>
                  <a:pt x="210" y="292"/>
                </a:cubicBezTo>
                <a:cubicBezTo>
                  <a:pt x="194" y="292"/>
                  <a:pt x="181" y="305"/>
                  <a:pt x="181" y="321"/>
                </a:cubicBezTo>
                <a:cubicBezTo>
                  <a:pt x="181" y="941"/>
                  <a:pt x="181" y="941"/>
                  <a:pt x="181" y="941"/>
                </a:cubicBezTo>
                <a:cubicBezTo>
                  <a:pt x="181" y="957"/>
                  <a:pt x="194" y="970"/>
                  <a:pt x="210" y="970"/>
                </a:cubicBezTo>
                <a:cubicBezTo>
                  <a:pt x="559" y="970"/>
                  <a:pt x="559" y="970"/>
                  <a:pt x="559" y="970"/>
                </a:cubicBezTo>
                <a:cubicBezTo>
                  <a:pt x="575" y="970"/>
                  <a:pt x="588" y="957"/>
                  <a:pt x="588" y="941"/>
                </a:cubicBezTo>
                <a:cubicBezTo>
                  <a:pt x="588" y="925"/>
                  <a:pt x="575" y="912"/>
                  <a:pt x="559" y="912"/>
                </a:cubicBezTo>
                <a:cubicBezTo>
                  <a:pt x="239" y="912"/>
                  <a:pt x="239" y="912"/>
                  <a:pt x="239" y="912"/>
                </a:cubicBezTo>
                <a:cubicBezTo>
                  <a:pt x="239" y="350"/>
                  <a:pt x="239" y="350"/>
                  <a:pt x="239" y="350"/>
                </a:cubicBezTo>
                <a:cubicBezTo>
                  <a:pt x="658" y="350"/>
                  <a:pt x="658" y="350"/>
                  <a:pt x="658" y="350"/>
                </a:cubicBezTo>
                <a:cubicBezTo>
                  <a:pt x="674" y="350"/>
                  <a:pt x="687" y="337"/>
                  <a:pt x="687" y="321"/>
                </a:cubicBezTo>
                <a:cubicBezTo>
                  <a:pt x="687" y="305"/>
                  <a:pt x="674" y="292"/>
                  <a:pt x="658" y="292"/>
                </a:cubicBezTo>
                <a:moveTo>
                  <a:pt x="2432" y="292"/>
                </a:moveTo>
                <a:cubicBezTo>
                  <a:pt x="1984" y="292"/>
                  <a:pt x="1984" y="292"/>
                  <a:pt x="1984" y="292"/>
                </a:cubicBezTo>
                <a:cubicBezTo>
                  <a:pt x="1968" y="292"/>
                  <a:pt x="1955" y="305"/>
                  <a:pt x="1955" y="321"/>
                </a:cubicBezTo>
                <a:cubicBezTo>
                  <a:pt x="1955" y="337"/>
                  <a:pt x="1968" y="350"/>
                  <a:pt x="1984" y="350"/>
                </a:cubicBezTo>
                <a:cubicBezTo>
                  <a:pt x="2403" y="350"/>
                  <a:pt x="2403" y="350"/>
                  <a:pt x="2403" y="350"/>
                </a:cubicBezTo>
                <a:cubicBezTo>
                  <a:pt x="2403" y="912"/>
                  <a:pt x="2403" y="912"/>
                  <a:pt x="2403" y="912"/>
                </a:cubicBezTo>
                <a:cubicBezTo>
                  <a:pt x="2083" y="912"/>
                  <a:pt x="2083" y="912"/>
                  <a:pt x="2083" y="912"/>
                </a:cubicBezTo>
                <a:cubicBezTo>
                  <a:pt x="2068" y="912"/>
                  <a:pt x="2055" y="925"/>
                  <a:pt x="2055" y="941"/>
                </a:cubicBezTo>
                <a:cubicBezTo>
                  <a:pt x="2055" y="957"/>
                  <a:pt x="2068" y="970"/>
                  <a:pt x="2083" y="970"/>
                </a:cubicBezTo>
                <a:cubicBezTo>
                  <a:pt x="2432" y="970"/>
                  <a:pt x="2432" y="970"/>
                  <a:pt x="2432" y="970"/>
                </a:cubicBezTo>
                <a:cubicBezTo>
                  <a:pt x="2448" y="970"/>
                  <a:pt x="2461" y="957"/>
                  <a:pt x="2461" y="941"/>
                </a:cubicBezTo>
                <a:cubicBezTo>
                  <a:pt x="2461" y="321"/>
                  <a:pt x="2461" y="321"/>
                  <a:pt x="2461" y="321"/>
                </a:cubicBezTo>
                <a:cubicBezTo>
                  <a:pt x="2461" y="305"/>
                  <a:pt x="2448" y="292"/>
                  <a:pt x="2432" y="292"/>
                </a:cubicBezTo>
                <a:moveTo>
                  <a:pt x="1799" y="0"/>
                </a:moveTo>
                <a:cubicBezTo>
                  <a:pt x="843" y="0"/>
                  <a:pt x="843" y="0"/>
                  <a:pt x="843" y="0"/>
                </a:cubicBezTo>
                <a:cubicBezTo>
                  <a:pt x="827" y="0"/>
                  <a:pt x="814" y="13"/>
                  <a:pt x="814" y="29"/>
                </a:cubicBezTo>
                <a:cubicBezTo>
                  <a:pt x="814" y="45"/>
                  <a:pt x="827" y="58"/>
                  <a:pt x="843" y="58"/>
                </a:cubicBezTo>
                <a:cubicBezTo>
                  <a:pt x="1292" y="58"/>
                  <a:pt x="1292" y="58"/>
                  <a:pt x="1292" y="58"/>
                </a:cubicBezTo>
                <a:cubicBezTo>
                  <a:pt x="1292" y="602"/>
                  <a:pt x="1292" y="602"/>
                  <a:pt x="1292" y="602"/>
                </a:cubicBezTo>
                <a:cubicBezTo>
                  <a:pt x="989" y="602"/>
                  <a:pt x="989" y="602"/>
                  <a:pt x="989" y="602"/>
                </a:cubicBezTo>
                <a:cubicBezTo>
                  <a:pt x="973" y="602"/>
                  <a:pt x="960" y="615"/>
                  <a:pt x="960" y="631"/>
                </a:cubicBezTo>
                <a:cubicBezTo>
                  <a:pt x="960" y="647"/>
                  <a:pt x="973" y="660"/>
                  <a:pt x="989" y="660"/>
                </a:cubicBezTo>
                <a:cubicBezTo>
                  <a:pt x="1292" y="660"/>
                  <a:pt x="1292" y="660"/>
                  <a:pt x="1292" y="660"/>
                </a:cubicBezTo>
                <a:cubicBezTo>
                  <a:pt x="1292" y="1311"/>
                  <a:pt x="1292" y="1311"/>
                  <a:pt x="1292" y="1311"/>
                </a:cubicBezTo>
                <a:cubicBezTo>
                  <a:pt x="801" y="1311"/>
                  <a:pt x="801" y="1311"/>
                  <a:pt x="801" y="1311"/>
                </a:cubicBezTo>
                <a:cubicBezTo>
                  <a:pt x="801" y="1060"/>
                  <a:pt x="801" y="1060"/>
                  <a:pt x="801" y="1060"/>
                </a:cubicBezTo>
                <a:cubicBezTo>
                  <a:pt x="801" y="1044"/>
                  <a:pt x="788" y="1031"/>
                  <a:pt x="772" y="1031"/>
                </a:cubicBezTo>
                <a:cubicBezTo>
                  <a:pt x="756" y="1031"/>
                  <a:pt x="743" y="1044"/>
                  <a:pt x="743" y="1060"/>
                </a:cubicBezTo>
                <a:cubicBezTo>
                  <a:pt x="743" y="1340"/>
                  <a:pt x="743" y="1340"/>
                  <a:pt x="743" y="1340"/>
                </a:cubicBezTo>
                <a:cubicBezTo>
                  <a:pt x="743" y="1356"/>
                  <a:pt x="756" y="1369"/>
                  <a:pt x="772" y="1369"/>
                </a:cubicBezTo>
                <a:cubicBezTo>
                  <a:pt x="1292" y="1369"/>
                  <a:pt x="1292" y="1369"/>
                  <a:pt x="1292" y="1369"/>
                </a:cubicBezTo>
                <a:cubicBezTo>
                  <a:pt x="1292" y="2123"/>
                  <a:pt x="1292" y="2123"/>
                  <a:pt x="1292" y="2123"/>
                </a:cubicBezTo>
                <a:cubicBezTo>
                  <a:pt x="842" y="2123"/>
                  <a:pt x="842" y="2123"/>
                  <a:pt x="842" y="2123"/>
                </a:cubicBezTo>
                <a:cubicBezTo>
                  <a:pt x="842" y="1782"/>
                  <a:pt x="842" y="1782"/>
                  <a:pt x="842" y="1782"/>
                </a:cubicBezTo>
                <a:cubicBezTo>
                  <a:pt x="842" y="1766"/>
                  <a:pt x="829" y="1753"/>
                  <a:pt x="813" y="1753"/>
                </a:cubicBezTo>
                <a:cubicBezTo>
                  <a:pt x="433" y="1753"/>
                  <a:pt x="433" y="1753"/>
                  <a:pt x="433" y="1753"/>
                </a:cubicBezTo>
                <a:cubicBezTo>
                  <a:pt x="433" y="1476"/>
                  <a:pt x="433" y="1476"/>
                  <a:pt x="433" y="1476"/>
                </a:cubicBezTo>
                <a:cubicBezTo>
                  <a:pt x="433" y="1460"/>
                  <a:pt x="420" y="1447"/>
                  <a:pt x="404" y="1447"/>
                </a:cubicBezTo>
                <a:cubicBezTo>
                  <a:pt x="388" y="1447"/>
                  <a:pt x="375" y="1460"/>
                  <a:pt x="375" y="1476"/>
                </a:cubicBezTo>
                <a:cubicBezTo>
                  <a:pt x="375" y="1782"/>
                  <a:pt x="375" y="1782"/>
                  <a:pt x="375" y="1782"/>
                </a:cubicBezTo>
                <a:cubicBezTo>
                  <a:pt x="375" y="1798"/>
                  <a:pt x="388" y="1811"/>
                  <a:pt x="404" y="1811"/>
                </a:cubicBezTo>
                <a:cubicBezTo>
                  <a:pt x="784" y="1811"/>
                  <a:pt x="784" y="1811"/>
                  <a:pt x="784" y="1811"/>
                </a:cubicBezTo>
                <a:cubicBezTo>
                  <a:pt x="784" y="2669"/>
                  <a:pt x="784" y="2669"/>
                  <a:pt x="784" y="2669"/>
                </a:cubicBezTo>
                <a:cubicBezTo>
                  <a:pt x="784" y="2685"/>
                  <a:pt x="797" y="2698"/>
                  <a:pt x="813" y="2698"/>
                </a:cubicBezTo>
                <a:cubicBezTo>
                  <a:pt x="829" y="2698"/>
                  <a:pt x="842" y="2685"/>
                  <a:pt x="842" y="2669"/>
                </a:cubicBezTo>
                <a:cubicBezTo>
                  <a:pt x="842" y="2181"/>
                  <a:pt x="842" y="2181"/>
                  <a:pt x="842" y="2181"/>
                </a:cubicBezTo>
                <a:cubicBezTo>
                  <a:pt x="1292" y="2181"/>
                  <a:pt x="1292" y="2181"/>
                  <a:pt x="1292" y="2181"/>
                </a:cubicBezTo>
                <a:cubicBezTo>
                  <a:pt x="1292" y="3036"/>
                  <a:pt x="1292" y="3036"/>
                  <a:pt x="1292" y="3036"/>
                </a:cubicBezTo>
                <a:cubicBezTo>
                  <a:pt x="921" y="3036"/>
                  <a:pt x="921" y="3036"/>
                  <a:pt x="921" y="3036"/>
                </a:cubicBezTo>
                <a:cubicBezTo>
                  <a:pt x="905" y="3036"/>
                  <a:pt x="892" y="3049"/>
                  <a:pt x="892" y="3065"/>
                </a:cubicBezTo>
                <a:cubicBezTo>
                  <a:pt x="892" y="3081"/>
                  <a:pt x="905" y="3094"/>
                  <a:pt x="921" y="3094"/>
                </a:cubicBezTo>
                <a:cubicBezTo>
                  <a:pt x="1321" y="3094"/>
                  <a:pt x="1321" y="3094"/>
                  <a:pt x="1321" y="3094"/>
                </a:cubicBezTo>
                <a:cubicBezTo>
                  <a:pt x="1722" y="3094"/>
                  <a:pt x="1722" y="3094"/>
                  <a:pt x="1722" y="3094"/>
                </a:cubicBezTo>
                <a:cubicBezTo>
                  <a:pt x="1738" y="3094"/>
                  <a:pt x="1751" y="3081"/>
                  <a:pt x="1751" y="3065"/>
                </a:cubicBezTo>
                <a:cubicBezTo>
                  <a:pt x="1751" y="3049"/>
                  <a:pt x="1738" y="3036"/>
                  <a:pt x="1722" y="3036"/>
                </a:cubicBezTo>
                <a:cubicBezTo>
                  <a:pt x="1350" y="3036"/>
                  <a:pt x="1350" y="3036"/>
                  <a:pt x="1350" y="3036"/>
                </a:cubicBezTo>
                <a:cubicBezTo>
                  <a:pt x="1350" y="2181"/>
                  <a:pt x="1350" y="2181"/>
                  <a:pt x="1350" y="2181"/>
                </a:cubicBezTo>
                <a:cubicBezTo>
                  <a:pt x="1800" y="2181"/>
                  <a:pt x="1800" y="2181"/>
                  <a:pt x="1800" y="2181"/>
                </a:cubicBezTo>
                <a:cubicBezTo>
                  <a:pt x="1800" y="2669"/>
                  <a:pt x="1800" y="2669"/>
                  <a:pt x="1800" y="2669"/>
                </a:cubicBezTo>
                <a:cubicBezTo>
                  <a:pt x="1800" y="2685"/>
                  <a:pt x="1813" y="2698"/>
                  <a:pt x="1829" y="2698"/>
                </a:cubicBezTo>
                <a:cubicBezTo>
                  <a:pt x="1845" y="2698"/>
                  <a:pt x="1858" y="2685"/>
                  <a:pt x="1858" y="2669"/>
                </a:cubicBezTo>
                <a:cubicBezTo>
                  <a:pt x="1858" y="1811"/>
                  <a:pt x="1858" y="1811"/>
                  <a:pt x="1858" y="1811"/>
                </a:cubicBezTo>
                <a:cubicBezTo>
                  <a:pt x="2239" y="1811"/>
                  <a:pt x="2239" y="1811"/>
                  <a:pt x="2239" y="1811"/>
                </a:cubicBezTo>
                <a:cubicBezTo>
                  <a:pt x="2254" y="1811"/>
                  <a:pt x="2267" y="1798"/>
                  <a:pt x="2267" y="1782"/>
                </a:cubicBezTo>
                <a:cubicBezTo>
                  <a:pt x="2267" y="1476"/>
                  <a:pt x="2267" y="1476"/>
                  <a:pt x="2267" y="1476"/>
                </a:cubicBezTo>
                <a:cubicBezTo>
                  <a:pt x="2267" y="1460"/>
                  <a:pt x="2254" y="1447"/>
                  <a:pt x="2239" y="1447"/>
                </a:cubicBezTo>
                <a:cubicBezTo>
                  <a:pt x="2223" y="1447"/>
                  <a:pt x="2210" y="1460"/>
                  <a:pt x="2210" y="1476"/>
                </a:cubicBezTo>
                <a:cubicBezTo>
                  <a:pt x="2210" y="1753"/>
                  <a:pt x="2210" y="1753"/>
                  <a:pt x="2210" y="1753"/>
                </a:cubicBezTo>
                <a:cubicBezTo>
                  <a:pt x="1829" y="1753"/>
                  <a:pt x="1829" y="1753"/>
                  <a:pt x="1829" y="1753"/>
                </a:cubicBezTo>
                <a:cubicBezTo>
                  <a:pt x="1813" y="1753"/>
                  <a:pt x="1800" y="1766"/>
                  <a:pt x="1800" y="1782"/>
                </a:cubicBezTo>
                <a:cubicBezTo>
                  <a:pt x="1800" y="2123"/>
                  <a:pt x="1800" y="2123"/>
                  <a:pt x="1800" y="2123"/>
                </a:cubicBezTo>
                <a:cubicBezTo>
                  <a:pt x="1350" y="2123"/>
                  <a:pt x="1350" y="2123"/>
                  <a:pt x="1350" y="2123"/>
                </a:cubicBezTo>
                <a:cubicBezTo>
                  <a:pt x="1350" y="1369"/>
                  <a:pt x="1350" y="1369"/>
                  <a:pt x="1350" y="1369"/>
                </a:cubicBezTo>
                <a:cubicBezTo>
                  <a:pt x="1870" y="1369"/>
                  <a:pt x="1870" y="1369"/>
                  <a:pt x="1870" y="1369"/>
                </a:cubicBezTo>
                <a:cubicBezTo>
                  <a:pt x="1886" y="1369"/>
                  <a:pt x="1899" y="1356"/>
                  <a:pt x="1899" y="1340"/>
                </a:cubicBezTo>
                <a:cubicBezTo>
                  <a:pt x="1899" y="1060"/>
                  <a:pt x="1899" y="1060"/>
                  <a:pt x="1899" y="1060"/>
                </a:cubicBezTo>
                <a:cubicBezTo>
                  <a:pt x="1899" y="1044"/>
                  <a:pt x="1886" y="1031"/>
                  <a:pt x="1870" y="1031"/>
                </a:cubicBezTo>
                <a:cubicBezTo>
                  <a:pt x="1854" y="1031"/>
                  <a:pt x="1841" y="1044"/>
                  <a:pt x="1841" y="1060"/>
                </a:cubicBezTo>
                <a:cubicBezTo>
                  <a:pt x="1841" y="1311"/>
                  <a:pt x="1841" y="1311"/>
                  <a:pt x="1841" y="1311"/>
                </a:cubicBezTo>
                <a:cubicBezTo>
                  <a:pt x="1350" y="1311"/>
                  <a:pt x="1350" y="1311"/>
                  <a:pt x="1350" y="1311"/>
                </a:cubicBezTo>
                <a:cubicBezTo>
                  <a:pt x="1350" y="660"/>
                  <a:pt x="1350" y="660"/>
                  <a:pt x="1350" y="660"/>
                </a:cubicBezTo>
                <a:cubicBezTo>
                  <a:pt x="1643" y="660"/>
                  <a:pt x="1643" y="660"/>
                  <a:pt x="1643" y="660"/>
                </a:cubicBezTo>
                <a:cubicBezTo>
                  <a:pt x="1659" y="660"/>
                  <a:pt x="1672" y="647"/>
                  <a:pt x="1672" y="631"/>
                </a:cubicBezTo>
                <a:cubicBezTo>
                  <a:pt x="1672" y="615"/>
                  <a:pt x="1659" y="602"/>
                  <a:pt x="1643" y="602"/>
                </a:cubicBezTo>
                <a:cubicBezTo>
                  <a:pt x="1350" y="602"/>
                  <a:pt x="1350" y="602"/>
                  <a:pt x="1350" y="602"/>
                </a:cubicBezTo>
                <a:cubicBezTo>
                  <a:pt x="1350" y="58"/>
                  <a:pt x="1350" y="58"/>
                  <a:pt x="1350" y="58"/>
                </a:cubicBezTo>
                <a:cubicBezTo>
                  <a:pt x="1799" y="58"/>
                  <a:pt x="1799" y="58"/>
                  <a:pt x="1799" y="58"/>
                </a:cubicBezTo>
                <a:cubicBezTo>
                  <a:pt x="1815" y="58"/>
                  <a:pt x="1828" y="45"/>
                  <a:pt x="1828" y="29"/>
                </a:cubicBezTo>
                <a:cubicBezTo>
                  <a:pt x="1828" y="13"/>
                  <a:pt x="1815" y="0"/>
                  <a:pt x="1799" y="0"/>
                </a:cubicBezTo>
              </a:path>
            </a:pathLst>
          </a:custGeom>
          <a:solidFill>
            <a:srgbClr val="CCD9D3">
              <a:alpha val="9804"/>
            </a:srgbClr>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8" name="Logo">
            <a:extLst>
              <a:ext uri="{FF2B5EF4-FFF2-40B4-BE49-F238E27FC236}">
                <a16:creationId xmlns:a16="http://schemas.microsoft.com/office/drawing/2014/main" id="{FA06926E-B963-4389-B26A-6E1EB0DED5EE}"/>
              </a:ext>
            </a:extLst>
          </p:cNvPr>
          <p:cNvSpPr/>
          <p:nvPr/>
        </p:nvSpPr>
        <p:spPr>
          <a:xfrm>
            <a:off x="9397252" y="5875721"/>
            <a:ext cx="2253411" cy="440942"/>
          </a:xfrm>
          <a:custGeom>
            <a:avLst/>
            <a:gdLst>
              <a:gd name="connsiteX0" fmla="*/ 1783139 w 2253411"/>
              <a:gd name="connsiteY0" fmla="*/ 136254 h 440942"/>
              <a:gd name="connsiteX1" fmla="*/ 1751520 w 2253411"/>
              <a:gd name="connsiteY1" fmla="*/ 136254 h 440942"/>
              <a:gd name="connsiteX2" fmla="*/ 1751520 w 2253411"/>
              <a:gd name="connsiteY2" fmla="*/ 299806 h 440942"/>
              <a:gd name="connsiteX3" fmla="*/ 1783139 w 2253411"/>
              <a:gd name="connsiteY3" fmla="*/ 299806 h 440942"/>
              <a:gd name="connsiteX4" fmla="*/ 293338 w 2253411"/>
              <a:gd name="connsiteY4" fmla="*/ 409024 h 440942"/>
              <a:gd name="connsiteX5" fmla="*/ 297448 w 2253411"/>
              <a:gd name="connsiteY5" fmla="*/ 413147 h 440942"/>
              <a:gd name="connsiteX6" fmla="*/ 297460 w 2253411"/>
              <a:gd name="connsiteY6" fmla="*/ 413147 h 440942"/>
              <a:gd name="connsiteX7" fmla="*/ 333669 w 2253411"/>
              <a:gd name="connsiteY7" fmla="*/ 413147 h 440942"/>
              <a:gd name="connsiteX8" fmla="*/ 337779 w 2253411"/>
              <a:gd name="connsiteY8" fmla="*/ 409047 h 440942"/>
              <a:gd name="connsiteX9" fmla="*/ 337777 w 2253411"/>
              <a:gd name="connsiteY9" fmla="*/ 409024 h 440942"/>
              <a:gd name="connsiteX10" fmla="*/ 333683 w 2253411"/>
              <a:gd name="connsiteY10" fmla="*/ 404916 h 440942"/>
              <a:gd name="connsiteX11" fmla="*/ 333669 w 2253411"/>
              <a:gd name="connsiteY11" fmla="*/ 404916 h 440942"/>
              <a:gd name="connsiteX12" fmla="*/ 297460 w 2253411"/>
              <a:gd name="connsiteY12" fmla="*/ 404916 h 440942"/>
              <a:gd name="connsiteX13" fmla="*/ 293338 w 2253411"/>
              <a:gd name="connsiteY13" fmla="*/ 409021 h 440942"/>
              <a:gd name="connsiteX14" fmla="*/ 293338 w 2253411"/>
              <a:gd name="connsiteY14" fmla="*/ 409024 h 440942"/>
              <a:gd name="connsiteX15" fmla="*/ 39859 w 2253411"/>
              <a:gd name="connsiteY15" fmla="*/ 409024 h 440942"/>
              <a:gd name="connsiteX16" fmla="*/ 43946 w 2253411"/>
              <a:gd name="connsiteY16" fmla="*/ 413147 h 440942"/>
              <a:gd name="connsiteX17" fmla="*/ 43967 w 2253411"/>
              <a:gd name="connsiteY17" fmla="*/ 413147 h 440942"/>
              <a:gd name="connsiteX18" fmla="*/ 80176 w 2253411"/>
              <a:gd name="connsiteY18" fmla="*/ 413147 h 440942"/>
              <a:gd name="connsiteX19" fmla="*/ 84298 w 2253411"/>
              <a:gd name="connsiteY19" fmla="*/ 409037 h 440942"/>
              <a:gd name="connsiteX20" fmla="*/ 84298 w 2253411"/>
              <a:gd name="connsiteY20" fmla="*/ 409024 h 440942"/>
              <a:gd name="connsiteX21" fmla="*/ 80179 w 2253411"/>
              <a:gd name="connsiteY21" fmla="*/ 404916 h 440942"/>
              <a:gd name="connsiteX22" fmla="*/ 80176 w 2253411"/>
              <a:gd name="connsiteY22" fmla="*/ 404916 h 440942"/>
              <a:gd name="connsiteX23" fmla="*/ 43967 w 2253411"/>
              <a:gd name="connsiteY23" fmla="*/ 404916 h 440942"/>
              <a:gd name="connsiteX24" fmla="*/ 39859 w 2253411"/>
              <a:gd name="connsiteY24" fmla="*/ 409012 h 440942"/>
              <a:gd name="connsiteX25" fmla="*/ 39859 w 2253411"/>
              <a:gd name="connsiteY25" fmla="*/ 409024 h 440942"/>
              <a:gd name="connsiteX26" fmla="*/ 80177 w 2253411"/>
              <a:gd name="connsiteY26" fmla="*/ 339849 h 440942"/>
              <a:gd name="connsiteX27" fmla="*/ 8803 w 2253411"/>
              <a:gd name="connsiteY27" fmla="*/ 339849 h 440942"/>
              <a:gd name="connsiteX28" fmla="*/ 8803 w 2253411"/>
              <a:gd name="connsiteY28" fmla="*/ 177644 h 440942"/>
              <a:gd name="connsiteX29" fmla="*/ 4680 w 2253411"/>
              <a:gd name="connsiteY29" fmla="*/ 173521 h 440942"/>
              <a:gd name="connsiteX30" fmla="*/ 572 w 2253411"/>
              <a:gd name="connsiteY30" fmla="*/ 177639 h 440942"/>
              <a:gd name="connsiteX31" fmla="*/ 572 w 2253411"/>
              <a:gd name="connsiteY31" fmla="*/ 177644 h 440942"/>
              <a:gd name="connsiteX32" fmla="*/ 572 w 2253411"/>
              <a:gd name="connsiteY32" fmla="*/ 343959 h 440942"/>
              <a:gd name="connsiteX33" fmla="*/ 4676 w 2253411"/>
              <a:gd name="connsiteY33" fmla="*/ 348080 h 440942"/>
              <a:gd name="connsiteX34" fmla="*/ 4680 w 2253411"/>
              <a:gd name="connsiteY34" fmla="*/ 348080 h 440942"/>
              <a:gd name="connsiteX35" fmla="*/ 80176 w 2253411"/>
              <a:gd name="connsiteY35" fmla="*/ 348080 h 440942"/>
              <a:gd name="connsiteX36" fmla="*/ 84298 w 2253411"/>
              <a:gd name="connsiteY36" fmla="*/ 343970 h 440942"/>
              <a:gd name="connsiteX37" fmla="*/ 84298 w 2253411"/>
              <a:gd name="connsiteY37" fmla="*/ 343959 h 440942"/>
              <a:gd name="connsiteX38" fmla="*/ 80176 w 2253411"/>
              <a:gd name="connsiteY38" fmla="*/ 339849 h 440942"/>
              <a:gd name="connsiteX39" fmla="*/ 98412 w 2253411"/>
              <a:gd name="connsiteY39" fmla="*/ 45530 h 440942"/>
              <a:gd name="connsiteX40" fmla="*/ 94292 w 2253411"/>
              <a:gd name="connsiteY40" fmla="*/ 41422 h 440942"/>
              <a:gd name="connsiteX41" fmla="*/ 94289 w 2253411"/>
              <a:gd name="connsiteY41" fmla="*/ 41422 h 440942"/>
              <a:gd name="connsiteX42" fmla="*/ 30459 w 2253411"/>
              <a:gd name="connsiteY42" fmla="*/ 41422 h 440942"/>
              <a:gd name="connsiteX43" fmla="*/ 26351 w 2253411"/>
              <a:gd name="connsiteY43" fmla="*/ 45518 h 440942"/>
              <a:gd name="connsiteX44" fmla="*/ 26351 w 2253411"/>
              <a:gd name="connsiteY44" fmla="*/ 45530 h 440942"/>
              <a:gd name="connsiteX45" fmla="*/ 26351 w 2253411"/>
              <a:gd name="connsiteY45" fmla="*/ 133916 h 440942"/>
              <a:gd name="connsiteX46" fmla="*/ 30456 w 2253411"/>
              <a:gd name="connsiteY46" fmla="*/ 138039 h 440942"/>
              <a:gd name="connsiteX47" fmla="*/ 30459 w 2253411"/>
              <a:gd name="connsiteY47" fmla="*/ 138039 h 440942"/>
              <a:gd name="connsiteX48" fmla="*/ 80191 w 2253411"/>
              <a:gd name="connsiteY48" fmla="*/ 138039 h 440942"/>
              <a:gd name="connsiteX49" fmla="*/ 84300 w 2253411"/>
              <a:gd name="connsiteY49" fmla="*/ 133916 h 440942"/>
              <a:gd name="connsiteX50" fmla="*/ 80191 w 2253411"/>
              <a:gd name="connsiteY50" fmla="*/ 129808 h 440942"/>
              <a:gd name="connsiteX51" fmla="*/ 34582 w 2253411"/>
              <a:gd name="connsiteY51" fmla="*/ 129808 h 440942"/>
              <a:gd name="connsiteX52" fmla="*/ 34582 w 2253411"/>
              <a:gd name="connsiteY52" fmla="*/ 49653 h 440942"/>
              <a:gd name="connsiteX53" fmla="*/ 94291 w 2253411"/>
              <a:gd name="connsiteY53" fmla="*/ 49653 h 440942"/>
              <a:gd name="connsiteX54" fmla="*/ 98413 w 2253411"/>
              <a:gd name="connsiteY54" fmla="*/ 45540 h 440942"/>
              <a:gd name="connsiteX55" fmla="*/ 98413 w 2253411"/>
              <a:gd name="connsiteY55" fmla="*/ 45530 h 440942"/>
              <a:gd name="connsiteX56" fmla="*/ 271146 w 2253411"/>
              <a:gd name="connsiteY56" fmla="*/ 190835 h 440942"/>
              <a:gd name="connsiteX57" fmla="*/ 271146 w 2253411"/>
              <a:gd name="connsiteY57" fmla="*/ 150874 h 440942"/>
              <a:gd name="connsiteX58" fmla="*/ 267039 w 2253411"/>
              <a:gd name="connsiteY58" fmla="*/ 146752 h 440942"/>
              <a:gd name="connsiteX59" fmla="*/ 267037 w 2253411"/>
              <a:gd name="connsiteY59" fmla="*/ 146752 h 440942"/>
              <a:gd name="connsiteX60" fmla="*/ 262900 w 2253411"/>
              <a:gd name="connsiteY60" fmla="*/ 150873 h 440942"/>
              <a:gd name="connsiteX61" fmla="*/ 262900 w 2253411"/>
              <a:gd name="connsiteY61" fmla="*/ 150874 h 440942"/>
              <a:gd name="connsiteX62" fmla="*/ 262900 w 2253411"/>
              <a:gd name="connsiteY62" fmla="*/ 186698 h 440942"/>
              <a:gd name="connsiteX63" fmla="*/ 192929 w 2253411"/>
              <a:gd name="connsiteY63" fmla="*/ 186698 h 440942"/>
              <a:gd name="connsiteX64" fmla="*/ 192929 w 2253411"/>
              <a:gd name="connsiteY64" fmla="*/ 93846 h 440942"/>
              <a:gd name="connsiteX65" fmla="*/ 234730 w 2253411"/>
              <a:gd name="connsiteY65" fmla="*/ 93846 h 440942"/>
              <a:gd name="connsiteX66" fmla="*/ 238853 w 2253411"/>
              <a:gd name="connsiteY66" fmla="*/ 89738 h 440942"/>
              <a:gd name="connsiteX67" fmla="*/ 234730 w 2253411"/>
              <a:gd name="connsiteY67" fmla="*/ 85602 h 440942"/>
              <a:gd name="connsiteX68" fmla="*/ 192929 w 2253411"/>
              <a:gd name="connsiteY68" fmla="*/ 85602 h 440942"/>
              <a:gd name="connsiteX69" fmla="*/ 192929 w 2253411"/>
              <a:gd name="connsiteY69" fmla="*/ 8058 h 440942"/>
              <a:gd name="connsiteX70" fmla="*/ 256951 w 2253411"/>
              <a:gd name="connsiteY70" fmla="*/ 8058 h 440942"/>
              <a:gd name="connsiteX71" fmla="*/ 261072 w 2253411"/>
              <a:gd name="connsiteY71" fmla="*/ 3946 h 440942"/>
              <a:gd name="connsiteX72" fmla="*/ 261072 w 2253411"/>
              <a:gd name="connsiteY72" fmla="*/ 3935 h 440942"/>
              <a:gd name="connsiteX73" fmla="*/ 256954 w 2253411"/>
              <a:gd name="connsiteY73" fmla="*/ -175 h 440942"/>
              <a:gd name="connsiteX74" fmla="*/ 256951 w 2253411"/>
              <a:gd name="connsiteY74" fmla="*/ -175 h 440942"/>
              <a:gd name="connsiteX75" fmla="*/ 120686 w 2253411"/>
              <a:gd name="connsiteY75" fmla="*/ -175 h 440942"/>
              <a:gd name="connsiteX76" fmla="*/ 116578 w 2253411"/>
              <a:gd name="connsiteY76" fmla="*/ 3935 h 440942"/>
              <a:gd name="connsiteX77" fmla="*/ 120685 w 2253411"/>
              <a:gd name="connsiteY77" fmla="*/ 8058 h 440942"/>
              <a:gd name="connsiteX78" fmla="*/ 120686 w 2253411"/>
              <a:gd name="connsiteY78" fmla="*/ 8058 h 440942"/>
              <a:gd name="connsiteX79" fmla="*/ 184696 w 2253411"/>
              <a:gd name="connsiteY79" fmla="*/ 8058 h 440942"/>
              <a:gd name="connsiteX80" fmla="*/ 184696 w 2253411"/>
              <a:gd name="connsiteY80" fmla="*/ 85629 h 440942"/>
              <a:gd name="connsiteX81" fmla="*/ 141436 w 2253411"/>
              <a:gd name="connsiteY81" fmla="*/ 85629 h 440942"/>
              <a:gd name="connsiteX82" fmla="*/ 137315 w 2253411"/>
              <a:gd name="connsiteY82" fmla="*/ 89752 h 440942"/>
              <a:gd name="connsiteX83" fmla="*/ 141435 w 2253411"/>
              <a:gd name="connsiteY83" fmla="*/ 93860 h 440942"/>
              <a:gd name="connsiteX84" fmla="*/ 141436 w 2253411"/>
              <a:gd name="connsiteY84" fmla="*/ 93860 h 440942"/>
              <a:gd name="connsiteX85" fmla="*/ 184696 w 2253411"/>
              <a:gd name="connsiteY85" fmla="*/ 93860 h 440942"/>
              <a:gd name="connsiteX86" fmla="*/ 184696 w 2253411"/>
              <a:gd name="connsiteY86" fmla="*/ 186698 h 440942"/>
              <a:gd name="connsiteX87" fmla="*/ 114724 w 2253411"/>
              <a:gd name="connsiteY87" fmla="*/ 186698 h 440942"/>
              <a:gd name="connsiteX88" fmla="*/ 114724 w 2253411"/>
              <a:gd name="connsiteY88" fmla="*/ 150874 h 440942"/>
              <a:gd name="connsiteX89" fmla="*/ 110611 w 2253411"/>
              <a:gd name="connsiteY89" fmla="*/ 146752 h 440942"/>
              <a:gd name="connsiteX90" fmla="*/ 110602 w 2253411"/>
              <a:gd name="connsiteY90" fmla="*/ 146752 h 440942"/>
              <a:gd name="connsiteX91" fmla="*/ 106479 w 2253411"/>
              <a:gd name="connsiteY91" fmla="*/ 150874 h 440942"/>
              <a:gd name="connsiteX92" fmla="*/ 106479 w 2253411"/>
              <a:gd name="connsiteY92" fmla="*/ 190835 h 440942"/>
              <a:gd name="connsiteX93" fmla="*/ 110598 w 2253411"/>
              <a:gd name="connsiteY93" fmla="*/ 194943 h 440942"/>
              <a:gd name="connsiteX94" fmla="*/ 110602 w 2253411"/>
              <a:gd name="connsiteY94" fmla="*/ 194943 h 440942"/>
              <a:gd name="connsiteX95" fmla="*/ 184696 w 2253411"/>
              <a:gd name="connsiteY95" fmla="*/ 194943 h 440942"/>
              <a:gd name="connsiteX96" fmla="*/ 184696 w 2253411"/>
              <a:gd name="connsiteY96" fmla="*/ 302418 h 440942"/>
              <a:gd name="connsiteX97" fmla="*/ 120523 w 2253411"/>
              <a:gd name="connsiteY97" fmla="*/ 302418 h 440942"/>
              <a:gd name="connsiteX98" fmla="*/ 120523 w 2253411"/>
              <a:gd name="connsiteY98" fmla="*/ 253744 h 440942"/>
              <a:gd name="connsiteX99" fmla="*/ 116395 w 2253411"/>
              <a:gd name="connsiteY99" fmla="*/ 249636 h 440942"/>
              <a:gd name="connsiteX100" fmla="*/ 116386 w 2253411"/>
              <a:gd name="connsiteY100" fmla="*/ 249636 h 440942"/>
              <a:gd name="connsiteX101" fmla="*/ 62189 w 2253411"/>
              <a:gd name="connsiteY101" fmla="*/ 249636 h 440942"/>
              <a:gd name="connsiteX102" fmla="*/ 62189 w 2253411"/>
              <a:gd name="connsiteY102" fmla="*/ 210170 h 440942"/>
              <a:gd name="connsiteX103" fmla="*/ 58084 w 2253411"/>
              <a:gd name="connsiteY103" fmla="*/ 206047 h 440942"/>
              <a:gd name="connsiteX104" fmla="*/ 58081 w 2253411"/>
              <a:gd name="connsiteY104" fmla="*/ 206047 h 440942"/>
              <a:gd name="connsiteX105" fmla="*/ 53958 w 2253411"/>
              <a:gd name="connsiteY105" fmla="*/ 210170 h 440942"/>
              <a:gd name="connsiteX106" fmla="*/ 53958 w 2253411"/>
              <a:gd name="connsiteY106" fmla="*/ 253744 h 440942"/>
              <a:gd name="connsiteX107" fmla="*/ 58081 w 2253411"/>
              <a:gd name="connsiteY107" fmla="*/ 257867 h 440942"/>
              <a:gd name="connsiteX108" fmla="*/ 112277 w 2253411"/>
              <a:gd name="connsiteY108" fmla="*/ 257867 h 440942"/>
              <a:gd name="connsiteX109" fmla="*/ 112277 w 2253411"/>
              <a:gd name="connsiteY109" fmla="*/ 380182 h 440942"/>
              <a:gd name="connsiteX110" fmla="*/ 116382 w 2253411"/>
              <a:gd name="connsiteY110" fmla="*/ 384304 h 440942"/>
              <a:gd name="connsiteX111" fmla="*/ 116386 w 2253411"/>
              <a:gd name="connsiteY111" fmla="*/ 384304 h 440942"/>
              <a:gd name="connsiteX112" fmla="*/ 120523 w 2253411"/>
              <a:gd name="connsiteY112" fmla="*/ 380182 h 440942"/>
              <a:gd name="connsiteX113" fmla="*/ 120523 w 2253411"/>
              <a:gd name="connsiteY113" fmla="*/ 310649 h 440942"/>
              <a:gd name="connsiteX114" fmla="*/ 184696 w 2253411"/>
              <a:gd name="connsiteY114" fmla="*/ 310649 h 440942"/>
              <a:gd name="connsiteX115" fmla="*/ 184696 w 2253411"/>
              <a:gd name="connsiteY115" fmla="*/ 432537 h 440942"/>
              <a:gd name="connsiteX116" fmla="*/ 131736 w 2253411"/>
              <a:gd name="connsiteY116" fmla="*/ 432537 h 440942"/>
              <a:gd name="connsiteX117" fmla="*/ 127628 w 2253411"/>
              <a:gd name="connsiteY117" fmla="*/ 436615 h 440942"/>
              <a:gd name="connsiteX118" fmla="*/ 127628 w 2253411"/>
              <a:gd name="connsiteY118" fmla="*/ 436646 h 440942"/>
              <a:gd name="connsiteX119" fmla="*/ 131716 w 2253411"/>
              <a:gd name="connsiteY119" fmla="*/ 440768 h 440942"/>
              <a:gd name="connsiteX120" fmla="*/ 131736 w 2253411"/>
              <a:gd name="connsiteY120" fmla="*/ 440768 h 440942"/>
              <a:gd name="connsiteX121" fmla="*/ 245888 w 2253411"/>
              <a:gd name="connsiteY121" fmla="*/ 440768 h 440942"/>
              <a:gd name="connsiteX122" fmla="*/ 250011 w 2253411"/>
              <a:gd name="connsiteY122" fmla="*/ 436657 h 440942"/>
              <a:gd name="connsiteX123" fmla="*/ 250011 w 2253411"/>
              <a:gd name="connsiteY123" fmla="*/ 436646 h 440942"/>
              <a:gd name="connsiteX124" fmla="*/ 245909 w 2253411"/>
              <a:gd name="connsiteY124" fmla="*/ 432537 h 440942"/>
              <a:gd name="connsiteX125" fmla="*/ 245888 w 2253411"/>
              <a:gd name="connsiteY125" fmla="*/ 432537 h 440942"/>
              <a:gd name="connsiteX126" fmla="*/ 192929 w 2253411"/>
              <a:gd name="connsiteY126" fmla="*/ 432537 h 440942"/>
              <a:gd name="connsiteX127" fmla="*/ 192929 w 2253411"/>
              <a:gd name="connsiteY127" fmla="*/ 310649 h 440942"/>
              <a:gd name="connsiteX128" fmla="*/ 257116 w 2253411"/>
              <a:gd name="connsiteY128" fmla="*/ 310649 h 440942"/>
              <a:gd name="connsiteX129" fmla="*/ 257116 w 2253411"/>
              <a:gd name="connsiteY129" fmla="*/ 380182 h 440942"/>
              <a:gd name="connsiteX130" fmla="*/ 261250 w 2253411"/>
              <a:gd name="connsiteY130" fmla="*/ 384304 h 440942"/>
              <a:gd name="connsiteX131" fmla="*/ 265358 w 2253411"/>
              <a:gd name="connsiteY131" fmla="*/ 380182 h 440942"/>
              <a:gd name="connsiteX132" fmla="*/ 265358 w 2253411"/>
              <a:gd name="connsiteY132" fmla="*/ 257867 h 440942"/>
              <a:gd name="connsiteX133" fmla="*/ 319557 w 2253411"/>
              <a:gd name="connsiteY133" fmla="*/ 257867 h 440942"/>
              <a:gd name="connsiteX134" fmla="*/ 323665 w 2253411"/>
              <a:gd name="connsiteY134" fmla="*/ 253748 h 440942"/>
              <a:gd name="connsiteX135" fmla="*/ 323665 w 2253411"/>
              <a:gd name="connsiteY135" fmla="*/ 253744 h 440942"/>
              <a:gd name="connsiteX136" fmla="*/ 323665 w 2253411"/>
              <a:gd name="connsiteY136" fmla="*/ 210170 h 440942"/>
              <a:gd name="connsiteX137" fmla="*/ 319557 w 2253411"/>
              <a:gd name="connsiteY137" fmla="*/ 206047 h 440942"/>
              <a:gd name="connsiteX138" fmla="*/ 315434 w 2253411"/>
              <a:gd name="connsiteY138" fmla="*/ 210170 h 440942"/>
              <a:gd name="connsiteX139" fmla="*/ 315434 w 2253411"/>
              <a:gd name="connsiteY139" fmla="*/ 249636 h 440942"/>
              <a:gd name="connsiteX140" fmla="*/ 261250 w 2253411"/>
              <a:gd name="connsiteY140" fmla="*/ 249636 h 440942"/>
              <a:gd name="connsiteX141" fmla="*/ 257115 w 2253411"/>
              <a:gd name="connsiteY141" fmla="*/ 253733 h 440942"/>
              <a:gd name="connsiteX142" fmla="*/ 257115 w 2253411"/>
              <a:gd name="connsiteY142" fmla="*/ 253744 h 440942"/>
              <a:gd name="connsiteX143" fmla="*/ 257115 w 2253411"/>
              <a:gd name="connsiteY143" fmla="*/ 302416 h 440942"/>
              <a:gd name="connsiteX144" fmla="*/ 192927 w 2253411"/>
              <a:gd name="connsiteY144" fmla="*/ 302416 h 440942"/>
              <a:gd name="connsiteX145" fmla="*/ 192927 w 2253411"/>
              <a:gd name="connsiteY145" fmla="*/ 194943 h 440942"/>
              <a:gd name="connsiteX146" fmla="*/ 267036 w 2253411"/>
              <a:gd name="connsiteY146" fmla="*/ 194943 h 440942"/>
              <a:gd name="connsiteX147" fmla="*/ 271144 w 2253411"/>
              <a:gd name="connsiteY147" fmla="*/ 190849 h 440942"/>
              <a:gd name="connsiteX148" fmla="*/ 271144 w 2253411"/>
              <a:gd name="connsiteY148" fmla="*/ 190835 h 440942"/>
              <a:gd name="connsiteX149" fmla="*/ 351285 w 2253411"/>
              <a:gd name="connsiteY149" fmla="*/ 133931 h 440942"/>
              <a:gd name="connsiteX150" fmla="*/ 351285 w 2253411"/>
              <a:gd name="connsiteY150" fmla="*/ 45545 h 440942"/>
              <a:gd name="connsiteX151" fmla="*/ 347175 w 2253411"/>
              <a:gd name="connsiteY151" fmla="*/ 41422 h 440942"/>
              <a:gd name="connsiteX152" fmla="*/ 347164 w 2253411"/>
              <a:gd name="connsiteY152" fmla="*/ 41422 h 440942"/>
              <a:gd name="connsiteX153" fmla="*/ 283332 w 2253411"/>
              <a:gd name="connsiteY153" fmla="*/ 41422 h 440942"/>
              <a:gd name="connsiteX154" fmla="*/ 279224 w 2253411"/>
              <a:gd name="connsiteY154" fmla="*/ 45524 h 440942"/>
              <a:gd name="connsiteX155" fmla="*/ 279224 w 2253411"/>
              <a:gd name="connsiteY155" fmla="*/ 45545 h 440942"/>
              <a:gd name="connsiteX156" fmla="*/ 283332 w 2253411"/>
              <a:gd name="connsiteY156" fmla="*/ 49653 h 440942"/>
              <a:gd name="connsiteX157" fmla="*/ 343054 w 2253411"/>
              <a:gd name="connsiteY157" fmla="*/ 49653 h 440942"/>
              <a:gd name="connsiteX158" fmla="*/ 343054 w 2253411"/>
              <a:gd name="connsiteY158" fmla="*/ 129808 h 440942"/>
              <a:gd name="connsiteX159" fmla="*/ 297460 w 2253411"/>
              <a:gd name="connsiteY159" fmla="*/ 129808 h 440942"/>
              <a:gd name="connsiteX160" fmla="*/ 293338 w 2253411"/>
              <a:gd name="connsiteY160" fmla="*/ 133918 h 440942"/>
              <a:gd name="connsiteX161" fmla="*/ 293338 w 2253411"/>
              <a:gd name="connsiteY161" fmla="*/ 133931 h 440942"/>
              <a:gd name="connsiteX162" fmla="*/ 297460 w 2253411"/>
              <a:gd name="connsiteY162" fmla="*/ 138039 h 440942"/>
              <a:gd name="connsiteX163" fmla="*/ 347164 w 2253411"/>
              <a:gd name="connsiteY163" fmla="*/ 138039 h 440942"/>
              <a:gd name="connsiteX164" fmla="*/ 351285 w 2253411"/>
              <a:gd name="connsiteY164" fmla="*/ 133931 h 440942"/>
              <a:gd name="connsiteX165" fmla="*/ 377065 w 2253411"/>
              <a:gd name="connsiteY165" fmla="*/ 343972 h 440942"/>
              <a:gd name="connsiteX166" fmla="*/ 377065 w 2253411"/>
              <a:gd name="connsiteY166" fmla="*/ 177629 h 440942"/>
              <a:gd name="connsiteX167" fmla="*/ 372946 w 2253411"/>
              <a:gd name="connsiteY167" fmla="*/ 173521 h 440942"/>
              <a:gd name="connsiteX168" fmla="*/ 372943 w 2253411"/>
              <a:gd name="connsiteY168" fmla="*/ 173521 h 440942"/>
              <a:gd name="connsiteX169" fmla="*/ 368834 w 2253411"/>
              <a:gd name="connsiteY169" fmla="*/ 177617 h 440942"/>
              <a:gd name="connsiteX170" fmla="*/ 368834 w 2253411"/>
              <a:gd name="connsiteY170" fmla="*/ 177629 h 440942"/>
              <a:gd name="connsiteX171" fmla="*/ 368834 w 2253411"/>
              <a:gd name="connsiteY171" fmla="*/ 339836 h 440942"/>
              <a:gd name="connsiteX172" fmla="*/ 297460 w 2253411"/>
              <a:gd name="connsiteY172" fmla="*/ 339836 h 440942"/>
              <a:gd name="connsiteX173" fmla="*/ 293338 w 2253411"/>
              <a:gd name="connsiteY173" fmla="*/ 343970 h 440942"/>
              <a:gd name="connsiteX174" fmla="*/ 293338 w 2253411"/>
              <a:gd name="connsiteY174" fmla="*/ 343972 h 440942"/>
              <a:gd name="connsiteX175" fmla="*/ 297438 w 2253411"/>
              <a:gd name="connsiteY175" fmla="*/ 348080 h 440942"/>
              <a:gd name="connsiteX176" fmla="*/ 297460 w 2253411"/>
              <a:gd name="connsiteY176" fmla="*/ 348080 h 440942"/>
              <a:gd name="connsiteX177" fmla="*/ 372943 w 2253411"/>
              <a:gd name="connsiteY177" fmla="*/ 348080 h 440942"/>
              <a:gd name="connsiteX178" fmla="*/ 377065 w 2253411"/>
              <a:gd name="connsiteY178" fmla="*/ 343992 h 440942"/>
              <a:gd name="connsiteX179" fmla="*/ 377065 w 2253411"/>
              <a:gd name="connsiteY179" fmla="*/ 343972 h 440942"/>
              <a:gd name="connsiteX180" fmla="*/ 577721 w 2253411"/>
              <a:gd name="connsiteY180" fmla="*/ 299806 h 440942"/>
              <a:gd name="connsiteX181" fmla="*/ 609683 w 2253411"/>
              <a:gd name="connsiteY181" fmla="*/ 299806 h 440942"/>
              <a:gd name="connsiteX182" fmla="*/ 609683 w 2253411"/>
              <a:gd name="connsiteY182" fmla="*/ 196098 h 440942"/>
              <a:gd name="connsiteX183" fmla="*/ 551186 w 2253411"/>
              <a:gd name="connsiteY183" fmla="*/ 131498 h 440942"/>
              <a:gd name="connsiteX184" fmla="*/ 500878 w 2253411"/>
              <a:gd name="connsiteY184" fmla="*/ 159709 h 440942"/>
              <a:gd name="connsiteX185" fmla="*/ 500878 w 2253411"/>
              <a:gd name="connsiteY185" fmla="*/ 136254 h 440942"/>
              <a:gd name="connsiteX186" fmla="*/ 469601 w 2253411"/>
              <a:gd name="connsiteY186" fmla="*/ 136254 h 440942"/>
              <a:gd name="connsiteX187" fmla="*/ 469601 w 2253411"/>
              <a:gd name="connsiteY187" fmla="*/ 299806 h 440942"/>
              <a:gd name="connsiteX188" fmla="*/ 501565 w 2253411"/>
              <a:gd name="connsiteY188" fmla="*/ 299806 h 440942"/>
              <a:gd name="connsiteX189" fmla="*/ 501565 w 2253411"/>
              <a:gd name="connsiteY189" fmla="*/ 205278 h 440942"/>
              <a:gd name="connsiteX190" fmla="*/ 539629 w 2253411"/>
              <a:gd name="connsiteY190" fmla="*/ 160396 h 440942"/>
              <a:gd name="connsiteX191" fmla="*/ 577721 w 2253411"/>
              <a:gd name="connsiteY191" fmla="*/ 201540 h 440942"/>
              <a:gd name="connsiteX192" fmla="*/ 766751 w 2253411"/>
              <a:gd name="connsiteY192" fmla="*/ 201196 h 440942"/>
              <a:gd name="connsiteX193" fmla="*/ 677320 w 2253411"/>
              <a:gd name="connsiteY193" fmla="*/ 201196 h 440942"/>
              <a:gd name="connsiteX194" fmla="*/ 721870 w 2253411"/>
              <a:gd name="connsiteY194" fmla="*/ 159366 h 440942"/>
              <a:gd name="connsiteX195" fmla="*/ 766751 w 2253411"/>
              <a:gd name="connsiteY195" fmla="*/ 201196 h 440942"/>
              <a:gd name="connsiteX196" fmla="*/ 799388 w 2253411"/>
              <a:gd name="connsiteY196" fmla="*/ 227044 h 440942"/>
              <a:gd name="connsiteX197" fmla="*/ 800075 w 2253411"/>
              <a:gd name="connsiteY197" fmla="*/ 216835 h 440942"/>
              <a:gd name="connsiteX198" fmla="*/ 721527 w 2253411"/>
              <a:gd name="connsiteY198" fmla="*/ 131155 h 440942"/>
              <a:gd name="connsiteX199" fmla="*/ 643324 w 2253411"/>
              <a:gd name="connsiteY199" fmla="*/ 217522 h 440942"/>
              <a:gd name="connsiteX200" fmla="*/ 725608 w 2253411"/>
              <a:gd name="connsiteY200" fmla="*/ 304904 h 440942"/>
              <a:gd name="connsiteX201" fmla="*/ 799044 w 2253411"/>
              <a:gd name="connsiteY201" fmla="*/ 253221 h 440942"/>
              <a:gd name="connsiteX202" fmla="*/ 771519 w 2253411"/>
              <a:gd name="connsiteY202" fmla="*/ 243698 h 440942"/>
              <a:gd name="connsiteX203" fmla="*/ 725608 w 2253411"/>
              <a:gd name="connsiteY203" fmla="*/ 276679 h 440942"/>
              <a:gd name="connsiteX204" fmla="*/ 676304 w 2253411"/>
              <a:gd name="connsiteY204" fmla="*/ 227044 h 440942"/>
              <a:gd name="connsiteX205" fmla="*/ 945791 w 2253411"/>
              <a:gd name="connsiteY205" fmla="*/ 299820 h 440942"/>
              <a:gd name="connsiteX206" fmla="*/ 976394 w 2253411"/>
              <a:gd name="connsiteY206" fmla="*/ 299820 h 440942"/>
              <a:gd name="connsiteX207" fmla="*/ 974677 w 2253411"/>
              <a:gd name="connsiteY207" fmla="*/ 269547 h 440942"/>
              <a:gd name="connsiteX208" fmla="*/ 974677 w 2253411"/>
              <a:gd name="connsiteY208" fmla="*/ 136254 h 440942"/>
              <a:gd name="connsiteX209" fmla="*/ 942727 w 2253411"/>
              <a:gd name="connsiteY209" fmla="*/ 136254 h 440942"/>
              <a:gd name="connsiteX210" fmla="*/ 942727 w 2253411"/>
              <a:gd name="connsiteY210" fmla="*/ 234863 h 440942"/>
              <a:gd name="connsiteX211" fmla="*/ 903948 w 2253411"/>
              <a:gd name="connsiteY211" fmla="*/ 276679 h 440942"/>
              <a:gd name="connsiteX212" fmla="*/ 866901 w 2253411"/>
              <a:gd name="connsiteY212" fmla="*/ 234519 h 440942"/>
              <a:gd name="connsiteX213" fmla="*/ 866901 w 2253411"/>
              <a:gd name="connsiteY213" fmla="*/ 136254 h 440942"/>
              <a:gd name="connsiteX214" fmla="*/ 834924 w 2253411"/>
              <a:gd name="connsiteY214" fmla="*/ 136254 h 440942"/>
              <a:gd name="connsiteX215" fmla="*/ 834924 w 2253411"/>
              <a:gd name="connsiteY215" fmla="*/ 239287 h 440942"/>
              <a:gd name="connsiteX216" fmla="*/ 896143 w 2253411"/>
              <a:gd name="connsiteY216" fmla="*/ 304903 h 440942"/>
              <a:gd name="connsiteX217" fmla="*/ 944418 w 2253411"/>
              <a:gd name="connsiteY217" fmla="*/ 280086 h 440942"/>
              <a:gd name="connsiteX218" fmla="*/ 945791 w 2253411"/>
              <a:gd name="connsiteY218" fmla="*/ 299818 h 440942"/>
              <a:gd name="connsiteX219" fmla="*/ 1098324 w 2253411"/>
              <a:gd name="connsiteY219" fmla="*/ 167541 h 440942"/>
              <a:gd name="connsiteX220" fmla="*/ 1112271 w 2253411"/>
              <a:gd name="connsiteY220" fmla="*/ 168559 h 440942"/>
              <a:gd name="connsiteX221" fmla="*/ 1112271 w 2253411"/>
              <a:gd name="connsiteY221" fmla="*/ 134563 h 440942"/>
              <a:gd name="connsiteX222" fmla="*/ 1101731 w 2253411"/>
              <a:gd name="connsiteY222" fmla="*/ 133532 h 440942"/>
              <a:gd name="connsiteX223" fmla="*/ 1052771 w 2253411"/>
              <a:gd name="connsiteY223" fmla="*/ 164808 h 440942"/>
              <a:gd name="connsiteX224" fmla="*/ 1052771 w 2253411"/>
              <a:gd name="connsiteY224" fmla="*/ 136266 h 440942"/>
              <a:gd name="connsiteX225" fmla="*/ 1021481 w 2253411"/>
              <a:gd name="connsiteY225" fmla="*/ 136266 h 440942"/>
              <a:gd name="connsiteX226" fmla="*/ 1021481 w 2253411"/>
              <a:gd name="connsiteY226" fmla="*/ 299806 h 440942"/>
              <a:gd name="connsiteX227" fmla="*/ 1053443 w 2253411"/>
              <a:gd name="connsiteY227" fmla="*/ 299806 h 440942"/>
              <a:gd name="connsiteX228" fmla="*/ 1053443 w 2253411"/>
              <a:gd name="connsiteY228" fmla="*/ 217851 h 440942"/>
              <a:gd name="connsiteX229" fmla="*/ 1098324 w 2253411"/>
              <a:gd name="connsiteY229" fmla="*/ 167543 h 440942"/>
              <a:gd name="connsiteX230" fmla="*/ 1263512 w 2253411"/>
              <a:gd name="connsiteY230" fmla="*/ 217865 h 440942"/>
              <a:gd name="connsiteX231" fmla="*/ 1212518 w 2253411"/>
              <a:gd name="connsiteY231" fmla="*/ 276350 h 440942"/>
              <a:gd name="connsiteX232" fmla="*/ 1161507 w 2253411"/>
              <a:gd name="connsiteY232" fmla="*/ 217865 h 440942"/>
              <a:gd name="connsiteX233" fmla="*/ 1212518 w 2253411"/>
              <a:gd name="connsiteY233" fmla="*/ 159709 h 440942"/>
              <a:gd name="connsiteX234" fmla="*/ 1263512 w 2253411"/>
              <a:gd name="connsiteY234" fmla="*/ 217865 h 440942"/>
              <a:gd name="connsiteX235" fmla="*/ 1296163 w 2253411"/>
              <a:gd name="connsiteY235" fmla="*/ 217865 h 440942"/>
              <a:gd name="connsiteX236" fmla="*/ 1212518 w 2253411"/>
              <a:gd name="connsiteY236" fmla="*/ 131169 h 440942"/>
              <a:gd name="connsiteX237" fmla="*/ 1128871 w 2253411"/>
              <a:gd name="connsiteY237" fmla="*/ 217865 h 440942"/>
              <a:gd name="connsiteX238" fmla="*/ 1212518 w 2253411"/>
              <a:gd name="connsiteY238" fmla="*/ 304904 h 440942"/>
              <a:gd name="connsiteX239" fmla="*/ 1296163 w 2253411"/>
              <a:gd name="connsiteY239" fmla="*/ 217865 h 440942"/>
              <a:gd name="connsiteX240" fmla="*/ 1388657 w 2253411"/>
              <a:gd name="connsiteY240" fmla="*/ 301496 h 440942"/>
              <a:gd name="connsiteX241" fmla="*/ 1410425 w 2253411"/>
              <a:gd name="connsiteY241" fmla="*/ 298446 h 440942"/>
              <a:gd name="connsiteX242" fmla="*/ 1410425 w 2253411"/>
              <a:gd name="connsiteY242" fmla="*/ 271237 h 440942"/>
              <a:gd name="connsiteX243" fmla="*/ 1397836 w 2253411"/>
              <a:gd name="connsiteY243" fmla="*/ 272612 h 440942"/>
              <a:gd name="connsiteX244" fmla="*/ 1375054 w 2253411"/>
              <a:gd name="connsiteY244" fmla="*/ 250158 h 440942"/>
              <a:gd name="connsiteX245" fmla="*/ 1375054 w 2253411"/>
              <a:gd name="connsiteY245" fmla="*/ 165152 h 440942"/>
              <a:gd name="connsiteX246" fmla="*/ 1410423 w 2253411"/>
              <a:gd name="connsiteY246" fmla="*/ 165152 h 440942"/>
              <a:gd name="connsiteX247" fmla="*/ 1410423 w 2253411"/>
              <a:gd name="connsiteY247" fmla="*/ 136254 h 440942"/>
              <a:gd name="connsiteX248" fmla="*/ 1375054 w 2253411"/>
              <a:gd name="connsiteY248" fmla="*/ 136254 h 440942"/>
              <a:gd name="connsiteX249" fmla="*/ 1375054 w 2253411"/>
              <a:gd name="connsiteY249" fmla="*/ 84585 h 440942"/>
              <a:gd name="connsiteX250" fmla="*/ 1345825 w 2253411"/>
              <a:gd name="connsiteY250" fmla="*/ 84585 h 440942"/>
              <a:gd name="connsiteX251" fmla="*/ 1345825 w 2253411"/>
              <a:gd name="connsiteY251" fmla="*/ 111092 h 440942"/>
              <a:gd name="connsiteX252" fmla="*/ 1320665 w 2253411"/>
              <a:gd name="connsiteY252" fmla="*/ 136254 h 440942"/>
              <a:gd name="connsiteX253" fmla="*/ 1311814 w 2253411"/>
              <a:gd name="connsiteY253" fmla="*/ 136254 h 440942"/>
              <a:gd name="connsiteX254" fmla="*/ 1311814 w 2253411"/>
              <a:gd name="connsiteY254" fmla="*/ 165152 h 440942"/>
              <a:gd name="connsiteX255" fmla="*/ 1343105 w 2253411"/>
              <a:gd name="connsiteY255" fmla="*/ 165152 h 440942"/>
              <a:gd name="connsiteX256" fmla="*/ 1343105 w 2253411"/>
              <a:gd name="connsiteY256" fmla="*/ 254911 h 440942"/>
              <a:gd name="connsiteX257" fmla="*/ 1388657 w 2253411"/>
              <a:gd name="connsiteY257" fmla="*/ 301496 h 440942"/>
              <a:gd name="connsiteX258" fmla="*/ 1564344 w 2253411"/>
              <a:gd name="connsiteY258" fmla="*/ 217865 h 440942"/>
              <a:gd name="connsiteX259" fmla="*/ 1513349 w 2253411"/>
              <a:gd name="connsiteY259" fmla="*/ 276350 h 440942"/>
              <a:gd name="connsiteX260" fmla="*/ 1462340 w 2253411"/>
              <a:gd name="connsiteY260" fmla="*/ 217865 h 440942"/>
              <a:gd name="connsiteX261" fmla="*/ 1513349 w 2253411"/>
              <a:gd name="connsiteY261" fmla="*/ 159709 h 440942"/>
              <a:gd name="connsiteX262" fmla="*/ 1564344 w 2253411"/>
              <a:gd name="connsiteY262" fmla="*/ 217865 h 440942"/>
              <a:gd name="connsiteX263" fmla="*/ 1596994 w 2253411"/>
              <a:gd name="connsiteY263" fmla="*/ 217865 h 440942"/>
              <a:gd name="connsiteX264" fmla="*/ 1513349 w 2253411"/>
              <a:gd name="connsiteY264" fmla="*/ 131169 h 440942"/>
              <a:gd name="connsiteX265" fmla="*/ 1429704 w 2253411"/>
              <a:gd name="connsiteY265" fmla="*/ 217865 h 440942"/>
              <a:gd name="connsiteX266" fmla="*/ 1513349 w 2253411"/>
              <a:gd name="connsiteY266" fmla="*/ 304904 h 440942"/>
              <a:gd name="connsiteX267" fmla="*/ 1596994 w 2253411"/>
              <a:gd name="connsiteY267" fmla="*/ 217865 h 440942"/>
              <a:gd name="connsiteX268" fmla="*/ 1709456 w 2253411"/>
              <a:gd name="connsiteY268" fmla="*/ 167543 h 440942"/>
              <a:gd name="connsiteX269" fmla="*/ 1723392 w 2253411"/>
              <a:gd name="connsiteY269" fmla="*/ 168560 h 440942"/>
              <a:gd name="connsiteX270" fmla="*/ 1723392 w 2253411"/>
              <a:gd name="connsiteY270" fmla="*/ 134563 h 440942"/>
              <a:gd name="connsiteX271" fmla="*/ 1712851 w 2253411"/>
              <a:gd name="connsiteY271" fmla="*/ 133532 h 440942"/>
              <a:gd name="connsiteX272" fmla="*/ 1663890 w 2253411"/>
              <a:gd name="connsiteY272" fmla="*/ 164808 h 440942"/>
              <a:gd name="connsiteX273" fmla="*/ 1663890 w 2253411"/>
              <a:gd name="connsiteY273" fmla="*/ 136266 h 440942"/>
              <a:gd name="connsiteX274" fmla="*/ 1632614 w 2253411"/>
              <a:gd name="connsiteY274" fmla="*/ 136266 h 440942"/>
              <a:gd name="connsiteX275" fmla="*/ 1632614 w 2253411"/>
              <a:gd name="connsiteY275" fmla="*/ 299806 h 440942"/>
              <a:gd name="connsiteX276" fmla="*/ 1664564 w 2253411"/>
              <a:gd name="connsiteY276" fmla="*/ 299806 h 440942"/>
              <a:gd name="connsiteX277" fmla="*/ 1664564 w 2253411"/>
              <a:gd name="connsiteY277" fmla="*/ 217851 h 440942"/>
              <a:gd name="connsiteX278" fmla="*/ 1709456 w 2253411"/>
              <a:gd name="connsiteY278" fmla="*/ 167543 h 440942"/>
              <a:gd name="connsiteX279" fmla="*/ 1790286 w 2253411"/>
              <a:gd name="connsiteY279" fmla="*/ 74360 h 440942"/>
              <a:gd name="connsiteX280" fmla="*/ 1767488 w 2253411"/>
              <a:gd name="connsiteY280" fmla="*/ 51248 h 440942"/>
              <a:gd name="connsiteX281" fmla="*/ 1744374 w 2253411"/>
              <a:gd name="connsiteY281" fmla="*/ 74045 h 440942"/>
              <a:gd name="connsiteX282" fmla="*/ 1767159 w 2253411"/>
              <a:gd name="connsiteY282" fmla="*/ 97158 h 440942"/>
              <a:gd name="connsiteX283" fmla="*/ 1790286 w 2253411"/>
              <a:gd name="connsiteY283" fmla="*/ 74401 h 440942"/>
              <a:gd name="connsiteX284" fmla="*/ 1790286 w 2253411"/>
              <a:gd name="connsiteY284" fmla="*/ 74362 h 440942"/>
              <a:gd name="connsiteX285" fmla="*/ 1937899 w 2253411"/>
              <a:gd name="connsiteY285" fmla="*/ 299820 h 440942"/>
              <a:gd name="connsiteX286" fmla="*/ 1968489 w 2253411"/>
              <a:gd name="connsiteY286" fmla="*/ 299820 h 440942"/>
              <a:gd name="connsiteX287" fmla="*/ 1966785 w 2253411"/>
              <a:gd name="connsiteY287" fmla="*/ 269547 h 440942"/>
              <a:gd name="connsiteX288" fmla="*/ 1966785 w 2253411"/>
              <a:gd name="connsiteY288" fmla="*/ 136254 h 440942"/>
              <a:gd name="connsiteX289" fmla="*/ 1934821 w 2253411"/>
              <a:gd name="connsiteY289" fmla="*/ 136254 h 440942"/>
              <a:gd name="connsiteX290" fmla="*/ 1934821 w 2253411"/>
              <a:gd name="connsiteY290" fmla="*/ 234863 h 440942"/>
              <a:gd name="connsiteX291" fmla="*/ 1896069 w 2253411"/>
              <a:gd name="connsiteY291" fmla="*/ 276679 h 440942"/>
              <a:gd name="connsiteX292" fmla="*/ 1859008 w 2253411"/>
              <a:gd name="connsiteY292" fmla="*/ 234519 h 440942"/>
              <a:gd name="connsiteX293" fmla="*/ 1859008 w 2253411"/>
              <a:gd name="connsiteY293" fmla="*/ 136254 h 440942"/>
              <a:gd name="connsiteX294" fmla="*/ 1827032 w 2253411"/>
              <a:gd name="connsiteY294" fmla="*/ 136254 h 440942"/>
              <a:gd name="connsiteX295" fmla="*/ 1827032 w 2253411"/>
              <a:gd name="connsiteY295" fmla="*/ 239287 h 440942"/>
              <a:gd name="connsiteX296" fmla="*/ 1888249 w 2253411"/>
              <a:gd name="connsiteY296" fmla="*/ 304903 h 440942"/>
              <a:gd name="connsiteX297" fmla="*/ 1936524 w 2253411"/>
              <a:gd name="connsiteY297" fmla="*/ 280086 h 440942"/>
              <a:gd name="connsiteX298" fmla="*/ 1937899 w 2253411"/>
              <a:gd name="connsiteY298" fmla="*/ 299818 h 440942"/>
              <a:gd name="connsiteX299" fmla="*/ 2253984 w 2253411"/>
              <a:gd name="connsiteY299" fmla="*/ 299806 h 440942"/>
              <a:gd name="connsiteX300" fmla="*/ 2253984 w 2253411"/>
              <a:gd name="connsiteY300" fmla="*/ 193721 h 440942"/>
              <a:gd name="connsiteX301" fmla="*/ 2197547 w 2253411"/>
              <a:gd name="connsiteY301" fmla="*/ 131498 h 440942"/>
              <a:gd name="connsiteX302" fmla="*/ 2142800 w 2253411"/>
              <a:gd name="connsiteY302" fmla="*/ 162431 h 440942"/>
              <a:gd name="connsiteX303" fmla="*/ 2093839 w 2253411"/>
              <a:gd name="connsiteY303" fmla="*/ 131498 h 440942"/>
              <a:gd name="connsiteX304" fmla="*/ 2044204 w 2253411"/>
              <a:gd name="connsiteY304" fmla="*/ 158005 h 440942"/>
              <a:gd name="connsiteX305" fmla="*/ 2044204 w 2253411"/>
              <a:gd name="connsiteY305" fmla="*/ 136254 h 440942"/>
              <a:gd name="connsiteX306" fmla="*/ 2013588 w 2253411"/>
              <a:gd name="connsiteY306" fmla="*/ 136254 h 440942"/>
              <a:gd name="connsiteX307" fmla="*/ 2013588 w 2253411"/>
              <a:gd name="connsiteY307" fmla="*/ 299806 h 440942"/>
              <a:gd name="connsiteX308" fmla="*/ 2045221 w 2253411"/>
              <a:gd name="connsiteY308" fmla="*/ 299806 h 440942"/>
              <a:gd name="connsiteX309" fmla="*/ 2045221 w 2253411"/>
              <a:gd name="connsiteY309" fmla="*/ 201209 h 440942"/>
              <a:gd name="connsiteX310" fmla="*/ 2083299 w 2253411"/>
              <a:gd name="connsiteY310" fmla="*/ 159709 h 440942"/>
              <a:gd name="connsiteX311" fmla="*/ 2117971 w 2253411"/>
              <a:gd name="connsiteY311" fmla="*/ 197115 h 440942"/>
              <a:gd name="connsiteX312" fmla="*/ 2117971 w 2253411"/>
              <a:gd name="connsiteY312" fmla="*/ 299807 h 440942"/>
              <a:gd name="connsiteX313" fmla="*/ 2149932 w 2253411"/>
              <a:gd name="connsiteY313" fmla="*/ 299807 h 440942"/>
              <a:gd name="connsiteX314" fmla="*/ 2149932 w 2253411"/>
              <a:gd name="connsiteY314" fmla="*/ 200867 h 440942"/>
              <a:gd name="connsiteX315" fmla="*/ 2187682 w 2253411"/>
              <a:gd name="connsiteY315" fmla="*/ 159711 h 440942"/>
              <a:gd name="connsiteX316" fmla="*/ 2222364 w 2253411"/>
              <a:gd name="connsiteY316" fmla="*/ 197115 h 440942"/>
              <a:gd name="connsiteX317" fmla="*/ 2222364 w 2253411"/>
              <a:gd name="connsiteY317" fmla="*/ 299807 h 440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Lst>
            <a:rect l="l" t="t" r="r" b="b"/>
            <a:pathLst>
              <a:path w="2253411" h="440942">
                <a:moveTo>
                  <a:pt x="1783139" y="136254"/>
                </a:moveTo>
                <a:lnTo>
                  <a:pt x="1751520" y="136254"/>
                </a:lnTo>
                <a:lnTo>
                  <a:pt x="1751520" y="299806"/>
                </a:lnTo>
                <a:lnTo>
                  <a:pt x="1783139" y="299806"/>
                </a:lnTo>
                <a:close/>
                <a:moveTo>
                  <a:pt x="293338" y="409024"/>
                </a:moveTo>
                <a:cubicBezTo>
                  <a:pt x="293335" y="411298"/>
                  <a:pt x="295174" y="413144"/>
                  <a:pt x="297448" y="413147"/>
                </a:cubicBezTo>
                <a:cubicBezTo>
                  <a:pt x="297452" y="413147"/>
                  <a:pt x="297456" y="413147"/>
                  <a:pt x="297460" y="413147"/>
                </a:cubicBezTo>
                <a:lnTo>
                  <a:pt x="333669" y="413147"/>
                </a:lnTo>
                <a:cubicBezTo>
                  <a:pt x="335936" y="413150"/>
                  <a:pt x="337776" y="411314"/>
                  <a:pt x="337779" y="409047"/>
                </a:cubicBezTo>
                <a:cubicBezTo>
                  <a:pt x="337779" y="409039"/>
                  <a:pt x="337779" y="409032"/>
                  <a:pt x="337777" y="409024"/>
                </a:cubicBezTo>
                <a:cubicBezTo>
                  <a:pt x="337782" y="406760"/>
                  <a:pt x="335949" y="404921"/>
                  <a:pt x="333683" y="404916"/>
                </a:cubicBezTo>
                <a:cubicBezTo>
                  <a:pt x="333678" y="404916"/>
                  <a:pt x="333674" y="404916"/>
                  <a:pt x="333669" y="404916"/>
                </a:cubicBezTo>
                <a:lnTo>
                  <a:pt x="297460" y="404916"/>
                </a:lnTo>
                <a:cubicBezTo>
                  <a:pt x="295188" y="404911"/>
                  <a:pt x="293342" y="406749"/>
                  <a:pt x="293338" y="409021"/>
                </a:cubicBezTo>
                <a:cubicBezTo>
                  <a:pt x="293338" y="409023"/>
                  <a:pt x="293338" y="409024"/>
                  <a:pt x="293338" y="409024"/>
                </a:cubicBezTo>
                <a:moveTo>
                  <a:pt x="39859" y="409024"/>
                </a:moveTo>
                <a:cubicBezTo>
                  <a:pt x="39849" y="411291"/>
                  <a:pt x="41679" y="413137"/>
                  <a:pt x="43946" y="413147"/>
                </a:cubicBezTo>
                <a:cubicBezTo>
                  <a:pt x="43953" y="413147"/>
                  <a:pt x="43959" y="413147"/>
                  <a:pt x="43967" y="413147"/>
                </a:cubicBezTo>
                <a:lnTo>
                  <a:pt x="80176" y="413147"/>
                </a:lnTo>
                <a:cubicBezTo>
                  <a:pt x="82449" y="413150"/>
                  <a:pt x="84295" y="411311"/>
                  <a:pt x="84298" y="409037"/>
                </a:cubicBezTo>
                <a:cubicBezTo>
                  <a:pt x="84298" y="409032"/>
                  <a:pt x="84298" y="409029"/>
                  <a:pt x="84298" y="409024"/>
                </a:cubicBezTo>
                <a:cubicBezTo>
                  <a:pt x="84295" y="406752"/>
                  <a:pt x="82451" y="404913"/>
                  <a:pt x="80179" y="404916"/>
                </a:cubicBezTo>
                <a:cubicBezTo>
                  <a:pt x="80177" y="404916"/>
                  <a:pt x="80177" y="404916"/>
                  <a:pt x="80176" y="404916"/>
                </a:cubicBezTo>
                <a:lnTo>
                  <a:pt x="43967" y="404916"/>
                </a:lnTo>
                <a:cubicBezTo>
                  <a:pt x="41701" y="404913"/>
                  <a:pt x="39862" y="406746"/>
                  <a:pt x="39859" y="409012"/>
                </a:cubicBezTo>
                <a:cubicBezTo>
                  <a:pt x="39859" y="409016"/>
                  <a:pt x="39859" y="409021"/>
                  <a:pt x="39859" y="409024"/>
                </a:cubicBezTo>
                <a:moveTo>
                  <a:pt x="80177" y="339849"/>
                </a:moveTo>
                <a:lnTo>
                  <a:pt x="8803" y="339849"/>
                </a:lnTo>
                <a:lnTo>
                  <a:pt x="8803" y="177644"/>
                </a:lnTo>
                <a:cubicBezTo>
                  <a:pt x="8801" y="175367"/>
                  <a:pt x="6955" y="173523"/>
                  <a:pt x="4680" y="173521"/>
                </a:cubicBezTo>
                <a:cubicBezTo>
                  <a:pt x="2408" y="173523"/>
                  <a:pt x="569" y="175367"/>
                  <a:pt x="572" y="177639"/>
                </a:cubicBezTo>
                <a:cubicBezTo>
                  <a:pt x="572" y="177640"/>
                  <a:pt x="572" y="177642"/>
                  <a:pt x="572" y="177644"/>
                </a:cubicBezTo>
                <a:lnTo>
                  <a:pt x="572" y="343959"/>
                </a:lnTo>
                <a:cubicBezTo>
                  <a:pt x="567" y="346229"/>
                  <a:pt x="2404" y="348075"/>
                  <a:pt x="4676" y="348080"/>
                </a:cubicBezTo>
                <a:cubicBezTo>
                  <a:pt x="4677" y="348080"/>
                  <a:pt x="4679" y="348080"/>
                  <a:pt x="4680" y="348080"/>
                </a:cubicBezTo>
                <a:lnTo>
                  <a:pt x="80176" y="348080"/>
                </a:lnTo>
                <a:cubicBezTo>
                  <a:pt x="82449" y="348083"/>
                  <a:pt x="84295" y="346244"/>
                  <a:pt x="84298" y="343970"/>
                </a:cubicBezTo>
                <a:cubicBezTo>
                  <a:pt x="84298" y="343965"/>
                  <a:pt x="84298" y="343962"/>
                  <a:pt x="84298" y="343959"/>
                </a:cubicBezTo>
                <a:cubicBezTo>
                  <a:pt x="84290" y="341687"/>
                  <a:pt x="82447" y="339849"/>
                  <a:pt x="80176" y="339849"/>
                </a:cubicBezTo>
                <a:moveTo>
                  <a:pt x="98412" y="45530"/>
                </a:moveTo>
                <a:cubicBezTo>
                  <a:pt x="98409" y="43258"/>
                  <a:pt x="96564" y="41419"/>
                  <a:pt x="94292" y="41422"/>
                </a:cubicBezTo>
                <a:cubicBezTo>
                  <a:pt x="94291" y="41422"/>
                  <a:pt x="94291" y="41422"/>
                  <a:pt x="94289" y="41422"/>
                </a:cubicBezTo>
                <a:lnTo>
                  <a:pt x="30459" y="41422"/>
                </a:lnTo>
                <a:cubicBezTo>
                  <a:pt x="28193" y="41419"/>
                  <a:pt x="26354" y="43252"/>
                  <a:pt x="26351" y="45518"/>
                </a:cubicBezTo>
                <a:cubicBezTo>
                  <a:pt x="26351" y="45521"/>
                  <a:pt x="26351" y="45526"/>
                  <a:pt x="26351" y="45530"/>
                </a:cubicBezTo>
                <a:lnTo>
                  <a:pt x="26351" y="133916"/>
                </a:lnTo>
                <a:cubicBezTo>
                  <a:pt x="26346" y="136188"/>
                  <a:pt x="28184" y="138034"/>
                  <a:pt x="30456" y="138039"/>
                </a:cubicBezTo>
                <a:cubicBezTo>
                  <a:pt x="30458" y="138039"/>
                  <a:pt x="30458" y="138039"/>
                  <a:pt x="30459" y="138039"/>
                </a:cubicBezTo>
                <a:lnTo>
                  <a:pt x="80191" y="138039"/>
                </a:lnTo>
                <a:cubicBezTo>
                  <a:pt x="82460" y="138026"/>
                  <a:pt x="84295" y="136187"/>
                  <a:pt x="84300" y="133916"/>
                </a:cubicBezTo>
                <a:cubicBezTo>
                  <a:pt x="84293" y="131651"/>
                  <a:pt x="82459" y="129814"/>
                  <a:pt x="80191" y="129808"/>
                </a:cubicBezTo>
                <a:lnTo>
                  <a:pt x="34582" y="129808"/>
                </a:lnTo>
                <a:lnTo>
                  <a:pt x="34582" y="49653"/>
                </a:lnTo>
                <a:lnTo>
                  <a:pt x="94291" y="49653"/>
                </a:lnTo>
                <a:cubicBezTo>
                  <a:pt x="96564" y="49656"/>
                  <a:pt x="98410" y="47813"/>
                  <a:pt x="98413" y="45540"/>
                </a:cubicBezTo>
                <a:cubicBezTo>
                  <a:pt x="98413" y="45537"/>
                  <a:pt x="98413" y="45534"/>
                  <a:pt x="98413" y="45530"/>
                </a:cubicBezTo>
                <a:moveTo>
                  <a:pt x="271146" y="190835"/>
                </a:moveTo>
                <a:lnTo>
                  <a:pt x="271146" y="150874"/>
                </a:lnTo>
                <a:cubicBezTo>
                  <a:pt x="271151" y="148602"/>
                  <a:pt x="269311" y="146756"/>
                  <a:pt x="267039" y="146752"/>
                </a:cubicBezTo>
                <a:cubicBezTo>
                  <a:pt x="267039" y="146752"/>
                  <a:pt x="267037" y="146752"/>
                  <a:pt x="267037" y="146752"/>
                </a:cubicBezTo>
                <a:cubicBezTo>
                  <a:pt x="264756" y="146747"/>
                  <a:pt x="262904" y="148593"/>
                  <a:pt x="262900" y="150873"/>
                </a:cubicBezTo>
                <a:cubicBezTo>
                  <a:pt x="262900" y="150873"/>
                  <a:pt x="262900" y="150874"/>
                  <a:pt x="262900" y="150874"/>
                </a:cubicBezTo>
                <a:lnTo>
                  <a:pt x="262900" y="186698"/>
                </a:lnTo>
                <a:lnTo>
                  <a:pt x="192929" y="186698"/>
                </a:lnTo>
                <a:lnTo>
                  <a:pt x="192929" y="93846"/>
                </a:lnTo>
                <a:lnTo>
                  <a:pt x="234730" y="93846"/>
                </a:lnTo>
                <a:cubicBezTo>
                  <a:pt x="236999" y="93841"/>
                  <a:pt x="238840" y="92007"/>
                  <a:pt x="238853" y="89738"/>
                </a:cubicBezTo>
                <a:cubicBezTo>
                  <a:pt x="238852" y="87459"/>
                  <a:pt x="237009" y="85610"/>
                  <a:pt x="234730" y="85602"/>
                </a:cubicBezTo>
                <a:lnTo>
                  <a:pt x="192929" y="85602"/>
                </a:lnTo>
                <a:lnTo>
                  <a:pt x="192929" y="8058"/>
                </a:lnTo>
                <a:lnTo>
                  <a:pt x="256951" y="8058"/>
                </a:lnTo>
                <a:cubicBezTo>
                  <a:pt x="259225" y="8061"/>
                  <a:pt x="261071" y="6220"/>
                  <a:pt x="261072" y="3946"/>
                </a:cubicBezTo>
                <a:cubicBezTo>
                  <a:pt x="261072" y="3943"/>
                  <a:pt x="261072" y="3938"/>
                  <a:pt x="261072" y="3935"/>
                </a:cubicBezTo>
                <a:cubicBezTo>
                  <a:pt x="261071" y="1663"/>
                  <a:pt x="259226" y="-176"/>
                  <a:pt x="256954" y="-175"/>
                </a:cubicBezTo>
                <a:cubicBezTo>
                  <a:pt x="256953" y="-175"/>
                  <a:pt x="256951" y="-175"/>
                  <a:pt x="256951" y="-175"/>
                </a:cubicBezTo>
                <a:lnTo>
                  <a:pt x="120686" y="-175"/>
                </a:lnTo>
                <a:cubicBezTo>
                  <a:pt x="118418" y="-173"/>
                  <a:pt x="116580" y="1666"/>
                  <a:pt x="116578" y="3935"/>
                </a:cubicBezTo>
                <a:cubicBezTo>
                  <a:pt x="116573" y="6207"/>
                  <a:pt x="118411" y="8053"/>
                  <a:pt x="120685" y="8058"/>
                </a:cubicBezTo>
                <a:cubicBezTo>
                  <a:pt x="120685" y="8058"/>
                  <a:pt x="120686" y="8058"/>
                  <a:pt x="120686" y="8058"/>
                </a:cubicBezTo>
                <a:lnTo>
                  <a:pt x="184696" y="8058"/>
                </a:lnTo>
                <a:lnTo>
                  <a:pt x="184696" y="85629"/>
                </a:lnTo>
                <a:lnTo>
                  <a:pt x="141436" y="85629"/>
                </a:lnTo>
                <a:cubicBezTo>
                  <a:pt x="139161" y="85631"/>
                  <a:pt x="137317" y="87475"/>
                  <a:pt x="137315" y="89752"/>
                </a:cubicBezTo>
                <a:cubicBezTo>
                  <a:pt x="137318" y="92024"/>
                  <a:pt x="139163" y="93864"/>
                  <a:pt x="141435" y="93860"/>
                </a:cubicBezTo>
                <a:cubicBezTo>
                  <a:pt x="141435" y="93860"/>
                  <a:pt x="141436" y="93860"/>
                  <a:pt x="141436" y="93860"/>
                </a:cubicBezTo>
                <a:lnTo>
                  <a:pt x="184696" y="93860"/>
                </a:lnTo>
                <a:lnTo>
                  <a:pt x="184696" y="186698"/>
                </a:lnTo>
                <a:lnTo>
                  <a:pt x="114724" y="186698"/>
                </a:lnTo>
                <a:lnTo>
                  <a:pt x="114724" y="150874"/>
                </a:lnTo>
                <a:cubicBezTo>
                  <a:pt x="114727" y="148601"/>
                  <a:pt x="112885" y="146755"/>
                  <a:pt x="110611" y="146752"/>
                </a:cubicBezTo>
                <a:cubicBezTo>
                  <a:pt x="110608" y="146752"/>
                  <a:pt x="110605" y="146752"/>
                  <a:pt x="110602" y="146752"/>
                </a:cubicBezTo>
                <a:cubicBezTo>
                  <a:pt x="108325" y="146753"/>
                  <a:pt x="106481" y="148598"/>
                  <a:pt x="106479" y="150874"/>
                </a:cubicBezTo>
                <a:lnTo>
                  <a:pt x="106479" y="190835"/>
                </a:lnTo>
                <a:cubicBezTo>
                  <a:pt x="106482" y="193107"/>
                  <a:pt x="108326" y="194947"/>
                  <a:pt x="110598" y="194943"/>
                </a:cubicBezTo>
                <a:cubicBezTo>
                  <a:pt x="110598" y="194943"/>
                  <a:pt x="110600" y="194943"/>
                  <a:pt x="110602" y="194943"/>
                </a:cubicBezTo>
                <a:lnTo>
                  <a:pt x="184696" y="194943"/>
                </a:lnTo>
                <a:lnTo>
                  <a:pt x="184696" y="302418"/>
                </a:lnTo>
                <a:lnTo>
                  <a:pt x="120523" y="302418"/>
                </a:lnTo>
                <a:lnTo>
                  <a:pt x="120523" y="253744"/>
                </a:lnTo>
                <a:cubicBezTo>
                  <a:pt x="120518" y="251469"/>
                  <a:pt x="118670" y="249630"/>
                  <a:pt x="116395" y="249636"/>
                </a:cubicBezTo>
                <a:cubicBezTo>
                  <a:pt x="116392" y="249636"/>
                  <a:pt x="116389" y="249636"/>
                  <a:pt x="116386" y="249636"/>
                </a:cubicBezTo>
                <a:lnTo>
                  <a:pt x="62189" y="249636"/>
                </a:lnTo>
                <a:lnTo>
                  <a:pt x="62189" y="210170"/>
                </a:lnTo>
                <a:cubicBezTo>
                  <a:pt x="62194" y="207898"/>
                  <a:pt x="60356" y="206052"/>
                  <a:pt x="58084" y="206047"/>
                </a:cubicBezTo>
                <a:cubicBezTo>
                  <a:pt x="58082" y="206047"/>
                  <a:pt x="58082" y="206047"/>
                  <a:pt x="58081" y="206047"/>
                </a:cubicBezTo>
                <a:cubicBezTo>
                  <a:pt x="55805" y="206054"/>
                  <a:pt x="53964" y="207895"/>
                  <a:pt x="53958" y="210170"/>
                </a:cubicBezTo>
                <a:lnTo>
                  <a:pt x="53958" y="253744"/>
                </a:lnTo>
                <a:cubicBezTo>
                  <a:pt x="53960" y="256020"/>
                  <a:pt x="55804" y="257866"/>
                  <a:pt x="58081" y="257867"/>
                </a:cubicBezTo>
                <a:lnTo>
                  <a:pt x="112277" y="257867"/>
                </a:lnTo>
                <a:lnTo>
                  <a:pt x="112277" y="380182"/>
                </a:lnTo>
                <a:cubicBezTo>
                  <a:pt x="112273" y="382454"/>
                  <a:pt x="114110" y="384300"/>
                  <a:pt x="116382" y="384304"/>
                </a:cubicBezTo>
                <a:cubicBezTo>
                  <a:pt x="116384" y="384304"/>
                  <a:pt x="116386" y="384304"/>
                  <a:pt x="116386" y="384304"/>
                </a:cubicBezTo>
                <a:cubicBezTo>
                  <a:pt x="118666" y="384303"/>
                  <a:pt x="120515" y="382460"/>
                  <a:pt x="120523" y="380182"/>
                </a:cubicBezTo>
                <a:lnTo>
                  <a:pt x="120523" y="310649"/>
                </a:lnTo>
                <a:lnTo>
                  <a:pt x="184696" y="310649"/>
                </a:lnTo>
                <a:lnTo>
                  <a:pt x="184696" y="432537"/>
                </a:lnTo>
                <a:lnTo>
                  <a:pt x="131736" y="432537"/>
                </a:lnTo>
                <a:cubicBezTo>
                  <a:pt x="129475" y="432528"/>
                  <a:pt x="127636" y="434355"/>
                  <a:pt x="127628" y="436615"/>
                </a:cubicBezTo>
                <a:cubicBezTo>
                  <a:pt x="127628" y="436625"/>
                  <a:pt x="127628" y="436635"/>
                  <a:pt x="127628" y="436646"/>
                </a:cubicBezTo>
                <a:cubicBezTo>
                  <a:pt x="127618" y="438913"/>
                  <a:pt x="129448" y="440759"/>
                  <a:pt x="131716" y="440768"/>
                </a:cubicBezTo>
                <a:cubicBezTo>
                  <a:pt x="131722" y="440768"/>
                  <a:pt x="131730" y="440768"/>
                  <a:pt x="131736" y="440768"/>
                </a:cubicBezTo>
                <a:lnTo>
                  <a:pt x="245888" y="440768"/>
                </a:lnTo>
                <a:cubicBezTo>
                  <a:pt x="248162" y="440771"/>
                  <a:pt x="250008" y="438930"/>
                  <a:pt x="250011" y="436657"/>
                </a:cubicBezTo>
                <a:cubicBezTo>
                  <a:pt x="250011" y="436654"/>
                  <a:pt x="250011" y="436649"/>
                  <a:pt x="250011" y="436646"/>
                </a:cubicBezTo>
                <a:cubicBezTo>
                  <a:pt x="250013" y="434378"/>
                  <a:pt x="248176" y="432539"/>
                  <a:pt x="245909" y="432537"/>
                </a:cubicBezTo>
                <a:cubicBezTo>
                  <a:pt x="245903" y="432537"/>
                  <a:pt x="245895" y="432537"/>
                  <a:pt x="245888" y="432537"/>
                </a:cubicBezTo>
                <a:lnTo>
                  <a:pt x="192929" y="432537"/>
                </a:lnTo>
                <a:lnTo>
                  <a:pt x="192929" y="310649"/>
                </a:lnTo>
                <a:lnTo>
                  <a:pt x="257116" y="310649"/>
                </a:lnTo>
                <a:lnTo>
                  <a:pt x="257116" y="380182"/>
                </a:lnTo>
                <a:cubicBezTo>
                  <a:pt x="257124" y="382460"/>
                  <a:pt x="258972" y="384303"/>
                  <a:pt x="261250" y="384304"/>
                </a:cubicBezTo>
                <a:cubicBezTo>
                  <a:pt x="263522" y="384296"/>
                  <a:pt x="265358" y="382454"/>
                  <a:pt x="265358" y="380182"/>
                </a:cubicBezTo>
                <a:lnTo>
                  <a:pt x="265358" y="257867"/>
                </a:lnTo>
                <a:lnTo>
                  <a:pt x="319557" y="257867"/>
                </a:lnTo>
                <a:cubicBezTo>
                  <a:pt x="321829" y="257864"/>
                  <a:pt x="323668" y="256020"/>
                  <a:pt x="323665" y="253748"/>
                </a:cubicBezTo>
                <a:cubicBezTo>
                  <a:pt x="323665" y="253746"/>
                  <a:pt x="323665" y="253744"/>
                  <a:pt x="323665" y="253744"/>
                </a:cubicBezTo>
                <a:lnTo>
                  <a:pt x="323665" y="210170"/>
                </a:lnTo>
                <a:cubicBezTo>
                  <a:pt x="323665" y="207898"/>
                  <a:pt x="321827" y="206055"/>
                  <a:pt x="319557" y="206047"/>
                </a:cubicBezTo>
                <a:cubicBezTo>
                  <a:pt x="317280" y="206049"/>
                  <a:pt x="315436" y="207893"/>
                  <a:pt x="315434" y="210170"/>
                </a:cubicBezTo>
                <a:lnTo>
                  <a:pt x="315434" y="249636"/>
                </a:lnTo>
                <a:lnTo>
                  <a:pt x="261250" y="249636"/>
                </a:lnTo>
                <a:cubicBezTo>
                  <a:pt x="258977" y="249625"/>
                  <a:pt x="257124" y="251460"/>
                  <a:pt x="257115" y="253733"/>
                </a:cubicBezTo>
                <a:cubicBezTo>
                  <a:pt x="257115" y="253737"/>
                  <a:pt x="257115" y="253741"/>
                  <a:pt x="257115" y="253744"/>
                </a:cubicBezTo>
                <a:lnTo>
                  <a:pt x="257115" y="302416"/>
                </a:lnTo>
                <a:lnTo>
                  <a:pt x="192927" y="302416"/>
                </a:lnTo>
                <a:lnTo>
                  <a:pt x="192927" y="194943"/>
                </a:lnTo>
                <a:lnTo>
                  <a:pt x="267036" y="194943"/>
                </a:lnTo>
                <a:cubicBezTo>
                  <a:pt x="269301" y="194948"/>
                  <a:pt x="271141" y="193113"/>
                  <a:pt x="271144" y="190849"/>
                </a:cubicBezTo>
                <a:cubicBezTo>
                  <a:pt x="271144" y="190845"/>
                  <a:pt x="271144" y="190840"/>
                  <a:pt x="271144" y="190835"/>
                </a:cubicBezTo>
                <a:moveTo>
                  <a:pt x="351285" y="133931"/>
                </a:moveTo>
                <a:lnTo>
                  <a:pt x="351285" y="45545"/>
                </a:lnTo>
                <a:cubicBezTo>
                  <a:pt x="351288" y="43271"/>
                  <a:pt x="349449" y="41425"/>
                  <a:pt x="347175" y="41422"/>
                </a:cubicBezTo>
                <a:cubicBezTo>
                  <a:pt x="347170" y="41422"/>
                  <a:pt x="347167" y="41422"/>
                  <a:pt x="347164" y="41422"/>
                </a:cubicBezTo>
                <a:lnTo>
                  <a:pt x="283332" y="41422"/>
                </a:lnTo>
                <a:cubicBezTo>
                  <a:pt x="281065" y="41420"/>
                  <a:pt x="279226" y="43257"/>
                  <a:pt x="279224" y="45524"/>
                </a:cubicBezTo>
                <a:cubicBezTo>
                  <a:pt x="279224" y="45530"/>
                  <a:pt x="279224" y="45538"/>
                  <a:pt x="279224" y="45545"/>
                </a:cubicBezTo>
                <a:cubicBezTo>
                  <a:pt x="279226" y="47813"/>
                  <a:pt x="281065" y="49651"/>
                  <a:pt x="283332" y="49653"/>
                </a:cubicBezTo>
                <a:lnTo>
                  <a:pt x="343054" y="49653"/>
                </a:lnTo>
                <a:lnTo>
                  <a:pt x="343054" y="129808"/>
                </a:lnTo>
                <a:lnTo>
                  <a:pt x="297460" y="129808"/>
                </a:lnTo>
                <a:cubicBezTo>
                  <a:pt x="295187" y="129805"/>
                  <a:pt x="293341" y="131644"/>
                  <a:pt x="293338" y="133918"/>
                </a:cubicBezTo>
                <a:cubicBezTo>
                  <a:pt x="293338" y="133923"/>
                  <a:pt x="293338" y="133926"/>
                  <a:pt x="293338" y="133931"/>
                </a:cubicBezTo>
                <a:cubicBezTo>
                  <a:pt x="293344" y="136201"/>
                  <a:pt x="295188" y="138039"/>
                  <a:pt x="297460" y="138039"/>
                </a:cubicBezTo>
                <a:lnTo>
                  <a:pt x="347164" y="138039"/>
                </a:lnTo>
                <a:cubicBezTo>
                  <a:pt x="349434" y="138039"/>
                  <a:pt x="351279" y="136201"/>
                  <a:pt x="351285" y="133931"/>
                </a:cubicBezTo>
                <a:moveTo>
                  <a:pt x="377065" y="343972"/>
                </a:moveTo>
                <a:lnTo>
                  <a:pt x="377065" y="177629"/>
                </a:lnTo>
                <a:cubicBezTo>
                  <a:pt x="377062" y="175357"/>
                  <a:pt x="375218" y="173518"/>
                  <a:pt x="372946" y="173521"/>
                </a:cubicBezTo>
                <a:cubicBezTo>
                  <a:pt x="372944" y="173521"/>
                  <a:pt x="372943" y="173521"/>
                  <a:pt x="372943" y="173521"/>
                </a:cubicBezTo>
                <a:cubicBezTo>
                  <a:pt x="370677" y="173518"/>
                  <a:pt x="368838" y="175351"/>
                  <a:pt x="368834" y="177617"/>
                </a:cubicBezTo>
                <a:cubicBezTo>
                  <a:pt x="368834" y="177621"/>
                  <a:pt x="368834" y="177625"/>
                  <a:pt x="368834" y="177629"/>
                </a:cubicBezTo>
                <a:lnTo>
                  <a:pt x="368834" y="339836"/>
                </a:lnTo>
                <a:lnTo>
                  <a:pt x="297460" y="339836"/>
                </a:lnTo>
                <a:cubicBezTo>
                  <a:pt x="295179" y="339839"/>
                  <a:pt x="293335" y="341690"/>
                  <a:pt x="293338" y="343970"/>
                </a:cubicBezTo>
                <a:cubicBezTo>
                  <a:pt x="293338" y="343970"/>
                  <a:pt x="293338" y="343972"/>
                  <a:pt x="293338" y="343972"/>
                </a:cubicBezTo>
                <a:cubicBezTo>
                  <a:pt x="293335" y="346239"/>
                  <a:pt x="295171" y="348078"/>
                  <a:pt x="297438" y="348080"/>
                </a:cubicBezTo>
                <a:cubicBezTo>
                  <a:pt x="297446" y="348080"/>
                  <a:pt x="297452" y="348080"/>
                  <a:pt x="297460" y="348080"/>
                </a:cubicBezTo>
                <a:lnTo>
                  <a:pt x="372943" y="348080"/>
                </a:lnTo>
                <a:cubicBezTo>
                  <a:pt x="375210" y="348089"/>
                  <a:pt x="377056" y="346260"/>
                  <a:pt x="377065" y="343992"/>
                </a:cubicBezTo>
                <a:cubicBezTo>
                  <a:pt x="377065" y="343986"/>
                  <a:pt x="377065" y="343978"/>
                  <a:pt x="377065" y="343972"/>
                </a:cubicBezTo>
                <a:moveTo>
                  <a:pt x="577721" y="299806"/>
                </a:moveTo>
                <a:lnTo>
                  <a:pt x="609683" y="299806"/>
                </a:lnTo>
                <a:lnTo>
                  <a:pt x="609683" y="196098"/>
                </a:lnTo>
                <a:cubicBezTo>
                  <a:pt x="609683" y="159709"/>
                  <a:pt x="590294" y="131498"/>
                  <a:pt x="551186" y="131498"/>
                </a:cubicBezTo>
                <a:cubicBezTo>
                  <a:pt x="532153" y="131498"/>
                  <a:pt x="512778" y="139317"/>
                  <a:pt x="500878" y="159709"/>
                </a:cubicBezTo>
                <a:lnTo>
                  <a:pt x="500878" y="136254"/>
                </a:lnTo>
                <a:lnTo>
                  <a:pt x="469601" y="136254"/>
                </a:lnTo>
                <a:lnTo>
                  <a:pt x="469601" y="299806"/>
                </a:lnTo>
                <a:lnTo>
                  <a:pt x="501565" y="299806"/>
                </a:lnTo>
                <a:lnTo>
                  <a:pt x="501565" y="205278"/>
                </a:lnTo>
                <a:cubicBezTo>
                  <a:pt x="501565" y="180447"/>
                  <a:pt x="514481" y="160396"/>
                  <a:pt x="539629" y="160396"/>
                </a:cubicBezTo>
                <a:cubicBezTo>
                  <a:pt x="568198" y="160396"/>
                  <a:pt x="577721" y="178769"/>
                  <a:pt x="577721" y="201540"/>
                </a:cubicBezTo>
                <a:close/>
                <a:moveTo>
                  <a:pt x="766751" y="201196"/>
                </a:moveTo>
                <a:lnTo>
                  <a:pt x="677320" y="201196"/>
                </a:lnTo>
                <a:cubicBezTo>
                  <a:pt x="678681" y="180130"/>
                  <a:pt x="695020" y="159366"/>
                  <a:pt x="721870" y="159366"/>
                </a:cubicBezTo>
                <a:cubicBezTo>
                  <a:pt x="750756" y="159366"/>
                  <a:pt x="766064" y="177739"/>
                  <a:pt x="766751" y="201196"/>
                </a:cubicBezTo>
                <a:moveTo>
                  <a:pt x="799388" y="227044"/>
                </a:moveTo>
                <a:cubicBezTo>
                  <a:pt x="799861" y="223662"/>
                  <a:pt x="800091" y="220250"/>
                  <a:pt x="800075" y="216835"/>
                </a:cubicBezTo>
                <a:cubicBezTo>
                  <a:pt x="800075" y="165839"/>
                  <a:pt x="771836" y="131155"/>
                  <a:pt x="721527" y="131155"/>
                </a:cubicBezTo>
                <a:cubicBezTo>
                  <a:pt x="680385" y="131155"/>
                  <a:pt x="643324" y="166182"/>
                  <a:pt x="643324" y="217522"/>
                </a:cubicBezTo>
                <a:cubicBezTo>
                  <a:pt x="643324" y="272955"/>
                  <a:pt x="681746" y="304904"/>
                  <a:pt x="725608" y="304904"/>
                </a:cubicBezTo>
                <a:cubicBezTo>
                  <a:pt x="763687" y="304904"/>
                  <a:pt x="789865" y="282134"/>
                  <a:pt x="799044" y="253221"/>
                </a:cubicBezTo>
                <a:lnTo>
                  <a:pt x="771519" y="243698"/>
                </a:lnTo>
                <a:cubicBezTo>
                  <a:pt x="765391" y="262058"/>
                  <a:pt x="752130" y="276679"/>
                  <a:pt x="725608" y="276679"/>
                </a:cubicBezTo>
                <a:cubicBezTo>
                  <a:pt x="698057" y="276679"/>
                  <a:pt x="676991" y="256285"/>
                  <a:pt x="676304" y="227044"/>
                </a:cubicBezTo>
                <a:close/>
                <a:moveTo>
                  <a:pt x="945791" y="299820"/>
                </a:moveTo>
                <a:lnTo>
                  <a:pt x="976394" y="299820"/>
                </a:lnTo>
                <a:cubicBezTo>
                  <a:pt x="975261" y="289769"/>
                  <a:pt x="974688" y="279662"/>
                  <a:pt x="974677" y="269547"/>
                </a:cubicBezTo>
                <a:lnTo>
                  <a:pt x="974677" y="136254"/>
                </a:lnTo>
                <a:lnTo>
                  <a:pt x="942727" y="136254"/>
                </a:lnTo>
                <a:lnTo>
                  <a:pt x="942727" y="234863"/>
                </a:lnTo>
                <a:cubicBezTo>
                  <a:pt x="942727" y="259681"/>
                  <a:pt x="929810" y="276679"/>
                  <a:pt x="903948" y="276679"/>
                </a:cubicBezTo>
                <a:cubicBezTo>
                  <a:pt x="877097" y="276679"/>
                  <a:pt x="866901" y="256959"/>
                  <a:pt x="866901" y="234519"/>
                </a:cubicBezTo>
                <a:lnTo>
                  <a:pt x="866901" y="136254"/>
                </a:lnTo>
                <a:lnTo>
                  <a:pt x="834924" y="136254"/>
                </a:lnTo>
                <a:lnTo>
                  <a:pt x="834924" y="239287"/>
                </a:lnTo>
                <a:cubicBezTo>
                  <a:pt x="834924" y="276348"/>
                  <a:pt x="858065" y="304903"/>
                  <a:pt x="896143" y="304903"/>
                </a:cubicBezTo>
                <a:cubicBezTo>
                  <a:pt x="915175" y="304903"/>
                  <a:pt x="935582" y="297084"/>
                  <a:pt x="944418" y="280086"/>
                </a:cubicBezTo>
                <a:cubicBezTo>
                  <a:pt x="944422" y="286687"/>
                  <a:pt x="944881" y="293281"/>
                  <a:pt x="945791" y="299818"/>
                </a:cubicBezTo>
                <a:moveTo>
                  <a:pt x="1098324" y="167541"/>
                </a:moveTo>
                <a:cubicBezTo>
                  <a:pt x="1102992" y="167551"/>
                  <a:pt x="1107652" y="167891"/>
                  <a:pt x="1112271" y="168559"/>
                </a:cubicBezTo>
                <a:lnTo>
                  <a:pt x="1112271" y="134563"/>
                </a:lnTo>
                <a:cubicBezTo>
                  <a:pt x="1108795" y="133908"/>
                  <a:pt x="1105269" y="133563"/>
                  <a:pt x="1101731" y="133532"/>
                </a:cubicBezTo>
                <a:cubicBezTo>
                  <a:pt x="1085077" y="133532"/>
                  <a:pt x="1064671" y="139661"/>
                  <a:pt x="1052771" y="164808"/>
                </a:cubicBezTo>
                <a:lnTo>
                  <a:pt x="1052771" y="136266"/>
                </a:lnTo>
                <a:lnTo>
                  <a:pt x="1021481" y="136266"/>
                </a:lnTo>
                <a:lnTo>
                  <a:pt x="1021481" y="299806"/>
                </a:lnTo>
                <a:lnTo>
                  <a:pt x="1053443" y="299806"/>
                </a:lnTo>
                <a:lnTo>
                  <a:pt x="1053443" y="217851"/>
                </a:lnTo>
                <a:cubicBezTo>
                  <a:pt x="1053443" y="181820"/>
                  <a:pt x="1071474" y="167543"/>
                  <a:pt x="1098324" y="167543"/>
                </a:cubicBezTo>
                <a:moveTo>
                  <a:pt x="1263512" y="217865"/>
                </a:moveTo>
                <a:cubicBezTo>
                  <a:pt x="1263512" y="255943"/>
                  <a:pt x="1239712" y="276350"/>
                  <a:pt x="1212518" y="276350"/>
                </a:cubicBezTo>
                <a:cubicBezTo>
                  <a:pt x="1185308" y="276350"/>
                  <a:pt x="1161507" y="255943"/>
                  <a:pt x="1161507" y="217865"/>
                </a:cubicBezTo>
                <a:cubicBezTo>
                  <a:pt x="1161507" y="180116"/>
                  <a:pt x="1185308" y="159709"/>
                  <a:pt x="1212518" y="159709"/>
                </a:cubicBezTo>
                <a:cubicBezTo>
                  <a:pt x="1239712" y="159709"/>
                  <a:pt x="1263512" y="180116"/>
                  <a:pt x="1263512" y="217865"/>
                </a:cubicBezTo>
                <a:moveTo>
                  <a:pt x="1296163" y="217865"/>
                </a:moveTo>
                <a:cubicBezTo>
                  <a:pt x="1296163" y="168230"/>
                  <a:pt x="1261479" y="131169"/>
                  <a:pt x="1212518" y="131169"/>
                </a:cubicBezTo>
                <a:cubicBezTo>
                  <a:pt x="1163557" y="131169"/>
                  <a:pt x="1128871" y="168230"/>
                  <a:pt x="1128871" y="217865"/>
                </a:cubicBezTo>
                <a:cubicBezTo>
                  <a:pt x="1128871" y="267844"/>
                  <a:pt x="1163555" y="304904"/>
                  <a:pt x="1212518" y="304904"/>
                </a:cubicBezTo>
                <a:cubicBezTo>
                  <a:pt x="1261479" y="304904"/>
                  <a:pt x="1296163" y="267844"/>
                  <a:pt x="1296163" y="217865"/>
                </a:cubicBezTo>
                <a:moveTo>
                  <a:pt x="1388657" y="301496"/>
                </a:moveTo>
                <a:cubicBezTo>
                  <a:pt x="1396028" y="301629"/>
                  <a:pt x="1403374" y="300599"/>
                  <a:pt x="1410425" y="298446"/>
                </a:cubicBezTo>
                <a:lnTo>
                  <a:pt x="1410425" y="271237"/>
                </a:lnTo>
                <a:cubicBezTo>
                  <a:pt x="1406285" y="272108"/>
                  <a:pt x="1402068" y="272569"/>
                  <a:pt x="1397836" y="272612"/>
                </a:cubicBezTo>
                <a:cubicBezTo>
                  <a:pt x="1381182" y="272612"/>
                  <a:pt x="1375054" y="265109"/>
                  <a:pt x="1375054" y="250158"/>
                </a:cubicBezTo>
                <a:lnTo>
                  <a:pt x="1375054" y="165152"/>
                </a:lnTo>
                <a:lnTo>
                  <a:pt x="1410423" y="165152"/>
                </a:lnTo>
                <a:lnTo>
                  <a:pt x="1410423" y="136254"/>
                </a:lnTo>
                <a:lnTo>
                  <a:pt x="1375054" y="136254"/>
                </a:lnTo>
                <a:lnTo>
                  <a:pt x="1375054" y="84585"/>
                </a:lnTo>
                <a:lnTo>
                  <a:pt x="1345825" y="84585"/>
                </a:lnTo>
                <a:lnTo>
                  <a:pt x="1345825" y="111092"/>
                </a:lnTo>
                <a:cubicBezTo>
                  <a:pt x="1345825" y="125383"/>
                  <a:pt x="1338335" y="136254"/>
                  <a:pt x="1320665" y="136254"/>
                </a:cubicBezTo>
                <a:lnTo>
                  <a:pt x="1311814" y="136254"/>
                </a:lnTo>
                <a:lnTo>
                  <a:pt x="1311814" y="165152"/>
                </a:lnTo>
                <a:lnTo>
                  <a:pt x="1343105" y="165152"/>
                </a:lnTo>
                <a:lnTo>
                  <a:pt x="1343105" y="254911"/>
                </a:lnTo>
                <a:cubicBezTo>
                  <a:pt x="1343105" y="284512"/>
                  <a:pt x="1360777" y="301496"/>
                  <a:pt x="1388657" y="301496"/>
                </a:cubicBezTo>
                <a:moveTo>
                  <a:pt x="1564344" y="217865"/>
                </a:moveTo>
                <a:cubicBezTo>
                  <a:pt x="1564344" y="255943"/>
                  <a:pt x="1540543" y="276350"/>
                  <a:pt x="1513349" y="276350"/>
                </a:cubicBezTo>
                <a:cubicBezTo>
                  <a:pt x="1486155" y="276350"/>
                  <a:pt x="1462340" y="255943"/>
                  <a:pt x="1462340" y="217865"/>
                </a:cubicBezTo>
                <a:cubicBezTo>
                  <a:pt x="1462340" y="180116"/>
                  <a:pt x="1486155" y="159709"/>
                  <a:pt x="1513349" y="159709"/>
                </a:cubicBezTo>
                <a:cubicBezTo>
                  <a:pt x="1540544" y="159709"/>
                  <a:pt x="1564344" y="180116"/>
                  <a:pt x="1564344" y="217865"/>
                </a:cubicBezTo>
                <a:moveTo>
                  <a:pt x="1596994" y="217865"/>
                </a:moveTo>
                <a:cubicBezTo>
                  <a:pt x="1596994" y="168230"/>
                  <a:pt x="1562310" y="131169"/>
                  <a:pt x="1513349" y="131169"/>
                </a:cubicBezTo>
                <a:cubicBezTo>
                  <a:pt x="1464388" y="131169"/>
                  <a:pt x="1429704" y="168230"/>
                  <a:pt x="1429704" y="217865"/>
                </a:cubicBezTo>
                <a:cubicBezTo>
                  <a:pt x="1429704" y="267844"/>
                  <a:pt x="1464388" y="304904"/>
                  <a:pt x="1513349" y="304904"/>
                </a:cubicBezTo>
                <a:cubicBezTo>
                  <a:pt x="1562310" y="304904"/>
                  <a:pt x="1596994" y="267844"/>
                  <a:pt x="1596994" y="217865"/>
                </a:cubicBezTo>
                <a:moveTo>
                  <a:pt x="1709456" y="167543"/>
                </a:moveTo>
                <a:cubicBezTo>
                  <a:pt x="1714119" y="167552"/>
                  <a:pt x="1718776" y="167893"/>
                  <a:pt x="1723392" y="168560"/>
                </a:cubicBezTo>
                <a:lnTo>
                  <a:pt x="1723392" y="134563"/>
                </a:lnTo>
                <a:cubicBezTo>
                  <a:pt x="1719915" y="133908"/>
                  <a:pt x="1716387" y="133563"/>
                  <a:pt x="1712851" y="133532"/>
                </a:cubicBezTo>
                <a:cubicBezTo>
                  <a:pt x="1696195" y="133532"/>
                  <a:pt x="1675790" y="139661"/>
                  <a:pt x="1663890" y="164808"/>
                </a:cubicBezTo>
                <a:lnTo>
                  <a:pt x="1663890" y="136266"/>
                </a:lnTo>
                <a:lnTo>
                  <a:pt x="1632614" y="136266"/>
                </a:lnTo>
                <a:lnTo>
                  <a:pt x="1632614" y="299806"/>
                </a:lnTo>
                <a:lnTo>
                  <a:pt x="1664564" y="299806"/>
                </a:lnTo>
                <a:lnTo>
                  <a:pt x="1664564" y="217851"/>
                </a:lnTo>
                <a:cubicBezTo>
                  <a:pt x="1664564" y="181820"/>
                  <a:pt x="1682606" y="167543"/>
                  <a:pt x="1709456" y="167543"/>
                </a:cubicBezTo>
                <a:moveTo>
                  <a:pt x="1790286" y="74360"/>
                </a:moveTo>
                <a:cubicBezTo>
                  <a:pt x="1790373" y="61682"/>
                  <a:pt x="1780166" y="51335"/>
                  <a:pt x="1767488" y="51248"/>
                </a:cubicBezTo>
                <a:cubicBezTo>
                  <a:pt x="1754810" y="51160"/>
                  <a:pt x="1744461" y="61367"/>
                  <a:pt x="1744374" y="74045"/>
                </a:cubicBezTo>
                <a:cubicBezTo>
                  <a:pt x="1744288" y="86717"/>
                  <a:pt x="1754486" y="97064"/>
                  <a:pt x="1767159" y="97158"/>
                </a:cubicBezTo>
                <a:cubicBezTo>
                  <a:pt x="1779829" y="97261"/>
                  <a:pt x="1790184" y="87071"/>
                  <a:pt x="1790286" y="74401"/>
                </a:cubicBezTo>
                <a:cubicBezTo>
                  <a:pt x="1790286" y="74389"/>
                  <a:pt x="1790286" y="74374"/>
                  <a:pt x="1790286" y="74362"/>
                </a:cubicBezTo>
                <a:moveTo>
                  <a:pt x="1937899" y="299820"/>
                </a:moveTo>
                <a:lnTo>
                  <a:pt x="1968489" y="299820"/>
                </a:lnTo>
                <a:cubicBezTo>
                  <a:pt x="1967368" y="289767"/>
                  <a:pt x="1966799" y="279662"/>
                  <a:pt x="1966785" y="269547"/>
                </a:cubicBezTo>
                <a:lnTo>
                  <a:pt x="1966785" y="136254"/>
                </a:lnTo>
                <a:lnTo>
                  <a:pt x="1934821" y="136254"/>
                </a:lnTo>
                <a:lnTo>
                  <a:pt x="1934821" y="234863"/>
                </a:lnTo>
                <a:cubicBezTo>
                  <a:pt x="1934821" y="259681"/>
                  <a:pt x="1921917" y="276679"/>
                  <a:pt x="1896069" y="276679"/>
                </a:cubicBezTo>
                <a:cubicBezTo>
                  <a:pt x="1869204" y="276679"/>
                  <a:pt x="1859008" y="256959"/>
                  <a:pt x="1859008" y="234519"/>
                </a:cubicBezTo>
                <a:lnTo>
                  <a:pt x="1859008" y="136254"/>
                </a:lnTo>
                <a:lnTo>
                  <a:pt x="1827032" y="136254"/>
                </a:lnTo>
                <a:lnTo>
                  <a:pt x="1827032" y="239287"/>
                </a:lnTo>
                <a:cubicBezTo>
                  <a:pt x="1827032" y="276348"/>
                  <a:pt x="1850171" y="304903"/>
                  <a:pt x="1888249" y="304903"/>
                </a:cubicBezTo>
                <a:cubicBezTo>
                  <a:pt x="1907282" y="304903"/>
                  <a:pt x="1927689" y="297084"/>
                  <a:pt x="1936524" y="280086"/>
                </a:cubicBezTo>
                <a:cubicBezTo>
                  <a:pt x="1936529" y="286687"/>
                  <a:pt x="1936988" y="293281"/>
                  <a:pt x="1937899" y="299818"/>
                </a:cubicBezTo>
                <a:moveTo>
                  <a:pt x="2253984" y="299806"/>
                </a:moveTo>
                <a:lnTo>
                  <a:pt x="2253984" y="193721"/>
                </a:lnTo>
                <a:cubicBezTo>
                  <a:pt x="2253984" y="150874"/>
                  <a:pt x="2226102" y="131498"/>
                  <a:pt x="2197547" y="131498"/>
                </a:cubicBezTo>
                <a:cubicBezTo>
                  <a:pt x="2176797" y="131498"/>
                  <a:pt x="2155704" y="138974"/>
                  <a:pt x="2142800" y="162431"/>
                </a:cubicBezTo>
                <a:cubicBezTo>
                  <a:pt x="2133951" y="141365"/>
                  <a:pt x="2114231" y="131498"/>
                  <a:pt x="2093839" y="131498"/>
                </a:cubicBezTo>
                <a:cubicBezTo>
                  <a:pt x="2074793" y="131498"/>
                  <a:pt x="2054387" y="139991"/>
                  <a:pt x="2044204" y="158005"/>
                </a:cubicBezTo>
                <a:lnTo>
                  <a:pt x="2044204" y="136254"/>
                </a:lnTo>
                <a:lnTo>
                  <a:pt x="2013588" y="136254"/>
                </a:lnTo>
                <a:lnTo>
                  <a:pt x="2013588" y="299806"/>
                </a:lnTo>
                <a:lnTo>
                  <a:pt x="2045221" y="299806"/>
                </a:lnTo>
                <a:lnTo>
                  <a:pt x="2045221" y="201209"/>
                </a:lnTo>
                <a:cubicBezTo>
                  <a:pt x="2045221" y="176723"/>
                  <a:pt x="2060516" y="159709"/>
                  <a:pt x="2083299" y="159709"/>
                </a:cubicBezTo>
                <a:cubicBezTo>
                  <a:pt x="2107759" y="159709"/>
                  <a:pt x="2117971" y="176035"/>
                  <a:pt x="2117971" y="197115"/>
                </a:cubicBezTo>
                <a:lnTo>
                  <a:pt x="2117971" y="299807"/>
                </a:lnTo>
                <a:lnTo>
                  <a:pt x="2149932" y="299807"/>
                </a:lnTo>
                <a:lnTo>
                  <a:pt x="2149932" y="200867"/>
                </a:lnTo>
                <a:cubicBezTo>
                  <a:pt x="2149932" y="177410"/>
                  <a:pt x="2165242" y="159711"/>
                  <a:pt x="2187682" y="159711"/>
                </a:cubicBezTo>
                <a:cubicBezTo>
                  <a:pt x="2211824" y="159711"/>
                  <a:pt x="2222364" y="175706"/>
                  <a:pt x="2222364" y="197115"/>
                </a:cubicBezTo>
                <a:lnTo>
                  <a:pt x="2222364" y="299807"/>
                </a:lnTo>
                <a:close/>
              </a:path>
            </a:pathLst>
          </a:custGeom>
          <a:solidFill>
            <a:srgbClr val="3F1A01"/>
          </a:solidFill>
          <a:ln w="1586" cap="flat">
            <a:noFill/>
            <a:prstDash val="solid"/>
            <a:miter/>
          </a:ln>
        </p:spPr>
        <p:txBody>
          <a:bodyPr rtlCol="0" anchor="ctr"/>
          <a:lstStyle/>
          <a:p>
            <a:endParaRPr lang="en-GB" dirty="0"/>
          </a:p>
        </p:txBody>
      </p:sp>
      <p:sp>
        <p:nvSpPr>
          <p:cNvPr id="10" name="ExternalLogo" hidden="1">
            <a:extLst>
              <a:ext uri="{FF2B5EF4-FFF2-40B4-BE49-F238E27FC236}">
                <a16:creationId xmlns:a16="http://schemas.microsoft.com/office/drawing/2014/main" id="{A7CB6955-843C-4B5E-8320-F419CE6F818B}"/>
              </a:ext>
            </a:extLst>
          </p:cNvPr>
          <p:cNvSpPr/>
          <p:nvPr/>
        </p:nvSpPr>
        <p:spPr>
          <a:xfrm>
            <a:off x="10023475" y="4968741"/>
            <a:ext cx="1627188" cy="636980"/>
          </a:xfrm>
          <a:prstGeom prst="rect">
            <a:avLst/>
          </a:prstGeom>
          <a:solidFill>
            <a:srgbClr val="D1D1D1"/>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chorCtr="0">
            <a:noAutofit/>
          </a:bodyPr>
          <a:lstStyle/>
          <a:p>
            <a:pPr algn="ctr"/>
            <a:r>
              <a:rPr lang="en-GB" sz="900" dirty="0">
                <a:solidFill>
                  <a:srgbClr val="FF00FF"/>
                </a:solidFill>
              </a:rPr>
              <a:t>External logo</a:t>
            </a:r>
          </a:p>
        </p:txBody>
      </p:sp>
    </p:spTree>
    <p:extLst>
      <p:ext uri="{BB962C8B-B14F-4D97-AF65-F5344CB8AC3E}">
        <p14:creationId xmlns:p14="http://schemas.microsoft.com/office/powerpoint/2010/main" val="968687856"/>
      </p:ext>
    </p:extLst>
  </p:cSld>
  <p:clrMapOvr>
    <a:masterClrMapping/>
  </p:clrMapOvr>
  <p:hf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secHead" preserve="1">
  <p:cSld name="Section Header - Light Green">
    <p:bg>
      <p:bgPr>
        <a:solidFill>
          <a:srgbClr val="CCD9D3"/>
        </a:solidFill>
        <a:effectLst/>
      </p:bgPr>
    </p:bg>
    <p:spTree>
      <p:nvGrpSpPr>
        <p:cNvPr id="1" name=""/>
        <p:cNvGrpSpPr/>
        <p:nvPr/>
      </p:nvGrpSpPr>
      <p:grpSpPr>
        <a:xfrm>
          <a:off x="0" y="0"/>
          <a:ext cx="0" cy="0"/>
          <a:chOff x="0" y="0"/>
          <a:chExt cx="0" cy="0"/>
        </a:xfrm>
      </p:grpSpPr>
      <p:sp>
        <p:nvSpPr>
          <p:cNvPr id="9" name="ColoredBackground">
            <a:extLst>
              <a:ext uri="{FF2B5EF4-FFF2-40B4-BE49-F238E27FC236}">
                <a16:creationId xmlns:a16="http://schemas.microsoft.com/office/drawing/2014/main" id="{1231D8F4-609E-4AD8-82BE-42FA9C15C855}"/>
              </a:ext>
            </a:extLst>
          </p:cNvPr>
          <p:cNvSpPr/>
          <p:nvPr/>
        </p:nvSpPr>
        <p:spPr>
          <a:xfrm>
            <a:off x="0" y="-1"/>
            <a:ext cx="12192000" cy="6858000"/>
          </a:xfrm>
          <a:prstGeom prst="rect">
            <a:avLst/>
          </a:prstGeom>
          <a:solidFill>
            <a:srgbClr val="CCD9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6" name="Picture 5" descr="Shape&#10;&#10;Description automatically generated with medium confidence">
            <a:extLst>
              <a:ext uri="{FF2B5EF4-FFF2-40B4-BE49-F238E27FC236}">
                <a16:creationId xmlns:a16="http://schemas.microsoft.com/office/drawing/2014/main" id="{5504250A-5322-42F2-8102-832BBED2BE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8464564-6547-498D-A220-7B346E5B1408}"/>
              </a:ext>
            </a:extLst>
          </p:cNvPr>
          <p:cNvSpPr>
            <a:spLocks noGrp="1"/>
          </p:cNvSpPr>
          <p:nvPr>
            <p:ph type="title"/>
          </p:nvPr>
        </p:nvSpPr>
        <p:spPr>
          <a:xfrm>
            <a:off x="1219200" y="546100"/>
            <a:ext cx="6642100" cy="2105818"/>
          </a:xfrm>
        </p:spPr>
        <p:txBody>
          <a:bodyPr anchor="b"/>
          <a:lstStyle>
            <a:lvl1pPr>
              <a:defRPr sz="4000">
                <a:solidFill>
                  <a:srgbClr val="3F1A01"/>
                </a:solidFill>
              </a:defRPr>
            </a:lvl1p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1592638D-BCB6-4F07-9847-FBAA9B3609B5}"/>
              </a:ext>
            </a:extLst>
          </p:cNvPr>
          <p:cNvSpPr>
            <a:spLocks noGrp="1"/>
          </p:cNvSpPr>
          <p:nvPr>
            <p:ph type="body" idx="1"/>
          </p:nvPr>
        </p:nvSpPr>
        <p:spPr>
          <a:xfrm>
            <a:off x="1219200" y="2678906"/>
            <a:ext cx="6642100" cy="1500187"/>
          </a:xfrm>
          <a:prstGeom prst="rect">
            <a:avLst/>
          </a:prstGeom>
        </p:spPr>
        <p:txBody>
          <a:bodyPr/>
          <a:lstStyle>
            <a:lvl1pPr marL="0" indent="0">
              <a:buNone/>
              <a:defRPr sz="2400">
                <a:solidFill>
                  <a:schemeClr val="accent3"/>
                </a:solidFill>
                <a:latin typeface="Times New Roman" panose="02020603050405020304" pitchFamily="18" charset="0"/>
                <a:cs typeface="Times New Roman" panose="02020603050405020304" pitchFamily="18"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Freeform 9">
            <a:extLst>
              <a:ext uri="{FF2B5EF4-FFF2-40B4-BE49-F238E27FC236}">
                <a16:creationId xmlns:a16="http://schemas.microsoft.com/office/drawing/2014/main" id="{1BC6753F-764E-4733-B343-5BC93ED602E4}"/>
              </a:ext>
            </a:extLst>
          </p:cNvPr>
          <p:cNvSpPr>
            <a:spLocks noEditPoints="1"/>
          </p:cNvSpPr>
          <p:nvPr/>
        </p:nvSpPr>
        <p:spPr bwMode="auto">
          <a:xfrm rot="5400000">
            <a:off x="7458075" y="-2243138"/>
            <a:ext cx="8385175" cy="9817101"/>
          </a:xfrm>
          <a:custGeom>
            <a:avLst/>
            <a:gdLst>
              <a:gd name="T0" fmla="*/ 276 w 2642"/>
              <a:gd name="T1" fmla="*/ 2871 h 3094"/>
              <a:gd name="T2" fmla="*/ 588 w 2642"/>
              <a:gd name="T3" fmla="*/ 2871 h 3094"/>
              <a:gd name="T4" fmla="*/ 2083 w 2642"/>
              <a:gd name="T5" fmla="*/ 2843 h 3094"/>
              <a:gd name="T6" fmla="*/ 2338 w 2642"/>
              <a:gd name="T7" fmla="*/ 2900 h 3094"/>
              <a:gd name="T8" fmla="*/ 29 w 2642"/>
              <a:gd name="T9" fmla="*/ 1219 h 3094"/>
              <a:gd name="T10" fmla="*/ 29 w 2642"/>
              <a:gd name="T11" fmla="*/ 2444 h 3094"/>
              <a:gd name="T12" fmla="*/ 559 w 2642"/>
              <a:gd name="T13" fmla="*/ 2386 h 3094"/>
              <a:gd name="T14" fmla="*/ 29 w 2642"/>
              <a:gd name="T15" fmla="*/ 1219 h 3094"/>
              <a:gd name="T16" fmla="*/ 2584 w 2642"/>
              <a:gd name="T17" fmla="*/ 2386 h 3094"/>
              <a:gd name="T18" fmla="*/ 2083 w 2642"/>
              <a:gd name="T19" fmla="*/ 2444 h 3094"/>
              <a:gd name="T20" fmla="*/ 2642 w 2642"/>
              <a:gd name="T21" fmla="*/ 1248 h 3094"/>
              <a:gd name="T22" fmla="*/ 210 w 2642"/>
              <a:gd name="T23" fmla="*/ 292 h 3094"/>
              <a:gd name="T24" fmla="*/ 210 w 2642"/>
              <a:gd name="T25" fmla="*/ 970 h 3094"/>
              <a:gd name="T26" fmla="*/ 559 w 2642"/>
              <a:gd name="T27" fmla="*/ 912 h 3094"/>
              <a:gd name="T28" fmla="*/ 658 w 2642"/>
              <a:gd name="T29" fmla="*/ 350 h 3094"/>
              <a:gd name="T30" fmla="*/ 2432 w 2642"/>
              <a:gd name="T31" fmla="*/ 292 h 3094"/>
              <a:gd name="T32" fmla="*/ 1984 w 2642"/>
              <a:gd name="T33" fmla="*/ 350 h 3094"/>
              <a:gd name="T34" fmla="*/ 2083 w 2642"/>
              <a:gd name="T35" fmla="*/ 912 h 3094"/>
              <a:gd name="T36" fmla="*/ 2432 w 2642"/>
              <a:gd name="T37" fmla="*/ 970 h 3094"/>
              <a:gd name="T38" fmla="*/ 2432 w 2642"/>
              <a:gd name="T39" fmla="*/ 292 h 3094"/>
              <a:gd name="T40" fmla="*/ 814 w 2642"/>
              <a:gd name="T41" fmla="*/ 29 h 3094"/>
              <a:gd name="T42" fmla="*/ 1292 w 2642"/>
              <a:gd name="T43" fmla="*/ 602 h 3094"/>
              <a:gd name="T44" fmla="*/ 989 w 2642"/>
              <a:gd name="T45" fmla="*/ 660 h 3094"/>
              <a:gd name="T46" fmla="*/ 801 w 2642"/>
              <a:gd name="T47" fmla="*/ 1311 h 3094"/>
              <a:gd name="T48" fmla="*/ 743 w 2642"/>
              <a:gd name="T49" fmla="*/ 1060 h 3094"/>
              <a:gd name="T50" fmla="*/ 1292 w 2642"/>
              <a:gd name="T51" fmla="*/ 1369 h 3094"/>
              <a:gd name="T52" fmla="*/ 842 w 2642"/>
              <a:gd name="T53" fmla="*/ 1782 h 3094"/>
              <a:gd name="T54" fmla="*/ 433 w 2642"/>
              <a:gd name="T55" fmla="*/ 1476 h 3094"/>
              <a:gd name="T56" fmla="*/ 375 w 2642"/>
              <a:gd name="T57" fmla="*/ 1782 h 3094"/>
              <a:gd name="T58" fmla="*/ 784 w 2642"/>
              <a:gd name="T59" fmla="*/ 2669 h 3094"/>
              <a:gd name="T60" fmla="*/ 842 w 2642"/>
              <a:gd name="T61" fmla="*/ 2181 h 3094"/>
              <a:gd name="T62" fmla="*/ 921 w 2642"/>
              <a:gd name="T63" fmla="*/ 3036 h 3094"/>
              <a:gd name="T64" fmla="*/ 1321 w 2642"/>
              <a:gd name="T65" fmla="*/ 3094 h 3094"/>
              <a:gd name="T66" fmla="*/ 1722 w 2642"/>
              <a:gd name="T67" fmla="*/ 3036 h 3094"/>
              <a:gd name="T68" fmla="*/ 1800 w 2642"/>
              <a:gd name="T69" fmla="*/ 2181 h 3094"/>
              <a:gd name="T70" fmla="*/ 1858 w 2642"/>
              <a:gd name="T71" fmla="*/ 2669 h 3094"/>
              <a:gd name="T72" fmla="*/ 2267 w 2642"/>
              <a:gd name="T73" fmla="*/ 1782 h 3094"/>
              <a:gd name="T74" fmla="*/ 2210 w 2642"/>
              <a:gd name="T75" fmla="*/ 1476 h 3094"/>
              <a:gd name="T76" fmla="*/ 1800 w 2642"/>
              <a:gd name="T77" fmla="*/ 1782 h 3094"/>
              <a:gd name="T78" fmla="*/ 1350 w 2642"/>
              <a:gd name="T79" fmla="*/ 1369 h 3094"/>
              <a:gd name="T80" fmla="*/ 1899 w 2642"/>
              <a:gd name="T81" fmla="*/ 1060 h 3094"/>
              <a:gd name="T82" fmla="*/ 1841 w 2642"/>
              <a:gd name="T83" fmla="*/ 1311 h 3094"/>
              <a:gd name="T84" fmla="*/ 1643 w 2642"/>
              <a:gd name="T85" fmla="*/ 660 h 3094"/>
              <a:gd name="T86" fmla="*/ 1350 w 2642"/>
              <a:gd name="T87" fmla="*/ 602 h 3094"/>
              <a:gd name="T88" fmla="*/ 1828 w 2642"/>
              <a:gd name="T89" fmla="*/ 29 h 30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642" h="3094">
                <a:moveTo>
                  <a:pt x="559" y="2843"/>
                </a:moveTo>
                <a:cubicBezTo>
                  <a:pt x="305" y="2843"/>
                  <a:pt x="305" y="2843"/>
                  <a:pt x="305" y="2843"/>
                </a:cubicBezTo>
                <a:cubicBezTo>
                  <a:pt x="289" y="2843"/>
                  <a:pt x="276" y="2856"/>
                  <a:pt x="276" y="2871"/>
                </a:cubicBezTo>
                <a:cubicBezTo>
                  <a:pt x="276" y="2887"/>
                  <a:pt x="289" y="2900"/>
                  <a:pt x="305" y="2900"/>
                </a:cubicBezTo>
                <a:cubicBezTo>
                  <a:pt x="559" y="2900"/>
                  <a:pt x="559" y="2900"/>
                  <a:pt x="559" y="2900"/>
                </a:cubicBezTo>
                <a:cubicBezTo>
                  <a:pt x="575" y="2900"/>
                  <a:pt x="588" y="2887"/>
                  <a:pt x="588" y="2871"/>
                </a:cubicBezTo>
                <a:cubicBezTo>
                  <a:pt x="588" y="2856"/>
                  <a:pt x="575" y="2843"/>
                  <a:pt x="559" y="2843"/>
                </a:cubicBezTo>
                <a:moveTo>
                  <a:pt x="2338" y="2843"/>
                </a:moveTo>
                <a:cubicBezTo>
                  <a:pt x="2083" y="2843"/>
                  <a:pt x="2083" y="2843"/>
                  <a:pt x="2083" y="2843"/>
                </a:cubicBezTo>
                <a:cubicBezTo>
                  <a:pt x="2068" y="2843"/>
                  <a:pt x="2055" y="2856"/>
                  <a:pt x="2055" y="2871"/>
                </a:cubicBezTo>
                <a:cubicBezTo>
                  <a:pt x="2055" y="2887"/>
                  <a:pt x="2068" y="2900"/>
                  <a:pt x="2083" y="2900"/>
                </a:cubicBezTo>
                <a:cubicBezTo>
                  <a:pt x="2338" y="2900"/>
                  <a:pt x="2338" y="2900"/>
                  <a:pt x="2338" y="2900"/>
                </a:cubicBezTo>
                <a:cubicBezTo>
                  <a:pt x="2354" y="2900"/>
                  <a:pt x="2366" y="2887"/>
                  <a:pt x="2366" y="2871"/>
                </a:cubicBezTo>
                <a:cubicBezTo>
                  <a:pt x="2366" y="2856"/>
                  <a:pt x="2354" y="2843"/>
                  <a:pt x="2338" y="2843"/>
                </a:cubicBezTo>
                <a:moveTo>
                  <a:pt x="29" y="1219"/>
                </a:moveTo>
                <a:cubicBezTo>
                  <a:pt x="13" y="1219"/>
                  <a:pt x="0" y="1232"/>
                  <a:pt x="0" y="1248"/>
                </a:cubicBezTo>
                <a:cubicBezTo>
                  <a:pt x="0" y="2415"/>
                  <a:pt x="0" y="2415"/>
                  <a:pt x="0" y="2415"/>
                </a:cubicBezTo>
                <a:cubicBezTo>
                  <a:pt x="0" y="2431"/>
                  <a:pt x="13" y="2444"/>
                  <a:pt x="29" y="2444"/>
                </a:cubicBezTo>
                <a:cubicBezTo>
                  <a:pt x="559" y="2444"/>
                  <a:pt x="559" y="2444"/>
                  <a:pt x="559" y="2444"/>
                </a:cubicBezTo>
                <a:cubicBezTo>
                  <a:pt x="575" y="2444"/>
                  <a:pt x="588" y="2431"/>
                  <a:pt x="588" y="2415"/>
                </a:cubicBezTo>
                <a:cubicBezTo>
                  <a:pt x="588" y="2399"/>
                  <a:pt x="575" y="2386"/>
                  <a:pt x="559" y="2386"/>
                </a:cubicBezTo>
                <a:cubicBezTo>
                  <a:pt x="58" y="2386"/>
                  <a:pt x="58" y="2386"/>
                  <a:pt x="58" y="2386"/>
                </a:cubicBezTo>
                <a:cubicBezTo>
                  <a:pt x="58" y="1248"/>
                  <a:pt x="58" y="1248"/>
                  <a:pt x="58" y="1248"/>
                </a:cubicBezTo>
                <a:cubicBezTo>
                  <a:pt x="58" y="1232"/>
                  <a:pt x="45" y="1219"/>
                  <a:pt x="29" y="1219"/>
                </a:cubicBezTo>
                <a:moveTo>
                  <a:pt x="2613" y="1219"/>
                </a:moveTo>
                <a:cubicBezTo>
                  <a:pt x="2597" y="1219"/>
                  <a:pt x="2584" y="1232"/>
                  <a:pt x="2584" y="1248"/>
                </a:cubicBezTo>
                <a:cubicBezTo>
                  <a:pt x="2584" y="2386"/>
                  <a:pt x="2584" y="2386"/>
                  <a:pt x="2584" y="2386"/>
                </a:cubicBezTo>
                <a:cubicBezTo>
                  <a:pt x="2083" y="2386"/>
                  <a:pt x="2083" y="2386"/>
                  <a:pt x="2083" y="2386"/>
                </a:cubicBezTo>
                <a:cubicBezTo>
                  <a:pt x="2067" y="2386"/>
                  <a:pt x="2055" y="2399"/>
                  <a:pt x="2055" y="2415"/>
                </a:cubicBezTo>
                <a:cubicBezTo>
                  <a:pt x="2055" y="2431"/>
                  <a:pt x="2067" y="2444"/>
                  <a:pt x="2083" y="2444"/>
                </a:cubicBezTo>
                <a:cubicBezTo>
                  <a:pt x="2613" y="2444"/>
                  <a:pt x="2613" y="2444"/>
                  <a:pt x="2613" y="2444"/>
                </a:cubicBezTo>
                <a:cubicBezTo>
                  <a:pt x="2629" y="2444"/>
                  <a:pt x="2642" y="2431"/>
                  <a:pt x="2642" y="2415"/>
                </a:cubicBezTo>
                <a:cubicBezTo>
                  <a:pt x="2642" y="1248"/>
                  <a:pt x="2642" y="1248"/>
                  <a:pt x="2642" y="1248"/>
                </a:cubicBezTo>
                <a:cubicBezTo>
                  <a:pt x="2642" y="1232"/>
                  <a:pt x="2629" y="1219"/>
                  <a:pt x="2613" y="1219"/>
                </a:cubicBezTo>
                <a:moveTo>
                  <a:pt x="658" y="292"/>
                </a:moveTo>
                <a:cubicBezTo>
                  <a:pt x="210" y="292"/>
                  <a:pt x="210" y="292"/>
                  <a:pt x="210" y="292"/>
                </a:cubicBezTo>
                <a:cubicBezTo>
                  <a:pt x="194" y="292"/>
                  <a:pt x="181" y="305"/>
                  <a:pt x="181" y="321"/>
                </a:cubicBezTo>
                <a:cubicBezTo>
                  <a:pt x="181" y="941"/>
                  <a:pt x="181" y="941"/>
                  <a:pt x="181" y="941"/>
                </a:cubicBezTo>
                <a:cubicBezTo>
                  <a:pt x="181" y="957"/>
                  <a:pt x="194" y="970"/>
                  <a:pt x="210" y="970"/>
                </a:cubicBezTo>
                <a:cubicBezTo>
                  <a:pt x="559" y="970"/>
                  <a:pt x="559" y="970"/>
                  <a:pt x="559" y="970"/>
                </a:cubicBezTo>
                <a:cubicBezTo>
                  <a:pt x="575" y="970"/>
                  <a:pt x="588" y="957"/>
                  <a:pt x="588" y="941"/>
                </a:cubicBezTo>
                <a:cubicBezTo>
                  <a:pt x="588" y="925"/>
                  <a:pt x="575" y="912"/>
                  <a:pt x="559" y="912"/>
                </a:cubicBezTo>
                <a:cubicBezTo>
                  <a:pt x="239" y="912"/>
                  <a:pt x="239" y="912"/>
                  <a:pt x="239" y="912"/>
                </a:cubicBezTo>
                <a:cubicBezTo>
                  <a:pt x="239" y="350"/>
                  <a:pt x="239" y="350"/>
                  <a:pt x="239" y="350"/>
                </a:cubicBezTo>
                <a:cubicBezTo>
                  <a:pt x="658" y="350"/>
                  <a:pt x="658" y="350"/>
                  <a:pt x="658" y="350"/>
                </a:cubicBezTo>
                <a:cubicBezTo>
                  <a:pt x="674" y="350"/>
                  <a:pt x="687" y="337"/>
                  <a:pt x="687" y="321"/>
                </a:cubicBezTo>
                <a:cubicBezTo>
                  <a:pt x="687" y="305"/>
                  <a:pt x="674" y="292"/>
                  <a:pt x="658" y="292"/>
                </a:cubicBezTo>
                <a:moveTo>
                  <a:pt x="2432" y="292"/>
                </a:moveTo>
                <a:cubicBezTo>
                  <a:pt x="1984" y="292"/>
                  <a:pt x="1984" y="292"/>
                  <a:pt x="1984" y="292"/>
                </a:cubicBezTo>
                <a:cubicBezTo>
                  <a:pt x="1968" y="292"/>
                  <a:pt x="1955" y="305"/>
                  <a:pt x="1955" y="321"/>
                </a:cubicBezTo>
                <a:cubicBezTo>
                  <a:pt x="1955" y="337"/>
                  <a:pt x="1968" y="350"/>
                  <a:pt x="1984" y="350"/>
                </a:cubicBezTo>
                <a:cubicBezTo>
                  <a:pt x="2403" y="350"/>
                  <a:pt x="2403" y="350"/>
                  <a:pt x="2403" y="350"/>
                </a:cubicBezTo>
                <a:cubicBezTo>
                  <a:pt x="2403" y="912"/>
                  <a:pt x="2403" y="912"/>
                  <a:pt x="2403" y="912"/>
                </a:cubicBezTo>
                <a:cubicBezTo>
                  <a:pt x="2083" y="912"/>
                  <a:pt x="2083" y="912"/>
                  <a:pt x="2083" y="912"/>
                </a:cubicBezTo>
                <a:cubicBezTo>
                  <a:pt x="2068" y="912"/>
                  <a:pt x="2055" y="925"/>
                  <a:pt x="2055" y="941"/>
                </a:cubicBezTo>
                <a:cubicBezTo>
                  <a:pt x="2055" y="957"/>
                  <a:pt x="2068" y="970"/>
                  <a:pt x="2083" y="970"/>
                </a:cubicBezTo>
                <a:cubicBezTo>
                  <a:pt x="2432" y="970"/>
                  <a:pt x="2432" y="970"/>
                  <a:pt x="2432" y="970"/>
                </a:cubicBezTo>
                <a:cubicBezTo>
                  <a:pt x="2448" y="970"/>
                  <a:pt x="2461" y="957"/>
                  <a:pt x="2461" y="941"/>
                </a:cubicBezTo>
                <a:cubicBezTo>
                  <a:pt x="2461" y="321"/>
                  <a:pt x="2461" y="321"/>
                  <a:pt x="2461" y="321"/>
                </a:cubicBezTo>
                <a:cubicBezTo>
                  <a:pt x="2461" y="305"/>
                  <a:pt x="2448" y="292"/>
                  <a:pt x="2432" y="292"/>
                </a:cubicBezTo>
                <a:moveTo>
                  <a:pt x="1799" y="0"/>
                </a:moveTo>
                <a:cubicBezTo>
                  <a:pt x="843" y="0"/>
                  <a:pt x="843" y="0"/>
                  <a:pt x="843" y="0"/>
                </a:cubicBezTo>
                <a:cubicBezTo>
                  <a:pt x="827" y="0"/>
                  <a:pt x="814" y="13"/>
                  <a:pt x="814" y="29"/>
                </a:cubicBezTo>
                <a:cubicBezTo>
                  <a:pt x="814" y="45"/>
                  <a:pt x="827" y="58"/>
                  <a:pt x="843" y="58"/>
                </a:cubicBezTo>
                <a:cubicBezTo>
                  <a:pt x="1292" y="58"/>
                  <a:pt x="1292" y="58"/>
                  <a:pt x="1292" y="58"/>
                </a:cubicBezTo>
                <a:cubicBezTo>
                  <a:pt x="1292" y="602"/>
                  <a:pt x="1292" y="602"/>
                  <a:pt x="1292" y="602"/>
                </a:cubicBezTo>
                <a:cubicBezTo>
                  <a:pt x="989" y="602"/>
                  <a:pt x="989" y="602"/>
                  <a:pt x="989" y="602"/>
                </a:cubicBezTo>
                <a:cubicBezTo>
                  <a:pt x="973" y="602"/>
                  <a:pt x="960" y="615"/>
                  <a:pt x="960" y="631"/>
                </a:cubicBezTo>
                <a:cubicBezTo>
                  <a:pt x="960" y="647"/>
                  <a:pt x="973" y="660"/>
                  <a:pt x="989" y="660"/>
                </a:cubicBezTo>
                <a:cubicBezTo>
                  <a:pt x="1292" y="660"/>
                  <a:pt x="1292" y="660"/>
                  <a:pt x="1292" y="660"/>
                </a:cubicBezTo>
                <a:cubicBezTo>
                  <a:pt x="1292" y="1311"/>
                  <a:pt x="1292" y="1311"/>
                  <a:pt x="1292" y="1311"/>
                </a:cubicBezTo>
                <a:cubicBezTo>
                  <a:pt x="801" y="1311"/>
                  <a:pt x="801" y="1311"/>
                  <a:pt x="801" y="1311"/>
                </a:cubicBezTo>
                <a:cubicBezTo>
                  <a:pt x="801" y="1060"/>
                  <a:pt x="801" y="1060"/>
                  <a:pt x="801" y="1060"/>
                </a:cubicBezTo>
                <a:cubicBezTo>
                  <a:pt x="801" y="1044"/>
                  <a:pt x="788" y="1031"/>
                  <a:pt x="772" y="1031"/>
                </a:cubicBezTo>
                <a:cubicBezTo>
                  <a:pt x="756" y="1031"/>
                  <a:pt x="743" y="1044"/>
                  <a:pt x="743" y="1060"/>
                </a:cubicBezTo>
                <a:cubicBezTo>
                  <a:pt x="743" y="1340"/>
                  <a:pt x="743" y="1340"/>
                  <a:pt x="743" y="1340"/>
                </a:cubicBezTo>
                <a:cubicBezTo>
                  <a:pt x="743" y="1356"/>
                  <a:pt x="756" y="1369"/>
                  <a:pt x="772" y="1369"/>
                </a:cubicBezTo>
                <a:cubicBezTo>
                  <a:pt x="1292" y="1369"/>
                  <a:pt x="1292" y="1369"/>
                  <a:pt x="1292" y="1369"/>
                </a:cubicBezTo>
                <a:cubicBezTo>
                  <a:pt x="1292" y="2123"/>
                  <a:pt x="1292" y="2123"/>
                  <a:pt x="1292" y="2123"/>
                </a:cubicBezTo>
                <a:cubicBezTo>
                  <a:pt x="842" y="2123"/>
                  <a:pt x="842" y="2123"/>
                  <a:pt x="842" y="2123"/>
                </a:cubicBezTo>
                <a:cubicBezTo>
                  <a:pt x="842" y="1782"/>
                  <a:pt x="842" y="1782"/>
                  <a:pt x="842" y="1782"/>
                </a:cubicBezTo>
                <a:cubicBezTo>
                  <a:pt x="842" y="1766"/>
                  <a:pt x="829" y="1753"/>
                  <a:pt x="813" y="1753"/>
                </a:cubicBezTo>
                <a:cubicBezTo>
                  <a:pt x="433" y="1753"/>
                  <a:pt x="433" y="1753"/>
                  <a:pt x="433" y="1753"/>
                </a:cubicBezTo>
                <a:cubicBezTo>
                  <a:pt x="433" y="1476"/>
                  <a:pt x="433" y="1476"/>
                  <a:pt x="433" y="1476"/>
                </a:cubicBezTo>
                <a:cubicBezTo>
                  <a:pt x="433" y="1460"/>
                  <a:pt x="420" y="1447"/>
                  <a:pt x="404" y="1447"/>
                </a:cubicBezTo>
                <a:cubicBezTo>
                  <a:pt x="388" y="1447"/>
                  <a:pt x="375" y="1460"/>
                  <a:pt x="375" y="1476"/>
                </a:cubicBezTo>
                <a:cubicBezTo>
                  <a:pt x="375" y="1782"/>
                  <a:pt x="375" y="1782"/>
                  <a:pt x="375" y="1782"/>
                </a:cubicBezTo>
                <a:cubicBezTo>
                  <a:pt x="375" y="1798"/>
                  <a:pt x="388" y="1811"/>
                  <a:pt x="404" y="1811"/>
                </a:cubicBezTo>
                <a:cubicBezTo>
                  <a:pt x="784" y="1811"/>
                  <a:pt x="784" y="1811"/>
                  <a:pt x="784" y="1811"/>
                </a:cubicBezTo>
                <a:cubicBezTo>
                  <a:pt x="784" y="2669"/>
                  <a:pt x="784" y="2669"/>
                  <a:pt x="784" y="2669"/>
                </a:cubicBezTo>
                <a:cubicBezTo>
                  <a:pt x="784" y="2685"/>
                  <a:pt x="797" y="2698"/>
                  <a:pt x="813" y="2698"/>
                </a:cubicBezTo>
                <a:cubicBezTo>
                  <a:pt x="829" y="2698"/>
                  <a:pt x="842" y="2685"/>
                  <a:pt x="842" y="2669"/>
                </a:cubicBezTo>
                <a:cubicBezTo>
                  <a:pt x="842" y="2181"/>
                  <a:pt x="842" y="2181"/>
                  <a:pt x="842" y="2181"/>
                </a:cubicBezTo>
                <a:cubicBezTo>
                  <a:pt x="1292" y="2181"/>
                  <a:pt x="1292" y="2181"/>
                  <a:pt x="1292" y="2181"/>
                </a:cubicBezTo>
                <a:cubicBezTo>
                  <a:pt x="1292" y="3036"/>
                  <a:pt x="1292" y="3036"/>
                  <a:pt x="1292" y="3036"/>
                </a:cubicBezTo>
                <a:cubicBezTo>
                  <a:pt x="921" y="3036"/>
                  <a:pt x="921" y="3036"/>
                  <a:pt x="921" y="3036"/>
                </a:cubicBezTo>
                <a:cubicBezTo>
                  <a:pt x="905" y="3036"/>
                  <a:pt x="892" y="3049"/>
                  <a:pt x="892" y="3065"/>
                </a:cubicBezTo>
                <a:cubicBezTo>
                  <a:pt x="892" y="3081"/>
                  <a:pt x="905" y="3094"/>
                  <a:pt x="921" y="3094"/>
                </a:cubicBezTo>
                <a:cubicBezTo>
                  <a:pt x="1321" y="3094"/>
                  <a:pt x="1321" y="3094"/>
                  <a:pt x="1321" y="3094"/>
                </a:cubicBezTo>
                <a:cubicBezTo>
                  <a:pt x="1722" y="3094"/>
                  <a:pt x="1722" y="3094"/>
                  <a:pt x="1722" y="3094"/>
                </a:cubicBezTo>
                <a:cubicBezTo>
                  <a:pt x="1738" y="3094"/>
                  <a:pt x="1751" y="3081"/>
                  <a:pt x="1751" y="3065"/>
                </a:cubicBezTo>
                <a:cubicBezTo>
                  <a:pt x="1751" y="3049"/>
                  <a:pt x="1738" y="3036"/>
                  <a:pt x="1722" y="3036"/>
                </a:cubicBezTo>
                <a:cubicBezTo>
                  <a:pt x="1350" y="3036"/>
                  <a:pt x="1350" y="3036"/>
                  <a:pt x="1350" y="3036"/>
                </a:cubicBezTo>
                <a:cubicBezTo>
                  <a:pt x="1350" y="2181"/>
                  <a:pt x="1350" y="2181"/>
                  <a:pt x="1350" y="2181"/>
                </a:cubicBezTo>
                <a:cubicBezTo>
                  <a:pt x="1800" y="2181"/>
                  <a:pt x="1800" y="2181"/>
                  <a:pt x="1800" y="2181"/>
                </a:cubicBezTo>
                <a:cubicBezTo>
                  <a:pt x="1800" y="2669"/>
                  <a:pt x="1800" y="2669"/>
                  <a:pt x="1800" y="2669"/>
                </a:cubicBezTo>
                <a:cubicBezTo>
                  <a:pt x="1800" y="2685"/>
                  <a:pt x="1813" y="2698"/>
                  <a:pt x="1829" y="2698"/>
                </a:cubicBezTo>
                <a:cubicBezTo>
                  <a:pt x="1845" y="2698"/>
                  <a:pt x="1858" y="2685"/>
                  <a:pt x="1858" y="2669"/>
                </a:cubicBezTo>
                <a:cubicBezTo>
                  <a:pt x="1858" y="1811"/>
                  <a:pt x="1858" y="1811"/>
                  <a:pt x="1858" y="1811"/>
                </a:cubicBezTo>
                <a:cubicBezTo>
                  <a:pt x="2239" y="1811"/>
                  <a:pt x="2239" y="1811"/>
                  <a:pt x="2239" y="1811"/>
                </a:cubicBezTo>
                <a:cubicBezTo>
                  <a:pt x="2254" y="1811"/>
                  <a:pt x="2267" y="1798"/>
                  <a:pt x="2267" y="1782"/>
                </a:cubicBezTo>
                <a:cubicBezTo>
                  <a:pt x="2267" y="1476"/>
                  <a:pt x="2267" y="1476"/>
                  <a:pt x="2267" y="1476"/>
                </a:cubicBezTo>
                <a:cubicBezTo>
                  <a:pt x="2267" y="1460"/>
                  <a:pt x="2254" y="1447"/>
                  <a:pt x="2239" y="1447"/>
                </a:cubicBezTo>
                <a:cubicBezTo>
                  <a:pt x="2223" y="1447"/>
                  <a:pt x="2210" y="1460"/>
                  <a:pt x="2210" y="1476"/>
                </a:cubicBezTo>
                <a:cubicBezTo>
                  <a:pt x="2210" y="1753"/>
                  <a:pt x="2210" y="1753"/>
                  <a:pt x="2210" y="1753"/>
                </a:cubicBezTo>
                <a:cubicBezTo>
                  <a:pt x="1829" y="1753"/>
                  <a:pt x="1829" y="1753"/>
                  <a:pt x="1829" y="1753"/>
                </a:cubicBezTo>
                <a:cubicBezTo>
                  <a:pt x="1813" y="1753"/>
                  <a:pt x="1800" y="1766"/>
                  <a:pt x="1800" y="1782"/>
                </a:cubicBezTo>
                <a:cubicBezTo>
                  <a:pt x="1800" y="2123"/>
                  <a:pt x="1800" y="2123"/>
                  <a:pt x="1800" y="2123"/>
                </a:cubicBezTo>
                <a:cubicBezTo>
                  <a:pt x="1350" y="2123"/>
                  <a:pt x="1350" y="2123"/>
                  <a:pt x="1350" y="2123"/>
                </a:cubicBezTo>
                <a:cubicBezTo>
                  <a:pt x="1350" y="1369"/>
                  <a:pt x="1350" y="1369"/>
                  <a:pt x="1350" y="1369"/>
                </a:cubicBezTo>
                <a:cubicBezTo>
                  <a:pt x="1870" y="1369"/>
                  <a:pt x="1870" y="1369"/>
                  <a:pt x="1870" y="1369"/>
                </a:cubicBezTo>
                <a:cubicBezTo>
                  <a:pt x="1886" y="1369"/>
                  <a:pt x="1899" y="1356"/>
                  <a:pt x="1899" y="1340"/>
                </a:cubicBezTo>
                <a:cubicBezTo>
                  <a:pt x="1899" y="1060"/>
                  <a:pt x="1899" y="1060"/>
                  <a:pt x="1899" y="1060"/>
                </a:cubicBezTo>
                <a:cubicBezTo>
                  <a:pt x="1899" y="1044"/>
                  <a:pt x="1886" y="1031"/>
                  <a:pt x="1870" y="1031"/>
                </a:cubicBezTo>
                <a:cubicBezTo>
                  <a:pt x="1854" y="1031"/>
                  <a:pt x="1841" y="1044"/>
                  <a:pt x="1841" y="1060"/>
                </a:cubicBezTo>
                <a:cubicBezTo>
                  <a:pt x="1841" y="1311"/>
                  <a:pt x="1841" y="1311"/>
                  <a:pt x="1841" y="1311"/>
                </a:cubicBezTo>
                <a:cubicBezTo>
                  <a:pt x="1350" y="1311"/>
                  <a:pt x="1350" y="1311"/>
                  <a:pt x="1350" y="1311"/>
                </a:cubicBezTo>
                <a:cubicBezTo>
                  <a:pt x="1350" y="660"/>
                  <a:pt x="1350" y="660"/>
                  <a:pt x="1350" y="660"/>
                </a:cubicBezTo>
                <a:cubicBezTo>
                  <a:pt x="1643" y="660"/>
                  <a:pt x="1643" y="660"/>
                  <a:pt x="1643" y="660"/>
                </a:cubicBezTo>
                <a:cubicBezTo>
                  <a:pt x="1659" y="660"/>
                  <a:pt x="1672" y="647"/>
                  <a:pt x="1672" y="631"/>
                </a:cubicBezTo>
                <a:cubicBezTo>
                  <a:pt x="1672" y="615"/>
                  <a:pt x="1659" y="602"/>
                  <a:pt x="1643" y="602"/>
                </a:cubicBezTo>
                <a:cubicBezTo>
                  <a:pt x="1350" y="602"/>
                  <a:pt x="1350" y="602"/>
                  <a:pt x="1350" y="602"/>
                </a:cubicBezTo>
                <a:cubicBezTo>
                  <a:pt x="1350" y="58"/>
                  <a:pt x="1350" y="58"/>
                  <a:pt x="1350" y="58"/>
                </a:cubicBezTo>
                <a:cubicBezTo>
                  <a:pt x="1799" y="58"/>
                  <a:pt x="1799" y="58"/>
                  <a:pt x="1799" y="58"/>
                </a:cubicBezTo>
                <a:cubicBezTo>
                  <a:pt x="1815" y="58"/>
                  <a:pt x="1828" y="45"/>
                  <a:pt x="1828" y="29"/>
                </a:cubicBezTo>
                <a:cubicBezTo>
                  <a:pt x="1828" y="13"/>
                  <a:pt x="1815" y="0"/>
                  <a:pt x="1799" y="0"/>
                </a:cubicBezTo>
              </a:path>
            </a:pathLst>
          </a:custGeom>
          <a:solidFill>
            <a:schemeClr val="accent3">
              <a:alpha val="9804"/>
            </a:schemeClr>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8" name="Logo">
            <a:extLst>
              <a:ext uri="{FF2B5EF4-FFF2-40B4-BE49-F238E27FC236}">
                <a16:creationId xmlns:a16="http://schemas.microsoft.com/office/drawing/2014/main" id="{71F6D4E9-51A7-498C-B915-66E0EAF3CE6D}"/>
              </a:ext>
            </a:extLst>
          </p:cNvPr>
          <p:cNvSpPr/>
          <p:nvPr/>
        </p:nvSpPr>
        <p:spPr>
          <a:xfrm>
            <a:off x="9397252" y="5875721"/>
            <a:ext cx="2253411" cy="440942"/>
          </a:xfrm>
          <a:custGeom>
            <a:avLst/>
            <a:gdLst>
              <a:gd name="connsiteX0" fmla="*/ 1783139 w 2253411"/>
              <a:gd name="connsiteY0" fmla="*/ 136254 h 440942"/>
              <a:gd name="connsiteX1" fmla="*/ 1751520 w 2253411"/>
              <a:gd name="connsiteY1" fmla="*/ 136254 h 440942"/>
              <a:gd name="connsiteX2" fmla="*/ 1751520 w 2253411"/>
              <a:gd name="connsiteY2" fmla="*/ 299806 h 440942"/>
              <a:gd name="connsiteX3" fmla="*/ 1783139 w 2253411"/>
              <a:gd name="connsiteY3" fmla="*/ 299806 h 440942"/>
              <a:gd name="connsiteX4" fmla="*/ 293338 w 2253411"/>
              <a:gd name="connsiteY4" fmla="*/ 409024 h 440942"/>
              <a:gd name="connsiteX5" fmla="*/ 297448 w 2253411"/>
              <a:gd name="connsiteY5" fmla="*/ 413147 h 440942"/>
              <a:gd name="connsiteX6" fmla="*/ 297460 w 2253411"/>
              <a:gd name="connsiteY6" fmla="*/ 413147 h 440942"/>
              <a:gd name="connsiteX7" fmla="*/ 333669 w 2253411"/>
              <a:gd name="connsiteY7" fmla="*/ 413147 h 440942"/>
              <a:gd name="connsiteX8" fmla="*/ 337779 w 2253411"/>
              <a:gd name="connsiteY8" fmla="*/ 409047 h 440942"/>
              <a:gd name="connsiteX9" fmla="*/ 337777 w 2253411"/>
              <a:gd name="connsiteY9" fmla="*/ 409024 h 440942"/>
              <a:gd name="connsiteX10" fmla="*/ 333683 w 2253411"/>
              <a:gd name="connsiteY10" fmla="*/ 404916 h 440942"/>
              <a:gd name="connsiteX11" fmla="*/ 333669 w 2253411"/>
              <a:gd name="connsiteY11" fmla="*/ 404916 h 440942"/>
              <a:gd name="connsiteX12" fmla="*/ 297460 w 2253411"/>
              <a:gd name="connsiteY12" fmla="*/ 404916 h 440942"/>
              <a:gd name="connsiteX13" fmla="*/ 293338 w 2253411"/>
              <a:gd name="connsiteY13" fmla="*/ 409021 h 440942"/>
              <a:gd name="connsiteX14" fmla="*/ 293338 w 2253411"/>
              <a:gd name="connsiteY14" fmla="*/ 409024 h 440942"/>
              <a:gd name="connsiteX15" fmla="*/ 39859 w 2253411"/>
              <a:gd name="connsiteY15" fmla="*/ 409024 h 440942"/>
              <a:gd name="connsiteX16" fmla="*/ 43946 w 2253411"/>
              <a:gd name="connsiteY16" fmla="*/ 413147 h 440942"/>
              <a:gd name="connsiteX17" fmla="*/ 43967 w 2253411"/>
              <a:gd name="connsiteY17" fmla="*/ 413147 h 440942"/>
              <a:gd name="connsiteX18" fmla="*/ 80176 w 2253411"/>
              <a:gd name="connsiteY18" fmla="*/ 413147 h 440942"/>
              <a:gd name="connsiteX19" fmla="*/ 84298 w 2253411"/>
              <a:gd name="connsiteY19" fmla="*/ 409037 h 440942"/>
              <a:gd name="connsiteX20" fmla="*/ 84298 w 2253411"/>
              <a:gd name="connsiteY20" fmla="*/ 409024 h 440942"/>
              <a:gd name="connsiteX21" fmla="*/ 80179 w 2253411"/>
              <a:gd name="connsiteY21" fmla="*/ 404916 h 440942"/>
              <a:gd name="connsiteX22" fmla="*/ 80176 w 2253411"/>
              <a:gd name="connsiteY22" fmla="*/ 404916 h 440942"/>
              <a:gd name="connsiteX23" fmla="*/ 43967 w 2253411"/>
              <a:gd name="connsiteY23" fmla="*/ 404916 h 440942"/>
              <a:gd name="connsiteX24" fmla="*/ 39859 w 2253411"/>
              <a:gd name="connsiteY24" fmla="*/ 409012 h 440942"/>
              <a:gd name="connsiteX25" fmla="*/ 39859 w 2253411"/>
              <a:gd name="connsiteY25" fmla="*/ 409024 h 440942"/>
              <a:gd name="connsiteX26" fmla="*/ 80177 w 2253411"/>
              <a:gd name="connsiteY26" fmla="*/ 339849 h 440942"/>
              <a:gd name="connsiteX27" fmla="*/ 8803 w 2253411"/>
              <a:gd name="connsiteY27" fmla="*/ 339849 h 440942"/>
              <a:gd name="connsiteX28" fmla="*/ 8803 w 2253411"/>
              <a:gd name="connsiteY28" fmla="*/ 177644 h 440942"/>
              <a:gd name="connsiteX29" fmla="*/ 4680 w 2253411"/>
              <a:gd name="connsiteY29" fmla="*/ 173521 h 440942"/>
              <a:gd name="connsiteX30" fmla="*/ 572 w 2253411"/>
              <a:gd name="connsiteY30" fmla="*/ 177639 h 440942"/>
              <a:gd name="connsiteX31" fmla="*/ 572 w 2253411"/>
              <a:gd name="connsiteY31" fmla="*/ 177644 h 440942"/>
              <a:gd name="connsiteX32" fmla="*/ 572 w 2253411"/>
              <a:gd name="connsiteY32" fmla="*/ 343959 h 440942"/>
              <a:gd name="connsiteX33" fmla="*/ 4676 w 2253411"/>
              <a:gd name="connsiteY33" fmla="*/ 348080 h 440942"/>
              <a:gd name="connsiteX34" fmla="*/ 4680 w 2253411"/>
              <a:gd name="connsiteY34" fmla="*/ 348080 h 440942"/>
              <a:gd name="connsiteX35" fmla="*/ 80176 w 2253411"/>
              <a:gd name="connsiteY35" fmla="*/ 348080 h 440942"/>
              <a:gd name="connsiteX36" fmla="*/ 84298 w 2253411"/>
              <a:gd name="connsiteY36" fmla="*/ 343970 h 440942"/>
              <a:gd name="connsiteX37" fmla="*/ 84298 w 2253411"/>
              <a:gd name="connsiteY37" fmla="*/ 343959 h 440942"/>
              <a:gd name="connsiteX38" fmla="*/ 80176 w 2253411"/>
              <a:gd name="connsiteY38" fmla="*/ 339849 h 440942"/>
              <a:gd name="connsiteX39" fmla="*/ 98412 w 2253411"/>
              <a:gd name="connsiteY39" fmla="*/ 45530 h 440942"/>
              <a:gd name="connsiteX40" fmla="*/ 94292 w 2253411"/>
              <a:gd name="connsiteY40" fmla="*/ 41422 h 440942"/>
              <a:gd name="connsiteX41" fmla="*/ 94289 w 2253411"/>
              <a:gd name="connsiteY41" fmla="*/ 41422 h 440942"/>
              <a:gd name="connsiteX42" fmla="*/ 30459 w 2253411"/>
              <a:gd name="connsiteY42" fmla="*/ 41422 h 440942"/>
              <a:gd name="connsiteX43" fmla="*/ 26351 w 2253411"/>
              <a:gd name="connsiteY43" fmla="*/ 45518 h 440942"/>
              <a:gd name="connsiteX44" fmla="*/ 26351 w 2253411"/>
              <a:gd name="connsiteY44" fmla="*/ 45530 h 440942"/>
              <a:gd name="connsiteX45" fmla="*/ 26351 w 2253411"/>
              <a:gd name="connsiteY45" fmla="*/ 133916 h 440942"/>
              <a:gd name="connsiteX46" fmla="*/ 30456 w 2253411"/>
              <a:gd name="connsiteY46" fmla="*/ 138039 h 440942"/>
              <a:gd name="connsiteX47" fmla="*/ 30459 w 2253411"/>
              <a:gd name="connsiteY47" fmla="*/ 138039 h 440942"/>
              <a:gd name="connsiteX48" fmla="*/ 80191 w 2253411"/>
              <a:gd name="connsiteY48" fmla="*/ 138039 h 440942"/>
              <a:gd name="connsiteX49" fmla="*/ 84300 w 2253411"/>
              <a:gd name="connsiteY49" fmla="*/ 133916 h 440942"/>
              <a:gd name="connsiteX50" fmla="*/ 80191 w 2253411"/>
              <a:gd name="connsiteY50" fmla="*/ 129808 h 440942"/>
              <a:gd name="connsiteX51" fmla="*/ 34582 w 2253411"/>
              <a:gd name="connsiteY51" fmla="*/ 129808 h 440942"/>
              <a:gd name="connsiteX52" fmla="*/ 34582 w 2253411"/>
              <a:gd name="connsiteY52" fmla="*/ 49653 h 440942"/>
              <a:gd name="connsiteX53" fmla="*/ 94291 w 2253411"/>
              <a:gd name="connsiteY53" fmla="*/ 49653 h 440942"/>
              <a:gd name="connsiteX54" fmla="*/ 98413 w 2253411"/>
              <a:gd name="connsiteY54" fmla="*/ 45540 h 440942"/>
              <a:gd name="connsiteX55" fmla="*/ 98413 w 2253411"/>
              <a:gd name="connsiteY55" fmla="*/ 45530 h 440942"/>
              <a:gd name="connsiteX56" fmla="*/ 271146 w 2253411"/>
              <a:gd name="connsiteY56" fmla="*/ 190835 h 440942"/>
              <a:gd name="connsiteX57" fmla="*/ 271146 w 2253411"/>
              <a:gd name="connsiteY57" fmla="*/ 150874 h 440942"/>
              <a:gd name="connsiteX58" fmla="*/ 267039 w 2253411"/>
              <a:gd name="connsiteY58" fmla="*/ 146752 h 440942"/>
              <a:gd name="connsiteX59" fmla="*/ 267037 w 2253411"/>
              <a:gd name="connsiteY59" fmla="*/ 146752 h 440942"/>
              <a:gd name="connsiteX60" fmla="*/ 262900 w 2253411"/>
              <a:gd name="connsiteY60" fmla="*/ 150873 h 440942"/>
              <a:gd name="connsiteX61" fmla="*/ 262900 w 2253411"/>
              <a:gd name="connsiteY61" fmla="*/ 150874 h 440942"/>
              <a:gd name="connsiteX62" fmla="*/ 262900 w 2253411"/>
              <a:gd name="connsiteY62" fmla="*/ 186698 h 440942"/>
              <a:gd name="connsiteX63" fmla="*/ 192929 w 2253411"/>
              <a:gd name="connsiteY63" fmla="*/ 186698 h 440942"/>
              <a:gd name="connsiteX64" fmla="*/ 192929 w 2253411"/>
              <a:gd name="connsiteY64" fmla="*/ 93846 h 440942"/>
              <a:gd name="connsiteX65" fmla="*/ 234730 w 2253411"/>
              <a:gd name="connsiteY65" fmla="*/ 93846 h 440942"/>
              <a:gd name="connsiteX66" fmla="*/ 238853 w 2253411"/>
              <a:gd name="connsiteY66" fmla="*/ 89738 h 440942"/>
              <a:gd name="connsiteX67" fmla="*/ 234730 w 2253411"/>
              <a:gd name="connsiteY67" fmla="*/ 85602 h 440942"/>
              <a:gd name="connsiteX68" fmla="*/ 192929 w 2253411"/>
              <a:gd name="connsiteY68" fmla="*/ 85602 h 440942"/>
              <a:gd name="connsiteX69" fmla="*/ 192929 w 2253411"/>
              <a:gd name="connsiteY69" fmla="*/ 8058 h 440942"/>
              <a:gd name="connsiteX70" fmla="*/ 256951 w 2253411"/>
              <a:gd name="connsiteY70" fmla="*/ 8058 h 440942"/>
              <a:gd name="connsiteX71" fmla="*/ 261072 w 2253411"/>
              <a:gd name="connsiteY71" fmla="*/ 3946 h 440942"/>
              <a:gd name="connsiteX72" fmla="*/ 261072 w 2253411"/>
              <a:gd name="connsiteY72" fmla="*/ 3935 h 440942"/>
              <a:gd name="connsiteX73" fmla="*/ 256954 w 2253411"/>
              <a:gd name="connsiteY73" fmla="*/ -175 h 440942"/>
              <a:gd name="connsiteX74" fmla="*/ 256951 w 2253411"/>
              <a:gd name="connsiteY74" fmla="*/ -175 h 440942"/>
              <a:gd name="connsiteX75" fmla="*/ 120686 w 2253411"/>
              <a:gd name="connsiteY75" fmla="*/ -175 h 440942"/>
              <a:gd name="connsiteX76" fmla="*/ 116578 w 2253411"/>
              <a:gd name="connsiteY76" fmla="*/ 3935 h 440942"/>
              <a:gd name="connsiteX77" fmla="*/ 120685 w 2253411"/>
              <a:gd name="connsiteY77" fmla="*/ 8058 h 440942"/>
              <a:gd name="connsiteX78" fmla="*/ 120686 w 2253411"/>
              <a:gd name="connsiteY78" fmla="*/ 8058 h 440942"/>
              <a:gd name="connsiteX79" fmla="*/ 184696 w 2253411"/>
              <a:gd name="connsiteY79" fmla="*/ 8058 h 440942"/>
              <a:gd name="connsiteX80" fmla="*/ 184696 w 2253411"/>
              <a:gd name="connsiteY80" fmla="*/ 85629 h 440942"/>
              <a:gd name="connsiteX81" fmla="*/ 141436 w 2253411"/>
              <a:gd name="connsiteY81" fmla="*/ 85629 h 440942"/>
              <a:gd name="connsiteX82" fmla="*/ 137315 w 2253411"/>
              <a:gd name="connsiteY82" fmla="*/ 89752 h 440942"/>
              <a:gd name="connsiteX83" fmla="*/ 141435 w 2253411"/>
              <a:gd name="connsiteY83" fmla="*/ 93860 h 440942"/>
              <a:gd name="connsiteX84" fmla="*/ 141436 w 2253411"/>
              <a:gd name="connsiteY84" fmla="*/ 93860 h 440942"/>
              <a:gd name="connsiteX85" fmla="*/ 184696 w 2253411"/>
              <a:gd name="connsiteY85" fmla="*/ 93860 h 440942"/>
              <a:gd name="connsiteX86" fmla="*/ 184696 w 2253411"/>
              <a:gd name="connsiteY86" fmla="*/ 186698 h 440942"/>
              <a:gd name="connsiteX87" fmla="*/ 114724 w 2253411"/>
              <a:gd name="connsiteY87" fmla="*/ 186698 h 440942"/>
              <a:gd name="connsiteX88" fmla="*/ 114724 w 2253411"/>
              <a:gd name="connsiteY88" fmla="*/ 150874 h 440942"/>
              <a:gd name="connsiteX89" fmla="*/ 110611 w 2253411"/>
              <a:gd name="connsiteY89" fmla="*/ 146752 h 440942"/>
              <a:gd name="connsiteX90" fmla="*/ 110602 w 2253411"/>
              <a:gd name="connsiteY90" fmla="*/ 146752 h 440942"/>
              <a:gd name="connsiteX91" fmla="*/ 106479 w 2253411"/>
              <a:gd name="connsiteY91" fmla="*/ 150874 h 440942"/>
              <a:gd name="connsiteX92" fmla="*/ 106479 w 2253411"/>
              <a:gd name="connsiteY92" fmla="*/ 190835 h 440942"/>
              <a:gd name="connsiteX93" fmla="*/ 110598 w 2253411"/>
              <a:gd name="connsiteY93" fmla="*/ 194943 h 440942"/>
              <a:gd name="connsiteX94" fmla="*/ 110602 w 2253411"/>
              <a:gd name="connsiteY94" fmla="*/ 194943 h 440942"/>
              <a:gd name="connsiteX95" fmla="*/ 184696 w 2253411"/>
              <a:gd name="connsiteY95" fmla="*/ 194943 h 440942"/>
              <a:gd name="connsiteX96" fmla="*/ 184696 w 2253411"/>
              <a:gd name="connsiteY96" fmla="*/ 302418 h 440942"/>
              <a:gd name="connsiteX97" fmla="*/ 120523 w 2253411"/>
              <a:gd name="connsiteY97" fmla="*/ 302418 h 440942"/>
              <a:gd name="connsiteX98" fmla="*/ 120523 w 2253411"/>
              <a:gd name="connsiteY98" fmla="*/ 253744 h 440942"/>
              <a:gd name="connsiteX99" fmla="*/ 116395 w 2253411"/>
              <a:gd name="connsiteY99" fmla="*/ 249636 h 440942"/>
              <a:gd name="connsiteX100" fmla="*/ 116386 w 2253411"/>
              <a:gd name="connsiteY100" fmla="*/ 249636 h 440942"/>
              <a:gd name="connsiteX101" fmla="*/ 62189 w 2253411"/>
              <a:gd name="connsiteY101" fmla="*/ 249636 h 440942"/>
              <a:gd name="connsiteX102" fmla="*/ 62189 w 2253411"/>
              <a:gd name="connsiteY102" fmla="*/ 210170 h 440942"/>
              <a:gd name="connsiteX103" fmla="*/ 58084 w 2253411"/>
              <a:gd name="connsiteY103" fmla="*/ 206047 h 440942"/>
              <a:gd name="connsiteX104" fmla="*/ 58081 w 2253411"/>
              <a:gd name="connsiteY104" fmla="*/ 206047 h 440942"/>
              <a:gd name="connsiteX105" fmla="*/ 53958 w 2253411"/>
              <a:gd name="connsiteY105" fmla="*/ 210170 h 440942"/>
              <a:gd name="connsiteX106" fmla="*/ 53958 w 2253411"/>
              <a:gd name="connsiteY106" fmla="*/ 253744 h 440942"/>
              <a:gd name="connsiteX107" fmla="*/ 58081 w 2253411"/>
              <a:gd name="connsiteY107" fmla="*/ 257867 h 440942"/>
              <a:gd name="connsiteX108" fmla="*/ 112277 w 2253411"/>
              <a:gd name="connsiteY108" fmla="*/ 257867 h 440942"/>
              <a:gd name="connsiteX109" fmla="*/ 112277 w 2253411"/>
              <a:gd name="connsiteY109" fmla="*/ 380182 h 440942"/>
              <a:gd name="connsiteX110" fmla="*/ 116382 w 2253411"/>
              <a:gd name="connsiteY110" fmla="*/ 384304 h 440942"/>
              <a:gd name="connsiteX111" fmla="*/ 116386 w 2253411"/>
              <a:gd name="connsiteY111" fmla="*/ 384304 h 440942"/>
              <a:gd name="connsiteX112" fmla="*/ 120523 w 2253411"/>
              <a:gd name="connsiteY112" fmla="*/ 380182 h 440942"/>
              <a:gd name="connsiteX113" fmla="*/ 120523 w 2253411"/>
              <a:gd name="connsiteY113" fmla="*/ 310649 h 440942"/>
              <a:gd name="connsiteX114" fmla="*/ 184696 w 2253411"/>
              <a:gd name="connsiteY114" fmla="*/ 310649 h 440942"/>
              <a:gd name="connsiteX115" fmla="*/ 184696 w 2253411"/>
              <a:gd name="connsiteY115" fmla="*/ 432537 h 440942"/>
              <a:gd name="connsiteX116" fmla="*/ 131736 w 2253411"/>
              <a:gd name="connsiteY116" fmla="*/ 432537 h 440942"/>
              <a:gd name="connsiteX117" fmla="*/ 127628 w 2253411"/>
              <a:gd name="connsiteY117" fmla="*/ 436615 h 440942"/>
              <a:gd name="connsiteX118" fmla="*/ 127628 w 2253411"/>
              <a:gd name="connsiteY118" fmla="*/ 436646 h 440942"/>
              <a:gd name="connsiteX119" fmla="*/ 131716 w 2253411"/>
              <a:gd name="connsiteY119" fmla="*/ 440768 h 440942"/>
              <a:gd name="connsiteX120" fmla="*/ 131736 w 2253411"/>
              <a:gd name="connsiteY120" fmla="*/ 440768 h 440942"/>
              <a:gd name="connsiteX121" fmla="*/ 245888 w 2253411"/>
              <a:gd name="connsiteY121" fmla="*/ 440768 h 440942"/>
              <a:gd name="connsiteX122" fmla="*/ 250011 w 2253411"/>
              <a:gd name="connsiteY122" fmla="*/ 436657 h 440942"/>
              <a:gd name="connsiteX123" fmla="*/ 250011 w 2253411"/>
              <a:gd name="connsiteY123" fmla="*/ 436646 h 440942"/>
              <a:gd name="connsiteX124" fmla="*/ 245909 w 2253411"/>
              <a:gd name="connsiteY124" fmla="*/ 432537 h 440942"/>
              <a:gd name="connsiteX125" fmla="*/ 245888 w 2253411"/>
              <a:gd name="connsiteY125" fmla="*/ 432537 h 440942"/>
              <a:gd name="connsiteX126" fmla="*/ 192929 w 2253411"/>
              <a:gd name="connsiteY126" fmla="*/ 432537 h 440942"/>
              <a:gd name="connsiteX127" fmla="*/ 192929 w 2253411"/>
              <a:gd name="connsiteY127" fmla="*/ 310649 h 440942"/>
              <a:gd name="connsiteX128" fmla="*/ 257116 w 2253411"/>
              <a:gd name="connsiteY128" fmla="*/ 310649 h 440942"/>
              <a:gd name="connsiteX129" fmla="*/ 257116 w 2253411"/>
              <a:gd name="connsiteY129" fmla="*/ 380182 h 440942"/>
              <a:gd name="connsiteX130" fmla="*/ 261250 w 2253411"/>
              <a:gd name="connsiteY130" fmla="*/ 384304 h 440942"/>
              <a:gd name="connsiteX131" fmla="*/ 265358 w 2253411"/>
              <a:gd name="connsiteY131" fmla="*/ 380182 h 440942"/>
              <a:gd name="connsiteX132" fmla="*/ 265358 w 2253411"/>
              <a:gd name="connsiteY132" fmla="*/ 257867 h 440942"/>
              <a:gd name="connsiteX133" fmla="*/ 319557 w 2253411"/>
              <a:gd name="connsiteY133" fmla="*/ 257867 h 440942"/>
              <a:gd name="connsiteX134" fmla="*/ 323665 w 2253411"/>
              <a:gd name="connsiteY134" fmla="*/ 253748 h 440942"/>
              <a:gd name="connsiteX135" fmla="*/ 323665 w 2253411"/>
              <a:gd name="connsiteY135" fmla="*/ 253744 h 440942"/>
              <a:gd name="connsiteX136" fmla="*/ 323665 w 2253411"/>
              <a:gd name="connsiteY136" fmla="*/ 210170 h 440942"/>
              <a:gd name="connsiteX137" fmla="*/ 319557 w 2253411"/>
              <a:gd name="connsiteY137" fmla="*/ 206047 h 440942"/>
              <a:gd name="connsiteX138" fmla="*/ 315434 w 2253411"/>
              <a:gd name="connsiteY138" fmla="*/ 210170 h 440942"/>
              <a:gd name="connsiteX139" fmla="*/ 315434 w 2253411"/>
              <a:gd name="connsiteY139" fmla="*/ 249636 h 440942"/>
              <a:gd name="connsiteX140" fmla="*/ 261250 w 2253411"/>
              <a:gd name="connsiteY140" fmla="*/ 249636 h 440942"/>
              <a:gd name="connsiteX141" fmla="*/ 257115 w 2253411"/>
              <a:gd name="connsiteY141" fmla="*/ 253733 h 440942"/>
              <a:gd name="connsiteX142" fmla="*/ 257115 w 2253411"/>
              <a:gd name="connsiteY142" fmla="*/ 253744 h 440942"/>
              <a:gd name="connsiteX143" fmla="*/ 257115 w 2253411"/>
              <a:gd name="connsiteY143" fmla="*/ 302416 h 440942"/>
              <a:gd name="connsiteX144" fmla="*/ 192927 w 2253411"/>
              <a:gd name="connsiteY144" fmla="*/ 302416 h 440942"/>
              <a:gd name="connsiteX145" fmla="*/ 192927 w 2253411"/>
              <a:gd name="connsiteY145" fmla="*/ 194943 h 440942"/>
              <a:gd name="connsiteX146" fmla="*/ 267036 w 2253411"/>
              <a:gd name="connsiteY146" fmla="*/ 194943 h 440942"/>
              <a:gd name="connsiteX147" fmla="*/ 271144 w 2253411"/>
              <a:gd name="connsiteY147" fmla="*/ 190849 h 440942"/>
              <a:gd name="connsiteX148" fmla="*/ 271144 w 2253411"/>
              <a:gd name="connsiteY148" fmla="*/ 190835 h 440942"/>
              <a:gd name="connsiteX149" fmla="*/ 351285 w 2253411"/>
              <a:gd name="connsiteY149" fmla="*/ 133931 h 440942"/>
              <a:gd name="connsiteX150" fmla="*/ 351285 w 2253411"/>
              <a:gd name="connsiteY150" fmla="*/ 45545 h 440942"/>
              <a:gd name="connsiteX151" fmla="*/ 347175 w 2253411"/>
              <a:gd name="connsiteY151" fmla="*/ 41422 h 440942"/>
              <a:gd name="connsiteX152" fmla="*/ 347164 w 2253411"/>
              <a:gd name="connsiteY152" fmla="*/ 41422 h 440942"/>
              <a:gd name="connsiteX153" fmla="*/ 283332 w 2253411"/>
              <a:gd name="connsiteY153" fmla="*/ 41422 h 440942"/>
              <a:gd name="connsiteX154" fmla="*/ 279224 w 2253411"/>
              <a:gd name="connsiteY154" fmla="*/ 45524 h 440942"/>
              <a:gd name="connsiteX155" fmla="*/ 279224 w 2253411"/>
              <a:gd name="connsiteY155" fmla="*/ 45545 h 440942"/>
              <a:gd name="connsiteX156" fmla="*/ 283332 w 2253411"/>
              <a:gd name="connsiteY156" fmla="*/ 49653 h 440942"/>
              <a:gd name="connsiteX157" fmla="*/ 343054 w 2253411"/>
              <a:gd name="connsiteY157" fmla="*/ 49653 h 440942"/>
              <a:gd name="connsiteX158" fmla="*/ 343054 w 2253411"/>
              <a:gd name="connsiteY158" fmla="*/ 129808 h 440942"/>
              <a:gd name="connsiteX159" fmla="*/ 297460 w 2253411"/>
              <a:gd name="connsiteY159" fmla="*/ 129808 h 440942"/>
              <a:gd name="connsiteX160" fmla="*/ 293338 w 2253411"/>
              <a:gd name="connsiteY160" fmla="*/ 133918 h 440942"/>
              <a:gd name="connsiteX161" fmla="*/ 293338 w 2253411"/>
              <a:gd name="connsiteY161" fmla="*/ 133931 h 440942"/>
              <a:gd name="connsiteX162" fmla="*/ 297460 w 2253411"/>
              <a:gd name="connsiteY162" fmla="*/ 138039 h 440942"/>
              <a:gd name="connsiteX163" fmla="*/ 347164 w 2253411"/>
              <a:gd name="connsiteY163" fmla="*/ 138039 h 440942"/>
              <a:gd name="connsiteX164" fmla="*/ 351285 w 2253411"/>
              <a:gd name="connsiteY164" fmla="*/ 133931 h 440942"/>
              <a:gd name="connsiteX165" fmla="*/ 377065 w 2253411"/>
              <a:gd name="connsiteY165" fmla="*/ 343972 h 440942"/>
              <a:gd name="connsiteX166" fmla="*/ 377065 w 2253411"/>
              <a:gd name="connsiteY166" fmla="*/ 177629 h 440942"/>
              <a:gd name="connsiteX167" fmla="*/ 372946 w 2253411"/>
              <a:gd name="connsiteY167" fmla="*/ 173521 h 440942"/>
              <a:gd name="connsiteX168" fmla="*/ 372943 w 2253411"/>
              <a:gd name="connsiteY168" fmla="*/ 173521 h 440942"/>
              <a:gd name="connsiteX169" fmla="*/ 368834 w 2253411"/>
              <a:gd name="connsiteY169" fmla="*/ 177617 h 440942"/>
              <a:gd name="connsiteX170" fmla="*/ 368834 w 2253411"/>
              <a:gd name="connsiteY170" fmla="*/ 177629 h 440942"/>
              <a:gd name="connsiteX171" fmla="*/ 368834 w 2253411"/>
              <a:gd name="connsiteY171" fmla="*/ 339836 h 440942"/>
              <a:gd name="connsiteX172" fmla="*/ 297460 w 2253411"/>
              <a:gd name="connsiteY172" fmla="*/ 339836 h 440942"/>
              <a:gd name="connsiteX173" fmla="*/ 293338 w 2253411"/>
              <a:gd name="connsiteY173" fmla="*/ 343970 h 440942"/>
              <a:gd name="connsiteX174" fmla="*/ 293338 w 2253411"/>
              <a:gd name="connsiteY174" fmla="*/ 343972 h 440942"/>
              <a:gd name="connsiteX175" fmla="*/ 297438 w 2253411"/>
              <a:gd name="connsiteY175" fmla="*/ 348080 h 440942"/>
              <a:gd name="connsiteX176" fmla="*/ 297460 w 2253411"/>
              <a:gd name="connsiteY176" fmla="*/ 348080 h 440942"/>
              <a:gd name="connsiteX177" fmla="*/ 372943 w 2253411"/>
              <a:gd name="connsiteY177" fmla="*/ 348080 h 440942"/>
              <a:gd name="connsiteX178" fmla="*/ 377065 w 2253411"/>
              <a:gd name="connsiteY178" fmla="*/ 343992 h 440942"/>
              <a:gd name="connsiteX179" fmla="*/ 377065 w 2253411"/>
              <a:gd name="connsiteY179" fmla="*/ 343972 h 440942"/>
              <a:gd name="connsiteX180" fmla="*/ 577721 w 2253411"/>
              <a:gd name="connsiteY180" fmla="*/ 299806 h 440942"/>
              <a:gd name="connsiteX181" fmla="*/ 609683 w 2253411"/>
              <a:gd name="connsiteY181" fmla="*/ 299806 h 440942"/>
              <a:gd name="connsiteX182" fmla="*/ 609683 w 2253411"/>
              <a:gd name="connsiteY182" fmla="*/ 196098 h 440942"/>
              <a:gd name="connsiteX183" fmla="*/ 551186 w 2253411"/>
              <a:gd name="connsiteY183" fmla="*/ 131498 h 440942"/>
              <a:gd name="connsiteX184" fmla="*/ 500878 w 2253411"/>
              <a:gd name="connsiteY184" fmla="*/ 159709 h 440942"/>
              <a:gd name="connsiteX185" fmla="*/ 500878 w 2253411"/>
              <a:gd name="connsiteY185" fmla="*/ 136254 h 440942"/>
              <a:gd name="connsiteX186" fmla="*/ 469601 w 2253411"/>
              <a:gd name="connsiteY186" fmla="*/ 136254 h 440942"/>
              <a:gd name="connsiteX187" fmla="*/ 469601 w 2253411"/>
              <a:gd name="connsiteY187" fmla="*/ 299806 h 440942"/>
              <a:gd name="connsiteX188" fmla="*/ 501565 w 2253411"/>
              <a:gd name="connsiteY188" fmla="*/ 299806 h 440942"/>
              <a:gd name="connsiteX189" fmla="*/ 501565 w 2253411"/>
              <a:gd name="connsiteY189" fmla="*/ 205278 h 440942"/>
              <a:gd name="connsiteX190" fmla="*/ 539629 w 2253411"/>
              <a:gd name="connsiteY190" fmla="*/ 160396 h 440942"/>
              <a:gd name="connsiteX191" fmla="*/ 577721 w 2253411"/>
              <a:gd name="connsiteY191" fmla="*/ 201540 h 440942"/>
              <a:gd name="connsiteX192" fmla="*/ 766751 w 2253411"/>
              <a:gd name="connsiteY192" fmla="*/ 201196 h 440942"/>
              <a:gd name="connsiteX193" fmla="*/ 677320 w 2253411"/>
              <a:gd name="connsiteY193" fmla="*/ 201196 h 440942"/>
              <a:gd name="connsiteX194" fmla="*/ 721870 w 2253411"/>
              <a:gd name="connsiteY194" fmla="*/ 159366 h 440942"/>
              <a:gd name="connsiteX195" fmla="*/ 766751 w 2253411"/>
              <a:gd name="connsiteY195" fmla="*/ 201196 h 440942"/>
              <a:gd name="connsiteX196" fmla="*/ 799388 w 2253411"/>
              <a:gd name="connsiteY196" fmla="*/ 227044 h 440942"/>
              <a:gd name="connsiteX197" fmla="*/ 800075 w 2253411"/>
              <a:gd name="connsiteY197" fmla="*/ 216835 h 440942"/>
              <a:gd name="connsiteX198" fmla="*/ 721527 w 2253411"/>
              <a:gd name="connsiteY198" fmla="*/ 131155 h 440942"/>
              <a:gd name="connsiteX199" fmla="*/ 643324 w 2253411"/>
              <a:gd name="connsiteY199" fmla="*/ 217522 h 440942"/>
              <a:gd name="connsiteX200" fmla="*/ 725608 w 2253411"/>
              <a:gd name="connsiteY200" fmla="*/ 304904 h 440942"/>
              <a:gd name="connsiteX201" fmla="*/ 799044 w 2253411"/>
              <a:gd name="connsiteY201" fmla="*/ 253221 h 440942"/>
              <a:gd name="connsiteX202" fmla="*/ 771519 w 2253411"/>
              <a:gd name="connsiteY202" fmla="*/ 243698 h 440942"/>
              <a:gd name="connsiteX203" fmla="*/ 725608 w 2253411"/>
              <a:gd name="connsiteY203" fmla="*/ 276679 h 440942"/>
              <a:gd name="connsiteX204" fmla="*/ 676304 w 2253411"/>
              <a:gd name="connsiteY204" fmla="*/ 227044 h 440942"/>
              <a:gd name="connsiteX205" fmla="*/ 945791 w 2253411"/>
              <a:gd name="connsiteY205" fmla="*/ 299820 h 440942"/>
              <a:gd name="connsiteX206" fmla="*/ 976394 w 2253411"/>
              <a:gd name="connsiteY206" fmla="*/ 299820 h 440942"/>
              <a:gd name="connsiteX207" fmla="*/ 974677 w 2253411"/>
              <a:gd name="connsiteY207" fmla="*/ 269547 h 440942"/>
              <a:gd name="connsiteX208" fmla="*/ 974677 w 2253411"/>
              <a:gd name="connsiteY208" fmla="*/ 136254 h 440942"/>
              <a:gd name="connsiteX209" fmla="*/ 942727 w 2253411"/>
              <a:gd name="connsiteY209" fmla="*/ 136254 h 440942"/>
              <a:gd name="connsiteX210" fmla="*/ 942727 w 2253411"/>
              <a:gd name="connsiteY210" fmla="*/ 234863 h 440942"/>
              <a:gd name="connsiteX211" fmla="*/ 903948 w 2253411"/>
              <a:gd name="connsiteY211" fmla="*/ 276679 h 440942"/>
              <a:gd name="connsiteX212" fmla="*/ 866901 w 2253411"/>
              <a:gd name="connsiteY212" fmla="*/ 234519 h 440942"/>
              <a:gd name="connsiteX213" fmla="*/ 866901 w 2253411"/>
              <a:gd name="connsiteY213" fmla="*/ 136254 h 440942"/>
              <a:gd name="connsiteX214" fmla="*/ 834924 w 2253411"/>
              <a:gd name="connsiteY214" fmla="*/ 136254 h 440942"/>
              <a:gd name="connsiteX215" fmla="*/ 834924 w 2253411"/>
              <a:gd name="connsiteY215" fmla="*/ 239287 h 440942"/>
              <a:gd name="connsiteX216" fmla="*/ 896143 w 2253411"/>
              <a:gd name="connsiteY216" fmla="*/ 304903 h 440942"/>
              <a:gd name="connsiteX217" fmla="*/ 944418 w 2253411"/>
              <a:gd name="connsiteY217" fmla="*/ 280086 h 440942"/>
              <a:gd name="connsiteX218" fmla="*/ 945791 w 2253411"/>
              <a:gd name="connsiteY218" fmla="*/ 299818 h 440942"/>
              <a:gd name="connsiteX219" fmla="*/ 1098324 w 2253411"/>
              <a:gd name="connsiteY219" fmla="*/ 167541 h 440942"/>
              <a:gd name="connsiteX220" fmla="*/ 1112271 w 2253411"/>
              <a:gd name="connsiteY220" fmla="*/ 168559 h 440942"/>
              <a:gd name="connsiteX221" fmla="*/ 1112271 w 2253411"/>
              <a:gd name="connsiteY221" fmla="*/ 134563 h 440942"/>
              <a:gd name="connsiteX222" fmla="*/ 1101731 w 2253411"/>
              <a:gd name="connsiteY222" fmla="*/ 133532 h 440942"/>
              <a:gd name="connsiteX223" fmla="*/ 1052771 w 2253411"/>
              <a:gd name="connsiteY223" fmla="*/ 164808 h 440942"/>
              <a:gd name="connsiteX224" fmla="*/ 1052771 w 2253411"/>
              <a:gd name="connsiteY224" fmla="*/ 136266 h 440942"/>
              <a:gd name="connsiteX225" fmla="*/ 1021481 w 2253411"/>
              <a:gd name="connsiteY225" fmla="*/ 136266 h 440942"/>
              <a:gd name="connsiteX226" fmla="*/ 1021481 w 2253411"/>
              <a:gd name="connsiteY226" fmla="*/ 299806 h 440942"/>
              <a:gd name="connsiteX227" fmla="*/ 1053443 w 2253411"/>
              <a:gd name="connsiteY227" fmla="*/ 299806 h 440942"/>
              <a:gd name="connsiteX228" fmla="*/ 1053443 w 2253411"/>
              <a:gd name="connsiteY228" fmla="*/ 217851 h 440942"/>
              <a:gd name="connsiteX229" fmla="*/ 1098324 w 2253411"/>
              <a:gd name="connsiteY229" fmla="*/ 167543 h 440942"/>
              <a:gd name="connsiteX230" fmla="*/ 1263512 w 2253411"/>
              <a:gd name="connsiteY230" fmla="*/ 217865 h 440942"/>
              <a:gd name="connsiteX231" fmla="*/ 1212518 w 2253411"/>
              <a:gd name="connsiteY231" fmla="*/ 276350 h 440942"/>
              <a:gd name="connsiteX232" fmla="*/ 1161507 w 2253411"/>
              <a:gd name="connsiteY232" fmla="*/ 217865 h 440942"/>
              <a:gd name="connsiteX233" fmla="*/ 1212518 w 2253411"/>
              <a:gd name="connsiteY233" fmla="*/ 159709 h 440942"/>
              <a:gd name="connsiteX234" fmla="*/ 1263512 w 2253411"/>
              <a:gd name="connsiteY234" fmla="*/ 217865 h 440942"/>
              <a:gd name="connsiteX235" fmla="*/ 1296163 w 2253411"/>
              <a:gd name="connsiteY235" fmla="*/ 217865 h 440942"/>
              <a:gd name="connsiteX236" fmla="*/ 1212518 w 2253411"/>
              <a:gd name="connsiteY236" fmla="*/ 131169 h 440942"/>
              <a:gd name="connsiteX237" fmla="*/ 1128871 w 2253411"/>
              <a:gd name="connsiteY237" fmla="*/ 217865 h 440942"/>
              <a:gd name="connsiteX238" fmla="*/ 1212518 w 2253411"/>
              <a:gd name="connsiteY238" fmla="*/ 304904 h 440942"/>
              <a:gd name="connsiteX239" fmla="*/ 1296163 w 2253411"/>
              <a:gd name="connsiteY239" fmla="*/ 217865 h 440942"/>
              <a:gd name="connsiteX240" fmla="*/ 1388657 w 2253411"/>
              <a:gd name="connsiteY240" fmla="*/ 301496 h 440942"/>
              <a:gd name="connsiteX241" fmla="*/ 1410425 w 2253411"/>
              <a:gd name="connsiteY241" fmla="*/ 298446 h 440942"/>
              <a:gd name="connsiteX242" fmla="*/ 1410425 w 2253411"/>
              <a:gd name="connsiteY242" fmla="*/ 271237 h 440942"/>
              <a:gd name="connsiteX243" fmla="*/ 1397836 w 2253411"/>
              <a:gd name="connsiteY243" fmla="*/ 272612 h 440942"/>
              <a:gd name="connsiteX244" fmla="*/ 1375054 w 2253411"/>
              <a:gd name="connsiteY244" fmla="*/ 250158 h 440942"/>
              <a:gd name="connsiteX245" fmla="*/ 1375054 w 2253411"/>
              <a:gd name="connsiteY245" fmla="*/ 165152 h 440942"/>
              <a:gd name="connsiteX246" fmla="*/ 1410423 w 2253411"/>
              <a:gd name="connsiteY246" fmla="*/ 165152 h 440942"/>
              <a:gd name="connsiteX247" fmla="*/ 1410423 w 2253411"/>
              <a:gd name="connsiteY247" fmla="*/ 136254 h 440942"/>
              <a:gd name="connsiteX248" fmla="*/ 1375054 w 2253411"/>
              <a:gd name="connsiteY248" fmla="*/ 136254 h 440942"/>
              <a:gd name="connsiteX249" fmla="*/ 1375054 w 2253411"/>
              <a:gd name="connsiteY249" fmla="*/ 84585 h 440942"/>
              <a:gd name="connsiteX250" fmla="*/ 1345825 w 2253411"/>
              <a:gd name="connsiteY250" fmla="*/ 84585 h 440942"/>
              <a:gd name="connsiteX251" fmla="*/ 1345825 w 2253411"/>
              <a:gd name="connsiteY251" fmla="*/ 111092 h 440942"/>
              <a:gd name="connsiteX252" fmla="*/ 1320665 w 2253411"/>
              <a:gd name="connsiteY252" fmla="*/ 136254 h 440942"/>
              <a:gd name="connsiteX253" fmla="*/ 1311814 w 2253411"/>
              <a:gd name="connsiteY253" fmla="*/ 136254 h 440942"/>
              <a:gd name="connsiteX254" fmla="*/ 1311814 w 2253411"/>
              <a:gd name="connsiteY254" fmla="*/ 165152 h 440942"/>
              <a:gd name="connsiteX255" fmla="*/ 1343105 w 2253411"/>
              <a:gd name="connsiteY255" fmla="*/ 165152 h 440942"/>
              <a:gd name="connsiteX256" fmla="*/ 1343105 w 2253411"/>
              <a:gd name="connsiteY256" fmla="*/ 254911 h 440942"/>
              <a:gd name="connsiteX257" fmla="*/ 1388657 w 2253411"/>
              <a:gd name="connsiteY257" fmla="*/ 301496 h 440942"/>
              <a:gd name="connsiteX258" fmla="*/ 1564344 w 2253411"/>
              <a:gd name="connsiteY258" fmla="*/ 217865 h 440942"/>
              <a:gd name="connsiteX259" fmla="*/ 1513349 w 2253411"/>
              <a:gd name="connsiteY259" fmla="*/ 276350 h 440942"/>
              <a:gd name="connsiteX260" fmla="*/ 1462340 w 2253411"/>
              <a:gd name="connsiteY260" fmla="*/ 217865 h 440942"/>
              <a:gd name="connsiteX261" fmla="*/ 1513349 w 2253411"/>
              <a:gd name="connsiteY261" fmla="*/ 159709 h 440942"/>
              <a:gd name="connsiteX262" fmla="*/ 1564344 w 2253411"/>
              <a:gd name="connsiteY262" fmla="*/ 217865 h 440942"/>
              <a:gd name="connsiteX263" fmla="*/ 1596994 w 2253411"/>
              <a:gd name="connsiteY263" fmla="*/ 217865 h 440942"/>
              <a:gd name="connsiteX264" fmla="*/ 1513349 w 2253411"/>
              <a:gd name="connsiteY264" fmla="*/ 131169 h 440942"/>
              <a:gd name="connsiteX265" fmla="*/ 1429704 w 2253411"/>
              <a:gd name="connsiteY265" fmla="*/ 217865 h 440942"/>
              <a:gd name="connsiteX266" fmla="*/ 1513349 w 2253411"/>
              <a:gd name="connsiteY266" fmla="*/ 304904 h 440942"/>
              <a:gd name="connsiteX267" fmla="*/ 1596994 w 2253411"/>
              <a:gd name="connsiteY267" fmla="*/ 217865 h 440942"/>
              <a:gd name="connsiteX268" fmla="*/ 1709456 w 2253411"/>
              <a:gd name="connsiteY268" fmla="*/ 167543 h 440942"/>
              <a:gd name="connsiteX269" fmla="*/ 1723392 w 2253411"/>
              <a:gd name="connsiteY269" fmla="*/ 168560 h 440942"/>
              <a:gd name="connsiteX270" fmla="*/ 1723392 w 2253411"/>
              <a:gd name="connsiteY270" fmla="*/ 134563 h 440942"/>
              <a:gd name="connsiteX271" fmla="*/ 1712851 w 2253411"/>
              <a:gd name="connsiteY271" fmla="*/ 133532 h 440942"/>
              <a:gd name="connsiteX272" fmla="*/ 1663890 w 2253411"/>
              <a:gd name="connsiteY272" fmla="*/ 164808 h 440942"/>
              <a:gd name="connsiteX273" fmla="*/ 1663890 w 2253411"/>
              <a:gd name="connsiteY273" fmla="*/ 136266 h 440942"/>
              <a:gd name="connsiteX274" fmla="*/ 1632614 w 2253411"/>
              <a:gd name="connsiteY274" fmla="*/ 136266 h 440942"/>
              <a:gd name="connsiteX275" fmla="*/ 1632614 w 2253411"/>
              <a:gd name="connsiteY275" fmla="*/ 299806 h 440942"/>
              <a:gd name="connsiteX276" fmla="*/ 1664564 w 2253411"/>
              <a:gd name="connsiteY276" fmla="*/ 299806 h 440942"/>
              <a:gd name="connsiteX277" fmla="*/ 1664564 w 2253411"/>
              <a:gd name="connsiteY277" fmla="*/ 217851 h 440942"/>
              <a:gd name="connsiteX278" fmla="*/ 1709456 w 2253411"/>
              <a:gd name="connsiteY278" fmla="*/ 167543 h 440942"/>
              <a:gd name="connsiteX279" fmla="*/ 1790286 w 2253411"/>
              <a:gd name="connsiteY279" fmla="*/ 74360 h 440942"/>
              <a:gd name="connsiteX280" fmla="*/ 1767488 w 2253411"/>
              <a:gd name="connsiteY280" fmla="*/ 51248 h 440942"/>
              <a:gd name="connsiteX281" fmla="*/ 1744374 w 2253411"/>
              <a:gd name="connsiteY281" fmla="*/ 74045 h 440942"/>
              <a:gd name="connsiteX282" fmla="*/ 1767159 w 2253411"/>
              <a:gd name="connsiteY282" fmla="*/ 97158 h 440942"/>
              <a:gd name="connsiteX283" fmla="*/ 1790286 w 2253411"/>
              <a:gd name="connsiteY283" fmla="*/ 74401 h 440942"/>
              <a:gd name="connsiteX284" fmla="*/ 1790286 w 2253411"/>
              <a:gd name="connsiteY284" fmla="*/ 74362 h 440942"/>
              <a:gd name="connsiteX285" fmla="*/ 1937899 w 2253411"/>
              <a:gd name="connsiteY285" fmla="*/ 299820 h 440942"/>
              <a:gd name="connsiteX286" fmla="*/ 1968489 w 2253411"/>
              <a:gd name="connsiteY286" fmla="*/ 299820 h 440942"/>
              <a:gd name="connsiteX287" fmla="*/ 1966785 w 2253411"/>
              <a:gd name="connsiteY287" fmla="*/ 269547 h 440942"/>
              <a:gd name="connsiteX288" fmla="*/ 1966785 w 2253411"/>
              <a:gd name="connsiteY288" fmla="*/ 136254 h 440942"/>
              <a:gd name="connsiteX289" fmla="*/ 1934821 w 2253411"/>
              <a:gd name="connsiteY289" fmla="*/ 136254 h 440942"/>
              <a:gd name="connsiteX290" fmla="*/ 1934821 w 2253411"/>
              <a:gd name="connsiteY290" fmla="*/ 234863 h 440942"/>
              <a:gd name="connsiteX291" fmla="*/ 1896069 w 2253411"/>
              <a:gd name="connsiteY291" fmla="*/ 276679 h 440942"/>
              <a:gd name="connsiteX292" fmla="*/ 1859008 w 2253411"/>
              <a:gd name="connsiteY292" fmla="*/ 234519 h 440942"/>
              <a:gd name="connsiteX293" fmla="*/ 1859008 w 2253411"/>
              <a:gd name="connsiteY293" fmla="*/ 136254 h 440942"/>
              <a:gd name="connsiteX294" fmla="*/ 1827032 w 2253411"/>
              <a:gd name="connsiteY294" fmla="*/ 136254 h 440942"/>
              <a:gd name="connsiteX295" fmla="*/ 1827032 w 2253411"/>
              <a:gd name="connsiteY295" fmla="*/ 239287 h 440942"/>
              <a:gd name="connsiteX296" fmla="*/ 1888249 w 2253411"/>
              <a:gd name="connsiteY296" fmla="*/ 304903 h 440942"/>
              <a:gd name="connsiteX297" fmla="*/ 1936524 w 2253411"/>
              <a:gd name="connsiteY297" fmla="*/ 280086 h 440942"/>
              <a:gd name="connsiteX298" fmla="*/ 1937899 w 2253411"/>
              <a:gd name="connsiteY298" fmla="*/ 299818 h 440942"/>
              <a:gd name="connsiteX299" fmla="*/ 2253984 w 2253411"/>
              <a:gd name="connsiteY299" fmla="*/ 299806 h 440942"/>
              <a:gd name="connsiteX300" fmla="*/ 2253984 w 2253411"/>
              <a:gd name="connsiteY300" fmla="*/ 193721 h 440942"/>
              <a:gd name="connsiteX301" fmla="*/ 2197547 w 2253411"/>
              <a:gd name="connsiteY301" fmla="*/ 131498 h 440942"/>
              <a:gd name="connsiteX302" fmla="*/ 2142800 w 2253411"/>
              <a:gd name="connsiteY302" fmla="*/ 162431 h 440942"/>
              <a:gd name="connsiteX303" fmla="*/ 2093839 w 2253411"/>
              <a:gd name="connsiteY303" fmla="*/ 131498 h 440942"/>
              <a:gd name="connsiteX304" fmla="*/ 2044204 w 2253411"/>
              <a:gd name="connsiteY304" fmla="*/ 158005 h 440942"/>
              <a:gd name="connsiteX305" fmla="*/ 2044204 w 2253411"/>
              <a:gd name="connsiteY305" fmla="*/ 136254 h 440942"/>
              <a:gd name="connsiteX306" fmla="*/ 2013588 w 2253411"/>
              <a:gd name="connsiteY306" fmla="*/ 136254 h 440942"/>
              <a:gd name="connsiteX307" fmla="*/ 2013588 w 2253411"/>
              <a:gd name="connsiteY307" fmla="*/ 299806 h 440942"/>
              <a:gd name="connsiteX308" fmla="*/ 2045221 w 2253411"/>
              <a:gd name="connsiteY308" fmla="*/ 299806 h 440942"/>
              <a:gd name="connsiteX309" fmla="*/ 2045221 w 2253411"/>
              <a:gd name="connsiteY309" fmla="*/ 201209 h 440942"/>
              <a:gd name="connsiteX310" fmla="*/ 2083299 w 2253411"/>
              <a:gd name="connsiteY310" fmla="*/ 159709 h 440942"/>
              <a:gd name="connsiteX311" fmla="*/ 2117971 w 2253411"/>
              <a:gd name="connsiteY311" fmla="*/ 197115 h 440942"/>
              <a:gd name="connsiteX312" fmla="*/ 2117971 w 2253411"/>
              <a:gd name="connsiteY312" fmla="*/ 299807 h 440942"/>
              <a:gd name="connsiteX313" fmla="*/ 2149932 w 2253411"/>
              <a:gd name="connsiteY313" fmla="*/ 299807 h 440942"/>
              <a:gd name="connsiteX314" fmla="*/ 2149932 w 2253411"/>
              <a:gd name="connsiteY314" fmla="*/ 200867 h 440942"/>
              <a:gd name="connsiteX315" fmla="*/ 2187682 w 2253411"/>
              <a:gd name="connsiteY315" fmla="*/ 159711 h 440942"/>
              <a:gd name="connsiteX316" fmla="*/ 2222364 w 2253411"/>
              <a:gd name="connsiteY316" fmla="*/ 197115 h 440942"/>
              <a:gd name="connsiteX317" fmla="*/ 2222364 w 2253411"/>
              <a:gd name="connsiteY317" fmla="*/ 299807 h 440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Lst>
            <a:rect l="l" t="t" r="r" b="b"/>
            <a:pathLst>
              <a:path w="2253411" h="440942">
                <a:moveTo>
                  <a:pt x="1783139" y="136254"/>
                </a:moveTo>
                <a:lnTo>
                  <a:pt x="1751520" y="136254"/>
                </a:lnTo>
                <a:lnTo>
                  <a:pt x="1751520" y="299806"/>
                </a:lnTo>
                <a:lnTo>
                  <a:pt x="1783139" y="299806"/>
                </a:lnTo>
                <a:close/>
                <a:moveTo>
                  <a:pt x="293338" y="409024"/>
                </a:moveTo>
                <a:cubicBezTo>
                  <a:pt x="293335" y="411298"/>
                  <a:pt x="295174" y="413144"/>
                  <a:pt x="297448" y="413147"/>
                </a:cubicBezTo>
                <a:cubicBezTo>
                  <a:pt x="297452" y="413147"/>
                  <a:pt x="297456" y="413147"/>
                  <a:pt x="297460" y="413147"/>
                </a:cubicBezTo>
                <a:lnTo>
                  <a:pt x="333669" y="413147"/>
                </a:lnTo>
                <a:cubicBezTo>
                  <a:pt x="335936" y="413150"/>
                  <a:pt x="337776" y="411314"/>
                  <a:pt x="337779" y="409047"/>
                </a:cubicBezTo>
                <a:cubicBezTo>
                  <a:pt x="337779" y="409039"/>
                  <a:pt x="337779" y="409032"/>
                  <a:pt x="337777" y="409024"/>
                </a:cubicBezTo>
                <a:cubicBezTo>
                  <a:pt x="337782" y="406760"/>
                  <a:pt x="335949" y="404921"/>
                  <a:pt x="333683" y="404916"/>
                </a:cubicBezTo>
                <a:cubicBezTo>
                  <a:pt x="333678" y="404916"/>
                  <a:pt x="333674" y="404916"/>
                  <a:pt x="333669" y="404916"/>
                </a:cubicBezTo>
                <a:lnTo>
                  <a:pt x="297460" y="404916"/>
                </a:lnTo>
                <a:cubicBezTo>
                  <a:pt x="295188" y="404911"/>
                  <a:pt x="293342" y="406749"/>
                  <a:pt x="293338" y="409021"/>
                </a:cubicBezTo>
                <a:cubicBezTo>
                  <a:pt x="293338" y="409023"/>
                  <a:pt x="293338" y="409024"/>
                  <a:pt x="293338" y="409024"/>
                </a:cubicBezTo>
                <a:moveTo>
                  <a:pt x="39859" y="409024"/>
                </a:moveTo>
                <a:cubicBezTo>
                  <a:pt x="39849" y="411291"/>
                  <a:pt x="41679" y="413137"/>
                  <a:pt x="43946" y="413147"/>
                </a:cubicBezTo>
                <a:cubicBezTo>
                  <a:pt x="43953" y="413147"/>
                  <a:pt x="43959" y="413147"/>
                  <a:pt x="43967" y="413147"/>
                </a:cubicBezTo>
                <a:lnTo>
                  <a:pt x="80176" y="413147"/>
                </a:lnTo>
                <a:cubicBezTo>
                  <a:pt x="82449" y="413150"/>
                  <a:pt x="84295" y="411311"/>
                  <a:pt x="84298" y="409037"/>
                </a:cubicBezTo>
                <a:cubicBezTo>
                  <a:pt x="84298" y="409032"/>
                  <a:pt x="84298" y="409029"/>
                  <a:pt x="84298" y="409024"/>
                </a:cubicBezTo>
                <a:cubicBezTo>
                  <a:pt x="84295" y="406752"/>
                  <a:pt x="82451" y="404913"/>
                  <a:pt x="80179" y="404916"/>
                </a:cubicBezTo>
                <a:cubicBezTo>
                  <a:pt x="80177" y="404916"/>
                  <a:pt x="80177" y="404916"/>
                  <a:pt x="80176" y="404916"/>
                </a:cubicBezTo>
                <a:lnTo>
                  <a:pt x="43967" y="404916"/>
                </a:lnTo>
                <a:cubicBezTo>
                  <a:pt x="41701" y="404913"/>
                  <a:pt x="39862" y="406746"/>
                  <a:pt x="39859" y="409012"/>
                </a:cubicBezTo>
                <a:cubicBezTo>
                  <a:pt x="39859" y="409016"/>
                  <a:pt x="39859" y="409021"/>
                  <a:pt x="39859" y="409024"/>
                </a:cubicBezTo>
                <a:moveTo>
                  <a:pt x="80177" y="339849"/>
                </a:moveTo>
                <a:lnTo>
                  <a:pt x="8803" y="339849"/>
                </a:lnTo>
                <a:lnTo>
                  <a:pt x="8803" y="177644"/>
                </a:lnTo>
                <a:cubicBezTo>
                  <a:pt x="8801" y="175367"/>
                  <a:pt x="6955" y="173523"/>
                  <a:pt x="4680" y="173521"/>
                </a:cubicBezTo>
                <a:cubicBezTo>
                  <a:pt x="2408" y="173523"/>
                  <a:pt x="569" y="175367"/>
                  <a:pt x="572" y="177639"/>
                </a:cubicBezTo>
                <a:cubicBezTo>
                  <a:pt x="572" y="177640"/>
                  <a:pt x="572" y="177642"/>
                  <a:pt x="572" y="177644"/>
                </a:cubicBezTo>
                <a:lnTo>
                  <a:pt x="572" y="343959"/>
                </a:lnTo>
                <a:cubicBezTo>
                  <a:pt x="567" y="346229"/>
                  <a:pt x="2404" y="348075"/>
                  <a:pt x="4676" y="348080"/>
                </a:cubicBezTo>
                <a:cubicBezTo>
                  <a:pt x="4677" y="348080"/>
                  <a:pt x="4679" y="348080"/>
                  <a:pt x="4680" y="348080"/>
                </a:cubicBezTo>
                <a:lnTo>
                  <a:pt x="80176" y="348080"/>
                </a:lnTo>
                <a:cubicBezTo>
                  <a:pt x="82449" y="348083"/>
                  <a:pt x="84295" y="346244"/>
                  <a:pt x="84298" y="343970"/>
                </a:cubicBezTo>
                <a:cubicBezTo>
                  <a:pt x="84298" y="343965"/>
                  <a:pt x="84298" y="343962"/>
                  <a:pt x="84298" y="343959"/>
                </a:cubicBezTo>
                <a:cubicBezTo>
                  <a:pt x="84290" y="341687"/>
                  <a:pt x="82447" y="339849"/>
                  <a:pt x="80176" y="339849"/>
                </a:cubicBezTo>
                <a:moveTo>
                  <a:pt x="98412" y="45530"/>
                </a:moveTo>
                <a:cubicBezTo>
                  <a:pt x="98409" y="43258"/>
                  <a:pt x="96564" y="41419"/>
                  <a:pt x="94292" y="41422"/>
                </a:cubicBezTo>
                <a:cubicBezTo>
                  <a:pt x="94291" y="41422"/>
                  <a:pt x="94291" y="41422"/>
                  <a:pt x="94289" y="41422"/>
                </a:cubicBezTo>
                <a:lnTo>
                  <a:pt x="30459" y="41422"/>
                </a:lnTo>
                <a:cubicBezTo>
                  <a:pt x="28193" y="41419"/>
                  <a:pt x="26354" y="43252"/>
                  <a:pt x="26351" y="45518"/>
                </a:cubicBezTo>
                <a:cubicBezTo>
                  <a:pt x="26351" y="45521"/>
                  <a:pt x="26351" y="45526"/>
                  <a:pt x="26351" y="45530"/>
                </a:cubicBezTo>
                <a:lnTo>
                  <a:pt x="26351" y="133916"/>
                </a:lnTo>
                <a:cubicBezTo>
                  <a:pt x="26346" y="136188"/>
                  <a:pt x="28184" y="138034"/>
                  <a:pt x="30456" y="138039"/>
                </a:cubicBezTo>
                <a:cubicBezTo>
                  <a:pt x="30458" y="138039"/>
                  <a:pt x="30458" y="138039"/>
                  <a:pt x="30459" y="138039"/>
                </a:cubicBezTo>
                <a:lnTo>
                  <a:pt x="80191" y="138039"/>
                </a:lnTo>
                <a:cubicBezTo>
                  <a:pt x="82460" y="138026"/>
                  <a:pt x="84295" y="136187"/>
                  <a:pt x="84300" y="133916"/>
                </a:cubicBezTo>
                <a:cubicBezTo>
                  <a:pt x="84293" y="131651"/>
                  <a:pt x="82459" y="129814"/>
                  <a:pt x="80191" y="129808"/>
                </a:cubicBezTo>
                <a:lnTo>
                  <a:pt x="34582" y="129808"/>
                </a:lnTo>
                <a:lnTo>
                  <a:pt x="34582" y="49653"/>
                </a:lnTo>
                <a:lnTo>
                  <a:pt x="94291" y="49653"/>
                </a:lnTo>
                <a:cubicBezTo>
                  <a:pt x="96564" y="49656"/>
                  <a:pt x="98410" y="47813"/>
                  <a:pt x="98413" y="45540"/>
                </a:cubicBezTo>
                <a:cubicBezTo>
                  <a:pt x="98413" y="45537"/>
                  <a:pt x="98413" y="45534"/>
                  <a:pt x="98413" y="45530"/>
                </a:cubicBezTo>
                <a:moveTo>
                  <a:pt x="271146" y="190835"/>
                </a:moveTo>
                <a:lnTo>
                  <a:pt x="271146" y="150874"/>
                </a:lnTo>
                <a:cubicBezTo>
                  <a:pt x="271151" y="148602"/>
                  <a:pt x="269311" y="146756"/>
                  <a:pt x="267039" y="146752"/>
                </a:cubicBezTo>
                <a:cubicBezTo>
                  <a:pt x="267039" y="146752"/>
                  <a:pt x="267037" y="146752"/>
                  <a:pt x="267037" y="146752"/>
                </a:cubicBezTo>
                <a:cubicBezTo>
                  <a:pt x="264756" y="146747"/>
                  <a:pt x="262904" y="148593"/>
                  <a:pt x="262900" y="150873"/>
                </a:cubicBezTo>
                <a:cubicBezTo>
                  <a:pt x="262900" y="150873"/>
                  <a:pt x="262900" y="150874"/>
                  <a:pt x="262900" y="150874"/>
                </a:cubicBezTo>
                <a:lnTo>
                  <a:pt x="262900" y="186698"/>
                </a:lnTo>
                <a:lnTo>
                  <a:pt x="192929" y="186698"/>
                </a:lnTo>
                <a:lnTo>
                  <a:pt x="192929" y="93846"/>
                </a:lnTo>
                <a:lnTo>
                  <a:pt x="234730" y="93846"/>
                </a:lnTo>
                <a:cubicBezTo>
                  <a:pt x="236999" y="93841"/>
                  <a:pt x="238840" y="92007"/>
                  <a:pt x="238853" y="89738"/>
                </a:cubicBezTo>
                <a:cubicBezTo>
                  <a:pt x="238852" y="87459"/>
                  <a:pt x="237009" y="85610"/>
                  <a:pt x="234730" y="85602"/>
                </a:cubicBezTo>
                <a:lnTo>
                  <a:pt x="192929" y="85602"/>
                </a:lnTo>
                <a:lnTo>
                  <a:pt x="192929" y="8058"/>
                </a:lnTo>
                <a:lnTo>
                  <a:pt x="256951" y="8058"/>
                </a:lnTo>
                <a:cubicBezTo>
                  <a:pt x="259225" y="8061"/>
                  <a:pt x="261071" y="6220"/>
                  <a:pt x="261072" y="3946"/>
                </a:cubicBezTo>
                <a:cubicBezTo>
                  <a:pt x="261072" y="3943"/>
                  <a:pt x="261072" y="3938"/>
                  <a:pt x="261072" y="3935"/>
                </a:cubicBezTo>
                <a:cubicBezTo>
                  <a:pt x="261071" y="1663"/>
                  <a:pt x="259226" y="-176"/>
                  <a:pt x="256954" y="-175"/>
                </a:cubicBezTo>
                <a:cubicBezTo>
                  <a:pt x="256953" y="-175"/>
                  <a:pt x="256951" y="-175"/>
                  <a:pt x="256951" y="-175"/>
                </a:cubicBezTo>
                <a:lnTo>
                  <a:pt x="120686" y="-175"/>
                </a:lnTo>
                <a:cubicBezTo>
                  <a:pt x="118418" y="-173"/>
                  <a:pt x="116580" y="1666"/>
                  <a:pt x="116578" y="3935"/>
                </a:cubicBezTo>
                <a:cubicBezTo>
                  <a:pt x="116573" y="6207"/>
                  <a:pt x="118411" y="8053"/>
                  <a:pt x="120685" y="8058"/>
                </a:cubicBezTo>
                <a:cubicBezTo>
                  <a:pt x="120685" y="8058"/>
                  <a:pt x="120686" y="8058"/>
                  <a:pt x="120686" y="8058"/>
                </a:cubicBezTo>
                <a:lnTo>
                  <a:pt x="184696" y="8058"/>
                </a:lnTo>
                <a:lnTo>
                  <a:pt x="184696" y="85629"/>
                </a:lnTo>
                <a:lnTo>
                  <a:pt x="141436" y="85629"/>
                </a:lnTo>
                <a:cubicBezTo>
                  <a:pt x="139161" y="85631"/>
                  <a:pt x="137317" y="87475"/>
                  <a:pt x="137315" y="89752"/>
                </a:cubicBezTo>
                <a:cubicBezTo>
                  <a:pt x="137318" y="92024"/>
                  <a:pt x="139163" y="93864"/>
                  <a:pt x="141435" y="93860"/>
                </a:cubicBezTo>
                <a:cubicBezTo>
                  <a:pt x="141435" y="93860"/>
                  <a:pt x="141436" y="93860"/>
                  <a:pt x="141436" y="93860"/>
                </a:cubicBezTo>
                <a:lnTo>
                  <a:pt x="184696" y="93860"/>
                </a:lnTo>
                <a:lnTo>
                  <a:pt x="184696" y="186698"/>
                </a:lnTo>
                <a:lnTo>
                  <a:pt x="114724" y="186698"/>
                </a:lnTo>
                <a:lnTo>
                  <a:pt x="114724" y="150874"/>
                </a:lnTo>
                <a:cubicBezTo>
                  <a:pt x="114727" y="148601"/>
                  <a:pt x="112885" y="146755"/>
                  <a:pt x="110611" y="146752"/>
                </a:cubicBezTo>
                <a:cubicBezTo>
                  <a:pt x="110608" y="146752"/>
                  <a:pt x="110605" y="146752"/>
                  <a:pt x="110602" y="146752"/>
                </a:cubicBezTo>
                <a:cubicBezTo>
                  <a:pt x="108325" y="146753"/>
                  <a:pt x="106481" y="148598"/>
                  <a:pt x="106479" y="150874"/>
                </a:cubicBezTo>
                <a:lnTo>
                  <a:pt x="106479" y="190835"/>
                </a:lnTo>
                <a:cubicBezTo>
                  <a:pt x="106482" y="193107"/>
                  <a:pt x="108326" y="194947"/>
                  <a:pt x="110598" y="194943"/>
                </a:cubicBezTo>
                <a:cubicBezTo>
                  <a:pt x="110598" y="194943"/>
                  <a:pt x="110600" y="194943"/>
                  <a:pt x="110602" y="194943"/>
                </a:cubicBezTo>
                <a:lnTo>
                  <a:pt x="184696" y="194943"/>
                </a:lnTo>
                <a:lnTo>
                  <a:pt x="184696" y="302418"/>
                </a:lnTo>
                <a:lnTo>
                  <a:pt x="120523" y="302418"/>
                </a:lnTo>
                <a:lnTo>
                  <a:pt x="120523" y="253744"/>
                </a:lnTo>
                <a:cubicBezTo>
                  <a:pt x="120518" y="251469"/>
                  <a:pt x="118670" y="249630"/>
                  <a:pt x="116395" y="249636"/>
                </a:cubicBezTo>
                <a:cubicBezTo>
                  <a:pt x="116392" y="249636"/>
                  <a:pt x="116389" y="249636"/>
                  <a:pt x="116386" y="249636"/>
                </a:cubicBezTo>
                <a:lnTo>
                  <a:pt x="62189" y="249636"/>
                </a:lnTo>
                <a:lnTo>
                  <a:pt x="62189" y="210170"/>
                </a:lnTo>
                <a:cubicBezTo>
                  <a:pt x="62194" y="207898"/>
                  <a:pt x="60356" y="206052"/>
                  <a:pt x="58084" y="206047"/>
                </a:cubicBezTo>
                <a:cubicBezTo>
                  <a:pt x="58082" y="206047"/>
                  <a:pt x="58082" y="206047"/>
                  <a:pt x="58081" y="206047"/>
                </a:cubicBezTo>
                <a:cubicBezTo>
                  <a:pt x="55805" y="206054"/>
                  <a:pt x="53964" y="207895"/>
                  <a:pt x="53958" y="210170"/>
                </a:cubicBezTo>
                <a:lnTo>
                  <a:pt x="53958" y="253744"/>
                </a:lnTo>
                <a:cubicBezTo>
                  <a:pt x="53960" y="256020"/>
                  <a:pt x="55804" y="257866"/>
                  <a:pt x="58081" y="257867"/>
                </a:cubicBezTo>
                <a:lnTo>
                  <a:pt x="112277" y="257867"/>
                </a:lnTo>
                <a:lnTo>
                  <a:pt x="112277" y="380182"/>
                </a:lnTo>
                <a:cubicBezTo>
                  <a:pt x="112273" y="382454"/>
                  <a:pt x="114110" y="384300"/>
                  <a:pt x="116382" y="384304"/>
                </a:cubicBezTo>
                <a:cubicBezTo>
                  <a:pt x="116384" y="384304"/>
                  <a:pt x="116386" y="384304"/>
                  <a:pt x="116386" y="384304"/>
                </a:cubicBezTo>
                <a:cubicBezTo>
                  <a:pt x="118666" y="384303"/>
                  <a:pt x="120515" y="382460"/>
                  <a:pt x="120523" y="380182"/>
                </a:cubicBezTo>
                <a:lnTo>
                  <a:pt x="120523" y="310649"/>
                </a:lnTo>
                <a:lnTo>
                  <a:pt x="184696" y="310649"/>
                </a:lnTo>
                <a:lnTo>
                  <a:pt x="184696" y="432537"/>
                </a:lnTo>
                <a:lnTo>
                  <a:pt x="131736" y="432537"/>
                </a:lnTo>
                <a:cubicBezTo>
                  <a:pt x="129475" y="432528"/>
                  <a:pt x="127636" y="434355"/>
                  <a:pt x="127628" y="436615"/>
                </a:cubicBezTo>
                <a:cubicBezTo>
                  <a:pt x="127628" y="436625"/>
                  <a:pt x="127628" y="436635"/>
                  <a:pt x="127628" y="436646"/>
                </a:cubicBezTo>
                <a:cubicBezTo>
                  <a:pt x="127618" y="438913"/>
                  <a:pt x="129448" y="440759"/>
                  <a:pt x="131716" y="440768"/>
                </a:cubicBezTo>
                <a:cubicBezTo>
                  <a:pt x="131722" y="440768"/>
                  <a:pt x="131730" y="440768"/>
                  <a:pt x="131736" y="440768"/>
                </a:cubicBezTo>
                <a:lnTo>
                  <a:pt x="245888" y="440768"/>
                </a:lnTo>
                <a:cubicBezTo>
                  <a:pt x="248162" y="440771"/>
                  <a:pt x="250008" y="438930"/>
                  <a:pt x="250011" y="436657"/>
                </a:cubicBezTo>
                <a:cubicBezTo>
                  <a:pt x="250011" y="436654"/>
                  <a:pt x="250011" y="436649"/>
                  <a:pt x="250011" y="436646"/>
                </a:cubicBezTo>
                <a:cubicBezTo>
                  <a:pt x="250013" y="434378"/>
                  <a:pt x="248176" y="432539"/>
                  <a:pt x="245909" y="432537"/>
                </a:cubicBezTo>
                <a:cubicBezTo>
                  <a:pt x="245903" y="432537"/>
                  <a:pt x="245895" y="432537"/>
                  <a:pt x="245888" y="432537"/>
                </a:cubicBezTo>
                <a:lnTo>
                  <a:pt x="192929" y="432537"/>
                </a:lnTo>
                <a:lnTo>
                  <a:pt x="192929" y="310649"/>
                </a:lnTo>
                <a:lnTo>
                  <a:pt x="257116" y="310649"/>
                </a:lnTo>
                <a:lnTo>
                  <a:pt x="257116" y="380182"/>
                </a:lnTo>
                <a:cubicBezTo>
                  <a:pt x="257124" y="382460"/>
                  <a:pt x="258972" y="384303"/>
                  <a:pt x="261250" y="384304"/>
                </a:cubicBezTo>
                <a:cubicBezTo>
                  <a:pt x="263522" y="384296"/>
                  <a:pt x="265358" y="382454"/>
                  <a:pt x="265358" y="380182"/>
                </a:cubicBezTo>
                <a:lnTo>
                  <a:pt x="265358" y="257867"/>
                </a:lnTo>
                <a:lnTo>
                  <a:pt x="319557" y="257867"/>
                </a:lnTo>
                <a:cubicBezTo>
                  <a:pt x="321829" y="257864"/>
                  <a:pt x="323668" y="256020"/>
                  <a:pt x="323665" y="253748"/>
                </a:cubicBezTo>
                <a:cubicBezTo>
                  <a:pt x="323665" y="253746"/>
                  <a:pt x="323665" y="253744"/>
                  <a:pt x="323665" y="253744"/>
                </a:cubicBezTo>
                <a:lnTo>
                  <a:pt x="323665" y="210170"/>
                </a:lnTo>
                <a:cubicBezTo>
                  <a:pt x="323665" y="207898"/>
                  <a:pt x="321827" y="206055"/>
                  <a:pt x="319557" y="206047"/>
                </a:cubicBezTo>
                <a:cubicBezTo>
                  <a:pt x="317280" y="206049"/>
                  <a:pt x="315436" y="207893"/>
                  <a:pt x="315434" y="210170"/>
                </a:cubicBezTo>
                <a:lnTo>
                  <a:pt x="315434" y="249636"/>
                </a:lnTo>
                <a:lnTo>
                  <a:pt x="261250" y="249636"/>
                </a:lnTo>
                <a:cubicBezTo>
                  <a:pt x="258977" y="249625"/>
                  <a:pt x="257124" y="251460"/>
                  <a:pt x="257115" y="253733"/>
                </a:cubicBezTo>
                <a:cubicBezTo>
                  <a:pt x="257115" y="253737"/>
                  <a:pt x="257115" y="253741"/>
                  <a:pt x="257115" y="253744"/>
                </a:cubicBezTo>
                <a:lnTo>
                  <a:pt x="257115" y="302416"/>
                </a:lnTo>
                <a:lnTo>
                  <a:pt x="192927" y="302416"/>
                </a:lnTo>
                <a:lnTo>
                  <a:pt x="192927" y="194943"/>
                </a:lnTo>
                <a:lnTo>
                  <a:pt x="267036" y="194943"/>
                </a:lnTo>
                <a:cubicBezTo>
                  <a:pt x="269301" y="194948"/>
                  <a:pt x="271141" y="193113"/>
                  <a:pt x="271144" y="190849"/>
                </a:cubicBezTo>
                <a:cubicBezTo>
                  <a:pt x="271144" y="190845"/>
                  <a:pt x="271144" y="190840"/>
                  <a:pt x="271144" y="190835"/>
                </a:cubicBezTo>
                <a:moveTo>
                  <a:pt x="351285" y="133931"/>
                </a:moveTo>
                <a:lnTo>
                  <a:pt x="351285" y="45545"/>
                </a:lnTo>
                <a:cubicBezTo>
                  <a:pt x="351288" y="43271"/>
                  <a:pt x="349449" y="41425"/>
                  <a:pt x="347175" y="41422"/>
                </a:cubicBezTo>
                <a:cubicBezTo>
                  <a:pt x="347170" y="41422"/>
                  <a:pt x="347167" y="41422"/>
                  <a:pt x="347164" y="41422"/>
                </a:cubicBezTo>
                <a:lnTo>
                  <a:pt x="283332" y="41422"/>
                </a:lnTo>
                <a:cubicBezTo>
                  <a:pt x="281065" y="41420"/>
                  <a:pt x="279226" y="43257"/>
                  <a:pt x="279224" y="45524"/>
                </a:cubicBezTo>
                <a:cubicBezTo>
                  <a:pt x="279224" y="45530"/>
                  <a:pt x="279224" y="45538"/>
                  <a:pt x="279224" y="45545"/>
                </a:cubicBezTo>
                <a:cubicBezTo>
                  <a:pt x="279226" y="47813"/>
                  <a:pt x="281065" y="49651"/>
                  <a:pt x="283332" y="49653"/>
                </a:cubicBezTo>
                <a:lnTo>
                  <a:pt x="343054" y="49653"/>
                </a:lnTo>
                <a:lnTo>
                  <a:pt x="343054" y="129808"/>
                </a:lnTo>
                <a:lnTo>
                  <a:pt x="297460" y="129808"/>
                </a:lnTo>
                <a:cubicBezTo>
                  <a:pt x="295187" y="129805"/>
                  <a:pt x="293341" y="131644"/>
                  <a:pt x="293338" y="133918"/>
                </a:cubicBezTo>
                <a:cubicBezTo>
                  <a:pt x="293338" y="133923"/>
                  <a:pt x="293338" y="133926"/>
                  <a:pt x="293338" y="133931"/>
                </a:cubicBezTo>
                <a:cubicBezTo>
                  <a:pt x="293344" y="136201"/>
                  <a:pt x="295188" y="138039"/>
                  <a:pt x="297460" y="138039"/>
                </a:cubicBezTo>
                <a:lnTo>
                  <a:pt x="347164" y="138039"/>
                </a:lnTo>
                <a:cubicBezTo>
                  <a:pt x="349434" y="138039"/>
                  <a:pt x="351279" y="136201"/>
                  <a:pt x="351285" y="133931"/>
                </a:cubicBezTo>
                <a:moveTo>
                  <a:pt x="377065" y="343972"/>
                </a:moveTo>
                <a:lnTo>
                  <a:pt x="377065" y="177629"/>
                </a:lnTo>
                <a:cubicBezTo>
                  <a:pt x="377062" y="175357"/>
                  <a:pt x="375218" y="173518"/>
                  <a:pt x="372946" y="173521"/>
                </a:cubicBezTo>
                <a:cubicBezTo>
                  <a:pt x="372944" y="173521"/>
                  <a:pt x="372943" y="173521"/>
                  <a:pt x="372943" y="173521"/>
                </a:cubicBezTo>
                <a:cubicBezTo>
                  <a:pt x="370677" y="173518"/>
                  <a:pt x="368838" y="175351"/>
                  <a:pt x="368834" y="177617"/>
                </a:cubicBezTo>
                <a:cubicBezTo>
                  <a:pt x="368834" y="177621"/>
                  <a:pt x="368834" y="177625"/>
                  <a:pt x="368834" y="177629"/>
                </a:cubicBezTo>
                <a:lnTo>
                  <a:pt x="368834" y="339836"/>
                </a:lnTo>
                <a:lnTo>
                  <a:pt x="297460" y="339836"/>
                </a:lnTo>
                <a:cubicBezTo>
                  <a:pt x="295179" y="339839"/>
                  <a:pt x="293335" y="341690"/>
                  <a:pt x="293338" y="343970"/>
                </a:cubicBezTo>
                <a:cubicBezTo>
                  <a:pt x="293338" y="343970"/>
                  <a:pt x="293338" y="343972"/>
                  <a:pt x="293338" y="343972"/>
                </a:cubicBezTo>
                <a:cubicBezTo>
                  <a:pt x="293335" y="346239"/>
                  <a:pt x="295171" y="348078"/>
                  <a:pt x="297438" y="348080"/>
                </a:cubicBezTo>
                <a:cubicBezTo>
                  <a:pt x="297446" y="348080"/>
                  <a:pt x="297452" y="348080"/>
                  <a:pt x="297460" y="348080"/>
                </a:cubicBezTo>
                <a:lnTo>
                  <a:pt x="372943" y="348080"/>
                </a:lnTo>
                <a:cubicBezTo>
                  <a:pt x="375210" y="348089"/>
                  <a:pt x="377056" y="346260"/>
                  <a:pt x="377065" y="343992"/>
                </a:cubicBezTo>
                <a:cubicBezTo>
                  <a:pt x="377065" y="343986"/>
                  <a:pt x="377065" y="343978"/>
                  <a:pt x="377065" y="343972"/>
                </a:cubicBezTo>
                <a:moveTo>
                  <a:pt x="577721" y="299806"/>
                </a:moveTo>
                <a:lnTo>
                  <a:pt x="609683" y="299806"/>
                </a:lnTo>
                <a:lnTo>
                  <a:pt x="609683" y="196098"/>
                </a:lnTo>
                <a:cubicBezTo>
                  <a:pt x="609683" y="159709"/>
                  <a:pt x="590294" y="131498"/>
                  <a:pt x="551186" y="131498"/>
                </a:cubicBezTo>
                <a:cubicBezTo>
                  <a:pt x="532153" y="131498"/>
                  <a:pt x="512778" y="139317"/>
                  <a:pt x="500878" y="159709"/>
                </a:cubicBezTo>
                <a:lnTo>
                  <a:pt x="500878" y="136254"/>
                </a:lnTo>
                <a:lnTo>
                  <a:pt x="469601" y="136254"/>
                </a:lnTo>
                <a:lnTo>
                  <a:pt x="469601" y="299806"/>
                </a:lnTo>
                <a:lnTo>
                  <a:pt x="501565" y="299806"/>
                </a:lnTo>
                <a:lnTo>
                  <a:pt x="501565" y="205278"/>
                </a:lnTo>
                <a:cubicBezTo>
                  <a:pt x="501565" y="180447"/>
                  <a:pt x="514481" y="160396"/>
                  <a:pt x="539629" y="160396"/>
                </a:cubicBezTo>
                <a:cubicBezTo>
                  <a:pt x="568198" y="160396"/>
                  <a:pt x="577721" y="178769"/>
                  <a:pt x="577721" y="201540"/>
                </a:cubicBezTo>
                <a:close/>
                <a:moveTo>
                  <a:pt x="766751" y="201196"/>
                </a:moveTo>
                <a:lnTo>
                  <a:pt x="677320" y="201196"/>
                </a:lnTo>
                <a:cubicBezTo>
                  <a:pt x="678681" y="180130"/>
                  <a:pt x="695020" y="159366"/>
                  <a:pt x="721870" y="159366"/>
                </a:cubicBezTo>
                <a:cubicBezTo>
                  <a:pt x="750756" y="159366"/>
                  <a:pt x="766064" y="177739"/>
                  <a:pt x="766751" y="201196"/>
                </a:cubicBezTo>
                <a:moveTo>
                  <a:pt x="799388" y="227044"/>
                </a:moveTo>
                <a:cubicBezTo>
                  <a:pt x="799861" y="223662"/>
                  <a:pt x="800091" y="220250"/>
                  <a:pt x="800075" y="216835"/>
                </a:cubicBezTo>
                <a:cubicBezTo>
                  <a:pt x="800075" y="165839"/>
                  <a:pt x="771836" y="131155"/>
                  <a:pt x="721527" y="131155"/>
                </a:cubicBezTo>
                <a:cubicBezTo>
                  <a:pt x="680385" y="131155"/>
                  <a:pt x="643324" y="166182"/>
                  <a:pt x="643324" y="217522"/>
                </a:cubicBezTo>
                <a:cubicBezTo>
                  <a:pt x="643324" y="272955"/>
                  <a:pt x="681746" y="304904"/>
                  <a:pt x="725608" y="304904"/>
                </a:cubicBezTo>
                <a:cubicBezTo>
                  <a:pt x="763687" y="304904"/>
                  <a:pt x="789865" y="282134"/>
                  <a:pt x="799044" y="253221"/>
                </a:cubicBezTo>
                <a:lnTo>
                  <a:pt x="771519" y="243698"/>
                </a:lnTo>
                <a:cubicBezTo>
                  <a:pt x="765391" y="262058"/>
                  <a:pt x="752130" y="276679"/>
                  <a:pt x="725608" y="276679"/>
                </a:cubicBezTo>
                <a:cubicBezTo>
                  <a:pt x="698057" y="276679"/>
                  <a:pt x="676991" y="256285"/>
                  <a:pt x="676304" y="227044"/>
                </a:cubicBezTo>
                <a:close/>
                <a:moveTo>
                  <a:pt x="945791" y="299820"/>
                </a:moveTo>
                <a:lnTo>
                  <a:pt x="976394" y="299820"/>
                </a:lnTo>
                <a:cubicBezTo>
                  <a:pt x="975261" y="289769"/>
                  <a:pt x="974688" y="279662"/>
                  <a:pt x="974677" y="269547"/>
                </a:cubicBezTo>
                <a:lnTo>
                  <a:pt x="974677" y="136254"/>
                </a:lnTo>
                <a:lnTo>
                  <a:pt x="942727" y="136254"/>
                </a:lnTo>
                <a:lnTo>
                  <a:pt x="942727" y="234863"/>
                </a:lnTo>
                <a:cubicBezTo>
                  <a:pt x="942727" y="259681"/>
                  <a:pt x="929810" y="276679"/>
                  <a:pt x="903948" y="276679"/>
                </a:cubicBezTo>
                <a:cubicBezTo>
                  <a:pt x="877097" y="276679"/>
                  <a:pt x="866901" y="256959"/>
                  <a:pt x="866901" y="234519"/>
                </a:cubicBezTo>
                <a:lnTo>
                  <a:pt x="866901" y="136254"/>
                </a:lnTo>
                <a:lnTo>
                  <a:pt x="834924" y="136254"/>
                </a:lnTo>
                <a:lnTo>
                  <a:pt x="834924" y="239287"/>
                </a:lnTo>
                <a:cubicBezTo>
                  <a:pt x="834924" y="276348"/>
                  <a:pt x="858065" y="304903"/>
                  <a:pt x="896143" y="304903"/>
                </a:cubicBezTo>
                <a:cubicBezTo>
                  <a:pt x="915175" y="304903"/>
                  <a:pt x="935582" y="297084"/>
                  <a:pt x="944418" y="280086"/>
                </a:cubicBezTo>
                <a:cubicBezTo>
                  <a:pt x="944422" y="286687"/>
                  <a:pt x="944881" y="293281"/>
                  <a:pt x="945791" y="299818"/>
                </a:cubicBezTo>
                <a:moveTo>
                  <a:pt x="1098324" y="167541"/>
                </a:moveTo>
                <a:cubicBezTo>
                  <a:pt x="1102992" y="167551"/>
                  <a:pt x="1107652" y="167891"/>
                  <a:pt x="1112271" y="168559"/>
                </a:cubicBezTo>
                <a:lnTo>
                  <a:pt x="1112271" y="134563"/>
                </a:lnTo>
                <a:cubicBezTo>
                  <a:pt x="1108795" y="133908"/>
                  <a:pt x="1105269" y="133563"/>
                  <a:pt x="1101731" y="133532"/>
                </a:cubicBezTo>
                <a:cubicBezTo>
                  <a:pt x="1085077" y="133532"/>
                  <a:pt x="1064671" y="139661"/>
                  <a:pt x="1052771" y="164808"/>
                </a:cubicBezTo>
                <a:lnTo>
                  <a:pt x="1052771" y="136266"/>
                </a:lnTo>
                <a:lnTo>
                  <a:pt x="1021481" y="136266"/>
                </a:lnTo>
                <a:lnTo>
                  <a:pt x="1021481" y="299806"/>
                </a:lnTo>
                <a:lnTo>
                  <a:pt x="1053443" y="299806"/>
                </a:lnTo>
                <a:lnTo>
                  <a:pt x="1053443" y="217851"/>
                </a:lnTo>
                <a:cubicBezTo>
                  <a:pt x="1053443" y="181820"/>
                  <a:pt x="1071474" y="167543"/>
                  <a:pt x="1098324" y="167543"/>
                </a:cubicBezTo>
                <a:moveTo>
                  <a:pt x="1263512" y="217865"/>
                </a:moveTo>
                <a:cubicBezTo>
                  <a:pt x="1263512" y="255943"/>
                  <a:pt x="1239712" y="276350"/>
                  <a:pt x="1212518" y="276350"/>
                </a:cubicBezTo>
                <a:cubicBezTo>
                  <a:pt x="1185308" y="276350"/>
                  <a:pt x="1161507" y="255943"/>
                  <a:pt x="1161507" y="217865"/>
                </a:cubicBezTo>
                <a:cubicBezTo>
                  <a:pt x="1161507" y="180116"/>
                  <a:pt x="1185308" y="159709"/>
                  <a:pt x="1212518" y="159709"/>
                </a:cubicBezTo>
                <a:cubicBezTo>
                  <a:pt x="1239712" y="159709"/>
                  <a:pt x="1263512" y="180116"/>
                  <a:pt x="1263512" y="217865"/>
                </a:cubicBezTo>
                <a:moveTo>
                  <a:pt x="1296163" y="217865"/>
                </a:moveTo>
                <a:cubicBezTo>
                  <a:pt x="1296163" y="168230"/>
                  <a:pt x="1261479" y="131169"/>
                  <a:pt x="1212518" y="131169"/>
                </a:cubicBezTo>
                <a:cubicBezTo>
                  <a:pt x="1163557" y="131169"/>
                  <a:pt x="1128871" y="168230"/>
                  <a:pt x="1128871" y="217865"/>
                </a:cubicBezTo>
                <a:cubicBezTo>
                  <a:pt x="1128871" y="267844"/>
                  <a:pt x="1163555" y="304904"/>
                  <a:pt x="1212518" y="304904"/>
                </a:cubicBezTo>
                <a:cubicBezTo>
                  <a:pt x="1261479" y="304904"/>
                  <a:pt x="1296163" y="267844"/>
                  <a:pt x="1296163" y="217865"/>
                </a:cubicBezTo>
                <a:moveTo>
                  <a:pt x="1388657" y="301496"/>
                </a:moveTo>
                <a:cubicBezTo>
                  <a:pt x="1396028" y="301629"/>
                  <a:pt x="1403374" y="300599"/>
                  <a:pt x="1410425" y="298446"/>
                </a:cubicBezTo>
                <a:lnTo>
                  <a:pt x="1410425" y="271237"/>
                </a:lnTo>
                <a:cubicBezTo>
                  <a:pt x="1406285" y="272108"/>
                  <a:pt x="1402068" y="272569"/>
                  <a:pt x="1397836" y="272612"/>
                </a:cubicBezTo>
                <a:cubicBezTo>
                  <a:pt x="1381182" y="272612"/>
                  <a:pt x="1375054" y="265109"/>
                  <a:pt x="1375054" y="250158"/>
                </a:cubicBezTo>
                <a:lnTo>
                  <a:pt x="1375054" y="165152"/>
                </a:lnTo>
                <a:lnTo>
                  <a:pt x="1410423" y="165152"/>
                </a:lnTo>
                <a:lnTo>
                  <a:pt x="1410423" y="136254"/>
                </a:lnTo>
                <a:lnTo>
                  <a:pt x="1375054" y="136254"/>
                </a:lnTo>
                <a:lnTo>
                  <a:pt x="1375054" y="84585"/>
                </a:lnTo>
                <a:lnTo>
                  <a:pt x="1345825" y="84585"/>
                </a:lnTo>
                <a:lnTo>
                  <a:pt x="1345825" y="111092"/>
                </a:lnTo>
                <a:cubicBezTo>
                  <a:pt x="1345825" y="125383"/>
                  <a:pt x="1338335" y="136254"/>
                  <a:pt x="1320665" y="136254"/>
                </a:cubicBezTo>
                <a:lnTo>
                  <a:pt x="1311814" y="136254"/>
                </a:lnTo>
                <a:lnTo>
                  <a:pt x="1311814" y="165152"/>
                </a:lnTo>
                <a:lnTo>
                  <a:pt x="1343105" y="165152"/>
                </a:lnTo>
                <a:lnTo>
                  <a:pt x="1343105" y="254911"/>
                </a:lnTo>
                <a:cubicBezTo>
                  <a:pt x="1343105" y="284512"/>
                  <a:pt x="1360777" y="301496"/>
                  <a:pt x="1388657" y="301496"/>
                </a:cubicBezTo>
                <a:moveTo>
                  <a:pt x="1564344" y="217865"/>
                </a:moveTo>
                <a:cubicBezTo>
                  <a:pt x="1564344" y="255943"/>
                  <a:pt x="1540543" y="276350"/>
                  <a:pt x="1513349" y="276350"/>
                </a:cubicBezTo>
                <a:cubicBezTo>
                  <a:pt x="1486155" y="276350"/>
                  <a:pt x="1462340" y="255943"/>
                  <a:pt x="1462340" y="217865"/>
                </a:cubicBezTo>
                <a:cubicBezTo>
                  <a:pt x="1462340" y="180116"/>
                  <a:pt x="1486155" y="159709"/>
                  <a:pt x="1513349" y="159709"/>
                </a:cubicBezTo>
                <a:cubicBezTo>
                  <a:pt x="1540544" y="159709"/>
                  <a:pt x="1564344" y="180116"/>
                  <a:pt x="1564344" y="217865"/>
                </a:cubicBezTo>
                <a:moveTo>
                  <a:pt x="1596994" y="217865"/>
                </a:moveTo>
                <a:cubicBezTo>
                  <a:pt x="1596994" y="168230"/>
                  <a:pt x="1562310" y="131169"/>
                  <a:pt x="1513349" y="131169"/>
                </a:cubicBezTo>
                <a:cubicBezTo>
                  <a:pt x="1464388" y="131169"/>
                  <a:pt x="1429704" y="168230"/>
                  <a:pt x="1429704" y="217865"/>
                </a:cubicBezTo>
                <a:cubicBezTo>
                  <a:pt x="1429704" y="267844"/>
                  <a:pt x="1464388" y="304904"/>
                  <a:pt x="1513349" y="304904"/>
                </a:cubicBezTo>
                <a:cubicBezTo>
                  <a:pt x="1562310" y="304904"/>
                  <a:pt x="1596994" y="267844"/>
                  <a:pt x="1596994" y="217865"/>
                </a:cubicBezTo>
                <a:moveTo>
                  <a:pt x="1709456" y="167543"/>
                </a:moveTo>
                <a:cubicBezTo>
                  <a:pt x="1714119" y="167552"/>
                  <a:pt x="1718776" y="167893"/>
                  <a:pt x="1723392" y="168560"/>
                </a:cubicBezTo>
                <a:lnTo>
                  <a:pt x="1723392" y="134563"/>
                </a:lnTo>
                <a:cubicBezTo>
                  <a:pt x="1719915" y="133908"/>
                  <a:pt x="1716387" y="133563"/>
                  <a:pt x="1712851" y="133532"/>
                </a:cubicBezTo>
                <a:cubicBezTo>
                  <a:pt x="1696195" y="133532"/>
                  <a:pt x="1675790" y="139661"/>
                  <a:pt x="1663890" y="164808"/>
                </a:cubicBezTo>
                <a:lnTo>
                  <a:pt x="1663890" y="136266"/>
                </a:lnTo>
                <a:lnTo>
                  <a:pt x="1632614" y="136266"/>
                </a:lnTo>
                <a:lnTo>
                  <a:pt x="1632614" y="299806"/>
                </a:lnTo>
                <a:lnTo>
                  <a:pt x="1664564" y="299806"/>
                </a:lnTo>
                <a:lnTo>
                  <a:pt x="1664564" y="217851"/>
                </a:lnTo>
                <a:cubicBezTo>
                  <a:pt x="1664564" y="181820"/>
                  <a:pt x="1682606" y="167543"/>
                  <a:pt x="1709456" y="167543"/>
                </a:cubicBezTo>
                <a:moveTo>
                  <a:pt x="1790286" y="74360"/>
                </a:moveTo>
                <a:cubicBezTo>
                  <a:pt x="1790373" y="61682"/>
                  <a:pt x="1780166" y="51335"/>
                  <a:pt x="1767488" y="51248"/>
                </a:cubicBezTo>
                <a:cubicBezTo>
                  <a:pt x="1754810" y="51160"/>
                  <a:pt x="1744461" y="61367"/>
                  <a:pt x="1744374" y="74045"/>
                </a:cubicBezTo>
                <a:cubicBezTo>
                  <a:pt x="1744288" y="86717"/>
                  <a:pt x="1754486" y="97064"/>
                  <a:pt x="1767159" y="97158"/>
                </a:cubicBezTo>
                <a:cubicBezTo>
                  <a:pt x="1779829" y="97261"/>
                  <a:pt x="1790184" y="87071"/>
                  <a:pt x="1790286" y="74401"/>
                </a:cubicBezTo>
                <a:cubicBezTo>
                  <a:pt x="1790286" y="74389"/>
                  <a:pt x="1790286" y="74374"/>
                  <a:pt x="1790286" y="74362"/>
                </a:cubicBezTo>
                <a:moveTo>
                  <a:pt x="1937899" y="299820"/>
                </a:moveTo>
                <a:lnTo>
                  <a:pt x="1968489" y="299820"/>
                </a:lnTo>
                <a:cubicBezTo>
                  <a:pt x="1967368" y="289767"/>
                  <a:pt x="1966799" y="279662"/>
                  <a:pt x="1966785" y="269547"/>
                </a:cubicBezTo>
                <a:lnTo>
                  <a:pt x="1966785" y="136254"/>
                </a:lnTo>
                <a:lnTo>
                  <a:pt x="1934821" y="136254"/>
                </a:lnTo>
                <a:lnTo>
                  <a:pt x="1934821" y="234863"/>
                </a:lnTo>
                <a:cubicBezTo>
                  <a:pt x="1934821" y="259681"/>
                  <a:pt x="1921917" y="276679"/>
                  <a:pt x="1896069" y="276679"/>
                </a:cubicBezTo>
                <a:cubicBezTo>
                  <a:pt x="1869204" y="276679"/>
                  <a:pt x="1859008" y="256959"/>
                  <a:pt x="1859008" y="234519"/>
                </a:cubicBezTo>
                <a:lnTo>
                  <a:pt x="1859008" y="136254"/>
                </a:lnTo>
                <a:lnTo>
                  <a:pt x="1827032" y="136254"/>
                </a:lnTo>
                <a:lnTo>
                  <a:pt x="1827032" y="239287"/>
                </a:lnTo>
                <a:cubicBezTo>
                  <a:pt x="1827032" y="276348"/>
                  <a:pt x="1850171" y="304903"/>
                  <a:pt x="1888249" y="304903"/>
                </a:cubicBezTo>
                <a:cubicBezTo>
                  <a:pt x="1907282" y="304903"/>
                  <a:pt x="1927689" y="297084"/>
                  <a:pt x="1936524" y="280086"/>
                </a:cubicBezTo>
                <a:cubicBezTo>
                  <a:pt x="1936529" y="286687"/>
                  <a:pt x="1936988" y="293281"/>
                  <a:pt x="1937899" y="299818"/>
                </a:cubicBezTo>
                <a:moveTo>
                  <a:pt x="2253984" y="299806"/>
                </a:moveTo>
                <a:lnTo>
                  <a:pt x="2253984" y="193721"/>
                </a:lnTo>
                <a:cubicBezTo>
                  <a:pt x="2253984" y="150874"/>
                  <a:pt x="2226102" y="131498"/>
                  <a:pt x="2197547" y="131498"/>
                </a:cubicBezTo>
                <a:cubicBezTo>
                  <a:pt x="2176797" y="131498"/>
                  <a:pt x="2155704" y="138974"/>
                  <a:pt x="2142800" y="162431"/>
                </a:cubicBezTo>
                <a:cubicBezTo>
                  <a:pt x="2133951" y="141365"/>
                  <a:pt x="2114231" y="131498"/>
                  <a:pt x="2093839" y="131498"/>
                </a:cubicBezTo>
                <a:cubicBezTo>
                  <a:pt x="2074793" y="131498"/>
                  <a:pt x="2054387" y="139991"/>
                  <a:pt x="2044204" y="158005"/>
                </a:cubicBezTo>
                <a:lnTo>
                  <a:pt x="2044204" y="136254"/>
                </a:lnTo>
                <a:lnTo>
                  <a:pt x="2013588" y="136254"/>
                </a:lnTo>
                <a:lnTo>
                  <a:pt x="2013588" y="299806"/>
                </a:lnTo>
                <a:lnTo>
                  <a:pt x="2045221" y="299806"/>
                </a:lnTo>
                <a:lnTo>
                  <a:pt x="2045221" y="201209"/>
                </a:lnTo>
                <a:cubicBezTo>
                  <a:pt x="2045221" y="176723"/>
                  <a:pt x="2060516" y="159709"/>
                  <a:pt x="2083299" y="159709"/>
                </a:cubicBezTo>
                <a:cubicBezTo>
                  <a:pt x="2107759" y="159709"/>
                  <a:pt x="2117971" y="176035"/>
                  <a:pt x="2117971" y="197115"/>
                </a:cubicBezTo>
                <a:lnTo>
                  <a:pt x="2117971" y="299807"/>
                </a:lnTo>
                <a:lnTo>
                  <a:pt x="2149932" y="299807"/>
                </a:lnTo>
                <a:lnTo>
                  <a:pt x="2149932" y="200867"/>
                </a:lnTo>
                <a:cubicBezTo>
                  <a:pt x="2149932" y="177410"/>
                  <a:pt x="2165242" y="159711"/>
                  <a:pt x="2187682" y="159711"/>
                </a:cubicBezTo>
                <a:cubicBezTo>
                  <a:pt x="2211824" y="159711"/>
                  <a:pt x="2222364" y="175706"/>
                  <a:pt x="2222364" y="197115"/>
                </a:cubicBezTo>
                <a:lnTo>
                  <a:pt x="2222364" y="299807"/>
                </a:lnTo>
                <a:close/>
              </a:path>
            </a:pathLst>
          </a:custGeom>
          <a:solidFill>
            <a:srgbClr val="3F1A01"/>
          </a:solidFill>
          <a:ln w="1586" cap="flat">
            <a:noFill/>
            <a:prstDash val="solid"/>
            <a:miter/>
          </a:ln>
        </p:spPr>
        <p:txBody>
          <a:bodyPr rtlCol="0" anchor="ctr"/>
          <a:lstStyle/>
          <a:p>
            <a:endParaRPr lang="en-GB" dirty="0"/>
          </a:p>
        </p:txBody>
      </p:sp>
      <p:sp>
        <p:nvSpPr>
          <p:cNvPr id="10" name="ExternalLogo" hidden="1">
            <a:extLst>
              <a:ext uri="{FF2B5EF4-FFF2-40B4-BE49-F238E27FC236}">
                <a16:creationId xmlns:a16="http://schemas.microsoft.com/office/drawing/2014/main" id="{8D8B5B80-B8FE-4386-AD74-364BA8EEE5DF}"/>
              </a:ext>
            </a:extLst>
          </p:cNvPr>
          <p:cNvSpPr/>
          <p:nvPr/>
        </p:nvSpPr>
        <p:spPr>
          <a:xfrm>
            <a:off x="10023475" y="4968741"/>
            <a:ext cx="1627188" cy="636980"/>
          </a:xfrm>
          <a:prstGeom prst="rect">
            <a:avLst/>
          </a:prstGeom>
          <a:solidFill>
            <a:srgbClr val="D1D1D1"/>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chorCtr="0">
            <a:noAutofit/>
          </a:bodyPr>
          <a:lstStyle/>
          <a:p>
            <a:pPr algn="ctr"/>
            <a:r>
              <a:rPr lang="en-GB" sz="900" dirty="0">
                <a:solidFill>
                  <a:srgbClr val="FF00FF"/>
                </a:solidFill>
              </a:rPr>
              <a:t>External logo</a:t>
            </a:r>
          </a:p>
        </p:txBody>
      </p:sp>
    </p:spTree>
    <p:extLst>
      <p:ext uri="{BB962C8B-B14F-4D97-AF65-F5344CB8AC3E}">
        <p14:creationId xmlns:p14="http://schemas.microsoft.com/office/powerpoint/2010/main" val="2171186416"/>
      </p:ext>
    </p:extLst>
  </p:cSld>
  <p:clrMapOvr>
    <a:masterClrMapping/>
  </p:clrMapOvr>
  <p:hf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 Dark Brown">
    <p:bg>
      <p:bgPr>
        <a:solidFill>
          <a:srgbClr val="B2A499"/>
        </a:solidFill>
        <a:effectLst/>
      </p:bgPr>
    </p:bg>
    <p:spTree>
      <p:nvGrpSpPr>
        <p:cNvPr id="1" name=""/>
        <p:cNvGrpSpPr/>
        <p:nvPr/>
      </p:nvGrpSpPr>
      <p:grpSpPr>
        <a:xfrm>
          <a:off x="0" y="0"/>
          <a:ext cx="0" cy="0"/>
          <a:chOff x="0" y="0"/>
          <a:chExt cx="0" cy="0"/>
        </a:xfrm>
      </p:grpSpPr>
      <p:sp>
        <p:nvSpPr>
          <p:cNvPr id="9" name="ColoredBackground">
            <a:extLst>
              <a:ext uri="{FF2B5EF4-FFF2-40B4-BE49-F238E27FC236}">
                <a16:creationId xmlns:a16="http://schemas.microsoft.com/office/drawing/2014/main" id="{71C17852-E684-4EA4-94B3-0DD73C9689BF}"/>
              </a:ext>
            </a:extLst>
          </p:cNvPr>
          <p:cNvSpPr/>
          <p:nvPr/>
        </p:nvSpPr>
        <p:spPr>
          <a:xfrm>
            <a:off x="0" y="-1"/>
            <a:ext cx="12192000" cy="6858000"/>
          </a:xfrm>
          <a:prstGeom prst="rect">
            <a:avLst/>
          </a:prstGeom>
          <a:solidFill>
            <a:srgbClr val="B2A4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6" name="Picture 5" descr="Shape&#10;&#10;Description automatically generated with medium confidence">
            <a:extLst>
              <a:ext uri="{FF2B5EF4-FFF2-40B4-BE49-F238E27FC236}">
                <a16:creationId xmlns:a16="http://schemas.microsoft.com/office/drawing/2014/main" id="{2AFBA848-05E4-495F-BE70-69481477E5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8464564-6547-498D-A220-7B346E5B1408}"/>
              </a:ext>
            </a:extLst>
          </p:cNvPr>
          <p:cNvSpPr>
            <a:spLocks noGrp="1"/>
          </p:cNvSpPr>
          <p:nvPr>
            <p:ph type="title"/>
          </p:nvPr>
        </p:nvSpPr>
        <p:spPr>
          <a:xfrm>
            <a:off x="1219200" y="546100"/>
            <a:ext cx="6642100" cy="2105818"/>
          </a:xfrm>
        </p:spPr>
        <p:txBody>
          <a:bodyPr anchor="b"/>
          <a:lstStyle>
            <a:lvl1pPr>
              <a:defRPr sz="4000">
                <a:solidFill>
                  <a:srgbClr val="3F1A01"/>
                </a:solidFill>
              </a:defRPr>
            </a:lvl1p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1592638D-BCB6-4F07-9847-FBAA9B3609B5}"/>
              </a:ext>
            </a:extLst>
          </p:cNvPr>
          <p:cNvSpPr>
            <a:spLocks noGrp="1"/>
          </p:cNvSpPr>
          <p:nvPr>
            <p:ph type="body" idx="1"/>
          </p:nvPr>
        </p:nvSpPr>
        <p:spPr>
          <a:xfrm>
            <a:off x="1219200" y="2678906"/>
            <a:ext cx="6642100" cy="1500187"/>
          </a:xfrm>
          <a:prstGeom prst="rect">
            <a:avLst/>
          </a:prstGeom>
        </p:spPr>
        <p:txBody>
          <a:bodyPr/>
          <a:lstStyle>
            <a:lvl1pPr marL="0" indent="0">
              <a:buNone/>
              <a:defRPr sz="2400">
                <a:solidFill>
                  <a:srgbClr val="D9D1CC"/>
                </a:solidFill>
                <a:latin typeface="Times New Roman" panose="02020603050405020304" pitchFamily="18" charset="0"/>
                <a:cs typeface="Times New Roman" panose="02020603050405020304" pitchFamily="18"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Freeform 9">
            <a:extLst>
              <a:ext uri="{FF2B5EF4-FFF2-40B4-BE49-F238E27FC236}">
                <a16:creationId xmlns:a16="http://schemas.microsoft.com/office/drawing/2014/main" id="{1BC6753F-764E-4733-B343-5BC93ED602E4}"/>
              </a:ext>
            </a:extLst>
          </p:cNvPr>
          <p:cNvSpPr>
            <a:spLocks noEditPoints="1"/>
          </p:cNvSpPr>
          <p:nvPr/>
        </p:nvSpPr>
        <p:spPr bwMode="auto">
          <a:xfrm rot="5400000">
            <a:off x="7458075" y="-2243138"/>
            <a:ext cx="8385175" cy="9817101"/>
          </a:xfrm>
          <a:custGeom>
            <a:avLst/>
            <a:gdLst>
              <a:gd name="T0" fmla="*/ 276 w 2642"/>
              <a:gd name="T1" fmla="*/ 2871 h 3094"/>
              <a:gd name="T2" fmla="*/ 588 w 2642"/>
              <a:gd name="T3" fmla="*/ 2871 h 3094"/>
              <a:gd name="T4" fmla="*/ 2083 w 2642"/>
              <a:gd name="T5" fmla="*/ 2843 h 3094"/>
              <a:gd name="T6" fmla="*/ 2338 w 2642"/>
              <a:gd name="T7" fmla="*/ 2900 h 3094"/>
              <a:gd name="T8" fmla="*/ 29 w 2642"/>
              <a:gd name="T9" fmla="*/ 1219 h 3094"/>
              <a:gd name="T10" fmla="*/ 29 w 2642"/>
              <a:gd name="T11" fmla="*/ 2444 h 3094"/>
              <a:gd name="T12" fmla="*/ 559 w 2642"/>
              <a:gd name="T13" fmla="*/ 2386 h 3094"/>
              <a:gd name="T14" fmla="*/ 29 w 2642"/>
              <a:gd name="T15" fmla="*/ 1219 h 3094"/>
              <a:gd name="T16" fmla="*/ 2584 w 2642"/>
              <a:gd name="T17" fmla="*/ 2386 h 3094"/>
              <a:gd name="T18" fmla="*/ 2083 w 2642"/>
              <a:gd name="T19" fmla="*/ 2444 h 3094"/>
              <a:gd name="T20" fmla="*/ 2642 w 2642"/>
              <a:gd name="T21" fmla="*/ 1248 h 3094"/>
              <a:gd name="T22" fmla="*/ 210 w 2642"/>
              <a:gd name="T23" fmla="*/ 292 h 3094"/>
              <a:gd name="T24" fmla="*/ 210 w 2642"/>
              <a:gd name="T25" fmla="*/ 970 h 3094"/>
              <a:gd name="T26" fmla="*/ 559 w 2642"/>
              <a:gd name="T27" fmla="*/ 912 h 3094"/>
              <a:gd name="T28" fmla="*/ 658 w 2642"/>
              <a:gd name="T29" fmla="*/ 350 h 3094"/>
              <a:gd name="T30" fmla="*/ 2432 w 2642"/>
              <a:gd name="T31" fmla="*/ 292 h 3094"/>
              <a:gd name="T32" fmla="*/ 1984 w 2642"/>
              <a:gd name="T33" fmla="*/ 350 h 3094"/>
              <a:gd name="T34" fmla="*/ 2083 w 2642"/>
              <a:gd name="T35" fmla="*/ 912 h 3094"/>
              <a:gd name="T36" fmla="*/ 2432 w 2642"/>
              <a:gd name="T37" fmla="*/ 970 h 3094"/>
              <a:gd name="T38" fmla="*/ 2432 w 2642"/>
              <a:gd name="T39" fmla="*/ 292 h 3094"/>
              <a:gd name="T40" fmla="*/ 814 w 2642"/>
              <a:gd name="T41" fmla="*/ 29 h 3094"/>
              <a:gd name="T42" fmla="*/ 1292 w 2642"/>
              <a:gd name="T43" fmla="*/ 602 h 3094"/>
              <a:gd name="T44" fmla="*/ 989 w 2642"/>
              <a:gd name="T45" fmla="*/ 660 h 3094"/>
              <a:gd name="T46" fmla="*/ 801 w 2642"/>
              <a:gd name="T47" fmla="*/ 1311 h 3094"/>
              <a:gd name="T48" fmla="*/ 743 w 2642"/>
              <a:gd name="T49" fmla="*/ 1060 h 3094"/>
              <a:gd name="T50" fmla="*/ 1292 w 2642"/>
              <a:gd name="T51" fmla="*/ 1369 h 3094"/>
              <a:gd name="T52" fmla="*/ 842 w 2642"/>
              <a:gd name="T53" fmla="*/ 1782 h 3094"/>
              <a:gd name="T54" fmla="*/ 433 w 2642"/>
              <a:gd name="T55" fmla="*/ 1476 h 3094"/>
              <a:gd name="T56" fmla="*/ 375 w 2642"/>
              <a:gd name="T57" fmla="*/ 1782 h 3094"/>
              <a:gd name="T58" fmla="*/ 784 w 2642"/>
              <a:gd name="T59" fmla="*/ 2669 h 3094"/>
              <a:gd name="T60" fmla="*/ 842 w 2642"/>
              <a:gd name="T61" fmla="*/ 2181 h 3094"/>
              <a:gd name="T62" fmla="*/ 921 w 2642"/>
              <a:gd name="T63" fmla="*/ 3036 h 3094"/>
              <a:gd name="T64" fmla="*/ 1321 w 2642"/>
              <a:gd name="T65" fmla="*/ 3094 h 3094"/>
              <a:gd name="T66" fmla="*/ 1722 w 2642"/>
              <a:gd name="T67" fmla="*/ 3036 h 3094"/>
              <a:gd name="T68" fmla="*/ 1800 w 2642"/>
              <a:gd name="T69" fmla="*/ 2181 h 3094"/>
              <a:gd name="T70" fmla="*/ 1858 w 2642"/>
              <a:gd name="T71" fmla="*/ 2669 h 3094"/>
              <a:gd name="T72" fmla="*/ 2267 w 2642"/>
              <a:gd name="T73" fmla="*/ 1782 h 3094"/>
              <a:gd name="T74" fmla="*/ 2210 w 2642"/>
              <a:gd name="T75" fmla="*/ 1476 h 3094"/>
              <a:gd name="T76" fmla="*/ 1800 w 2642"/>
              <a:gd name="T77" fmla="*/ 1782 h 3094"/>
              <a:gd name="T78" fmla="*/ 1350 w 2642"/>
              <a:gd name="T79" fmla="*/ 1369 h 3094"/>
              <a:gd name="T80" fmla="*/ 1899 w 2642"/>
              <a:gd name="T81" fmla="*/ 1060 h 3094"/>
              <a:gd name="T82" fmla="*/ 1841 w 2642"/>
              <a:gd name="T83" fmla="*/ 1311 h 3094"/>
              <a:gd name="T84" fmla="*/ 1643 w 2642"/>
              <a:gd name="T85" fmla="*/ 660 h 3094"/>
              <a:gd name="T86" fmla="*/ 1350 w 2642"/>
              <a:gd name="T87" fmla="*/ 602 h 3094"/>
              <a:gd name="T88" fmla="*/ 1828 w 2642"/>
              <a:gd name="T89" fmla="*/ 29 h 30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642" h="3094">
                <a:moveTo>
                  <a:pt x="559" y="2843"/>
                </a:moveTo>
                <a:cubicBezTo>
                  <a:pt x="305" y="2843"/>
                  <a:pt x="305" y="2843"/>
                  <a:pt x="305" y="2843"/>
                </a:cubicBezTo>
                <a:cubicBezTo>
                  <a:pt x="289" y="2843"/>
                  <a:pt x="276" y="2856"/>
                  <a:pt x="276" y="2871"/>
                </a:cubicBezTo>
                <a:cubicBezTo>
                  <a:pt x="276" y="2887"/>
                  <a:pt x="289" y="2900"/>
                  <a:pt x="305" y="2900"/>
                </a:cubicBezTo>
                <a:cubicBezTo>
                  <a:pt x="559" y="2900"/>
                  <a:pt x="559" y="2900"/>
                  <a:pt x="559" y="2900"/>
                </a:cubicBezTo>
                <a:cubicBezTo>
                  <a:pt x="575" y="2900"/>
                  <a:pt x="588" y="2887"/>
                  <a:pt x="588" y="2871"/>
                </a:cubicBezTo>
                <a:cubicBezTo>
                  <a:pt x="588" y="2856"/>
                  <a:pt x="575" y="2843"/>
                  <a:pt x="559" y="2843"/>
                </a:cubicBezTo>
                <a:moveTo>
                  <a:pt x="2338" y="2843"/>
                </a:moveTo>
                <a:cubicBezTo>
                  <a:pt x="2083" y="2843"/>
                  <a:pt x="2083" y="2843"/>
                  <a:pt x="2083" y="2843"/>
                </a:cubicBezTo>
                <a:cubicBezTo>
                  <a:pt x="2068" y="2843"/>
                  <a:pt x="2055" y="2856"/>
                  <a:pt x="2055" y="2871"/>
                </a:cubicBezTo>
                <a:cubicBezTo>
                  <a:pt x="2055" y="2887"/>
                  <a:pt x="2068" y="2900"/>
                  <a:pt x="2083" y="2900"/>
                </a:cubicBezTo>
                <a:cubicBezTo>
                  <a:pt x="2338" y="2900"/>
                  <a:pt x="2338" y="2900"/>
                  <a:pt x="2338" y="2900"/>
                </a:cubicBezTo>
                <a:cubicBezTo>
                  <a:pt x="2354" y="2900"/>
                  <a:pt x="2366" y="2887"/>
                  <a:pt x="2366" y="2871"/>
                </a:cubicBezTo>
                <a:cubicBezTo>
                  <a:pt x="2366" y="2856"/>
                  <a:pt x="2354" y="2843"/>
                  <a:pt x="2338" y="2843"/>
                </a:cubicBezTo>
                <a:moveTo>
                  <a:pt x="29" y="1219"/>
                </a:moveTo>
                <a:cubicBezTo>
                  <a:pt x="13" y="1219"/>
                  <a:pt x="0" y="1232"/>
                  <a:pt x="0" y="1248"/>
                </a:cubicBezTo>
                <a:cubicBezTo>
                  <a:pt x="0" y="2415"/>
                  <a:pt x="0" y="2415"/>
                  <a:pt x="0" y="2415"/>
                </a:cubicBezTo>
                <a:cubicBezTo>
                  <a:pt x="0" y="2431"/>
                  <a:pt x="13" y="2444"/>
                  <a:pt x="29" y="2444"/>
                </a:cubicBezTo>
                <a:cubicBezTo>
                  <a:pt x="559" y="2444"/>
                  <a:pt x="559" y="2444"/>
                  <a:pt x="559" y="2444"/>
                </a:cubicBezTo>
                <a:cubicBezTo>
                  <a:pt x="575" y="2444"/>
                  <a:pt x="588" y="2431"/>
                  <a:pt x="588" y="2415"/>
                </a:cubicBezTo>
                <a:cubicBezTo>
                  <a:pt x="588" y="2399"/>
                  <a:pt x="575" y="2386"/>
                  <a:pt x="559" y="2386"/>
                </a:cubicBezTo>
                <a:cubicBezTo>
                  <a:pt x="58" y="2386"/>
                  <a:pt x="58" y="2386"/>
                  <a:pt x="58" y="2386"/>
                </a:cubicBezTo>
                <a:cubicBezTo>
                  <a:pt x="58" y="1248"/>
                  <a:pt x="58" y="1248"/>
                  <a:pt x="58" y="1248"/>
                </a:cubicBezTo>
                <a:cubicBezTo>
                  <a:pt x="58" y="1232"/>
                  <a:pt x="45" y="1219"/>
                  <a:pt x="29" y="1219"/>
                </a:cubicBezTo>
                <a:moveTo>
                  <a:pt x="2613" y="1219"/>
                </a:moveTo>
                <a:cubicBezTo>
                  <a:pt x="2597" y="1219"/>
                  <a:pt x="2584" y="1232"/>
                  <a:pt x="2584" y="1248"/>
                </a:cubicBezTo>
                <a:cubicBezTo>
                  <a:pt x="2584" y="2386"/>
                  <a:pt x="2584" y="2386"/>
                  <a:pt x="2584" y="2386"/>
                </a:cubicBezTo>
                <a:cubicBezTo>
                  <a:pt x="2083" y="2386"/>
                  <a:pt x="2083" y="2386"/>
                  <a:pt x="2083" y="2386"/>
                </a:cubicBezTo>
                <a:cubicBezTo>
                  <a:pt x="2067" y="2386"/>
                  <a:pt x="2055" y="2399"/>
                  <a:pt x="2055" y="2415"/>
                </a:cubicBezTo>
                <a:cubicBezTo>
                  <a:pt x="2055" y="2431"/>
                  <a:pt x="2067" y="2444"/>
                  <a:pt x="2083" y="2444"/>
                </a:cubicBezTo>
                <a:cubicBezTo>
                  <a:pt x="2613" y="2444"/>
                  <a:pt x="2613" y="2444"/>
                  <a:pt x="2613" y="2444"/>
                </a:cubicBezTo>
                <a:cubicBezTo>
                  <a:pt x="2629" y="2444"/>
                  <a:pt x="2642" y="2431"/>
                  <a:pt x="2642" y="2415"/>
                </a:cubicBezTo>
                <a:cubicBezTo>
                  <a:pt x="2642" y="1248"/>
                  <a:pt x="2642" y="1248"/>
                  <a:pt x="2642" y="1248"/>
                </a:cubicBezTo>
                <a:cubicBezTo>
                  <a:pt x="2642" y="1232"/>
                  <a:pt x="2629" y="1219"/>
                  <a:pt x="2613" y="1219"/>
                </a:cubicBezTo>
                <a:moveTo>
                  <a:pt x="658" y="292"/>
                </a:moveTo>
                <a:cubicBezTo>
                  <a:pt x="210" y="292"/>
                  <a:pt x="210" y="292"/>
                  <a:pt x="210" y="292"/>
                </a:cubicBezTo>
                <a:cubicBezTo>
                  <a:pt x="194" y="292"/>
                  <a:pt x="181" y="305"/>
                  <a:pt x="181" y="321"/>
                </a:cubicBezTo>
                <a:cubicBezTo>
                  <a:pt x="181" y="941"/>
                  <a:pt x="181" y="941"/>
                  <a:pt x="181" y="941"/>
                </a:cubicBezTo>
                <a:cubicBezTo>
                  <a:pt x="181" y="957"/>
                  <a:pt x="194" y="970"/>
                  <a:pt x="210" y="970"/>
                </a:cubicBezTo>
                <a:cubicBezTo>
                  <a:pt x="559" y="970"/>
                  <a:pt x="559" y="970"/>
                  <a:pt x="559" y="970"/>
                </a:cubicBezTo>
                <a:cubicBezTo>
                  <a:pt x="575" y="970"/>
                  <a:pt x="588" y="957"/>
                  <a:pt x="588" y="941"/>
                </a:cubicBezTo>
                <a:cubicBezTo>
                  <a:pt x="588" y="925"/>
                  <a:pt x="575" y="912"/>
                  <a:pt x="559" y="912"/>
                </a:cubicBezTo>
                <a:cubicBezTo>
                  <a:pt x="239" y="912"/>
                  <a:pt x="239" y="912"/>
                  <a:pt x="239" y="912"/>
                </a:cubicBezTo>
                <a:cubicBezTo>
                  <a:pt x="239" y="350"/>
                  <a:pt x="239" y="350"/>
                  <a:pt x="239" y="350"/>
                </a:cubicBezTo>
                <a:cubicBezTo>
                  <a:pt x="658" y="350"/>
                  <a:pt x="658" y="350"/>
                  <a:pt x="658" y="350"/>
                </a:cubicBezTo>
                <a:cubicBezTo>
                  <a:pt x="674" y="350"/>
                  <a:pt x="687" y="337"/>
                  <a:pt x="687" y="321"/>
                </a:cubicBezTo>
                <a:cubicBezTo>
                  <a:pt x="687" y="305"/>
                  <a:pt x="674" y="292"/>
                  <a:pt x="658" y="292"/>
                </a:cubicBezTo>
                <a:moveTo>
                  <a:pt x="2432" y="292"/>
                </a:moveTo>
                <a:cubicBezTo>
                  <a:pt x="1984" y="292"/>
                  <a:pt x="1984" y="292"/>
                  <a:pt x="1984" y="292"/>
                </a:cubicBezTo>
                <a:cubicBezTo>
                  <a:pt x="1968" y="292"/>
                  <a:pt x="1955" y="305"/>
                  <a:pt x="1955" y="321"/>
                </a:cubicBezTo>
                <a:cubicBezTo>
                  <a:pt x="1955" y="337"/>
                  <a:pt x="1968" y="350"/>
                  <a:pt x="1984" y="350"/>
                </a:cubicBezTo>
                <a:cubicBezTo>
                  <a:pt x="2403" y="350"/>
                  <a:pt x="2403" y="350"/>
                  <a:pt x="2403" y="350"/>
                </a:cubicBezTo>
                <a:cubicBezTo>
                  <a:pt x="2403" y="912"/>
                  <a:pt x="2403" y="912"/>
                  <a:pt x="2403" y="912"/>
                </a:cubicBezTo>
                <a:cubicBezTo>
                  <a:pt x="2083" y="912"/>
                  <a:pt x="2083" y="912"/>
                  <a:pt x="2083" y="912"/>
                </a:cubicBezTo>
                <a:cubicBezTo>
                  <a:pt x="2068" y="912"/>
                  <a:pt x="2055" y="925"/>
                  <a:pt x="2055" y="941"/>
                </a:cubicBezTo>
                <a:cubicBezTo>
                  <a:pt x="2055" y="957"/>
                  <a:pt x="2068" y="970"/>
                  <a:pt x="2083" y="970"/>
                </a:cubicBezTo>
                <a:cubicBezTo>
                  <a:pt x="2432" y="970"/>
                  <a:pt x="2432" y="970"/>
                  <a:pt x="2432" y="970"/>
                </a:cubicBezTo>
                <a:cubicBezTo>
                  <a:pt x="2448" y="970"/>
                  <a:pt x="2461" y="957"/>
                  <a:pt x="2461" y="941"/>
                </a:cubicBezTo>
                <a:cubicBezTo>
                  <a:pt x="2461" y="321"/>
                  <a:pt x="2461" y="321"/>
                  <a:pt x="2461" y="321"/>
                </a:cubicBezTo>
                <a:cubicBezTo>
                  <a:pt x="2461" y="305"/>
                  <a:pt x="2448" y="292"/>
                  <a:pt x="2432" y="292"/>
                </a:cubicBezTo>
                <a:moveTo>
                  <a:pt x="1799" y="0"/>
                </a:moveTo>
                <a:cubicBezTo>
                  <a:pt x="843" y="0"/>
                  <a:pt x="843" y="0"/>
                  <a:pt x="843" y="0"/>
                </a:cubicBezTo>
                <a:cubicBezTo>
                  <a:pt x="827" y="0"/>
                  <a:pt x="814" y="13"/>
                  <a:pt x="814" y="29"/>
                </a:cubicBezTo>
                <a:cubicBezTo>
                  <a:pt x="814" y="45"/>
                  <a:pt x="827" y="58"/>
                  <a:pt x="843" y="58"/>
                </a:cubicBezTo>
                <a:cubicBezTo>
                  <a:pt x="1292" y="58"/>
                  <a:pt x="1292" y="58"/>
                  <a:pt x="1292" y="58"/>
                </a:cubicBezTo>
                <a:cubicBezTo>
                  <a:pt x="1292" y="602"/>
                  <a:pt x="1292" y="602"/>
                  <a:pt x="1292" y="602"/>
                </a:cubicBezTo>
                <a:cubicBezTo>
                  <a:pt x="989" y="602"/>
                  <a:pt x="989" y="602"/>
                  <a:pt x="989" y="602"/>
                </a:cubicBezTo>
                <a:cubicBezTo>
                  <a:pt x="973" y="602"/>
                  <a:pt x="960" y="615"/>
                  <a:pt x="960" y="631"/>
                </a:cubicBezTo>
                <a:cubicBezTo>
                  <a:pt x="960" y="647"/>
                  <a:pt x="973" y="660"/>
                  <a:pt x="989" y="660"/>
                </a:cubicBezTo>
                <a:cubicBezTo>
                  <a:pt x="1292" y="660"/>
                  <a:pt x="1292" y="660"/>
                  <a:pt x="1292" y="660"/>
                </a:cubicBezTo>
                <a:cubicBezTo>
                  <a:pt x="1292" y="1311"/>
                  <a:pt x="1292" y="1311"/>
                  <a:pt x="1292" y="1311"/>
                </a:cubicBezTo>
                <a:cubicBezTo>
                  <a:pt x="801" y="1311"/>
                  <a:pt x="801" y="1311"/>
                  <a:pt x="801" y="1311"/>
                </a:cubicBezTo>
                <a:cubicBezTo>
                  <a:pt x="801" y="1060"/>
                  <a:pt x="801" y="1060"/>
                  <a:pt x="801" y="1060"/>
                </a:cubicBezTo>
                <a:cubicBezTo>
                  <a:pt x="801" y="1044"/>
                  <a:pt x="788" y="1031"/>
                  <a:pt x="772" y="1031"/>
                </a:cubicBezTo>
                <a:cubicBezTo>
                  <a:pt x="756" y="1031"/>
                  <a:pt x="743" y="1044"/>
                  <a:pt x="743" y="1060"/>
                </a:cubicBezTo>
                <a:cubicBezTo>
                  <a:pt x="743" y="1340"/>
                  <a:pt x="743" y="1340"/>
                  <a:pt x="743" y="1340"/>
                </a:cubicBezTo>
                <a:cubicBezTo>
                  <a:pt x="743" y="1356"/>
                  <a:pt x="756" y="1369"/>
                  <a:pt x="772" y="1369"/>
                </a:cubicBezTo>
                <a:cubicBezTo>
                  <a:pt x="1292" y="1369"/>
                  <a:pt x="1292" y="1369"/>
                  <a:pt x="1292" y="1369"/>
                </a:cubicBezTo>
                <a:cubicBezTo>
                  <a:pt x="1292" y="2123"/>
                  <a:pt x="1292" y="2123"/>
                  <a:pt x="1292" y="2123"/>
                </a:cubicBezTo>
                <a:cubicBezTo>
                  <a:pt x="842" y="2123"/>
                  <a:pt x="842" y="2123"/>
                  <a:pt x="842" y="2123"/>
                </a:cubicBezTo>
                <a:cubicBezTo>
                  <a:pt x="842" y="1782"/>
                  <a:pt x="842" y="1782"/>
                  <a:pt x="842" y="1782"/>
                </a:cubicBezTo>
                <a:cubicBezTo>
                  <a:pt x="842" y="1766"/>
                  <a:pt x="829" y="1753"/>
                  <a:pt x="813" y="1753"/>
                </a:cubicBezTo>
                <a:cubicBezTo>
                  <a:pt x="433" y="1753"/>
                  <a:pt x="433" y="1753"/>
                  <a:pt x="433" y="1753"/>
                </a:cubicBezTo>
                <a:cubicBezTo>
                  <a:pt x="433" y="1476"/>
                  <a:pt x="433" y="1476"/>
                  <a:pt x="433" y="1476"/>
                </a:cubicBezTo>
                <a:cubicBezTo>
                  <a:pt x="433" y="1460"/>
                  <a:pt x="420" y="1447"/>
                  <a:pt x="404" y="1447"/>
                </a:cubicBezTo>
                <a:cubicBezTo>
                  <a:pt x="388" y="1447"/>
                  <a:pt x="375" y="1460"/>
                  <a:pt x="375" y="1476"/>
                </a:cubicBezTo>
                <a:cubicBezTo>
                  <a:pt x="375" y="1782"/>
                  <a:pt x="375" y="1782"/>
                  <a:pt x="375" y="1782"/>
                </a:cubicBezTo>
                <a:cubicBezTo>
                  <a:pt x="375" y="1798"/>
                  <a:pt x="388" y="1811"/>
                  <a:pt x="404" y="1811"/>
                </a:cubicBezTo>
                <a:cubicBezTo>
                  <a:pt x="784" y="1811"/>
                  <a:pt x="784" y="1811"/>
                  <a:pt x="784" y="1811"/>
                </a:cubicBezTo>
                <a:cubicBezTo>
                  <a:pt x="784" y="2669"/>
                  <a:pt x="784" y="2669"/>
                  <a:pt x="784" y="2669"/>
                </a:cubicBezTo>
                <a:cubicBezTo>
                  <a:pt x="784" y="2685"/>
                  <a:pt x="797" y="2698"/>
                  <a:pt x="813" y="2698"/>
                </a:cubicBezTo>
                <a:cubicBezTo>
                  <a:pt x="829" y="2698"/>
                  <a:pt x="842" y="2685"/>
                  <a:pt x="842" y="2669"/>
                </a:cubicBezTo>
                <a:cubicBezTo>
                  <a:pt x="842" y="2181"/>
                  <a:pt x="842" y="2181"/>
                  <a:pt x="842" y="2181"/>
                </a:cubicBezTo>
                <a:cubicBezTo>
                  <a:pt x="1292" y="2181"/>
                  <a:pt x="1292" y="2181"/>
                  <a:pt x="1292" y="2181"/>
                </a:cubicBezTo>
                <a:cubicBezTo>
                  <a:pt x="1292" y="3036"/>
                  <a:pt x="1292" y="3036"/>
                  <a:pt x="1292" y="3036"/>
                </a:cubicBezTo>
                <a:cubicBezTo>
                  <a:pt x="921" y="3036"/>
                  <a:pt x="921" y="3036"/>
                  <a:pt x="921" y="3036"/>
                </a:cubicBezTo>
                <a:cubicBezTo>
                  <a:pt x="905" y="3036"/>
                  <a:pt x="892" y="3049"/>
                  <a:pt x="892" y="3065"/>
                </a:cubicBezTo>
                <a:cubicBezTo>
                  <a:pt x="892" y="3081"/>
                  <a:pt x="905" y="3094"/>
                  <a:pt x="921" y="3094"/>
                </a:cubicBezTo>
                <a:cubicBezTo>
                  <a:pt x="1321" y="3094"/>
                  <a:pt x="1321" y="3094"/>
                  <a:pt x="1321" y="3094"/>
                </a:cubicBezTo>
                <a:cubicBezTo>
                  <a:pt x="1722" y="3094"/>
                  <a:pt x="1722" y="3094"/>
                  <a:pt x="1722" y="3094"/>
                </a:cubicBezTo>
                <a:cubicBezTo>
                  <a:pt x="1738" y="3094"/>
                  <a:pt x="1751" y="3081"/>
                  <a:pt x="1751" y="3065"/>
                </a:cubicBezTo>
                <a:cubicBezTo>
                  <a:pt x="1751" y="3049"/>
                  <a:pt x="1738" y="3036"/>
                  <a:pt x="1722" y="3036"/>
                </a:cubicBezTo>
                <a:cubicBezTo>
                  <a:pt x="1350" y="3036"/>
                  <a:pt x="1350" y="3036"/>
                  <a:pt x="1350" y="3036"/>
                </a:cubicBezTo>
                <a:cubicBezTo>
                  <a:pt x="1350" y="2181"/>
                  <a:pt x="1350" y="2181"/>
                  <a:pt x="1350" y="2181"/>
                </a:cubicBezTo>
                <a:cubicBezTo>
                  <a:pt x="1800" y="2181"/>
                  <a:pt x="1800" y="2181"/>
                  <a:pt x="1800" y="2181"/>
                </a:cubicBezTo>
                <a:cubicBezTo>
                  <a:pt x="1800" y="2669"/>
                  <a:pt x="1800" y="2669"/>
                  <a:pt x="1800" y="2669"/>
                </a:cubicBezTo>
                <a:cubicBezTo>
                  <a:pt x="1800" y="2685"/>
                  <a:pt x="1813" y="2698"/>
                  <a:pt x="1829" y="2698"/>
                </a:cubicBezTo>
                <a:cubicBezTo>
                  <a:pt x="1845" y="2698"/>
                  <a:pt x="1858" y="2685"/>
                  <a:pt x="1858" y="2669"/>
                </a:cubicBezTo>
                <a:cubicBezTo>
                  <a:pt x="1858" y="1811"/>
                  <a:pt x="1858" y="1811"/>
                  <a:pt x="1858" y="1811"/>
                </a:cubicBezTo>
                <a:cubicBezTo>
                  <a:pt x="2239" y="1811"/>
                  <a:pt x="2239" y="1811"/>
                  <a:pt x="2239" y="1811"/>
                </a:cubicBezTo>
                <a:cubicBezTo>
                  <a:pt x="2254" y="1811"/>
                  <a:pt x="2267" y="1798"/>
                  <a:pt x="2267" y="1782"/>
                </a:cubicBezTo>
                <a:cubicBezTo>
                  <a:pt x="2267" y="1476"/>
                  <a:pt x="2267" y="1476"/>
                  <a:pt x="2267" y="1476"/>
                </a:cubicBezTo>
                <a:cubicBezTo>
                  <a:pt x="2267" y="1460"/>
                  <a:pt x="2254" y="1447"/>
                  <a:pt x="2239" y="1447"/>
                </a:cubicBezTo>
                <a:cubicBezTo>
                  <a:pt x="2223" y="1447"/>
                  <a:pt x="2210" y="1460"/>
                  <a:pt x="2210" y="1476"/>
                </a:cubicBezTo>
                <a:cubicBezTo>
                  <a:pt x="2210" y="1753"/>
                  <a:pt x="2210" y="1753"/>
                  <a:pt x="2210" y="1753"/>
                </a:cubicBezTo>
                <a:cubicBezTo>
                  <a:pt x="1829" y="1753"/>
                  <a:pt x="1829" y="1753"/>
                  <a:pt x="1829" y="1753"/>
                </a:cubicBezTo>
                <a:cubicBezTo>
                  <a:pt x="1813" y="1753"/>
                  <a:pt x="1800" y="1766"/>
                  <a:pt x="1800" y="1782"/>
                </a:cubicBezTo>
                <a:cubicBezTo>
                  <a:pt x="1800" y="2123"/>
                  <a:pt x="1800" y="2123"/>
                  <a:pt x="1800" y="2123"/>
                </a:cubicBezTo>
                <a:cubicBezTo>
                  <a:pt x="1350" y="2123"/>
                  <a:pt x="1350" y="2123"/>
                  <a:pt x="1350" y="2123"/>
                </a:cubicBezTo>
                <a:cubicBezTo>
                  <a:pt x="1350" y="1369"/>
                  <a:pt x="1350" y="1369"/>
                  <a:pt x="1350" y="1369"/>
                </a:cubicBezTo>
                <a:cubicBezTo>
                  <a:pt x="1870" y="1369"/>
                  <a:pt x="1870" y="1369"/>
                  <a:pt x="1870" y="1369"/>
                </a:cubicBezTo>
                <a:cubicBezTo>
                  <a:pt x="1886" y="1369"/>
                  <a:pt x="1899" y="1356"/>
                  <a:pt x="1899" y="1340"/>
                </a:cubicBezTo>
                <a:cubicBezTo>
                  <a:pt x="1899" y="1060"/>
                  <a:pt x="1899" y="1060"/>
                  <a:pt x="1899" y="1060"/>
                </a:cubicBezTo>
                <a:cubicBezTo>
                  <a:pt x="1899" y="1044"/>
                  <a:pt x="1886" y="1031"/>
                  <a:pt x="1870" y="1031"/>
                </a:cubicBezTo>
                <a:cubicBezTo>
                  <a:pt x="1854" y="1031"/>
                  <a:pt x="1841" y="1044"/>
                  <a:pt x="1841" y="1060"/>
                </a:cubicBezTo>
                <a:cubicBezTo>
                  <a:pt x="1841" y="1311"/>
                  <a:pt x="1841" y="1311"/>
                  <a:pt x="1841" y="1311"/>
                </a:cubicBezTo>
                <a:cubicBezTo>
                  <a:pt x="1350" y="1311"/>
                  <a:pt x="1350" y="1311"/>
                  <a:pt x="1350" y="1311"/>
                </a:cubicBezTo>
                <a:cubicBezTo>
                  <a:pt x="1350" y="660"/>
                  <a:pt x="1350" y="660"/>
                  <a:pt x="1350" y="660"/>
                </a:cubicBezTo>
                <a:cubicBezTo>
                  <a:pt x="1643" y="660"/>
                  <a:pt x="1643" y="660"/>
                  <a:pt x="1643" y="660"/>
                </a:cubicBezTo>
                <a:cubicBezTo>
                  <a:pt x="1659" y="660"/>
                  <a:pt x="1672" y="647"/>
                  <a:pt x="1672" y="631"/>
                </a:cubicBezTo>
                <a:cubicBezTo>
                  <a:pt x="1672" y="615"/>
                  <a:pt x="1659" y="602"/>
                  <a:pt x="1643" y="602"/>
                </a:cubicBezTo>
                <a:cubicBezTo>
                  <a:pt x="1350" y="602"/>
                  <a:pt x="1350" y="602"/>
                  <a:pt x="1350" y="602"/>
                </a:cubicBezTo>
                <a:cubicBezTo>
                  <a:pt x="1350" y="58"/>
                  <a:pt x="1350" y="58"/>
                  <a:pt x="1350" y="58"/>
                </a:cubicBezTo>
                <a:cubicBezTo>
                  <a:pt x="1799" y="58"/>
                  <a:pt x="1799" y="58"/>
                  <a:pt x="1799" y="58"/>
                </a:cubicBezTo>
                <a:cubicBezTo>
                  <a:pt x="1815" y="58"/>
                  <a:pt x="1828" y="45"/>
                  <a:pt x="1828" y="29"/>
                </a:cubicBezTo>
                <a:cubicBezTo>
                  <a:pt x="1828" y="13"/>
                  <a:pt x="1815" y="0"/>
                  <a:pt x="1799" y="0"/>
                </a:cubicBezTo>
              </a:path>
            </a:pathLst>
          </a:custGeom>
          <a:solidFill>
            <a:srgbClr val="D9D1CC">
              <a:alpha val="9804"/>
            </a:srgbClr>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8" name="Logo">
            <a:extLst>
              <a:ext uri="{FF2B5EF4-FFF2-40B4-BE49-F238E27FC236}">
                <a16:creationId xmlns:a16="http://schemas.microsoft.com/office/drawing/2014/main" id="{85DF6064-7F5D-4C69-AAE5-824283C29DC0}"/>
              </a:ext>
            </a:extLst>
          </p:cNvPr>
          <p:cNvSpPr/>
          <p:nvPr/>
        </p:nvSpPr>
        <p:spPr>
          <a:xfrm>
            <a:off x="9397252" y="5875721"/>
            <a:ext cx="2253411" cy="440942"/>
          </a:xfrm>
          <a:custGeom>
            <a:avLst/>
            <a:gdLst>
              <a:gd name="connsiteX0" fmla="*/ 1783139 w 2253411"/>
              <a:gd name="connsiteY0" fmla="*/ 136254 h 440942"/>
              <a:gd name="connsiteX1" fmla="*/ 1751520 w 2253411"/>
              <a:gd name="connsiteY1" fmla="*/ 136254 h 440942"/>
              <a:gd name="connsiteX2" fmla="*/ 1751520 w 2253411"/>
              <a:gd name="connsiteY2" fmla="*/ 299806 h 440942"/>
              <a:gd name="connsiteX3" fmla="*/ 1783139 w 2253411"/>
              <a:gd name="connsiteY3" fmla="*/ 299806 h 440942"/>
              <a:gd name="connsiteX4" fmla="*/ 293338 w 2253411"/>
              <a:gd name="connsiteY4" fmla="*/ 409024 h 440942"/>
              <a:gd name="connsiteX5" fmla="*/ 297448 w 2253411"/>
              <a:gd name="connsiteY5" fmla="*/ 413147 h 440942"/>
              <a:gd name="connsiteX6" fmla="*/ 297460 w 2253411"/>
              <a:gd name="connsiteY6" fmla="*/ 413147 h 440942"/>
              <a:gd name="connsiteX7" fmla="*/ 333669 w 2253411"/>
              <a:gd name="connsiteY7" fmla="*/ 413147 h 440942"/>
              <a:gd name="connsiteX8" fmla="*/ 337779 w 2253411"/>
              <a:gd name="connsiteY8" fmla="*/ 409047 h 440942"/>
              <a:gd name="connsiteX9" fmla="*/ 337777 w 2253411"/>
              <a:gd name="connsiteY9" fmla="*/ 409024 h 440942"/>
              <a:gd name="connsiteX10" fmla="*/ 333683 w 2253411"/>
              <a:gd name="connsiteY10" fmla="*/ 404916 h 440942"/>
              <a:gd name="connsiteX11" fmla="*/ 333669 w 2253411"/>
              <a:gd name="connsiteY11" fmla="*/ 404916 h 440942"/>
              <a:gd name="connsiteX12" fmla="*/ 297460 w 2253411"/>
              <a:gd name="connsiteY12" fmla="*/ 404916 h 440942"/>
              <a:gd name="connsiteX13" fmla="*/ 293338 w 2253411"/>
              <a:gd name="connsiteY13" fmla="*/ 409021 h 440942"/>
              <a:gd name="connsiteX14" fmla="*/ 293338 w 2253411"/>
              <a:gd name="connsiteY14" fmla="*/ 409024 h 440942"/>
              <a:gd name="connsiteX15" fmla="*/ 39859 w 2253411"/>
              <a:gd name="connsiteY15" fmla="*/ 409024 h 440942"/>
              <a:gd name="connsiteX16" fmla="*/ 43946 w 2253411"/>
              <a:gd name="connsiteY16" fmla="*/ 413147 h 440942"/>
              <a:gd name="connsiteX17" fmla="*/ 43967 w 2253411"/>
              <a:gd name="connsiteY17" fmla="*/ 413147 h 440942"/>
              <a:gd name="connsiteX18" fmla="*/ 80176 w 2253411"/>
              <a:gd name="connsiteY18" fmla="*/ 413147 h 440942"/>
              <a:gd name="connsiteX19" fmla="*/ 84298 w 2253411"/>
              <a:gd name="connsiteY19" fmla="*/ 409037 h 440942"/>
              <a:gd name="connsiteX20" fmla="*/ 84298 w 2253411"/>
              <a:gd name="connsiteY20" fmla="*/ 409024 h 440942"/>
              <a:gd name="connsiteX21" fmla="*/ 80179 w 2253411"/>
              <a:gd name="connsiteY21" fmla="*/ 404916 h 440942"/>
              <a:gd name="connsiteX22" fmla="*/ 80176 w 2253411"/>
              <a:gd name="connsiteY22" fmla="*/ 404916 h 440942"/>
              <a:gd name="connsiteX23" fmla="*/ 43967 w 2253411"/>
              <a:gd name="connsiteY23" fmla="*/ 404916 h 440942"/>
              <a:gd name="connsiteX24" fmla="*/ 39859 w 2253411"/>
              <a:gd name="connsiteY24" fmla="*/ 409012 h 440942"/>
              <a:gd name="connsiteX25" fmla="*/ 39859 w 2253411"/>
              <a:gd name="connsiteY25" fmla="*/ 409024 h 440942"/>
              <a:gd name="connsiteX26" fmla="*/ 80177 w 2253411"/>
              <a:gd name="connsiteY26" fmla="*/ 339849 h 440942"/>
              <a:gd name="connsiteX27" fmla="*/ 8803 w 2253411"/>
              <a:gd name="connsiteY27" fmla="*/ 339849 h 440942"/>
              <a:gd name="connsiteX28" fmla="*/ 8803 w 2253411"/>
              <a:gd name="connsiteY28" fmla="*/ 177644 h 440942"/>
              <a:gd name="connsiteX29" fmla="*/ 4680 w 2253411"/>
              <a:gd name="connsiteY29" fmla="*/ 173521 h 440942"/>
              <a:gd name="connsiteX30" fmla="*/ 572 w 2253411"/>
              <a:gd name="connsiteY30" fmla="*/ 177639 h 440942"/>
              <a:gd name="connsiteX31" fmla="*/ 572 w 2253411"/>
              <a:gd name="connsiteY31" fmla="*/ 177644 h 440942"/>
              <a:gd name="connsiteX32" fmla="*/ 572 w 2253411"/>
              <a:gd name="connsiteY32" fmla="*/ 343959 h 440942"/>
              <a:gd name="connsiteX33" fmla="*/ 4676 w 2253411"/>
              <a:gd name="connsiteY33" fmla="*/ 348080 h 440942"/>
              <a:gd name="connsiteX34" fmla="*/ 4680 w 2253411"/>
              <a:gd name="connsiteY34" fmla="*/ 348080 h 440942"/>
              <a:gd name="connsiteX35" fmla="*/ 80176 w 2253411"/>
              <a:gd name="connsiteY35" fmla="*/ 348080 h 440942"/>
              <a:gd name="connsiteX36" fmla="*/ 84298 w 2253411"/>
              <a:gd name="connsiteY36" fmla="*/ 343970 h 440942"/>
              <a:gd name="connsiteX37" fmla="*/ 84298 w 2253411"/>
              <a:gd name="connsiteY37" fmla="*/ 343959 h 440942"/>
              <a:gd name="connsiteX38" fmla="*/ 80176 w 2253411"/>
              <a:gd name="connsiteY38" fmla="*/ 339849 h 440942"/>
              <a:gd name="connsiteX39" fmla="*/ 98412 w 2253411"/>
              <a:gd name="connsiteY39" fmla="*/ 45530 h 440942"/>
              <a:gd name="connsiteX40" fmla="*/ 94292 w 2253411"/>
              <a:gd name="connsiteY40" fmla="*/ 41422 h 440942"/>
              <a:gd name="connsiteX41" fmla="*/ 94289 w 2253411"/>
              <a:gd name="connsiteY41" fmla="*/ 41422 h 440942"/>
              <a:gd name="connsiteX42" fmla="*/ 30459 w 2253411"/>
              <a:gd name="connsiteY42" fmla="*/ 41422 h 440942"/>
              <a:gd name="connsiteX43" fmla="*/ 26351 w 2253411"/>
              <a:gd name="connsiteY43" fmla="*/ 45518 h 440942"/>
              <a:gd name="connsiteX44" fmla="*/ 26351 w 2253411"/>
              <a:gd name="connsiteY44" fmla="*/ 45530 h 440942"/>
              <a:gd name="connsiteX45" fmla="*/ 26351 w 2253411"/>
              <a:gd name="connsiteY45" fmla="*/ 133916 h 440942"/>
              <a:gd name="connsiteX46" fmla="*/ 30456 w 2253411"/>
              <a:gd name="connsiteY46" fmla="*/ 138039 h 440942"/>
              <a:gd name="connsiteX47" fmla="*/ 30459 w 2253411"/>
              <a:gd name="connsiteY47" fmla="*/ 138039 h 440942"/>
              <a:gd name="connsiteX48" fmla="*/ 80191 w 2253411"/>
              <a:gd name="connsiteY48" fmla="*/ 138039 h 440942"/>
              <a:gd name="connsiteX49" fmla="*/ 84300 w 2253411"/>
              <a:gd name="connsiteY49" fmla="*/ 133916 h 440942"/>
              <a:gd name="connsiteX50" fmla="*/ 80191 w 2253411"/>
              <a:gd name="connsiteY50" fmla="*/ 129808 h 440942"/>
              <a:gd name="connsiteX51" fmla="*/ 34582 w 2253411"/>
              <a:gd name="connsiteY51" fmla="*/ 129808 h 440942"/>
              <a:gd name="connsiteX52" fmla="*/ 34582 w 2253411"/>
              <a:gd name="connsiteY52" fmla="*/ 49653 h 440942"/>
              <a:gd name="connsiteX53" fmla="*/ 94291 w 2253411"/>
              <a:gd name="connsiteY53" fmla="*/ 49653 h 440942"/>
              <a:gd name="connsiteX54" fmla="*/ 98413 w 2253411"/>
              <a:gd name="connsiteY54" fmla="*/ 45540 h 440942"/>
              <a:gd name="connsiteX55" fmla="*/ 98413 w 2253411"/>
              <a:gd name="connsiteY55" fmla="*/ 45530 h 440942"/>
              <a:gd name="connsiteX56" fmla="*/ 271146 w 2253411"/>
              <a:gd name="connsiteY56" fmla="*/ 190835 h 440942"/>
              <a:gd name="connsiteX57" fmla="*/ 271146 w 2253411"/>
              <a:gd name="connsiteY57" fmla="*/ 150874 h 440942"/>
              <a:gd name="connsiteX58" fmla="*/ 267039 w 2253411"/>
              <a:gd name="connsiteY58" fmla="*/ 146752 h 440942"/>
              <a:gd name="connsiteX59" fmla="*/ 267037 w 2253411"/>
              <a:gd name="connsiteY59" fmla="*/ 146752 h 440942"/>
              <a:gd name="connsiteX60" fmla="*/ 262900 w 2253411"/>
              <a:gd name="connsiteY60" fmla="*/ 150873 h 440942"/>
              <a:gd name="connsiteX61" fmla="*/ 262900 w 2253411"/>
              <a:gd name="connsiteY61" fmla="*/ 150874 h 440942"/>
              <a:gd name="connsiteX62" fmla="*/ 262900 w 2253411"/>
              <a:gd name="connsiteY62" fmla="*/ 186698 h 440942"/>
              <a:gd name="connsiteX63" fmla="*/ 192929 w 2253411"/>
              <a:gd name="connsiteY63" fmla="*/ 186698 h 440942"/>
              <a:gd name="connsiteX64" fmla="*/ 192929 w 2253411"/>
              <a:gd name="connsiteY64" fmla="*/ 93846 h 440942"/>
              <a:gd name="connsiteX65" fmla="*/ 234730 w 2253411"/>
              <a:gd name="connsiteY65" fmla="*/ 93846 h 440942"/>
              <a:gd name="connsiteX66" fmla="*/ 238853 w 2253411"/>
              <a:gd name="connsiteY66" fmla="*/ 89738 h 440942"/>
              <a:gd name="connsiteX67" fmla="*/ 234730 w 2253411"/>
              <a:gd name="connsiteY67" fmla="*/ 85602 h 440942"/>
              <a:gd name="connsiteX68" fmla="*/ 192929 w 2253411"/>
              <a:gd name="connsiteY68" fmla="*/ 85602 h 440942"/>
              <a:gd name="connsiteX69" fmla="*/ 192929 w 2253411"/>
              <a:gd name="connsiteY69" fmla="*/ 8058 h 440942"/>
              <a:gd name="connsiteX70" fmla="*/ 256951 w 2253411"/>
              <a:gd name="connsiteY70" fmla="*/ 8058 h 440942"/>
              <a:gd name="connsiteX71" fmla="*/ 261072 w 2253411"/>
              <a:gd name="connsiteY71" fmla="*/ 3946 h 440942"/>
              <a:gd name="connsiteX72" fmla="*/ 261072 w 2253411"/>
              <a:gd name="connsiteY72" fmla="*/ 3935 h 440942"/>
              <a:gd name="connsiteX73" fmla="*/ 256954 w 2253411"/>
              <a:gd name="connsiteY73" fmla="*/ -175 h 440942"/>
              <a:gd name="connsiteX74" fmla="*/ 256951 w 2253411"/>
              <a:gd name="connsiteY74" fmla="*/ -175 h 440942"/>
              <a:gd name="connsiteX75" fmla="*/ 120686 w 2253411"/>
              <a:gd name="connsiteY75" fmla="*/ -175 h 440942"/>
              <a:gd name="connsiteX76" fmla="*/ 116578 w 2253411"/>
              <a:gd name="connsiteY76" fmla="*/ 3935 h 440942"/>
              <a:gd name="connsiteX77" fmla="*/ 120685 w 2253411"/>
              <a:gd name="connsiteY77" fmla="*/ 8058 h 440942"/>
              <a:gd name="connsiteX78" fmla="*/ 120686 w 2253411"/>
              <a:gd name="connsiteY78" fmla="*/ 8058 h 440942"/>
              <a:gd name="connsiteX79" fmla="*/ 184696 w 2253411"/>
              <a:gd name="connsiteY79" fmla="*/ 8058 h 440942"/>
              <a:gd name="connsiteX80" fmla="*/ 184696 w 2253411"/>
              <a:gd name="connsiteY80" fmla="*/ 85629 h 440942"/>
              <a:gd name="connsiteX81" fmla="*/ 141436 w 2253411"/>
              <a:gd name="connsiteY81" fmla="*/ 85629 h 440942"/>
              <a:gd name="connsiteX82" fmla="*/ 137315 w 2253411"/>
              <a:gd name="connsiteY82" fmla="*/ 89752 h 440942"/>
              <a:gd name="connsiteX83" fmla="*/ 141435 w 2253411"/>
              <a:gd name="connsiteY83" fmla="*/ 93860 h 440942"/>
              <a:gd name="connsiteX84" fmla="*/ 141436 w 2253411"/>
              <a:gd name="connsiteY84" fmla="*/ 93860 h 440942"/>
              <a:gd name="connsiteX85" fmla="*/ 184696 w 2253411"/>
              <a:gd name="connsiteY85" fmla="*/ 93860 h 440942"/>
              <a:gd name="connsiteX86" fmla="*/ 184696 w 2253411"/>
              <a:gd name="connsiteY86" fmla="*/ 186698 h 440942"/>
              <a:gd name="connsiteX87" fmla="*/ 114724 w 2253411"/>
              <a:gd name="connsiteY87" fmla="*/ 186698 h 440942"/>
              <a:gd name="connsiteX88" fmla="*/ 114724 w 2253411"/>
              <a:gd name="connsiteY88" fmla="*/ 150874 h 440942"/>
              <a:gd name="connsiteX89" fmla="*/ 110611 w 2253411"/>
              <a:gd name="connsiteY89" fmla="*/ 146752 h 440942"/>
              <a:gd name="connsiteX90" fmla="*/ 110602 w 2253411"/>
              <a:gd name="connsiteY90" fmla="*/ 146752 h 440942"/>
              <a:gd name="connsiteX91" fmla="*/ 106479 w 2253411"/>
              <a:gd name="connsiteY91" fmla="*/ 150874 h 440942"/>
              <a:gd name="connsiteX92" fmla="*/ 106479 w 2253411"/>
              <a:gd name="connsiteY92" fmla="*/ 190835 h 440942"/>
              <a:gd name="connsiteX93" fmla="*/ 110598 w 2253411"/>
              <a:gd name="connsiteY93" fmla="*/ 194943 h 440942"/>
              <a:gd name="connsiteX94" fmla="*/ 110602 w 2253411"/>
              <a:gd name="connsiteY94" fmla="*/ 194943 h 440942"/>
              <a:gd name="connsiteX95" fmla="*/ 184696 w 2253411"/>
              <a:gd name="connsiteY95" fmla="*/ 194943 h 440942"/>
              <a:gd name="connsiteX96" fmla="*/ 184696 w 2253411"/>
              <a:gd name="connsiteY96" fmla="*/ 302418 h 440942"/>
              <a:gd name="connsiteX97" fmla="*/ 120523 w 2253411"/>
              <a:gd name="connsiteY97" fmla="*/ 302418 h 440942"/>
              <a:gd name="connsiteX98" fmla="*/ 120523 w 2253411"/>
              <a:gd name="connsiteY98" fmla="*/ 253744 h 440942"/>
              <a:gd name="connsiteX99" fmla="*/ 116395 w 2253411"/>
              <a:gd name="connsiteY99" fmla="*/ 249636 h 440942"/>
              <a:gd name="connsiteX100" fmla="*/ 116386 w 2253411"/>
              <a:gd name="connsiteY100" fmla="*/ 249636 h 440942"/>
              <a:gd name="connsiteX101" fmla="*/ 62189 w 2253411"/>
              <a:gd name="connsiteY101" fmla="*/ 249636 h 440942"/>
              <a:gd name="connsiteX102" fmla="*/ 62189 w 2253411"/>
              <a:gd name="connsiteY102" fmla="*/ 210170 h 440942"/>
              <a:gd name="connsiteX103" fmla="*/ 58084 w 2253411"/>
              <a:gd name="connsiteY103" fmla="*/ 206047 h 440942"/>
              <a:gd name="connsiteX104" fmla="*/ 58081 w 2253411"/>
              <a:gd name="connsiteY104" fmla="*/ 206047 h 440942"/>
              <a:gd name="connsiteX105" fmla="*/ 53958 w 2253411"/>
              <a:gd name="connsiteY105" fmla="*/ 210170 h 440942"/>
              <a:gd name="connsiteX106" fmla="*/ 53958 w 2253411"/>
              <a:gd name="connsiteY106" fmla="*/ 253744 h 440942"/>
              <a:gd name="connsiteX107" fmla="*/ 58081 w 2253411"/>
              <a:gd name="connsiteY107" fmla="*/ 257867 h 440942"/>
              <a:gd name="connsiteX108" fmla="*/ 112277 w 2253411"/>
              <a:gd name="connsiteY108" fmla="*/ 257867 h 440942"/>
              <a:gd name="connsiteX109" fmla="*/ 112277 w 2253411"/>
              <a:gd name="connsiteY109" fmla="*/ 380182 h 440942"/>
              <a:gd name="connsiteX110" fmla="*/ 116382 w 2253411"/>
              <a:gd name="connsiteY110" fmla="*/ 384304 h 440942"/>
              <a:gd name="connsiteX111" fmla="*/ 116386 w 2253411"/>
              <a:gd name="connsiteY111" fmla="*/ 384304 h 440942"/>
              <a:gd name="connsiteX112" fmla="*/ 120523 w 2253411"/>
              <a:gd name="connsiteY112" fmla="*/ 380182 h 440942"/>
              <a:gd name="connsiteX113" fmla="*/ 120523 w 2253411"/>
              <a:gd name="connsiteY113" fmla="*/ 310649 h 440942"/>
              <a:gd name="connsiteX114" fmla="*/ 184696 w 2253411"/>
              <a:gd name="connsiteY114" fmla="*/ 310649 h 440942"/>
              <a:gd name="connsiteX115" fmla="*/ 184696 w 2253411"/>
              <a:gd name="connsiteY115" fmla="*/ 432537 h 440942"/>
              <a:gd name="connsiteX116" fmla="*/ 131736 w 2253411"/>
              <a:gd name="connsiteY116" fmla="*/ 432537 h 440942"/>
              <a:gd name="connsiteX117" fmla="*/ 127628 w 2253411"/>
              <a:gd name="connsiteY117" fmla="*/ 436615 h 440942"/>
              <a:gd name="connsiteX118" fmla="*/ 127628 w 2253411"/>
              <a:gd name="connsiteY118" fmla="*/ 436646 h 440942"/>
              <a:gd name="connsiteX119" fmla="*/ 131716 w 2253411"/>
              <a:gd name="connsiteY119" fmla="*/ 440768 h 440942"/>
              <a:gd name="connsiteX120" fmla="*/ 131736 w 2253411"/>
              <a:gd name="connsiteY120" fmla="*/ 440768 h 440942"/>
              <a:gd name="connsiteX121" fmla="*/ 245888 w 2253411"/>
              <a:gd name="connsiteY121" fmla="*/ 440768 h 440942"/>
              <a:gd name="connsiteX122" fmla="*/ 250011 w 2253411"/>
              <a:gd name="connsiteY122" fmla="*/ 436657 h 440942"/>
              <a:gd name="connsiteX123" fmla="*/ 250011 w 2253411"/>
              <a:gd name="connsiteY123" fmla="*/ 436646 h 440942"/>
              <a:gd name="connsiteX124" fmla="*/ 245909 w 2253411"/>
              <a:gd name="connsiteY124" fmla="*/ 432537 h 440942"/>
              <a:gd name="connsiteX125" fmla="*/ 245888 w 2253411"/>
              <a:gd name="connsiteY125" fmla="*/ 432537 h 440942"/>
              <a:gd name="connsiteX126" fmla="*/ 192929 w 2253411"/>
              <a:gd name="connsiteY126" fmla="*/ 432537 h 440942"/>
              <a:gd name="connsiteX127" fmla="*/ 192929 w 2253411"/>
              <a:gd name="connsiteY127" fmla="*/ 310649 h 440942"/>
              <a:gd name="connsiteX128" fmla="*/ 257116 w 2253411"/>
              <a:gd name="connsiteY128" fmla="*/ 310649 h 440942"/>
              <a:gd name="connsiteX129" fmla="*/ 257116 w 2253411"/>
              <a:gd name="connsiteY129" fmla="*/ 380182 h 440942"/>
              <a:gd name="connsiteX130" fmla="*/ 261250 w 2253411"/>
              <a:gd name="connsiteY130" fmla="*/ 384304 h 440942"/>
              <a:gd name="connsiteX131" fmla="*/ 265358 w 2253411"/>
              <a:gd name="connsiteY131" fmla="*/ 380182 h 440942"/>
              <a:gd name="connsiteX132" fmla="*/ 265358 w 2253411"/>
              <a:gd name="connsiteY132" fmla="*/ 257867 h 440942"/>
              <a:gd name="connsiteX133" fmla="*/ 319557 w 2253411"/>
              <a:gd name="connsiteY133" fmla="*/ 257867 h 440942"/>
              <a:gd name="connsiteX134" fmla="*/ 323665 w 2253411"/>
              <a:gd name="connsiteY134" fmla="*/ 253748 h 440942"/>
              <a:gd name="connsiteX135" fmla="*/ 323665 w 2253411"/>
              <a:gd name="connsiteY135" fmla="*/ 253744 h 440942"/>
              <a:gd name="connsiteX136" fmla="*/ 323665 w 2253411"/>
              <a:gd name="connsiteY136" fmla="*/ 210170 h 440942"/>
              <a:gd name="connsiteX137" fmla="*/ 319557 w 2253411"/>
              <a:gd name="connsiteY137" fmla="*/ 206047 h 440942"/>
              <a:gd name="connsiteX138" fmla="*/ 315434 w 2253411"/>
              <a:gd name="connsiteY138" fmla="*/ 210170 h 440942"/>
              <a:gd name="connsiteX139" fmla="*/ 315434 w 2253411"/>
              <a:gd name="connsiteY139" fmla="*/ 249636 h 440942"/>
              <a:gd name="connsiteX140" fmla="*/ 261250 w 2253411"/>
              <a:gd name="connsiteY140" fmla="*/ 249636 h 440942"/>
              <a:gd name="connsiteX141" fmla="*/ 257115 w 2253411"/>
              <a:gd name="connsiteY141" fmla="*/ 253733 h 440942"/>
              <a:gd name="connsiteX142" fmla="*/ 257115 w 2253411"/>
              <a:gd name="connsiteY142" fmla="*/ 253744 h 440942"/>
              <a:gd name="connsiteX143" fmla="*/ 257115 w 2253411"/>
              <a:gd name="connsiteY143" fmla="*/ 302416 h 440942"/>
              <a:gd name="connsiteX144" fmla="*/ 192927 w 2253411"/>
              <a:gd name="connsiteY144" fmla="*/ 302416 h 440942"/>
              <a:gd name="connsiteX145" fmla="*/ 192927 w 2253411"/>
              <a:gd name="connsiteY145" fmla="*/ 194943 h 440942"/>
              <a:gd name="connsiteX146" fmla="*/ 267036 w 2253411"/>
              <a:gd name="connsiteY146" fmla="*/ 194943 h 440942"/>
              <a:gd name="connsiteX147" fmla="*/ 271144 w 2253411"/>
              <a:gd name="connsiteY147" fmla="*/ 190849 h 440942"/>
              <a:gd name="connsiteX148" fmla="*/ 271144 w 2253411"/>
              <a:gd name="connsiteY148" fmla="*/ 190835 h 440942"/>
              <a:gd name="connsiteX149" fmla="*/ 351285 w 2253411"/>
              <a:gd name="connsiteY149" fmla="*/ 133931 h 440942"/>
              <a:gd name="connsiteX150" fmla="*/ 351285 w 2253411"/>
              <a:gd name="connsiteY150" fmla="*/ 45545 h 440942"/>
              <a:gd name="connsiteX151" fmla="*/ 347175 w 2253411"/>
              <a:gd name="connsiteY151" fmla="*/ 41422 h 440942"/>
              <a:gd name="connsiteX152" fmla="*/ 347164 w 2253411"/>
              <a:gd name="connsiteY152" fmla="*/ 41422 h 440942"/>
              <a:gd name="connsiteX153" fmla="*/ 283332 w 2253411"/>
              <a:gd name="connsiteY153" fmla="*/ 41422 h 440942"/>
              <a:gd name="connsiteX154" fmla="*/ 279224 w 2253411"/>
              <a:gd name="connsiteY154" fmla="*/ 45524 h 440942"/>
              <a:gd name="connsiteX155" fmla="*/ 279224 w 2253411"/>
              <a:gd name="connsiteY155" fmla="*/ 45545 h 440942"/>
              <a:gd name="connsiteX156" fmla="*/ 283332 w 2253411"/>
              <a:gd name="connsiteY156" fmla="*/ 49653 h 440942"/>
              <a:gd name="connsiteX157" fmla="*/ 343054 w 2253411"/>
              <a:gd name="connsiteY157" fmla="*/ 49653 h 440942"/>
              <a:gd name="connsiteX158" fmla="*/ 343054 w 2253411"/>
              <a:gd name="connsiteY158" fmla="*/ 129808 h 440942"/>
              <a:gd name="connsiteX159" fmla="*/ 297460 w 2253411"/>
              <a:gd name="connsiteY159" fmla="*/ 129808 h 440942"/>
              <a:gd name="connsiteX160" fmla="*/ 293338 w 2253411"/>
              <a:gd name="connsiteY160" fmla="*/ 133918 h 440942"/>
              <a:gd name="connsiteX161" fmla="*/ 293338 w 2253411"/>
              <a:gd name="connsiteY161" fmla="*/ 133931 h 440942"/>
              <a:gd name="connsiteX162" fmla="*/ 297460 w 2253411"/>
              <a:gd name="connsiteY162" fmla="*/ 138039 h 440942"/>
              <a:gd name="connsiteX163" fmla="*/ 347164 w 2253411"/>
              <a:gd name="connsiteY163" fmla="*/ 138039 h 440942"/>
              <a:gd name="connsiteX164" fmla="*/ 351285 w 2253411"/>
              <a:gd name="connsiteY164" fmla="*/ 133931 h 440942"/>
              <a:gd name="connsiteX165" fmla="*/ 377065 w 2253411"/>
              <a:gd name="connsiteY165" fmla="*/ 343972 h 440942"/>
              <a:gd name="connsiteX166" fmla="*/ 377065 w 2253411"/>
              <a:gd name="connsiteY166" fmla="*/ 177629 h 440942"/>
              <a:gd name="connsiteX167" fmla="*/ 372946 w 2253411"/>
              <a:gd name="connsiteY167" fmla="*/ 173521 h 440942"/>
              <a:gd name="connsiteX168" fmla="*/ 372943 w 2253411"/>
              <a:gd name="connsiteY168" fmla="*/ 173521 h 440942"/>
              <a:gd name="connsiteX169" fmla="*/ 368834 w 2253411"/>
              <a:gd name="connsiteY169" fmla="*/ 177617 h 440942"/>
              <a:gd name="connsiteX170" fmla="*/ 368834 w 2253411"/>
              <a:gd name="connsiteY170" fmla="*/ 177629 h 440942"/>
              <a:gd name="connsiteX171" fmla="*/ 368834 w 2253411"/>
              <a:gd name="connsiteY171" fmla="*/ 339836 h 440942"/>
              <a:gd name="connsiteX172" fmla="*/ 297460 w 2253411"/>
              <a:gd name="connsiteY172" fmla="*/ 339836 h 440942"/>
              <a:gd name="connsiteX173" fmla="*/ 293338 w 2253411"/>
              <a:gd name="connsiteY173" fmla="*/ 343970 h 440942"/>
              <a:gd name="connsiteX174" fmla="*/ 293338 w 2253411"/>
              <a:gd name="connsiteY174" fmla="*/ 343972 h 440942"/>
              <a:gd name="connsiteX175" fmla="*/ 297438 w 2253411"/>
              <a:gd name="connsiteY175" fmla="*/ 348080 h 440942"/>
              <a:gd name="connsiteX176" fmla="*/ 297460 w 2253411"/>
              <a:gd name="connsiteY176" fmla="*/ 348080 h 440942"/>
              <a:gd name="connsiteX177" fmla="*/ 372943 w 2253411"/>
              <a:gd name="connsiteY177" fmla="*/ 348080 h 440942"/>
              <a:gd name="connsiteX178" fmla="*/ 377065 w 2253411"/>
              <a:gd name="connsiteY178" fmla="*/ 343992 h 440942"/>
              <a:gd name="connsiteX179" fmla="*/ 377065 w 2253411"/>
              <a:gd name="connsiteY179" fmla="*/ 343972 h 440942"/>
              <a:gd name="connsiteX180" fmla="*/ 577721 w 2253411"/>
              <a:gd name="connsiteY180" fmla="*/ 299806 h 440942"/>
              <a:gd name="connsiteX181" fmla="*/ 609683 w 2253411"/>
              <a:gd name="connsiteY181" fmla="*/ 299806 h 440942"/>
              <a:gd name="connsiteX182" fmla="*/ 609683 w 2253411"/>
              <a:gd name="connsiteY182" fmla="*/ 196098 h 440942"/>
              <a:gd name="connsiteX183" fmla="*/ 551186 w 2253411"/>
              <a:gd name="connsiteY183" fmla="*/ 131498 h 440942"/>
              <a:gd name="connsiteX184" fmla="*/ 500878 w 2253411"/>
              <a:gd name="connsiteY184" fmla="*/ 159709 h 440942"/>
              <a:gd name="connsiteX185" fmla="*/ 500878 w 2253411"/>
              <a:gd name="connsiteY185" fmla="*/ 136254 h 440942"/>
              <a:gd name="connsiteX186" fmla="*/ 469601 w 2253411"/>
              <a:gd name="connsiteY186" fmla="*/ 136254 h 440942"/>
              <a:gd name="connsiteX187" fmla="*/ 469601 w 2253411"/>
              <a:gd name="connsiteY187" fmla="*/ 299806 h 440942"/>
              <a:gd name="connsiteX188" fmla="*/ 501565 w 2253411"/>
              <a:gd name="connsiteY188" fmla="*/ 299806 h 440942"/>
              <a:gd name="connsiteX189" fmla="*/ 501565 w 2253411"/>
              <a:gd name="connsiteY189" fmla="*/ 205278 h 440942"/>
              <a:gd name="connsiteX190" fmla="*/ 539629 w 2253411"/>
              <a:gd name="connsiteY190" fmla="*/ 160396 h 440942"/>
              <a:gd name="connsiteX191" fmla="*/ 577721 w 2253411"/>
              <a:gd name="connsiteY191" fmla="*/ 201540 h 440942"/>
              <a:gd name="connsiteX192" fmla="*/ 766751 w 2253411"/>
              <a:gd name="connsiteY192" fmla="*/ 201196 h 440942"/>
              <a:gd name="connsiteX193" fmla="*/ 677320 w 2253411"/>
              <a:gd name="connsiteY193" fmla="*/ 201196 h 440942"/>
              <a:gd name="connsiteX194" fmla="*/ 721870 w 2253411"/>
              <a:gd name="connsiteY194" fmla="*/ 159366 h 440942"/>
              <a:gd name="connsiteX195" fmla="*/ 766751 w 2253411"/>
              <a:gd name="connsiteY195" fmla="*/ 201196 h 440942"/>
              <a:gd name="connsiteX196" fmla="*/ 799388 w 2253411"/>
              <a:gd name="connsiteY196" fmla="*/ 227044 h 440942"/>
              <a:gd name="connsiteX197" fmla="*/ 800075 w 2253411"/>
              <a:gd name="connsiteY197" fmla="*/ 216835 h 440942"/>
              <a:gd name="connsiteX198" fmla="*/ 721527 w 2253411"/>
              <a:gd name="connsiteY198" fmla="*/ 131155 h 440942"/>
              <a:gd name="connsiteX199" fmla="*/ 643324 w 2253411"/>
              <a:gd name="connsiteY199" fmla="*/ 217522 h 440942"/>
              <a:gd name="connsiteX200" fmla="*/ 725608 w 2253411"/>
              <a:gd name="connsiteY200" fmla="*/ 304904 h 440942"/>
              <a:gd name="connsiteX201" fmla="*/ 799044 w 2253411"/>
              <a:gd name="connsiteY201" fmla="*/ 253221 h 440942"/>
              <a:gd name="connsiteX202" fmla="*/ 771519 w 2253411"/>
              <a:gd name="connsiteY202" fmla="*/ 243698 h 440942"/>
              <a:gd name="connsiteX203" fmla="*/ 725608 w 2253411"/>
              <a:gd name="connsiteY203" fmla="*/ 276679 h 440942"/>
              <a:gd name="connsiteX204" fmla="*/ 676304 w 2253411"/>
              <a:gd name="connsiteY204" fmla="*/ 227044 h 440942"/>
              <a:gd name="connsiteX205" fmla="*/ 945791 w 2253411"/>
              <a:gd name="connsiteY205" fmla="*/ 299820 h 440942"/>
              <a:gd name="connsiteX206" fmla="*/ 976394 w 2253411"/>
              <a:gd name="connsiteY206" fmla="*/ 299820 h 440942"/>
              <a:gd name="connsiteX207" fmla="*/ 974677 w 2253411"/>
              <a:gd name="connsiteY207" fmla="*/ 269547 h 440942"/>
              <a:gd name="connsiteX208" fmla="*/ 974677 w 2253411"/>
              <a:gd name="connsiteY208" fmla="*/ 136254 h 440942"/>
              <a:gd name="connsiteX209" fmla="*/ 942727 w 2253411"/>
              <a:gd name="connsiteY209" fmla="*/ 136254 h 440942"/>
              <a:gd name="connsiteX210" fmla="*/ 942727 w 2253411"/>
              <a:gd name="connsiteY210" fmla="*/ 234863 h 440942"/>
              <a:gd name="connsiteX211" fmla="*/ 903948 w 2253411"/>
              <a:gd name="connsiteY211" fmla="*/ 276679 h 440942"/>
              <a:gd name="connsiteX212" fmla="*/ 866901 w 2253411"/>
              <a:gd name="connsiteY212" fmla="*/ 234519 h 440942"/>
              <a:gd name="connsiteX213" fmla="*/ 866901 w 2253411"/>
              <a:gd name="connsiteY213" fmla="*/ 136254 h 440942"/>
              <a:gd name="connsiteX214" fmla="*/ 834924 w 2253411"/>
              <a:gd name="connsiteY214" fmla="*/ 136254 h 440942"/>
              <a:gd name="connsiteX215" fmla="*/ 834924 w 2253411"/>
              <a:gd name="connsiteY215" fmla="*/ 239287 h 440942"/>
              <a:gd name="connsiteX216" fmla="*/ 896143 w 2253411"/>
              <a:gd name="connsiteY216" fmla="*/ 304903 h 440942"/>
              <a:gd name="connsiteX217" fmla="*/ 944418 w 2253411"/>
              <a:gd name="connsiteY217" fmla="*/ 280086 h 440942"/>
              <a:gd name="connsiteX218" fmla="*/ 945791 w 2253411"/>
              <a:gd name="connsiteY218" fmla="*/ 299818 h 440942"/>
              <a:gd name="connsiteX219" fmla="*/ 1098324 w 2253411"/>
              <a:gd name="connsiteY219" fmla="*/ 167541 h 440942"/>
              <a:gd name="connsiteX220" fmla="*/ 1112271 w 2253411"/>
              <a:gd name="connsiteY220" fmla="*/ 168559 h 440942"/>
              <a:gd name="connsiteX221" fmla="*/ 1112271 w 2253411"/>
              <a:gd name="connsiteY221" fmla="*/ 134563 h 440942"/>
              <a:gd name="connsiteX222" fmla="*/ 1101731 w 2253411"/>
              <a:gd name="connsiteY222" fmla="*/ 133532 h 440942"/>
              <a:gd name="connsiteX223" fmla="*/ 1052771 w 2253411"/>
              <a:gd name="connsiteY223" fmla="*/ 164808 h 440942"/>
              <a:gd name="connsiteX224" fmla="*/ 1052771 w 2253411"/>
              <a:gd name="connsiteY224" fmla="*/ 136266 h 440942"/>
              <a:gd name="connsiteX225" fmla="*/ 1021481 w 2253411"/>
              <a:gd name="connsiteY225" fmla="*/ 136266 h 440942"/>
              <a:gd name="connsiteX226" fmla="*/ 1021481 w 2253411"/>
              <a:gd name="connsiteY226" fmla="*/ 299806 h 440942"/>
              <a:gd name="connsiteX227" fmla="*/ 1053443 w 2253411"/>
              <a:gd name="connsiteY227" fmla="*/ 299806 h 440942"/>
              <a:gd name="connsiteX228" fmla="*/ 1053443 w 2253411"/>
              <a:gd name="connsiteY228" fmla="*/ 217851 h 440942"/>
              <a:gd name="connsiteX229" fmla="*/ 1098324 w 2253411"/>
              <a:gd name="connsiteY229" fmla="*/ 167543 h 440942"/>
              <a:gd name="connsiteX230" fmla="*/ 1263512 w 2253411"/>
              <a:gd name="connsiteY230" fmla="*/ 217865 h 440942"/>
              <a:gd name="connsiteX231" fmla="*/ 1212518 w 2253411"/>
              <a:gd name="connsiteY231" fmla="*/ 276350 h 440942"/>
              <a:gd name="connsiteX232" fmla="*/ 1161507 w 2253411"/>
              <a:gd name="connsiteY232" fmla="*/ 217865 h 440942"/>
              <a:gd name="connsiteX233" fmla="*/ 1212518 w 2253411"/>
              <a:gd name="connsiteY233" fmla="*/ 159709 h 440942"/>
              <a:gd name="connsiteX234" fmla="*/ 1263512 w 2253411"/>
              <a:gd name="connsiteY234" fmla="*/ 217865 h 440942"/>
              <a:gd name="connsiteX235" fmla="*/ 1296163 w 2253411"/>
              <a:gd name="connsiteY235" fmla="*/ 217865 h 440942"/>
              <a:gd name="connsiteX236" fmla="*/ 1212518 w 2253411"/>
              <a:gd name="connsiteY236" fmla="*/ 131169 h 440942"/>
              <a:gd name="connsiteX237" fmla="*/ 1128871 w 2253411"/>
              <a:gd name="connsiteY237" fmla="*/ 217865 h 440942"/>
              <a:gd name="connsiteX238" fmla="*/ 1212518 w 2253411"/>
              <a:gd name="connsiteY238" fmla="*/ 304904 h 440942"/>
              <a:gd name="connsiteX239" fmla="*/ 1296163 w 2253411"/>
              <a:gd name="connsiteY239" fmla="*/ 217865 h 440942"/>
              <a:gd name="connsiteX240" fmla="*/ 1388657 w 2253411"/>
              <a:gd name="connsiteY240" fmla="*/ 301496 h 440942"/>
              <a:gd name="connsiteX241" fmla="*/ 1410425 w 2253411"/>
              <a:gd name="connsiteY241" fmla="*/ 298446 h 440942"/>
              <a:gd name="connsiteX242" fmla="*/ 1410425 w 2253411"/>
              <a:gd name="connsiteY242" fmla="*/ 271237 h 440942"/>
              <a:gd name="connsiteX243" fmla="*/ 1397836 w 2253411"/>
              <a:gd name="connsiteY243" fmla="*/ 272612 h 440942"/>
              <a:gd name="connsiteX244" fmla="*/ 1375054 w 2253411"/>
              <a:gd name="connsiteY244" fmla="*/ 250158 h 440942"/>
              <a:gd name="connsiteX245" fmla="*/ 1375054 w 2253411"/>
              <a:gd name="connsiteY245" fmla="*/ 165152 h 440942"/>
              <a:gd name="connsiteX246" fmla="*/ 1410423 w 2253411"/>
              <a:gd name="connsiteY246" fmla="*/ 165152 h 440942"/>
              <a:gd name="connsiteX247" fmla="*/ 1410423 w 2253411"/>
              <a:gd name="connsiteY247" fmla="*/ 136254 h 440942"/>
              <a:gd name="connsiteX248" fmla="*/ 1375054 w 2253411"/>
              <a:gd name="connsiteY248" fmla="*/ 136254 h 440942"/>
              <a:gd name="connsiteX249" fmla="*/ 1375054 w 2253411"/>
              <a:gd name="connsiteY249" fmla="*/ 84585 h 440942"/>
              <a:gd name="connsiteX250" fmla="*/ 1345825 w 2253411"/>
              <a:gd name="connsiteY250" fmla="*/ 84585 h 440942"/>
              <a:gd name="connsiteX251" fmla="*/ 1345825 w 2253411"/>
              <a:gd name="connsiteY251" fmla="*/ 111092 h 440942"/>
              <a:gd name="connsiteX252" fmla="*/ 1320665 w 2253411"/>
              <a:gd name="connsiteY252" fmla="*/ 136254 h 440942"/>
              <a:gd name="connsiteX253" fmla="*/ 1311814 w 2253411"/>
              <a:gd name="connsiteY253" fmla="*/ 136254 h 440942"/>
              <a:gd name="connsiteX254" fmla="*/ 1311814 w 2253411"/>
              <a:gd name="connsiteY254" fmla="*/ 165152 h 440942"/>
              <a:gd name="connsiteX255" fmla="*/ 1343105 w 2253411"/>
              <a:gd name="connsiteY255" fmla="*/ 165152 h 440942"/>
              <a:gd name="connsiteX256" fmla="*/ 1343105 w 2253411"/>
              <a:gd name="connsiteY256" fmla="*/ 254911 h 440942"/>
              <a:gd name="connsiteX257" fmla="*/ 1388657 w 2253411"/>
              <a:gd name="connsiteY257" fmla="*/ 301496 h 440942"/>
              <a:gd name="connsiteX258" fmla="*/ 1564344 w 2253411"/>
              <a:gd name="connsiteY258" fmla="*/ 217865 h 440942"/>
              <a:gd name="connsiteX259" fmla="*/ 1513349 w 2253411"/>
              <a:gd name="connsiteY259" fmla="*/ 276350 h 440942"/>
              <a:gd name="connsiteX260" fmla="*/ 1462340 w 2253411"/>
              <a:gd name="connsiteY260" fmla="*/ 217865 h 440942"/>
              <a:gd name="connsiteX261" fmla="*/ 1513349 w 2253411"/>
              <a:gd name="connsiteY261" fmla="*/ 159709 h 440942"/>
              <a:gd name="connsiteX262" fmla="*/ 1564344 w 2253411"/>
              <a:gd name="connsiteY262" fmla="*/ 217865 h 440942"/>
              <a:gd name="connsiteX263" fmla="*/ 1596994 w 2253411"/>
              <a:gd name="connsiteY263" fmla="*/ 217865 h 440942"/>
              <a:gd name="connsiteX264" fmla="*/ 1513349 w 2253411"/>
              <a:gd name="connsiteY264" fmla="*/ 131169 h 440942"/>
              <a:gd name="connsiteX265" fmla="*/ 1429704 w 2253411"/>
              <a:gd name="connsiteY265" fmla="*/ 217865 h 440942"/>
              <a:gd name="connsiteX266" fmla="*/ 1513349 w 2253411"/>
              <a:gd name="connsiteY266" fmla="*/ 304904 h 440942"/>
              <a:gd name="connsiteX267" fmla="*/ 1596994 w 2253411"/>
              <a:gd name="connsiteY267" fmla="*/ 217865 h 440942"/>
              <a:gd name="connsiteX268" fmla="*/ 1709456 w 2253411"/>
              <a:gd name="connsiteY268" fmla="*/ 167543 h 440942"/>
              <a:gd name="connsiteX269" fmla="*/ 1723392 w 2253411"/>
              <a:gd name="connsiteY269" fmla="*/ 168560 h 440942"/>
              <a:gd name="connsiteX270" fmla="*/ 1723392 w 2253411"/>
              <a:gd name="connsiteY270" fmla="*/ 134563 h 440942"/>
              <a:gd name="connsiteX271" fmla="*/ 1712851 w 2253411"/>
              <a:gd name="connsiteY271" fmla="*/ 133532 h 440942"/>
              <a:gd name="connsiteX272" fmla="*/ 1663890 w 2253411"/>
              <a:gd name="connsiteY272" fmla="*/ 164808 h 440942"/>
              <a:gd name="connsiteX273" fmla="*/ 1663890 w 2253411"/>
              <a:gd name="connsiteY273" fmla="*/ 136266 h 440942"/>
              <a:gd name="connsiteX274" fmla="*/ 1632614 w 2253411"/>
              <a:gd name="connsiteY274" fmla="*/ 136266 h 440942"/>
              <a:gd name="connsiteX275" fmla="*/ 1632614 w 2253411"/>
              <a:gd name="connsiteY275" fmla="*/ 299806 h 440942"/>
              <a:gd name="connsiteX276" fmla="*/ 1664564 w 2253411"/>
              <a:gd name="connsiteY276" fmla="*/ 299806 h 440942"/>
              <a:gd name="connsiteX277" fmla="*/ 1664564 w 2253411"/>
              <a:gd name="connsiteY277" fmla="*/ 217851 h 440942"/>
              <a:gd name="connsiteX278" fmla="*/ 1709456 w 2253411"/>
              <a:gd name="connsiteY278" fmla="*/ 167543 h 440942"/>
              <a:gd name="connsiteX279" fmla="*/ 1790286 w 2253411"/>
              <a:gd name="connsiteY279" fmla="*/ 74360 h 440942"/>
              <a:gd name="connsiteX280" fmla="*/ 1767488 w 2253411"/>
              <a:gd name="connsiteY280" fmla="*/ 51248 h 440942"/>
              <a:gd name="connsiteX281" fmla="*/ 1744374 w 2253411"/>
              <a:gd name="connsiteY281" fmla="*/ 74045 h 440942"/>
              <a:gd name="connsiteX282" fmla="*/ 1767159 w 2253411"/>
              <a:gd name="connsiteY282" fmla="*/ 97158 h 440942"/>
              <a:gd name="connsiteX283" fmla="*/ 1790286 w 2253411"/>
              <a:gd name="connsiteY283" fmla="*/ 74401 h 440942"/>
              <a:gd name="connsiteX284" fmla="*/ 1790286 w 2253411"/>
              <a:gd name="connsiteY284" fmla="*/ 74362 h 440942"/>
              <a:gd name="connsiteX285" fmla="*/ 1937899 w 2253411"/>
              <a:gd name="connsiteY285" fmla="*/ 299820 h 440942"/>
              <a:gd name="connsiteX286" fmla="*/ 1968489 w 2253411"/>
              <a:gd name="connsiteY286" fmla="*/ 299820 h 440942"/>
              <a:gd name="connsiteX287" fmla="*/ 1966785 w 2253411"/>
              <a:gd name="connsiteY287" fmla="*/ 269547 h 440942"/>
              <a:gd name="connsiteX288" fmla="*/ 1966785 w 2253411"/>
              <a:gd name="connsiteY288" fmla="*/ 136254 h 440942"/>
              <a:gd name="connsiteX289" fmla="*/ 1934821 w 2253411"/>
              <a:gd name="connsiteY289" fmla="*/ 136254 h 440942"/>
              <a:gd name="connsiteX290" fmla="*/ 1934821 w 2253411"/>
              <a:gd name="connsiteY290" fmla="*/ 234863 h 440942"/>
              <a:gd name="connsiteX291" fmla="*/ 1896069 w 2253411"/>
              <a:gd name="connsiteY291" fmla="*/ 276679 h 440942"/>
              <a:gd name="connsiteX292" fmla="*/ 1859008 w 2253411"/>
              <a:gd name="connsiteY292" fmla="*/ 234519 h 440942"/>
              <a:gd name="connsiteX293" fmla="*/ 1859008 w 2253411"/>
              <a:gd name="connsiteY293" fmla="*/ 136254 h 440942"/>
              <a:gd name="connsiteX294" fmla="*/ 1827032 w 2253411"/>
              <a:gd name="connsiteY294" fmla="*/ 136254 h 440942"/>
              <a:gd name="connsiteX295" fmla="*/ 1827032 w 2253411"/>
              <a:gd name="connsiteY295" fmla="*/ 239287 h 440942"/>
              <a:gd name="connsiteX296" fmla="*/ 1888249 w 2253411"/>
              <a:gd name="connsiteY296" fmla="*/ 304903 h 440942"/>
              <a:gd name="connsiteX297" fmla="*/ 1936524 w 2253411"/>
              <a:gd name="connsiteY297" fmla="*/ 280086 h 440942"/>
              <a:gd name="connsiteX298" fmla="*/ 1937899 w 2253411"/>
              <a:gd name="connsiteY298" fmla="*/ 299818 h 440942"/>
              <a:gd name="connsiteX299" fmla="*/ 2253984 w 2253411"/>
              <a:gd name="connsiteY299" fmla="*/ 299806 h 440942"/>
              <a:gd name="connsiteX300" fmla="*/ 2253984 w 2253411"/>
              <a:gd name="connsiteY300" fmla="*/ 193721 h 440942"/>
              <a:gd name="connsiteX301" fmla="*/ 2197547 w 2253411"/>
              <a:gd name="connsiteY301" fmla="*/ 131498 h 440942"/>
              <a:gd name="connsiteX302" fmla="*/ 2142800 w 2253411"/>
              <a:gd name="connsiteY302" fmla="*/ 162431 h 440942"/>
              <a:gd name="connsiteX303" fmla="*/ 2093839 w 2253411"/>
              <a:gd name="connsiteY303" fmla="*/ 131498 h 440942"/>
              <a:gd name="connsiteX304" fmla="*/ 2044204 w 2253411"/>
              <a:gd name="connsiteY304" fmla="*/ 158005 h 440942"/>
              <a:gd name="connsiteX305" fmla="*/ 2044204 w 2253411"/>
              <a:gd name="connsiteY305" fmla="*/ 136254 h 440942"/>
              <a:gd name="connsiteX306" fmla="*/ 2013588 w 2253411"/>
              <a:gd name="connsiteY306" fmla="*/ 136254 h 440942"/>
              <a:gd name="connsiteX307" fmla="*/ 2013588 w 2253411"/>
              <a:gd name="connsiteY307" fmla="*/ 299806 h 440942"/>
              <a:gd name="connsiteX308" fmla="*/ 2045221 w 2253411"/>
              <a:gd name="connsiteY308" fmla="*/ 299806 h 440942"/>
              <a:gd name="connsiteX309" fmla="*/ 2045221 w 2253411"/>
              <a:gd name="connsiteY309" fmla="*/ 201209 h 440942"/>
              <a:gd name="connsiteX310" fmla="*/ 2083299 w 2253411"/>
              <a:gd name="connsiteY310" fmla="*/ 159709 h 440942"/>
              <a:gd name="connsiteX311" fmla="*/ 2117971 w 2253411"/>
              <a:gd name="connsiteY311" fmla="*/ 197115 h 440942"/>
              <a:gd name="connsiteX312" fmla="*/ 2117971 w 2253411"/>
              <a:gd name="connsiteY312" fmla="*/ 299807 h 440942"/>
              <a:gd name="connsiteX313" fmla="*/ 2149932 w 2253411"/>
              <a:gd name="connsiteY313" fmla="*/ 299807 h 440942"/>
              <a:gd name="connsiteX314" fmla="*/ 2149932 w 2253411"/>
              <a:gd name="connsiteY314" fmla="*/ 200867 h 440942"/>
              <a:gd name="connsiteX315" fmla="*/ 2187682 w 2253411"/>
              <a:gd name="connsiteY315" fmla="*/ 159711 h 440942"/>
              <a:gd name="connsiteX316" fmla="*/ 2222364 w 2253411"/>
              <a:gd name="connsiteY316" fmla="*/ 197115 h 440942"/>
              <a:gd name="connsiteX317" fmla="*/ 2222364 w 2253411"/>
              <a:gd name="connsiteY317" fmla="*/ 299807 h 440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Lst>
            <a:rect l="l" t="t" r="r" b="b"/>
            <a:pathLst>
              <a:path w="2253411" h="440942">
                <a:moveTo>
                  <a:pt x="1783139" y="136254"/>
                </a:moveTo>
                <a:lnTo>
                  <a:pt x="1751520" y="136254"/>
                </a:lnTo>
                <a:lnTo>
                  <a:pt x="1751520" y="299806"/>
                </a:lnTo>
                <a:lnTo>
                  <a:pt x="1783139" y="299806"/>
                </a:lnTo>
                <a:close/>
                <a:moveTo>
                  <a:pt x="293338" y="409024"/>
                </a:moveTo>
                <a:cubicBezTo>
                  <a:pt x="293335" y="411298"/>
                  <a:pt x="295174" y="413144"/>
                  <a:pt x="297448" y="413147"/>
                </a:cubicBezTo>
                <a:cubicBezTo>
                  <a:pt x="297452" y="413147"/>
                  <a:pt x="297456" y="413147"/>
                  <a:pt x="297460" y="413147"/>
                </a:cubicBezTo>
                <a:lnTo>
                  <a:pt x="333669" y="413147"/>
                </a:lnTo>
                <a:cubicBezTo>
                  <a:pt x="335936" y="413150"/>
                  <a:pt x="337776" y="411314"/>
                  <a:pt x="337779" y="409047"/>
                </a:cubicBezTo>
                <a:cubicBezTo>
                  <a:pt x="337779" y="409039"/>
                  <a:pt x="337779" y="409032"/>
                  <a:pt x="337777" y="409024"/>
                </a:cubicBezTo>
                <a:cubicBezTo>
                  <a:pt x="337782" y="406760"/>
                  <a:pt x="335949" y="404921"/>
                  <a:pt x="333683" y="404916"/>
                </a:cubicBezTo>
                <a:cubicBezTo>
                  <a:pt x="333678" y="404916"/>
                  <a:pt x="333674" y="404916"/>
                  <a:pt x="333669" y="404916"/>
                </a:cubicBezTo>
                <a:lnTo>
                  <a:pt x="297460" y="404916"/>
                </a:lnTo>
                <a:cubicBezTo>
                  <a:pt x="295188" y="404911"/>
                  <a:pt x="293342" y="406749"/>
                  <a:pt x="293338" y="409021"/>
                </a:cubicBezTo>
                <a:cubicBezTo>
                  <a:pt x="293338" y="409023"/>
                  <a:pt x="293338" y="409024"/>
                  <a:pt x="293338" y="409024"/>
                </a:cubicBezTo>
                <a:moveTo>
                  <a:pt x="39859" y="409024"/>
                </a:moveTo>
                <a:cubicBezTo>
                  <a:pt x="39849" y="411291"/>
                  <a:pt x="41679" y="413137"/>
                  <a:pt x="43946" y="413147"/>
                </a:cubicBezTo>
                <a:cubicBezTo>
                  <a:pt x="43953" y="413147"/>
                  <a:pt x="43959" y="413147"/>
                  <a:pt x="43967" y="413147"/>
                </a:cubicBezTo>
                <a:lnTo>
                  <a:pt x="80176" y="413147"/>
                </a:lnTo>
                <a:cubicBezTo>
                  <a:pt x="82449" y="413150"/>
                  <a:pt x="84295" y="411311"/>
                  <a:pt x="84298" y="409037"/>
                </a:cubicBezTo>
                <a:cubicBezTo>
                  <a:pt x="84298" y="409032"/>
                  <a:pt x="84298" y="409029"/>
                  <a:pt x="84298" y="409024"/>
                </a:cubicBezTo>
                <a:cubicBezTo>
                  <a:pt x="84295" y="406752"/>
                  <a:pt x="82451" y="404913"/>
                  <a:pt x="80179" y="404916"/>
                </a:cubicBezTo>
                <a:cubicBezTo>
                  <a:pt x="80177" y="404916"/>
                  <a:pt x="80177" y="404916"/>
                  <a:pt x="80176" y="404916"/>
                </a:cubicBezTo>
                <a:lnTo>
                  <a:pt x="43967" y="404916"/>
                </a:lnTo>
                <a:cubicBezTo>
                  <a:pt x="41701" y="404913"/>
                  <a:pt x="39862" y="406746"/>
                  <a:pt x="39859" y="409012"/>
                </a:cubicBezTo>
                <a:cubicBezTo>
                  <a:pt x="39859" y="409016"/>
                  <a:pt x="39859" y="409021"/>
                  <a:pt x="39859" y="409024"/>
                </a:cubicBezTo>
                <a:moveTo>
                  <a:pt x="80177" y="339849"/>
                </a:moveTo>
                <a:lnTo>
                  <a:pt x="8803" y="339849"/>
                </a:lnTo>
                <a:lnTo>
                  <a:pt x="8803" y="177644"/>
                </a:lnTo>
                <a:cubicBezTo>
                  <a:pt x="8801" y="175367"/>
                  <a:pt x="6955" y="173523"/>
                  <a:pt x="4680" y="173521"/>
                </a:cubicBezTo>
                <a:cubicBezTo>
                  <a:pt x="2408" y="173523"/>
                  <a:pt x="569" y="175367"/>
                  <a:pt x="572" y="177639"/>
                </a:cubicBezTo>
                <a:cubicBezTo>
                  <a:pt x="572" y="177640"/>
                  <a:pt x="572" y="177642"/>
                  <a:pt x="572" y="177644"/>
                </a:cubicBezTo>
                <a:lnTo>
                  <a:pt x="572" y="343959"/>
                </a:lnTo>
                <a:cubicBezTo>
                  <a:pt x="567" y="346229"/>
                  <a:pt x="2404" y="348075"/>
                  <a:pt x="4676" y="348080"/>
                </a:cubicBezTo>
                <a:cubicBezTo>
                  <a:pt x="4677" y="348080"/>
                  <a:pt x="4679" y="348080"/>
                  <a:pt x="4680" y="348080"/>
                </a:cubicBezTo>
                <a:lnTo>
                  <a:pt x="80176" y="348080"/>
                </a:lnTo>
                <a:cubicBezTo>
                  <a:pt x="82449" y="348083"/>
                  <a:pt x="84295" y="346244"/>
                  <a:pt x="84298" y="343970"/>
                </a:cubicBezTo>
                <a:cubicBezTo>
                  <a:pt x="84298" y="343965"/>
                  <a:pt x="84298" y="343962"/>
                  <a:pt x="84298" y="343959"/>
                </a:cubicBezTo>
                <a:cubicBezTo>
                  <a:pt x="84290" y="341687"/>
                  <a:pt x="82447" y="339849"/>
                  <a:pt x="80176" y="339849"/>
                </a:cubicBezTo>
                <a:moveTo>
                  <a:pt x="98412" y="45530"/>
                </a:moveTo>
                <a:cubicBezTo>
                  <a:pt x="98409" y="43258"/>
                  <a:pt x="96564" y="41419"/>
                  <a:pt x="94292" y="41422"/>
                </a:cubicBezTo>
                <a:cubicBezTo>
                  <a:pt x="94291" y="41422"/>
                  <a:pt x="94291" y="41422"/>
                  <a:pt x="94289" y="41422"/>
                </a:cubicBezTo>
                <a:lnTo>
                  <a:pt x="30459" y="41422"/>
                </a:lnTo>
                <a:cubicBezTo>
                  <a:pt x="28193" y="41419"/>
                  <a:pt x="26354" y="43252"/>
                  <a:pt x="26351" y="45518"/>
                </a:cubicBezTo>
                <a:cubicBezTo>
                  <a:pt x="26351" y="45521"/>
                  <a:pt x="26351" y="45526"/>
                  <a:pt x="26351" y="45530"/>
                </a:cubicBezTo>
                <a:lnTo>
                  <a:pt x="26351" y="133916"/>
                </a:lnTo>
                <a:cubicBezTo>
                  <a:pt x="26346" y="136188"/>
                  <a:pt x="28184" y="138034"/>
                  <a:pt x="30456" y="138039"/>
                </a:cubicBezTo>
                <a:cubicBezTo>
                  <a:pt x="30458" y="138039"/>
                  <a:pt x="30458" y="138039"/>
                  <a:pt x="30459" y="138039"/>
                </a:cubicBezTo>
                <a:lnTo>
                  <a:pt x="80191" y="138039"/>
                </a:lnTo>
                <a:cubicBezTo>
                  <a:pt x="82460" y="138026"/>
                  <a:pt x="84295" y="136187"/>
                  <a:pt x="84300" y="133916"/>
                </a:cubicBezTo>
                <a:cubicBezTo>
                  <a:pt x="84293" y="131651"/>
                  <a:pt x="82459" y="129814"/>
                  <a:pt x="80191" y="129808"/>
                </a:cubicBezTo>
                <a:lnTo>
                  <a:pt x="34582" y="129808"/>
                </a:lnTo>
                <a:lnTo>
                  <a:pt x="34582" y="49653"/>
                </a:lnTo>
                <a:lnTo>
                  <a:pt x="94291" y="49653"/>
                </a:lnTo>
                <a:cubicBezTo>
                  <a:pt x="96564" y="49656"/>
                  <a:pt x="98410" y="47813"/>
                  <a:pt x="98413" y="45540"/>
                </a:cubicBezTo>
                <a:cubicBezTo>
                  <a:pt x="98413" y="45537"/>
                  <a:pt x="98413" y="45534"/>
                  <a:pt x="98413" y="45530"/>
                </a:cubicBezTo>
                <a:moveTo>
                  <a:pt x="271146" y="190835"/>
                </a:moveTo>
                <a:lnTo>
                  <a:pt x="271146" y="150874"/>
                </a:lnTo>
                <a:cubicBezTo>
                  <a:pt x="271151" y="148602"/>
                  <a:pt x="269311" y="146756"/>
                  <a:pt x="267039" y="146752"/>
                </a:cubicBezTo>
                <a:cubicBezTo>
                  <a:pt x="267039" y="146752"/>
                  <a:pt x="267037" y="146752"/>
                  <a:pt x="267037" y="146752"/>
                </a:cubicBezTo>
                <a:cubicBezTo>
                  <a:pt x="264756" y="146747"/>
                  <a:pt x="262904" y="148593"/>
                  <a:pt x="262900" y="150873"/>
                </a:cubicBezTo>
                <a:cubicBezTo>
                  <a:pt x="262900" y="150873"/>
                  <a:pt x="262900" y="150874"/>
                  <a:pt x="262900" y="150874"/>
                </a:cubicBezTo>
                <a:lnTo>
                  <a:pt x="262900" y="186698"/>
                </a:lnTo>
                <a:lnTo>
                  <a:pt x="192929" y="186698"/>
                </a:lnTo>
                <a:lnTo>
                  <a:pt x="192929" y="93846"/>
                </a:lnTo>
                <a:lnTo>
                  <a:pt x="234730" y="93846"/>
                </a:lnTo>
                <a:cubicBezTo>
                  <a:pt x="236999" y="93841"/>
                  <a:pt x="238840" y="92007"/>
                  <a:pt x="238853" y="89738"/>
                </a:cubicBezTo>
                <a:cubicBezTo>
                  <a:pt x="238852" y="87459"/>
                  <a:pt x="237009" y="85610"/>
                  <a:pt x="234730" y="85602"/>
                </a:cubicBezTo>
                <a:lnTo>
                  <a:pt x="192929" y="85602"/>
                </a:lnTo>
                <a:lnTo>
                  <a:pt x="192929" y="8058"/>
                </a:lnTo>
                <a:lnTo>
                  <a:pt x="256951" y="8058"/>
                </a:lnTo>
                <a:cubicBezTo>
                  <a:pt x="259225" y="8061"/>
                  <a:pt x="261071" y="6220"/>
                  <a:pt x="261072" y="3946"/>
                </a:cubicBezTo>
                <a:cubicBezTo>
                  <a:pt x="261072" y="3943"/>
                  <a:pt x="261072" y="3938"/>
                  <a:pt x="261072" y="3935"/>
                </a:cubicBezTo>
                <a:cubicBezTo>
                  <a:pt x="261071" y="1663"/>
                  <a:pt x="259226" y="-176"/>
                  <a:pt x="256954" y="-175"/>
                </a:cubicBezTo>
                <a:cubicBezTo>
                  <a:pt x="256953" y="-175"/>
                  <a:pt x="256951" y="-175"/>
                  <a:pt x="256951" y="-175"/>
                </a:cubicBezTo>
                <a:lnTo>
                  <a:pt x="120686" y="-175"/>
                </a:lnTo>
                <a:cubicBezTo>
                  <a:pt x="118418" y="-173"/>
                  <a:pt x="116580" y="1666"/>
                  <a:pt x="116578" y="3935"/>
                </a:cubicBezTo>
                <a:cubicBezTo>
                  <a:pt x="116573" y="6207"/>
                  <a:pt x="118411" y="8053"/>
                  <a:pt x="120685" y="8058"/>
                </a:cubicBezTo>
                <a:cubicBezTo>
                  <a:pt x="120685" y="8058"/>
                  <a:pt x="120686" y="8058"/>
                  <a:pt x="120686" y="8058"/>
                </a:cubicBezTo>
                <a:lnTo>
                  <a:pt x="184696" y="8058"/>
                </a:lnTo>
                <a:lnTo>
                  <a:pt x="184696" y="85629"/>
                </a:lnTo>
                <a:lnTo>
                  <a:pt x="141436" y="85629"/>
                </a:lnTo>
                <a:cubicBezTo>
                  <a:pt x="139161" y="85631"/>
                  <a:pt x="137317" y="87475"/>
                  <a:pt x="137315" y="89752"/>
                </a:cubicBezTo>
                <a:cubicBezTo>
                  <a:pt x="137318" y="92024"/>
                  <a:pt x="139163" y="93864"/>
                  <a:pt x="141435" y="93860"/>
                </a:cubicBezTo>
                <a:cubicBezTo>
                  <a:pt x="141435" y="93860"/>
                  <a:pt x="141436" y="93860"/>
                  <a:pt x="141436" y="93860"/>
                </a:cubicBezTo>
                <a:lnTo>
                  <a:pt x="184696" y="93860"/>
                </a:lnTo>
                <a:lnTo>
                  <a:pt x="184696" y="186698"/>
                </a:lnTo>
                <a:lnTo>
                  <a:pt x="114724" y="186698"/>
                </a:lnTo>
                <a:lnTo>
                  <a:pt x="114724" y="150874"/>
                </a:lnTo>
                <a:cubicBezTo>
                  <a:pt x="114727" y="148601"/>
                  <a:pt x="112885" y="146755"/>
                  <a:pt x="110611" y="146752"/>
                </a:cubicBezTo>
                <a:cubicBezTo>
                  <a:pt x="110608" y="146752"/>
                  <a:pt x="110605" y="146752"/>
                  <a:pt x="110602" y="146752"/>
                </a:cubicBezTo>
                <a:cubicBezTo>
                  <a:pt x="108325" y="146753"/>
                  <a:pt x="106481" y="148598"/>
                  <a:pt x="106479" y="150874"/>
                </a:cubicBezTo>
                <a:lnTo>
                  <a:pt x="106479" y="190835"/>
                </a:lnTo>
                <a:cubicBezTo>
                  <a:pt x="106482" y="193107"/>
                  <a:pt x="108326" y="194947"/>
                  <a:pt x="110598" y="194943"/>
                </a:cubicBezTo>
                <a:cubicBezTo>
                  <a:pt x="110598" y="194943"/>
                  <a:pt x="110600" y="194943"/>
                  <a:pt x="110602" y="194943"/>
                </a:cubicBezTo>
                <a:lnTo>
                  <a:pt x="184696" y="194943"/>
                </a:lnTo>
                <a:lnTo>
                  <a:pt x="184696" y="302418"/>
                </a:lnTo>
                <a:lnTo>
                  <a:pt x="120523" y="302418"/>
                </a:lnTo>
                <a:lnTo>
                  <a:pt x="120523" y="253744"/>
                </a:lnTo>
                <a:cubicBezTo>
                  <a:pt x="120518" y="251469"/>
                  <a:pt x="118670" y="249630"/>
                  <a:pt x="116395" y="249636"/>
                </a:cubicBezTo>
                <a:cubicBezTo>
                  <a:pt x="116392" y="249636"/>
                  <a:pt x="116389" y="249636"/>
                  <a:pt x="116386" y="249636"/>
                </a:cubicBezTo>
                <a:lnTo>
                  <a:pt x="62189" y="249636"/>
                </a:lnTo>
                <a:lnTo>
                  <a:pt x="62189" y="210170"/>
                </a:lnTo>
                <a:cubicBezTo>
                  <a:pt x="62194" y="207898"/>
                  <a:pt x="60356" y="206052"/>
                  <a:pt x="58084" y="206047"/>
                </a:cubicBezTo>
                <a:cubicBezTo>
                  <a:pt x="58082" y="206047"/>
                  <a:pt x="58082" y="206047"/>
                  <a:pt x="58081" y="206047"/>
                </a:cubicBezTo>
                <a:cubicBezTo>
                  <a:pt x="55805" y="206054"/>
                  <a:pt x="53964" y="207895"/>
                  <a:pt x="53958" y="210170"/>
                </a:cubicBezTo>
                <a:lnTo>
                  <a:pt x="53958" y="253744"/>
                </a:lnTo>
                <a:cubicBezTo>
                  <a:pt x="53960" y="256020"/>
                  <a:pt x="55804" y="257866"/>
                  <a:pt x="58081" y="257867"/>
                </a:cubicBezTo>
                <a:lnTo>
                  <a:pt x="112277" y="257867"/>
                </a:lnTo>
                <a:lnTo>
                  <a:pt x="112277" y="380182"/>
                </a:lnTo>
                <a:cubicBezTo>
                  <a:pt x="112273" y="382454"/>
                  <a:pt x="114110" y="384300"/>
                  <a:pt x="116382" y="384304"/>
                </a:cubicBezTo>
                <a:cubicBezTo>
                  <a:pt x="116384" y="384304"/>
                  <a:pt x="116386" y="384304"/>
                  <a:pt x="116386" y="384304"/>
                </a:cubicBezTo>
                <a:cubicBezTo>
                  <a:pt x="118666" y="384303"/>
                  <a:pt x="120515" y="382460"/>
                  <a:pt x="120523" y="380182"/>
                </a:cubicBezTo>
                <a:lnTo>
                  <a:pt x="120523" y="310649"/>
                </a:lnTo>
                <a:lnTo>
                  <a:pt x="184696" y="310649"/>
                </a:lnTo>
                <a:lnTo>
                  <a:pt x="184696" y="432537"/>
                </a:lnTo>
                <a:lnTo>
                  <a:pt x="131736" y="432537"/>
                </a:lnTo>
                <a:cubicBezTo>
                  <a:pt x="129475" y="432528"/>
                  <a:pt x="127636" y="434355"/>
                  <a:pt x="127628" y="436615"/>
                </a:cubicBezTo>
                <a:cubicBezTo>
                  <a:pt x="127628" y="436625"/>
                  <a:pt x="127628" y="436635"/>
                  <a:pt x="127628" y="436646"/>
                </a:cubicBezTo>
                <a:cubicBezTo>
                  <a:pt x="127618" y="438913"/>
                  <a:pt x="129448" y="440759"/>
                  <a:pt x="131716" y="440768"/>
                </a:cubicBezTo>
                <a:cubicBezTo>
                  <a:pt x="131722" y="440768"/>
                  <a:pt x="131730" y="440768"/>
                  <a:pt x="131736" y="440768"/>
                </a:cubicBezTo>
                <a:lnTo>
                  <a:pt x="245888" y="440768"/>
                </a:lnTo>
                <a:cubicBezTo>
                  <a:pt x="248162" y="440771"/>
                  <a:pt x="250008" y="438930"/>
                  <a:pt x="250011" y="436657"/>
                </a:cubicBezTo>
                <a:cubicBezTo>
                  <a:pt x="250011" y="436654"/>
                  <a:pt x="250011" y="436649"/>
                  <a:pt x="250011" y="436646"/>
                </a:cubicBezTo>
                <a:cubicBezTo>
                  <a:pt x="250013" y="434378"/>
                  <a:pt x="248176" y="432539"/>
                  <a:pt x="245909" y="432537"/>
                </a:cubicBezTo>
                <a:cubicBezTo>
                  <a:pt x="245903" y="432537"/>
                  <a:pt x="245895" y="432537"/>
                  <a:pt x="245888" y="432537"/>
                </a:cubicBezTo>
                <a:lnTo>
                  <a:pt x="192929" y="432537"/>
                </a:lnTo>
                <a:lnTo>
                  <a:pt x="192929" y="310649"/>
                </a:lnTo>
                <a:lnTo>
                  <a:pt x="257116" y="310649"/>
                </a:lnTo>
                <a:lnTo>
                  <a:pt x="257116" y="380182"/>
                </a:lnTo>
                <a:cubicBezTo>
                  <a:pt x="257124" y="382460"/>
                  <a:pt x="258972" y="384303"/>
                  <a:pt x="261250" y="384304"/>
                </a:cubicBezTo>
                <a:cubicBezTo>
                  <a:pt x="263522" y="384296"/>
                  <a:pt x="265358" y="382454"/>
                  <a:pt x="265358" y="380182"/>
                </a:cubicBezTo>
                <a:lnTo>
                  <a:pt x="265358" y="257867"/>
                </a:lnTo>
                <a:lnTo>
                  <a:pt x="319557" y="257867"/>
                </a:lnTo>
                <a:cubicBezTo>
                  <a:pt x="321829" y="257864"/>
                  <a:pt x="323668" y="256020"/>
                  <a:pt x="323665" y="253748"/>
                </a:cubicBezTo>
                <a:cubicBezTo>
                  <a:pt x="323665" y="253746"/>
                  <a:pt x="323665" y="253744"/>
                  <a:pt x="323665" y="253744"/>
                </a:cubicBezTo>
                <a:lnTo>
                  <a:pt x="323665" y="210170"/>
                </a:lnTo>
                <a:cubicBezTo>
                  <a:pt x="323665" y="207898"/>
                  <a:pt x="321827" y="206055"/>
                  <a:pt x="319557" y="206047"/>
                </a:cubicBezTo>
                <a:cubicBezTo>
                  <a:pt x="317280" y="206049"/>
                  <a:pt x="315436" y="207893"/>
                  <a:pt x="315434" y="210170"/>
                </a:cubicBezTo>
                <a:lnTo>
                  <a:pt x="315434" y="249636"/>
                </a:lnTo>
                <a:lnTo>
                  <a:pt x="261250" y="249636"/>
                </a:lnTo>
                <a:cubicBezTo>
                  <a:pt x="258977" y="249625"/>
                  <a:pt x="257124" y="251460"/>
                  <a:pt x="257115" y="253733"/>
                </a:cubicBezTo>
                <a:cubicBezTo>
                  <a:pt x="257115" y="253737"/>
                  <a:pt x="257115" y="253741"/>
                  <a:pt x="257115" y="253744"/>
                </a:cubicBezTo>
                <a:lnTo>
                  <a:pt x="257115" y="302416"/>
                </a:lnTo>
                <a:lnTo>
                  <a:pt x="192927" y="302416"/>
                </a:lnTo>
                <a:lnTo>
                  <a:pt x="192927" y="194943"/>
                </a:lnTo>
                <a:lnTo>
                  <a:pt x="267036" y="194943"/>
                </a:lnTo>
                <a:cubicBezTo>
                  <a:pt x="269301" y="194948"/>
                  <a:pt x="271141" y="193113"/>
                  <a:pt x="271144" y="190849"/>
                </a:cubicBezTo>
                <a:cubicBezTo>
                  <a:pt x="271144" y="190845"/>
                  <a:pt x="271144" y="190840"/>
                  <a:pt x="271144" y="190835"/>
                </a:cubicBezTo>
                <a:moveTo>
                  <a:pt x="351285" y="133931"/>
                </a:moveTo>
                <a:lnTo>
                  <a:pt x="351285" y="45545"/>
                </a:lnTo>
                <a:cubicBezTo>
                  <a:pt x="351288" y="43271"/>
                  <a:pt x="349449" y="41425"/>
                  <a:pt x="347175" y="41422"/>
                </a:cubicBezTo>
                <a:cubicBezTo>
                  <a:pt x="347170" y="41422"/>
                  <a:pt x="347167" y="41422"/>
                  <a:pt x="347164" y="41422"/>
                </a:cubicBezTo>
                <a:lnTo>
                  <a:pt x="283332" y="41422"/>
                </a:lnTo>
                <a:cubicBezTo>
                  <a:pt x="281065" y="41420"/>
                  <a:pt x="279226" y="43257"/>
                  <a:pt x="279224" y="45524"/>
                </a:cubicBezTo>
                <a:cubicBezTo>
                  <a:pt x="279224" y="45530"/>
                  <a:pt x="279224" y="45538"/>
                  <a:pt x="279224" y="45545"/>
                </a:cubicBezTo>
                <a:cubicBezTo>
                  <a:pt x="279226" y="47813"/>
                  <a:pt x="281065" y="49651"/>
                  <a:pt x="283332" y="49653"/>
                </a:cubicBezTo>
                <a:lnTo>
                  <a:pt x="343054" y="49653"/>
                </a:lnTo>
                <a:lnTo>
                  <a:pt x="343054" y="129808"/>
                </a:lnTo>
                <a:lnTo>
                  <a:pt x="297460" y="129808"/>
                </a:lnTo>
                <a:cubicBezTo>
                  <a:pt x="295187" y="129805"/>
                  <a:pt x="293341" y="131644"/>
                  <a:pt x="293338" y="133918"/>
                </a:cubicBezTo>
                <a:cubicBezTo>
                  <a:pt x="293338" y="133923"/>
                  <a:pt x="293338" y="133926"/>
                  <a:pt x="293338" y="133931"/>
                </a:cubicBezTo>
                <a:cubicBezTo>
                  <a:pt x="293344" y="136201"/>
                  <a:pt x="295188" y="138039"/>
                  <a:pt x="297460" y="138039"/>
                </a:cubicBezTo>
                <a:lnTo>
                  <a:pt x="347164" y="138039"/>
                </a:lnTo>
                <a:cubicBezTo>
                  <a:pt x="349434" y="138039"/>
                  <a:pt x="351279" y="136201"/>
                  <a:pt x="351285" y="133931"/>
                </a:cubicBezTo>
                <a:moveTo>
                  <a:pt x="377065" y="343972"/>
                </a:moveTo>
                <a:lnTo>
                  <a:pt x="377065" y="177629"/>
                </a:lnTo>
                <a:cubicBezTo>
                  <a:pt x="377062" y="175357"/>
                  <a:pt x="375218" y="173518"/>
                  <a:pt x="372946" y="173521"/>
                </a:cubicBezTo>
                <a:cubicBezTo>
                  <a:pt x="372944" y="173521"/>
                  <a:pt x="372943" y="173521"/>
                  <a:pt x="372943" y="173521"/>
                </a:cubicBezTo>
                <a:cubicBezTo>
                  <a:pt x="370677" y="173518"/>
                  <a:pt x="368838" y="175351"/>
                  <a:pt x="368834" y="177617"/>
                </a:cubicBezTo>
                <a:cubicBezTo>
                  <a:pt x="368834" y="177621"/>
                  <a:pt x="368834" y="177625"/>
                  <a:pt x="368834" y="177629"/>
                </a:cubicBezTo>
                <a:lnTo>
                  <a:pt x="368834" y="339836"/>
                </a:lnTo>
                <a:lnTo>
                  <a:pt x="297460" y="339836"/>
                </a:lnTo>
                <a:cubicBezTo>
                  <a:pt x="295179" y="339839"/>
                  <a:pt x="293335" y="341690"/>
                  <a:pt x="293338" y="343970"/>
                </a:cubicBezTo>
                <a:cubicBezTo>
                  <a:pt x="293338" y="343970"/>
                  <a:pt x="293338" y="343972"/>
                  <a:pt x="293338" y="343972"/>
                </a:cubicBezTo>
                <a:cubicBezTo>
                  <a:pt x="293335" y="346239"/>
                  <a:pt x="295171" y="348078"/>
                  <a:pt x="297438" y="348080"/>
                </a:cubicBezTo>
                <a:cubicBezTo>
                  <a:pt x="297446" y="348080"/>
                  <a:pt x="297452" y="348080"/>
                  <a:pt x="297460" y="348080"/>
                </a:cubicBezTo>
                <a:lnTo>
                  <a:pt x="372943" y="348080"/>
                </a:lnTo>
                <a:cubicBezTo>
                  <a:pt x="375210" y="348089"/>
                  <a:pt x="377056" y="346260"/>
                  <a:pt x="377065" y="343992"/>
                </a:cubicBezTo>
                <a:cubicBezTo>
                  <a:pt x="377065" y="343986"/>
                  <a:pt x="377065" y="343978"/>
                  <a:pt x="377065" y="343972"/>
                </a:cubicBezTo>
                <a:moveTo>
                  <a:pt x="577721" y="299806"/>
                </a:moveTo>
                <a:lnTo>
                  <a:pt x="609683" y="299806"/>
                </a:lnTo>
                <a:lnTo>
                  <a:pt x="609683" y="196098"/>
                </a:lnTo>
                <a:cubicBezTo>
                  <a:pt x="609683" y="159709"/>
                  <a:pt x="590294" y="131498"/>
                  <a:pt x="551186" y="131498"/>
                </a:cubicBezTo>
                <a:cubicBezTo>
                  <a:pt x="532153" y="131498"/>
                  <a:pt x="512778" y="139317"/>
                  <a:pt x="500878" y="159709"/>
                </a:cubicBezTo>
                <a:lnTo>
                  <a:pt x="500878" y="136254"/>
                </a:lnTo>
                <a:lnTo>
                  <a:pt x="469601" y="136254"/>
                </a:lnTo>
                <a:lnTo>
                  <a:pt x="469601" y="299806"/>
                </a:lnTo>
                <a:lnTo>
                  <a:pt x="501565" y="299806"/>
                </a:lnTo>
                <a:lnTo>
                  <a:pt x="501565" y="205278"/>
                </a:lnTo>
                <a:cubicBezTo>
                  <a:pt x="501565" y="180447"/>
                  <a:pt x="514481" y="160396"/>
                  <a:pt x="539629" y="160396"/>
                </a:cubicBezTo>
                <a:cubicBezTo>
                  <a:pt x="568198" y="160396"/>
                  <a:pt x="577721" y="178769"/>
                  <a:pt x="577721" y="201540"/>
                </a:cubicBezTo>
                <a:close/>
                <a:moveTo>
                  <a:pt x="766751" y="201196"/>
                </a:moveTo>
                <a:lnTo>
                  <a:pt x="677320" y="201196"/>
                </a:lnTo>
                <a:cubicBezTo>
                  <a:pt x="678681" y="180130"/>
                  <a:pt x="695020" y="159366"/>
                  <a:pt x="721870" y="159366"/>
                </a:cubicBezTo>
                <a:cubicBezTo>
                  <a:pt x="750756" y="159366"/>
                  <a:pt x="766064" y="177739"/>
                  <a:pt x="766751" y="201196"/>
                </a:cubicBezTo>
                <a:moveTo>
                  <a:pt x="799388" y="227044"/>
                </a:moveTo>
                <a:cubicBezTo>
                  <a:pt x="799861" y="223662"/>
                  <a:pt x="800091" y="220250"/>
                  <a:pt x="800075" y="216835"/>
                </a:cubicBezTo>
                <a:cubicBezTo>
                  <a:pt x="800075" y="165839"/>
                  <a:pt x="771836" y="131155"/>
                  <a:pt x="721527" y="131155"/>
                </a:cubicBezTo>
                <a:cubicBezTo>
                  <a:pt x="680385" y="131155"/>
                  <a:pt x="643324" y="166182"/>
                  <a:pt x="643324" y="217522"/>
                </a:cubicBezTo>
                <a:cubicBezTo>
                  <a:pt x="643324" y="272955"/>
                  <a:pt x="681746" y="304904"/>
                  <a:pt x="725608" y="304904"/>
                </a:cubicBezTo>
                <a:cubicBezTo>
                  <a:pt x="763687" y="304904"/>
                  <a:pt x="789865" y="282134"/>
                  <a:pt x="799044" y="253221"/>
                </a:cubicBezTo>
                <a:lnTo>
                  <a:pt x="771519" y="243698"/>
                </a:lnTo>
                <a:cubicBezTo>
                  <a:pt x="765391" y="262058"/>
                  <a:pt x="752130" y="276679"/>
                  <a:pt x="725608" y="276679"/>
                </a:cubicBezTo>
                <a:cubicBezTo>
                  <a:pt x="698057" y="276679"/>
                  <a:pt x="676991" y="256285"/>
                  <a:pt x="676304" y="227044"/>
                </a:cubicBezTo>
                <a:close/>
                <a:moveTo>
                  <a:pt x="945791" y="299820"/>
                </a:moveTo>
                <a:lnTo>
                  <a:pt x="976394" y="299820"/>
                </a:lnTo>
                <a:cubicBezTo>
                  <a:pt x="975261" y="289769"/>
                  <a:pt x="974688" y="279662"/>
                  <a:pt x="974677" y="269547"/>
                </a:cubicBezTo>
                <a:lnTo>
                  <a:pt x="974677" y="136254"/>
                </a:lnTo>
                <a:lnTo>
                  <a:pt x="942727" y="136254"/>
                </a:lnTo>
                <a:lnTo>
                  <a:pt x="942727" y="234863"/>
                </a:lnTo>
                <a:cubicBezTo>
                  <a:pt x="942727" y="259681"/>
                  <a:pt x="929810" y="276679"/>
                  <a:pt x="903948" y="276679"/>
                </a:cubicBezTo>
                <a:cubicBezTo>
                  <a:pt x="877097" y="276679"/>
                  <a:pt x="866901" y="256959"/>
                  <a:pt x="866901" y="234519"/>
                </a:cubicBezTo>
                <a:lnTo>
                  <a:pt x="866901" y="136254"/>
                </a:lnTo>
                <a:lnTo>
                  <a:pt x="834924" y="136254"/>
                </a:lnTo>
                <a:lnTo>
                  <a:pt x="834924" y="239287"/>
                </a:lnTo>
                <a:cubicBezTo>
                  <a:pt x="834924" y="276348"/>
                  <a:pt x="858065" y="304903"/>
                  <a:pt x="896143" y="304903"/>
                </a:cubicBezTo>
                <a:cubicBezTo>
                  <a:pt x="915175" y="304903"/>
                  <a:pt x="935582" y="297084"/>
                  <a:pt x="944418" y="280086"/>
                </a:cubicBezTo>
                <a:cubicBezTo>
                  <a:pt x="944422" y="286687"/>
                  <a:pt x="944881" y="293281"/>
                  <a:pt x="945791" y="299818"/>
                </a:cubicBezTo>
                <a:moveTo>
                  <a:pt x="1098324" y="167541"/>
                </a:moveTo>
                <a:cubicBezTo>
                  <a:pt x="1102992" y="167551"/>
                  <a:pt x="1107652" y="167891"/>
                  <a:pt x="1112271" y="168559"/>
                </a:cubicBezTo>
                <a:lnTo>
                  <a:pt x="1112271" y="134563"/>
                </a:lnTo>
                <a:cubicBezTo>
                  <a:pt x="1108795" y="133908"/>
                  <a:pt x="1105269" y="133563"/>
                  <a:pt x="1101731" y="133532"/>
                </a:cubicBezTo>
                <a:cubicBezTo>
                  <a:pt x="1085077" y="133532"/>
                  <a:pt x="1064671" y="139661"/>
                  <a:pt x="1052771" y="164808"/>
                </a:cubicBezTo>
                <a:lnTo>
                  <a:pt x="1052771" y="136266"/>
                </a:lnTo>
                <a:lnTo>
                  <a:pt x="1021481" y="136266"/>
                </a:lnTo>
                <a:lnTo>
                  <a:pt x="1021481" y="299806"/>
                </a:lnTo>
                <a:lnTo>
                  <a:pt x="1053443" y="299806"/>
                </a:lnTo>
                <a:lnTo>
                  <a:pt x="1053443" y="217851"/>
                </a:lnTo>
                <a:cubicBezTo>
                  <a:pt x="1053443" y="181820"/>
                  <a:pt x="1071474" y="167543"/>
                  <a:pt x="1098324" y="167543"/>
                </a:cubicBezTo>
                <a:moveTo>
                  <a:pt x="1263512" y="217865"/>
                </a:moveTo>
                <a:cubicBezTo>
                  <a:pt x="1263512" y="255943"/>
                  <a:pt x="1239712" y="276350"/>
                  <a:pt x="1212518" y="276350"/>
                </a:cubicBezTo>
                <a:cubicBezTo>
                  <a:pt x="1185308" y="276350"/>
                  <a:pt x="1161507" y="255943"/>
                  <a:pt x="1161507" y="217865"/>
                </a:cubicBezTo>
                <a:cubicBezTo>
                  <a:pt x="1161507" y="180116"/>
                  <a:pt x="1185308" y="159709"/>
                  <a:pt x="1212518" y="159709"/>
                </a:cubicBezTo>
                <a:cubicBezTo>
                  <a:pt x="1239712" y="159709"/>
                  <a:pt x="1263512" y="180116"/>
                  <a:pt x="1263512" y="217865"/>
                </a:cubicBezTo>
                <a:moveTo>
                  <a:pt x="1296163" y="217865"/>
                </a:moveTo>
                <a:cubicBezTo>
                  <a:pt x="1296163" y="168230"/>
                  <a:pt x="1261479" y="131169"/>
                  <a:pt x="1212518" y="131169"/>
                </a:cubicBezTo>
                <a:cubicBezTo>
                  <a:pt x="1163557" y="131169"/>
                  <a:pt x="1128871" y="168230"/>
                  <a:pt x="1128871" y="217865"/>
                </a:cubicBezTo>
                <a:cubicBezTo>
                  <a:pt x="1128871" y="267844"/>
                  <a:pt x="1163555" y="304904"/>
                  <a:pt x="1212518" y="304904"/>
                </a:cubicBezTo>
                <a:cubicBezTo>
                  <a:pt x="1261479" y="304904"/>
                  <a:pt x="1296163" y="267844"/>
                  <a:pt x="1296163" y="217865"/>
                </a:cubicBezTo>
                <a:moveTo>
                  <a:pt x="1388657" y="301496"/>
                </a:moveTo>
                <a:cubicBezTo>
                  <a:pt x="1396028" y="301629"/>
                  <a:pt x="1403374" y="300599"/>
                  <a:pt x="1410425" y="298446"/>
                </a:cubicBezTo>
                <a:lnTo>
                  <a:pt x="1410425" y="271237"/>
                </a:lnTo>
                <a:cubicBezTo>
                  <a:pt x="1406285" y="272108"/>
                  <a:pt x="1402068" y="272569"/>
                  <a:pt x="1397836" y="272612"/>
                </a:cubicBezTo>
                <a:cubicBezTo>
                  <a:pt x="1381182" y="272612"/>
                  <a:pt x="1375054" y="265109"/>
                  <a:pt x="1375054" y="250158"/>
                </a:cubicBezTo>
                <a:lnTo>
                  <a:pt x="1375054" y="165152"/>
                </a:lnTo>
                <a:lnTo>
                  <a:pt x="1410423" y="165152"/>
                </a:lnTo>
                <a:lnTo>
                  <a:pt x="1410423" y="136254"/>
                </a:lnTo>
                <a:lnTo>
                  <a:pt x="1375054" y="136254"/>
                </a:lnTo>
                <a:lnTo>
                  <a:pt x="1375054" y="84585"/>
                </a:lnTo>
                <a:lnTo>
                  <a:pt x="1345825" y="84585"/>
                </a:lnTo>
                <a:lnTo>
                  <a:pt x="1345825" y="111092"/>
                </a:lnTo>
                <a:cubicBezTo>
                  <a:pt x="1345825" y="125383"/>
                  <a:pt x="1338335" y="136254"/>
                  <a:pt x="1320665" y="136254"/>
                </a:cubicBezTo>
                <a:lnTo>
                  <a:pt x="1311814" y="136254"/>
                </a:lnTo>
                <a:lnTo>
                  <a:pt x="1311814" y="165152"/>
                </a:lnTo>
                <a:lnTo>
                  <a:pt x="1343105" y="165152"/>
                </a:lnTo>
                <a:lnTo>
                  <a:pt x="1343105" y="254911"/>
                </a:lnTo>
                <a:cubicBezTo>
                  <a:pt x="1343105" y="284512"/>
                  <a:pt x="1360777" y="301496"/>
                  <a:pt x="1388657" y="301496"/>
                </a:cubicBezTo>
                <a:moveTo>
                  <a:pt x="1564344" y="217865"/>
                </a:moveTo>
                <a:cubicBezTo>
                  <a:pt x="1564344" y="255943"/>
                  <a:pt x="1540543" y="276350"/>
                  <a:pt x="1513349" y="276350"/>
                </a:cubicBezTo>
                <a:cubicBezTo>
                  <a:pt x="1486155" y="276350"/>
                  <a:pt x="1462340" y="255943"/>
                  <a:pt x="1462340" y="217865"/>
                </a:cubicBezTo>
                <a:cubicBezTo>
                  <a:pt x="1462340" y="180116"/>
                  <a:pt x="1486155" y="159709"/>
                  <a:pt x="1513349" y="159709"/>
                </a:cubicBezTo>
                <a:cubicBezTo>
                  <a:pt x="1540544" y="159709"/>
                  <a:pt x="1564344" y="180116"/>
                  <a:pt x="1564344" y="217865"/>
                </a:cubicBezTo>
                <a:moveTo>
                  <a:pt x="1596994" y="217865"/>
                </a:moveTo>
                <a:cubicBezTo>
                  <a:pt x="1596994" y="168230"/>
                  <a:pt x="1562310" y="131169"/>
                  <a:pt x="1513349" y="131169"/>
                </a:cubicBezTo>
                <a:cubicBezTo>
                  <a:pt x="1464388" y="131169"/>
                  <a:pt x="1429704" y="168230"/>
                  <a:pt x="1429704" y="217865"/>
                </a:cubicBezTo>
                <a:cubicBezTo>
                  <a:pt x="1429704" y="267844"/>
                  <a:pt x="1464388" y="304904"/>
                  <a:pt x="1513349" y="304904"/>
                </a:cubicBezTo>
                <a:cubicBezTo>
                  <a:pt x="1562310" y="304904"/>
                  <a:pt x="1596994" y="267844"/>
                  <a:pt x="1596994" y="217865"/>
                </a:cubicBezTo>
                <a:moveTo>
                  <a:pt x="1709456" y="167543"/>
                </a:moveTo>
                <a:cubicBezTo>
                  <a:pt x="1714119" y="167552"/>
                  <a:pt x="1718776" y="167893"/>
                  <a:pt x="1723392" y="168560"/>
                </a:cubicBezTo>
                <a:lnTo>
                  <a:pt x="1723392" y="134563"/>
                </a:lnTo>
                <a:cubicBezTo>
                  <a:pt x="1719915" y="133908"/>
                  <a:pt x="1716387" y="133563"/>
                  <a:pt x="1712851" y="133532"/>
                </a:cubicBezTo>
                <a:cubicBezTo>
                  <a:pt x="1696195" y="133532"/>
                  <a:pt x="1675790" y="139661"/>
                  <a:pt x="1663890" y="164808"/>
                </a:cubicBezTo>
                <a:lnTo>
                  <a:pt x="1663890" y="136266"/>
                </a:lnTo>
                <a:lnTo>
                  <a:pt x="1632614" y="136266"/>
                </a:lnTo>
                <a:lnTo>
                  <a:pt x="1632614" y="299806"/>
                </a:lnTo>
                <a:lnTo>
                  <a:pt x="1664564" y="299806"/>
                </a:lnTo>
                <a:lnTo>
                  <a:pt x="1664564" y="217851"/>
                </a:lnTo>
                <a:cubicBezTo>
                  <a:pt x="1664564" y="181820"/>
                  <a:pt x="1682606" y="167543"/>
                  <a:pt x="1709456" y="167543"/>
                </a:cubicBezTo>
                <a:moveTo>
                  <a:pt x="1790286" y="74360"/>
                </a:moveTo>
                <a:cubicBezTo>
                  <a:pt x="1790373" y="61682"/>
                  <a:pt x="1780166" y="51335"/>
                  <a:pt x="1767488" y="51248"/>
                </a:cubicBezTo>
                <a:cubicBezTo>
                  <a:pt x="1754810" y="51160"/>
                  <a:pt x="1744461" y="61367"/>
                  <a:pt x="1744374" y="74045"/>
                </a:cubicBezTo>
                <a:cubicBezTo>
                  <a:pt x="1744288" y="86717"/>
                  <a:pt x="1754486" y="97064"/>
                  <a:pt x="1767159" y="97158"/>
                </a:cubicBezTo>
                <a:cubicBezTo>
                  <a:pt x="1779829" y="97261"/>
                  <a:pt x="1790184" y="87071"/>
                  <a:pt x="1790286" y="74401"/>
                </a:cubicBezTo>
                <a:cubicBezTo>
                  <a:pt x="1790286" y="74389"/>
                  <a:pt x="1790286" y="74374"/>
                  <a:pt x="1790286" y="74362"/>
                </a:cubicBezTo>
                <a:moveTo>
                  <a:pt x="1937899" y="299820"/>
                </a:moveTo>
                <a:lnTo>
                  <a:pt x="1968489" y="299820"/>
                </a:lnTo>
                <a:cubicBezTo>
                  <a:pt x="1967368" y="289767"/>
                  <a:pt x="1966799" y="279662"/>
                  <a:pt x="1966785" y="269547"/>
                </a:cubicBezTo>
                <a:lnTo>
                  <a:pt x="1966785" y="136254"/>
                </a:lnTo>
                <a:lnTo>
                  <a:pt x="1934821" y="136254"/>
                </a:lnTo>
                <a:lnTo>
                  <a:pt x="1934821" y="234863"/>
                </a:lnTo>
                <a:cubicBezTo>
                  <a:pt x="1934821" y="259681"/>
                  <a:pt x="1921917" y="276679"/>
                  <a:pt x="1896069" y="276679"/>
                </a:cubicBezTo>
                <a:cubicBezTo>
                  <a:pt x="1869204" y="276679"/>
                  <a:pt x="1859008" y="256959"/>
                  <a:pt x="1859008" y="234519"/>
                </a:cubicBezTo>
                <a:lnTo>
                  <a:pt x="1859008" y="136254"/>
                </a:lnTo>
                <a:lnTo>
                  <a:pt x="1827032" y="136254"/>
                </a:lnTo>
                <a:lnTo>
                  <a:pt x="1827032" y="239287"/>
                </a:lnTo>
                <a:cubicBezTo>
                  <a:pt x="1827032" y="276348"/>
                  <a:pt x="1850171" y="304903"/>
                  <a:pt x="1888249" y="304903"/>
                </a:cubicBezTo>
                <a:cubicBezTo>
                  <a:pt x="1907282" y="304903"/>
                  <a:pt x="1927689" y="297084"/>
                  <a:pt x="1936524" y="280086"/>
                </a:cubicBezTo>
                <a:cubicBezTo>
                  <a:pt x="1936529" y="286687"/>
                  <a:pt x="1936988" y="293281"/>
                  <a:pt x="1937899" y="299818"/>
                </a:cubicBezTo>
                <a:moveTo>
                  <a:pt x="2253984" y="299806"/>
                </a:moveTo>
                <a:lnTo>
                  <a:pt x="2253984" y="193721"/>
                </a:lnTo>
                <a:cubicBezTo>
                  <a:pt x="2253984" y="150874"/>
                  <a:pt x="2226102" y="131498"/>
                  <a:pt x="2197547" y="131498"/>
                </a:cubicBezTo>
                <a:cubicBezTo>
                  <a:pt x="2176797" y="131498"/>
                  <a:pt x="2155704" y="138974"/>
                  <a:pt x="2142800" y="162431"/>
                </a:cubicBezTo>
                <a:cubicBezTo>
                  <a:pt x="2133951" y="141365"/>
                  <a:pt x="2114231" y="131498"/>
                  <a:pt x="2093839" y="131498"/>
                </a:cubicBezTo>
                <a:cubicBezTo>
                  <a:pt x="2074793" y="131498"/>
                  <a:pt x="2054387" y="139991"/>
                  <a:pt x="2044204" y="158005"/>
                </a:cubicBezTo>
                <a:lnTo>
                  <a:pt x="2044204" y="136254"/>
                </a:lnTo>
                <a:lnTo>
                  <a:pt x="2013588" y="136254"/>
                </a:lnTo>
                <a:lnTo>
                  <a:pt x="2013588" y="299806"/>
                </a:lnTo>
                <a:lnTo>
                  <a:pt x="2045221" y="299806"/>
                </a:lnTo>
                <a:lnTo>
                  <a:pt x="2045221" y="201209"/>
                </a:lnTo>
                <a:cubicBezTo>
                  <a:pt x="2045221" y="176723"/>
                  <a:pt x="2060516" y="159709"/>
                  <a:pt x="2083299" y="159709"/>
                </a:cubicBezTo>
                <a:cubicBezTo>
                  <a:pt x="2107759" y="159709"/>
                  <a:pt x="2117971" y="176035"/>
                  <a:pt x="2117971" y="197115"/>
                </a:cubicBezTo>
                <a:lnTo>
                  <a:pt x="2117971" y="299807"/>
                </a:lnTo>
                <a:lnTo>
                  <a:pt x="2149932" y="299807"/>
                </a:lnTo>
                <a:lnTo>
                  <a:pt x="2149932" y="200867"/>
                </a:lnTo>
                <a:cubicBezTo>
                  <a:pt x="2149932" y="177410"/>
                  <a:pt x="2165242" y="159711"/>
                  <a:pt x="2187682" y="159711"/>
                </a:cubicBezTo>
                <a:cubicBezTo>
                  <a:pt x="2211824" y="159711"/>
                  <a:pt x="2222364" y="175706"/>
                  <a:pt x="2222364" y="197115"/>
                </a:cubicBezTo>
                <a:lnTo>
                  <a:pt x="2222364" y="299807"/>
                </a:lnTo>
                <a:close/>
              </a:path>
            </a:pathLst>
          </a:custGeom>
          <a:solidFill>
            <a:srgbClr val="3F1A01"/>
          </a:solidFill>
          <a:ln w="1586" cap="flat">
            <a:noFill/>
            <a:prstDash val="solid"/>
            <a:miter/>
          </a:ln>
        </p:spPr>
        <p:txBody>
          <a:bodyPr rtlCol="0" anchor="ctr"/>
          <a:lstStyle/>
          <a:p>
            <a:endParaRPr lang="en-GB" dirty="0"/>
          </a:p>
        </p:txBody>
      </p:sp>
      <p:sp>
        <p:nvSpPr>
          <p:cNvPr id="10" name="ExternalLogo" hidden="1">
            <a:extLst>
              <a:ext uri="{FF2B5EF4-FFF2-40B4-BE49-F238E27FC236}">
                <a16:creationId xmlns:a16="http://schemas.microsoft.com/office/drawing/2014/main" id="{785F50A2-FEAD-4B66-A58D-1F6C2BB6A70A}"/>
              </a:ext>
            </a:extLst>
          </p:cNvPr>
          <p:cNvSpPr/>
          <p:nvPr/>
        </p:nvSpPr>
        <p:spPr>
          <a:xfrm>
            <a:off x="10023475" y="4968741"/>
            <a:ext cx="1627188" cy="636980"/>
          </a:xfrm>
          <a:prstGeom prst="rect">
            <a:avLst/>
          </a:prstGeom>
          <a:solidFill>
            <a:srgbClr val="D1D1D1"/>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chorCtr="0">
            <a:noAutofit/>
          </a:bodyPr>
          <a:lstStyle/>
          <a:p>
            <a:pPr algn="ctr"/>
            <a:r>
              <a:rPr lang="en-GB" sz="900" dirty="0">
                <a:solidFill>
                  <a:srgbClr val="FF00FF"/>
                </a:solidFill>
              </a:rPr>
              <a:t>External logo</a:t>
            </a:r>
          </a:p>
        </p:txBody>
      </p:sp>
    </p:spTree>
    <p:extLst>
      <p:ext uri="{BB962C8B-B14F-4D97-AF65-F5344CB8AC3E}">
        <p14:creationId xmlns:p14="http://schemas.microsoft.com/office/powerpoint/2010/main" val="512506168"/>
      </p:ext>
    </p:extLst>
  </p:cSld>
  <p:clrMapOvr>
    <a:masterClrMapping/>
  </p:clrMapOvr>
  <p:hf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 Light Brown">
    <p:bg>
      <p:bgPr>
        <a:solidFill>
          <a:srgbClr val="D9D1CC"/>
        </a:solidFill>
        <a:effectLst/>
      </p:bgPr>
    </p:bg>
    <p:spTree>
      <p:nvGrpSpPr>
        <p:cNvPr id="1" name=""/>
        <p:cNvGrpSpPr/>
        <p:nvPr/>
      </p:nvGrpSpPr>
      <p:grpSpPr>
        <a:xfrm>
          <a:off x="0" y="0"/>
          <a:ext cx="0" cy="0"/>
          <a:chOff x="0" y="0"/>
          <a:chExt cx="0" cy="0"/>
        </a:xfrm>
      </p:grpSpPr>
      <p:sp>
        <p:nvSpPr>
          <p:cNvPr id="9" name="ColoredBackground">
            <a:extLst>
              <a:ext uri="{FF2B5EF4-FFF2-40B4-BE49-F238E27FC236}">
                <a16:creationId xmlns:a16="http://schemas.microsoft.com/office/drawing/2014/main" id="{B7494EA0-F8CC-4025-9CC7-BF8C612E5B66}"/>
              </a:ext>
            </a:extLst>
          </p:cNvPr>
          <p:cNvSpPr/>
          <p:nvPr/>
        </p:nvSpPr>
        <p:spPr>
          <a:xfrm>
            <a:off x="0" y="-1"/>
            <a:ext cx="12192000" cy="6858000"/>
          </a:xfrm>
          <a:prstGeom prst="rect">
            <a:avLst/>
          </a:prstGeom>
          <a:solidFill>
            <a:srgbClr val="D9D1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6" name="Picture 5" descr="Shape&#10;&#10;Description automatically generated with medium confidence">
            <a:extLst>
              <a:ext uri="{FF2B5EF4-FFF2-40B4-BE49-F238E27FC236}">
                <a16:creationId xmlns:a16="http://schemas.microsoft.com/office/drawing/2014/main" id="{53D2B7D2-DD62-48F8-BAE1-B006F6F25D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8464564-6547-498D-A220-7B346E5B1408}"/>
              </a:ext>
            </a:extLst>
          </p:cNvPr>
          <p:cNvSpPr>
            <a:spLocks noGrp="1"/>
          </p:cNvSpPr>
          <p:nvPr>
            <p:ph type="title"/>
          </p:nvPr>
        </p:nvSpPr>
        <p:spPr>
          <a:xfrm>
            <a:off x="1219200" y="546100"/>
            <a:ext cx="6642100" cy="2105818"/>
          </a:xfrm>
        </p:spPr>
        <p:txBody>
          <a:bodyPr anchor="b"/>
          <a:lstStyle>
            <a:lvl1pPr>
              <a:defRPr sz="4000">
                <a:solidFill>
                  <a:srgbClr val="3F1A01"/>
                </a:solidFill>
              </a:defRPr>
            </a:lvl1p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1592638D-BCB6-4F07-9847-FBAA9B3609B5}"/>
              </a:ext>
            </a:extLst>
          </p:cNvPr>
          <p:cNvSpPr>
            <a:spLocks noGrp="1"/>
          </p:cNvSpPr>
          <p:nvPr>
            <p:ph type="body" idx="1"/>
          </p:nvPr>
        </p:nvSpPr>
        <p:spPr>
          <a:xfrm>
            <a:off x="1219200" y="2678906"/>
            <a:ext cx="6642100" cy="1500187"/>
          </a:xfrm>
          <a:prstGeom prst="rect">
            <a:avLst/>
          </a:prstGeom>
        </p:spPr>
        <p:txBody>
          <a:bodyPr/>
          <a:lstStyle>
            <a:lvl1pPr marL="0" indent="0">
              <a:buNone/>
              <a:defRPr sz="2400">
                <a:solidFill>
                  <a:schemeClr val="accent4"/>
                </a:solidFill>
                <a:latin typeface="Times New Roman" panose="02020603050405020304" pitchFamily="18" charset="0"/>
                <a:cs typeface="Times New Roman" panose="02020603050405020304" pitchFamily="18"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Freeform 9">
            <a:extLst>
              <a:ext uri="{FF2B5EF4-FFF2-40B4-BE49-F238E27FC236}">
                <a16:creationId xmlns:a16="http://schemas.microsoft.com/office/drawing/2014/main" id="{1BC6753F-764E-4733-B343-5BC93ED602E4}"/>
              </a:ext>
            </a:extLst>
          </p:cNvPr>
          <p:cNvSpPr>
            <a:spLocks noEditPoints="1"/>
          </p:cNvSpPr>
          <p:nvPr/>
        </p:nvSpPr>
        <p:spPr bwMode="auto">
          <a:xfrm rot="5400000">
            <a:off x="7458075" y="-2243138"/>
            <a:ext cx="8385175" cy="9817101"/>
          </a:xfrm>
          <a:custGeom>
            <a:avLst/>
            <a:gdLst>
              <a:gd name="T0" fmla="*/ 276 w 2642"/>
              <a:gd name="T1" fmla="*/ 2871 h 3094"/>
              <a:gd name="T2" fmla="*/ 588 w 2642"/>
              <a:gd name="T3" fmla="*/ 2871 h 3094"/>
              <a:gd name="T4" fmla="*/ 2083 w 2642"/>
              <a:gd name="T5" fmla="*/ 2843 h 3094"/>
              <a:gd name="T6" fmla="*/ 2338 w 2642"/>
              <a:gd name="T7" fmla="*/ 2900 h 3094"/>
              <a:gd name="T8" fmla="*/ 29 w 2642"/>
              <a:gd name="T9" fmla="*/ 1219 h 3094"/>
              <a:gd name="T10" fmla="*/ 29 w 2642"/>
              <a:gd name="T11" fmla="*/ 2444 h 3094"/>
              <a:gd name="T12" fmla="*/ 559 w 2642"/>
              <a:gd name="T13" fmla="*/ 2386 h 3094"/>
              <a:gd name="T14" fmla="*/ 29 w 2642"/>
              <a:gd name="T15" fmla="*/ 1219 h 3094"/>
              <a:gd name="T16" fmla="*/ 2584 w 2642"/>
              <a:gd name="T17" fmla="*/ 2386 h 3094"/>
              <a:gd name="T18" fmla="*/ 2083 w 2642"/>
              <a:gd name="T19" fmla="*/ 2444 h 3094"/>
              <a:gd name="T20" fmla="*/ 2642 w 2642"/>
              <a:gd name="T21" fmla="*/ 1248 h 3094"/>
              <a:gd name="T22" fmla="*/ 210 w 2642"/>
              <a:gd name="T23" fmla="*/ 292 h 3094"/>
              <a:gd name="T24" fmla="*/ 210 w 2642"/>
              <a:gd name="T25" fmla="*/ 970 h 3094"/>
              <a:gd name="T26" fmla="*/ 559 w 2642"/>
              <a:gd name="T27" fmla="*/ 912 h 3094"/>
              <a:gd name="T28" fmla="*/ 658 w 2642"/>
              <a:gd name="T29" fmla="*/ 350 h 3094"/>
              <a:gd name="T30" fmla="*/ 2432 w 2642"/>
              <a:gd name="T31" fmla="*/ 292 h 3094"/>
              <a:gd name="T32" fmla="*/ 1984 w 2642"/>
              <a:gd name="T33" fmla="*/ 350 h 3094"/>
              <a:gd name="T34" fmla="*/ 2083 w 2642"/>
              <a:gd name="T35" fmla="*/ 912 h 3094"/>
              <a:gd name="T36" fmla="*/ 2432 w 2642"/>
              <a:gd name="T37" fmla="*/ 970 h 3094"/>
              <a:gd name="T38" fmla="*/ 2432 w 2642"/>
              <a:gd name="T39" fmla="*/ 292 h 3094"/>
              <a:gd name="T40" fmla="*/ 814 w 2642"/>
              <a:gd name="T41" fmla="*/ 29 h 3094"/>
              <a:gd name="T42" fmla="*/ 1292 w 2642"/>
              <a:gd name="T43" fmla="*/ 602 h 3094"/>
              <a:gd name="T44" fmla="*/ 989 w 2642"/>
              <a:gd name="T45" fmla="*/ 660 h 3094"/>
              <a:gd name="T46" fmla="*/ 801 w 2642"/>
              <a:gd name="T47" fmla="*/ 1311 h 3094"/>
              <a:gd name="T48" fmla="*/ 743 w 2642"/>
              <a:gd name="T49" fmla="*/ 1060 h 3094"/>
              <a:gd name="T50" fmla="*/ 1292 w 2642"/>
              <a:gd name="T51" fmla="*/ 1369 h 3094"/>
              <a:gd name="T52" fmla="*/ 842 w 2642"/>
              <a:gd name="T53" fmla="*/ 1782 h 3094"/>
              <a:gd name="T54" fmla="*/ 433 w 2642"/>
              <a:gd name="T55" fmla="*/ 1476 h 3094"/>
              <a:gd name="T56" fmla="*/ 375 w 2642"/>
              <a:gd name="T57" fmla="*/ 1782 h 3094"/>
              <a:gd name="T58" fmla="*/ 784 w 2642"/>
              <a:gd name="T59" fmla="*/ 2669 h 3094"/>
              <a:gd name="T60" fmla="*/ 842 w 2642"/>
              <a:gd name="T61" fmla="*/ 2181 h 3094"/>
              <a:gd name="T62" fmla="*/ 921 w 2642"/>
              <a:gd name="T63" fmla="*/ 3036 h 3094"/>
              <a:gd name="T64" fmla="*/ 1321 w 2642"/>
              <a:gd name="T65" fmla="*/ 3094 h 3094"/>
              <a:gd name="T66" fmla="*/ 1722 w 2642"/>
              <a:gd name="T67" fmla="*/ 3036 h 3094"/>
              <a:gd name="T68" fmla="*/ 1800 w 2642"/>
              <a:gd name="T69" fmla="*/ 2181 h 3094"/>
              <a:gd name="T70" fmla="*/ 1858 w 2642"/>
              <a:gd name="T71" fmla="*/ 2669 h 3094"/>
              <a:gd name="T72" fmla="*/ 2267 w 2642"/>
              <a:gd name="T73" fmla="*/ 1782 h 3094"/>
              <a:gd name="T74" fmla="*/ 2210 w 2642"/>
              <a:gd name="T75" fmla="*/ 1476 h 3094"/>
              <a:gd name="T76" fmla="*/ 1800 w 2642"/>
              <a:gd name="T77" fmla="*/ 1782 h 3094"/>
              <a:gd name="T78" fmla="*/ 1350 w 2642"/>
              <a:gd name="T79" fmla="*/ 1369 h 3094"/>
              <a:gd name="T80" fmla="*/ 1899 w 2642"/>
              <a:gd name="T81" fmla="*/ 1060 h 3094"/>
              <a:gd name="T82" fmla="*/ 1841 w 2642"/>
              <a:gd name="T83" fmla="*/ 1311 h 3094"/>
              <a:gd name="T84" fmla="*/ 1643 w 2642"/>
              <a:gd name="T85" fmla="*/ 660 h 3094"/>
              <a:gd name="T86" fmla="*/ 1350 w 2642"/>
              <a:gd name="T87" fmla="*/ 602 h 3094"/>
              <a:gd name="T88" fmla="*/ 1828 w 2642"/>
              <a:gd name="T89" fmla="*/ 29 h 30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642" h="3094">
                <a:moveTo>
                  <a:pt x="559" y="2843"/>
                </a:moveTo>
                <a:cubicBezTo>
                  <a:pt x="305" y="2843"/>
                  <a:pt x="305" y="2843"/>
                  <a:pt x="305" y="2843"/>
                </a:cubicBezTo>
                <a:cubicBezTo>
                  <a:pt x="289" y="2843"/>
                  <a:pt x="276" y="2856"/>
                  <a:pt x="276" y="2871"/>
                </a:cubicBezTo>
                <a:cubicBezTo>
                  <a:pt x="276" y="2887"/>
                  <a:pt x="289" y="2900"/>
                  <a:pt x="305" y="2900"/>
                </a:cubicBezTo>
                <a:cubicBezTo>
                  <a:pt x="559" y="2900"/>
                  <a:pt x="559" y="2900"/>
                  <a:pt x="559" y="2900"/>
                </a:cubicBezTo>
                <a:cubicBezTo>
                  <a:pt x="575" y="2900"/>
                  <a:pt x="588" y="2887"/>
                  <a:pt x="588" y="2871"/>
                </a:cubicBezTo>
                <a:cubicBezTo>
                  <a:pt x="588" y="2856"/>
                  <a:pt x="575" y="2843"/>
                  <a:pt x="559" y="2843"/>
                </a:cubicBezTo>
                <a:moveTo>
                  <a:pt x="2338" y="2843"/>
                </a:moveTo>
                <a:cubicBezTo>
                  <a:pt x="2083" y="2843"/>
                  <a:pt x="2083" y="2843"/>
                  <a:pt x="2083" y="2843"/>
                </a:cubicBezTo>
                <a:cubicBezTo>
                  <a:pt x="2068" y="2843"/>
                  <a:pt x="2055" y="2856"/>
                  <a:pt x="2055" y="2871"/>
                </a:cubicBezTo>
                <a:cubicBezTo>
                  <a:pt x="2055" y="2887"/>
                  <a:pt x="2068" y="2900"/>
                  <a:pt x="2083" y="2900"/>
                </a:cubicBezTo>
                <a:cubicBezTo>
                  <a:pt x="2338" y="2900"/>
                  <a:pt x="2338" y="2900"/>
                  <a:pt x="2338" y="2900"/>
                </a:cubicBezTo>
                <a:cubicBezTo>
                  <a:pt x="2354" y="2900"/>
                  <a:pt x="2366" y="2887"/>
                  <a:pt x="2366" y="2871"/>
                </a:cubicBezTo>
                <a:cubicBezTo>
                  <a:pt x="2366" y="2856"/>
                  <a:pt x="2354" y="2843"/>
                  <a:pt x="2338" y="2843"/>
                </a:cubicBezTo>
                <a:moveTo>
                  <a:pt x="29" y="1219"/>
                </a:moveTo>
                <a:cubicBezTo>
                  <a:pt x="13" y="1219"/>
                  <a:pt x="0" y="1232"/>
                  <a:pt x="0" y="1248"/>
                </a:cubicBezTo>
                <a:cubicBezTo>
                  <a:pt x="0" y="2415"/>
                  <a:pt x="0" y="2415"/>
                  <a:pt x="0" y="2415"/>
                </a:cubicBezTo>
                <a:cubicBezTo>
                  <a:pt x="0" y="2431"/>
                  <a:pt x="13" y="2444"/>
                  <a:pt x="29" y="2444"/>
                </a:cubicBezTo>
                <a:cubicBezTo>
                  <a:pt x="559" y="2444"/>
                  <a:pt x="559" y="2444"/>
                  <a:pt x="559" y="2444"/>
                </a:cubicBezTo>
                <a:cubicBezTo>
                  <a:pt x="575" y="2444"/>
                  <a:pt x="588" y="2431"/>
                  <a:pt x="588" y="2415"/>
                </a:cubicBezTo>
                <a:cubicBezTo>
                  <a:pt x="588" y="2399"/>
                  <a:pt x="575" y="2386"/>
                  <a:pt x="559" y="2386"/>
                </a:cubicBezTo>
                <a:cubicBezTo>
                  <a:pt x="58" y="2386"/>
                  <a:pt x="58" y="2386"/>
                  <a:pt x="58" y="2386"/>
                </a:cubicBezTo>
                <a:cubicBezTo>
                  <a:pt x="58" y="1248"/>
                  <a:pt x="58" y="1248"/>
                  <a:pt x="58" y="1248"/>
                </a:cubicBezTo>
                <a:cubicBezTo>
                  <a:pt x="58" y="1232"/>
                  <a:pt x="45" y="1219"/>
                  <a:pt x="29" y="1219"/>
                </a:cubicBezTo>
                <a:moveTo>
                  <a:pt x="2613" y="1219"/>
                </a:moveTo>
                <a:cubicBezTo>
                  <a:pt x="2597" y="1219"/>
                  <a:pt x="2584" y="1232"/>
                  <a:pt x="2584" y="1248"/>
                </a:cubicBezTo>
                <a:cubicBezTo>
                  <a:pt x="2584" y="2386"/>
                  <a:pt x="2584" y="2386"/>
                  <a:pt x="2584" y="2386"/>
                </a:cubicBezTo>
                <a:cubicBezTo>
                  <a:pt x="2083" y="2386"/>
                  <a:pt x="2083" y="2386"/>
                  <a:pt x="2083" y="2386"/>
                </a:cubicBezTo>
                <a:cubicBezTo>
                  <a:pt x="2067" y="2386"/>
                  <a:pt x="2055" y="2399"/>
                  <a:pt x="2055" y="2415"/>
                </a:cubicBezTo>
                <a:cubicBezTo>
                  <a:pt x="2055" y="2431"/>
                  <a:pt x="2067" y="2444"/>
                  <a:pt x="2083" y="2444"/>
                </a:cubicBezTo>
                <a:cubicBezTo>
                  <a:pt x="2613" y="2444"/>
                  <a:pt x="2613" y="2444"/>
                  <a:pt x="2613" y="2444"/>
                </a:cubicBezTo>
                <a:cubicBezTo>
                  <a:pt x="2629" y="2444"/>
                  <a:pt x="2642" y="2431"/>
                  <a:pt x="2642" y="2415"/>
                </a:cubicBezTo>
                <a:cubicBezTo>
                  <a:pt x="2642" y="1248"/>
                  <a:pt x="2642" y="1248"/>
                  <a:pt x="2642" y="1248"/>
                </a:cubicBezTo>
                <a:cubicBezTo>
                  <a:pt x="2642" y="1232"/>
                  <a:pt x="2629" y="1219"/>
                  <a:pt x="2613" y="1219"/>
                </a:cubicBezTo>
                <a:moveTo>
                  <a:pt x="658" y="292"/>
                </a:moveTo>
                <a:cubicBezTo>
                  <a:pt x="210" y="292"/>
                  <a:pt x="210" y="292"/>
                  <a:pt x="210" y="292"/>
                </a:cubicBezTo>
                <a:cubicBezTo>
                  <a:pt x="194" y="292"/>
                  <a:pt x="181" y="305"/>
                  <a:pt x="181" y="321"/>
                </a:cubicBezTo>
                <a:cubicBezTo>
                  <a:pt x="181" y="941"/>
                  <a:pt x="181" y="941"/>
                  <a:pt x="181" y="941"/>
                </a:cubicBezTo>
                <a:cubicBezTo>
                  <a:pt x="181" y="957"/>
                  <a:pt x="194" y="970"/>
                  <a:pt x="210" y="970"/>
                </a:cubicBezTo>
                <a:cubicBezTo>
                  <a:pt x="559" y="970"/>
                  <a:pt x="559" y="970"/>
                  <a:pt x="559" y="970"/>
                </a:cubicBezTo>
                <a:cubicBezTo>
                  <a:pt x="575" y="970"/>
                  <a:pt x="588" y="957"/>
                  <a:pt x="588" y="941"/>
                </a:cubicBezTo>
                <a:cubicBezTo>
                  <a:pt x="588" y="925"/>
                  <a:pt x="575" y="912"/>
                  <a:pt x="559" y="912"/>
                </a:cubicBezTo>
                <a:cubicBezTo>
                  <a:pt x="239" y="912"/>
                  <a:pt x="239" y="912"/>
                  <a:pt x="239" y="912"/>
                </a:cubicBezTo>
                <a:cubicBezTo>
                  <a:pt x="239" y="350"/>
                  <a:pt x="239" y="350"/>
                  <a:pt x="239" y="350"/>
                </a:cubicBezTo>
                <a:cubicBezTo>
                  <a:pt x="658" y="350"/>
                  <a:pt x="658" y="350"/>
                  <a:pt x="658" y="350"/>
                </a:cubicBezTo>
                <a:cubicBezTo>
                  <a:pt x="674" y="350"/>
                  <a:pt x="687" y="337"/>
                  <a:pt x="687" y="321"/>
                </a:cubicBezTo>
                <a:cubicBezTo>
                  <a:pt x="687" y="305"/>
                  <a:pt x="674" y="292"/>
                  <a:pt x="658" y="292"/>
                </a:cubicBezTo>
                <a:moveTo>
                  <a:pt x="2432" y="292"/>
                </a:moveTo>
                <a:cubicBezTo>
                  <a:pt x="1984" y="292"/>
                  <a:pt x="1984" y="292"/>
                  <a:pt x="1984" y="292"/>
                </a:cubicBezTo>
                <a:cubicBezTo>
                  <a:pt x="1968" y="292"/>
                  <a:pt x="1955" y="305"/>
                  <a:pt x="1955" y="321"/>
                </a:cubicBezTo>
                <a:cubicBezTo>
                  <a:pt x="1955" y="337"/>
                  <a:pt x="1968" y="350"/>
                  <a:pt x="1984" y="350"/>
                </a:cubicBezTo>
                <a:cubicBezTo>
                  <a:pt x="2403" y="350"/>
                  <a:pt x="2403" y="350"/>
                  <a:pt x="2403" y="350"/>
                </a:cubicBezTo>
                <a:cubicBezTo>
                  <a:pt x="2403" y="912"/>
                  <a:pt x="2403" y="912"/>
                  <a:pt x="2403" y="912"/>
                </a:cubicBezTo>
                <a:cubicBezTo>
                  <a:pt x="2083" y="912"/>
                  <a:pt x="2083" y="912"/>
                  <a:pt x="2083" y="912"/>
                </a:cubicBezTo>
                <a:cubicBezTo>
                  <a:pt x="2068" y="912"/>
                  <a:pt x="2055" y="925"/>
                  <a:pt x="2055" y="941"/>
                </a:cubicBezTo>
                <a:cubicBezTo>
                  <a:pt x="2055" y="957"/>
                  <a:pt x="2068" y="970"/>
                  <a:pt x="2083" y="970"/>
                </a:cubicBezTo>
                <a:cubicBezTo>
                  <a:pt x="2432" y="970"/>
                  <a:pt x="2432" y="970"/>
                  <a:pt x="2432" y="970"/>
                </a:cubicBezTo>
                <a:cubicBezTo>
                  <a:pt x="2448" y="970"/>
                  <a:pt x="2461" y="957"/>
                  <a:pt x="2461" y="941"/>
                </a:cubicBezTo>
                <a:cubicBezTo>
                  <a:pt x="2461" y="321"/>
                  <a:pt x="2461" y="321"/>
                  <a:pt x="2461" y="321"/>
                </a:cubicBezTo>
                <a:cubicBezTo>
                  <a:pt x="2461" y="305"/>
                  <a:pt x="2448" y="292"/>
                  <a:pt x="2432" y="292"/>
                </a:cubicBezTo>
                <a:moveTo>
                  <a:pt x="1799" y="0"/>
                </a:moveTo>
                <a:cubicBezTo>
                  <a:pt x="843" y="0"/>
                  <a:pt x="843" y="0"/>
                  <a:pt x="843" y="0"/>
                </a:cubicBezTo>
                <a:cubicBezTo>
                  <a:pt x="827" y="0"/>
                  <a:pt x="814" y="13"/>
                  <a:pt x="814" y="29"/>
                </a:cubicBezTo>
                <a:cubicBezTo>
                  <a:pt x="814" y="45"/>
                  <a:pt x="827" y="58"/>
                  <a:pt x="843" y="58"/>
                </a:cubicBezTo>
                <a:cubicBezTo>
                  <a:pt x="1292" y="58"/>
                  <a:pt x="1292" y="58"/>
                  <a:pt x="1292" y="58"/>
                </a:cubicBezTo>
                <a:cubicBezTo>
                  <a:pt x="1292" y="602"/>
                  <a:pt x="1292" y="602"/>
                  <a:pt x="1292" y="602"/>
                </a:cubicBezTo>
                <a:cubicBezTo>
                  <a:pt x="989" y="602"/>
                  <a:pt x="989" y="602"/>
                  <a:pt x="989" y="602"/>
                </a:cubicBezTo>
                <a:cubicBezTo>
                  <a:pt x="973" y="602"/>
                  <a:pt x="960" y="615"/>
                  <a:pt x="960" y="631"/>
                </a:cubicBezTo>
                <a:cubicBezTo>
                  <a:pt x="960" y="647"/>
                  <a:pt x="973" y="660"/>
                  <a:pt x="989" y="660"/>
                </a:cubicBezTo>
                <a:cubicBezTo>
                  <a:pt x="1292" y="660"/>
                  <a:pt x="1292" y="660"/>
                  <a:pt x="1292" y="660"/>
                </a:cubicBezTo>
                <a:cubicBezTo>
                  <a:pt x="1292" y="1311"/>
                  <a:pt x="1292" y="1311"/>
                  <a:pt x="1292" y="1311"/>
                </a:cubicBezTo>
                <a:cubicBezTo>
                  <a:pt x="801" y="1311"/>
                  <a:pt x="801" y="1311"/>
                  <a:pt x="801" y="1311"/>
                </a:cubicBezTo>
                <a:cubicBezTo>
                  <a:pt x="801" y="1060"/>
                  <a:pt x="801" y="1060"/>
                  <a:pt x="801" y="1060"/>
                </a:cubicBezTo>
                <a:cubicBezTo>
                  <a:pt x="801" y="1044"/>
                  <a:pt x="788" y="1031"/>
                  <a:pt x="772" y="1031"/>
                </a:cubicBezTo>
                <a:cubicBezTo>
                  <a:pt x="756" y="1031"/>
                  <a:pt x="743" y="1044"/>
                  <a:pt x="743" y="1060"/>
                </a:cubicBezTo>
                <a:cubicBezTo>
                  <a:pt x="743" y="1340"/>
                  <a:pt x="743" y="1340"/>
                  <a:pt x="743" y="1340"/>
                </a:cubicBezTo>
                <a:cubicBezTo>
                  <a:pt x="743" y="1356"/>
                  <a:pt x="756" y="1369"/>
                  <a:pt x="772" y="1369"/>
                </a:cubicBezTo>
                <a:cubicBezTo>
                  <a:pt x="1292" y="1369"/>
                  <a:pt x="1292" y="1369"/>
                  <a:pt x="1292" y="1369"/>
                </a:cubicBezTo>
                <a:cubicBezTo>
                  <a:pt x="1292" y="2123"/>
                  <a:pt x="1292" y="2123"/>
                  <a:pt x="1292" y="2123"/>
                </a:cubicBezTo>
                <a:cubicBezTo>
                  <a:pt x="842" y="2123"/>
                  <a:pt x="842" y="2123"/>
                  <a:pt x="842" y="2123"/>
                </a:cubicBezTo>
                <a:cubicBezTo>
                  <a:pt x="842" y="1782"/>
                  <a:pt x="842" y="1782"/>
                  <a:pt x="842" y="1782"/>
                </a:cubicBezTo>
                <a:cubicBezTo>
                  <a:pt x="842" y="1766"/>
                  <a:pt x="829" y="1753"/>
                  <a:pt x="813" y="1753"/>
                </a:cubicBezTo>
                <a:cubicBezTo>
                  <a:pt x="433" y="1753"/>
                  <a:pt x="433" y="1753"/>
                  <a:pt x="433" y="1753"/>
                </a:cubicBezTo>
                <a:cubicBezTo>
                  <a:pt x="433" y="1476"/>
                  <a:pt x="433" y="1476"/>
                  <a:pt x="433" y="1476"/>
                </a:cubicBezTo>
                <a:cubicBezTo>
                  <a:pt x="433" y="1460"/>
                  <a:pt x="420" y="1447"/>
                  <a:pt x="404" y="1447"/>
                </a:cubicBezTo>
                <a:cubicBezTo>
                  <a:pt x="388" y="1447"/>
                  <a:pt x="375" y="1460"/>
                  <a:pt x="375" y="1476"/>
                </a:cubicBezTo>
                <a:cubicBezTo>
                  <a:pt x="375" y="1782"/>
                  <a:pt x="375" y="1782"/>
                  <a:pt x="375" y="1782"/>
                </a:cubicBezTo>
                <a:cubicBezTo>
                  <a:pt x="375" y="1798"/>
                  <a:pt x="388" y="1811"/>
                  <a:pt x="404" y="1811"/>
                </a:cubicBezTo>
                <a:cubicBezTo>
                  <a:pt x="784" y="1811"/>
                  <a:pt x="784" y="1811"/>
                  <a:pt x="784" y="1811"/>
                </a:cubicBezTo>
                <a:cubicBezTo>
                  <a:pt x="784" y="2669"/>
                  <a:pt x="784" y="2669"/>
                  <a:pt x="784" y="2669"/>
                </a:cubicBezTo>
                <a:cubicBezTo>
                  <a:pt x="784" y="2685"/>
                  <a:pt x="797" y="2698"/>
                  <a:pt x="813" y="2698"/>
                </a:cubicBezTo>
                <a:cubicBezTo>
                  <a:pt x="829" y="2698"/>
                  <a:pt x="842" y="2685"/>
                  <a:pt x="842" y="2669"/>
                </a:cubicBezTo>
                <a:cubicBezTo>
                  <a:pt x="842" y="2181"/>
                  <a:pt x="842" y="2181"/>
                  <a:pt x="842" y="2181"/>
                </a:cubicBezTo>
                <a:cubicBezTo>
                  <a:pt x="1292" y="2181"/>
                  <a:pt x="1292" y="2181"/>
                  <a:pt x="1292" y="2181"/>
                </a:cubicBezTo>
                <a:cubicBezTo>
                  <a:pt x="1292" y="3036"/>
                  <a:pt x="1292" y="3036"/>
                  <a:pt x="1292" y="3036"/>
                </a:cubicBezTo>
                <a:cubicBezTo>
                  <a:pt x="921" y="3036"/>
                  <a:pt x="921" y="3036"/>
                  <a:pt x="921" y="3036"/>
                </a:cubicBezTo>
                <a:cubicBezTo>
                  <a:pt x="905" y="3036"/>
                  <a:pt x="892" y="3049"/>
                  <a:pt x="892" y="3065"/>
                </a:cubicBezTo>
                <a:cubicBezTo>
                  <a:pt x="892" y="3081"/>
                  <a:pt x="905" y="3094"/>
                  <a:pt x="921" y="3094"/>
                </a:cubicBezTo>
                <a:cubicBezTo>
                  <a:pt x="1321" y="3094"/>
                  <a:pt x="1321" y="3094"/>
                  <a:pt x="1321" y="3094"/>
                </a:cubicBezTo>
                <a:cubicBezTo>
                  <a:pt x="1722" y="3094"/>
                  <a:pt x="1722" y="3094"/>
                  <a:pt x="1722" y="3094"/>
                </a:cubicBezTo>
                <a:cubicBezTo>
                  <a:pt x="1738" y="3094"/>
                  <a:pt x="1751" y="3081"/>
                  <a:pt x="1751" y="3065"/>
                </a:cubicBezTo>
                <a:cubicBezTo>
                  <a:pt x="1751" y="3049"/>
                  <a:pt x="1738" y="3036"/>
                  <a:pt x="1722" y="3036"/>
                </a:cubicBezTo>
                <a:cubicBezTo>
                  <a:pt x="1350" y="3036"/>
                  <a:pt x="1350" y="3036"/>
                  <a:pt x="1350" y="3036"/>
                </a:cubicBezTo>
                <a:cubicBezTo>
                  <a:pt x="1350" y="2181"/>
                  <a:pt x="1350" y="2181"/>
                  <a:pt x="1350" y="2181"/>
                </a:cubicBezTo>
                <a:cubicBezTo>
                  <a:pt x="1800" y="2181"/>
                  <a:pt x="1800" y="2181"/>
                  <a:pt x="1800" y="2181"/>
                </a:cubicBezTo>
                <a:cubicBezTo>
                  <a:pt x="1800" y="2669"/>
                  <a:pt x="1800" y="2669"/>
                  <a:pt x="1800" y="2669"/>
                </a:cubicBezTo>
                <a:cubicBezTo>
                  <a:pt x="1800" y="2685"/>
                  <a:pt x="1813" y="2698"/>
                  <a:pt x="1829" y="2698"/>
                </a:cubicBezTo>
                <a:cubicBezTo>
                  <a:pt x="1845" y="2698"/>
                  <a:pt x="1858" y="2685"/>
                  <a:pt x="1858" y="2669"/>
                </a:cubicBezTo>
                <a:cubicBezTo>
                  <a:pt x="1858" y="1811"/>
                  <a:pt x="1858" y="1811"/>
                  <a:pt x="1858" y="1811"/>
                </a:cubicBezTo>
                <a:cubicBezTo>
                  <a:pt x="2239" y="1811"/>
                  <a:pt x="2239" y="1811"/>
                  <a:pt x="2239" y="1811"/>
                </a:cubicBezTo>
                <a:cubicBezTo>
                  <a:pt x="2254" y="1811"/>
                  <a:pt x="2267" y="1798"/>
                  <a:pt x="2267" y="1782"/>
                </a:cubicBezTo>
                <a:cubicBezTo>
                  <a:pt x="2267" y="1476"/>
                  <a:pt x="2267" y="1476"/>
                  <a:pt x="2267" y="1476"/>
                </a:cubicBezTo>
                <a:cubicBezTo>
                  <a:pt x="2267" y="1460"/>
                  <a:pt x="2254" y="1447"/>
                  <a:pt x="2239" y="1447"/>
                </a:cubicBezTo>
                <a:cubicBezTo>
                  <a:pt x="2223" y="1447"/>
                  <a:pt x="2210" y="1460"/>
                  <a:pt x="2210" y="1476"/>
                </a:cubicBezTo>
                <a:cubicBezTo>
                  <a:pt x="2210" y="1753"/>
                  <a:pt x="2210" y="1753"/>
                  <a:pt x="2210" y="1753"/>
                </a:cubicBezTo>
                <a:cubicBezTo>
                  <a:pt x="1829" y="1753"/>
                  <a:pt x="1829" y="1753"/>
                  <a:pt x="1829" y="1753"/>
                </a:cubicBezTo>
                <a:cubicBezTo>
                  <a:pt x="1813" y="1753"/>
                  <a:pt x="1800" y="1766"/>
                  <a:pt x="1800" y="1782"/>
                </a:cubicBezTo>
                <a:cubicBezTo>
                  <a:pt x="1800" y="2123"/>
                  <a:pt x="1800" y="2123"/>
                  <a:pt x="1800" y="2123"/>
                </a:cubicBezTo>
                <a:cubicBezTo>
                  <a:pt x="1350" y="2123"/>
                  <a:pt x="1350" y="2123"/>
                  <a:pt x="1350" y="2123"/>
                </a:cubicBezTo>
                <a:cubicBezTo>
                  <a:pt x="1350" y="1369"/>
                  <a:pt x="1350" y="1369"/>
                  <a:pt x="1350" y="1369"/>
                </a:cubicBezTo>
                <a:cubicBezTo>
                  <a:pt x="1870" y="1369"/>
                  <a:pt x="1870" y="1369"/>
                  <a:pt x="1870" y="1369"/>
                </a:cubicBezTo>
                <a:cubicBezTo>
                  <a:pt x="1886" y="1369"/>
                  <a:pt x="1899" y="1356"/>
                  <a:pt x="1899" y="1340"/>
                </a:cubicBezTo>
                <a:cubicBezTo>
                  <a:pt x="1899" y="1060"/>
                  <a:pt x="1899" y="1060"/>
                  <a:pt x="1899" y="1060"/>
                </a:cubicBezTo>
                <a:cubicBezTo>
                  <a:pt x="1899" y="1044"/>
                  <a:pt x="1886" y="1031"/>
                  <a:pt x="1870" y="1031"/>
                </a:cubicBezTo>
                <a:cubicBezTo>
                  <a:pt x="1854" y="1031"/>
                  <a:pt x="1841" y="1044"/>
                  <a:pt x="1841" y="1060"/>
                </a:cubicBezTo>
                <a:cubicBezTo>
                  <a:pt x="1841" y="1311"/>
                  <a:pt x="1841" y="1311"/>
                  <a:pt x="1841" y="1311"/>
                </a:cubicBezTo>
                <a:cubicBezTo>
                  <a:pt x="1350" y="1311"/>
                  <a:pt x="1350" y="1311"/>
                  <a:pt x="1350" y="1311"/>
                </a:cubicBezTo>
                <a:cubicBezTo>
                  <a:pt x="1350" y="660"/>
                  <a:pt x="1350" y="660"/>
                  <a:pt x="1350" y="660"/>
                </a:cubicBezTo>
                <a:cubicBezTo>
                  <a:pt x="1643" y="660"/>
                  <a:pt x="1643" y="660"/>
                  <a:pt x="1643" y="660"/>
                </a:cubicBezTo>
                <a:cubicBezTo>
                  <a:pt x="1659" y="660"/>
                  <a:pt x="1672" y="647"/>
                  <a:pt x="1672" y="631"/>
                </a:cubicBezTo>
                <a:cubicBezTo>
                  <a:pt x="1672" y="615"/>
                  <a:pt x="1659" y="602"/>
                  <a:pt x="1643" y="602"/>
                </a:cubicBezTo>
                <a:cubicBezTo>
                  <a:pt x="1350" y="602"/>
                  <a:pt x="1350" y="602"/>
                  <a:pt x="1350" y="602"/>
                </a:cubicBezTo>
                <a:cubicBezTo>
                  <a:pt x="1350" y="58"/>
                  <a:pt x="1350" y="58"/>
                  <a:pt x="1350" y="58"/>
                </a:cubicBezTo>
                <a:cubicBezTo>
                  <a:pt x="1799" y="58"/>
                  <a:pt x="1799" y="58"/>
                  <a:pt x="1799" y="58"/>
                </a:cubicBezTo>
                <a:cubicBezTo>
                  <a:pt x="1815" y="58"/>
                  <a:pt x="1828" y="45"/>
                  <a:pt x="1828" y="29"/>
                </a:cubicBezTo>
                <a:cubicBezTo>
                  <a:pt x="1828" y="13"/>
                  <a:pt x="1815" y="0"/>
                  <a:pt x="1799" y="0"/>
                </a:cubicBezTo>
              </a:path>
            </a:pathLst>
          </a:custGeom>
          <a:solidFill>
            <a:schemeClr val="accent4">
              <a:alpha val="9804"/>
            </a:schemeClr>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8" name="Logo">
            <a:extLst>
              <a:ext uri="{FF2B5EF4-FFF2-40B4-BE49-F238E27FC236}">
                <a16:creationId xmlns:a16="http://schemas.microsoft.com/office/drawing/2014/main" id="{BD245161-57E0-41D6-9F32-BFC30FCF8F88}"/>
              </a:ext>
            </a:extLst>
          </p:cNvPr>
          <p:cNvSpPr/>
          <p:nvPr/>
        </p:nvSpPr>
        <p:spPr>
          <a:xfrm>
            <a:off x="9397252" y="5875721"/>
            <a:ext cx="2253411" cy="440942"/>
          </a:xfrm>
          <a:custGeom>
            <a:avLst/>
            <a:gdLst>
              <a:gd name="connsiteX0" fmla="*/ 1783139 w 2253411"/>
              <a:gd name="connsiteY0" fmla="*/ 136254 h 440942"/>
              <a:gd name="connsiteX1" fmla="*/ 1751520 w 2253411"/>
              <a:gd name="connsiteY1" fmla="*/ 136254 h 440942"/>
              <a:gd name="connsiteX2" fmla="*/ 1751520 w 2253411"/>
              <a:gd name="connsiteY2" fmla="*/ 299806 h 440942"/>
              <a:gd name="connsiteX3" fmla="*/ 1783139 w 2253411"/>
              <a:gd name="connsiteY3" fmla="*/ 299806 h 440942"/>
              <a:gd name="connsiteX4" fmla="*/ 293338 w 2253411"/>
              <a:gd name="connsiteY4" fmla="*/ 409024 h 440942"/>
              <a:gd name="connsiteX5" fmla="*/ 297448 w 2253411"/>
              <a:gd name="connsiteY5" fmla="*/ 413147 h 440942"/>
              <a:gd name="connsiteX6" fmla="*/ 297460 w 2253411"/>
              <a:gd name="connsiteY6" fmla="*/ 413147 h 440942"/>
              <a:gd name="connsiteX7" fmla="*/ 333669 w 2253411"/>
              <a:gd name="connsiteY7" fmla="*/ 413147 h 440942"/>
              <a:gd name="connsiteX8" fmla="*/ 337779 w 2253411"/>
              <a:gd name="connsiteY8" fmla="*/ 409047 h 440942"/>
              <a:gd name="connsiteX9" fmla="*/ 337777 w 2253411"/>
              <a:gd name="connsiteY9" fmla="*/ 409024 h 440942"/>
              <a:gd name="connsiteX10" fmla="*/ 333683 w 2253411"/>
              <a:gd name="connsiteY10" fmla="*/ 404916 h 440942"/>
              <a:gd name="connsiteX11" fmla="*/ 333669 w 2253411"/>
              <a:gd name="connsiteY11" fmla="*/ 404916 h 440942"/>
              <a:gd name="connsiteX12" fmla="*/ 297460 w 2253411"/>
              <a:gd name="connsiteY12" fmla="*/ 404916 h 440942"/>
              <a:gd name="connsiteX13" fmla="*/ 293338 w 2253411"/>
              <a:gd name="connsiteY13" fmla="*/ 409021 h 440942"/>
              <a:gd name="connsiteX14" fmla="*/ 293338 w 2253411"/>
              <a:gd name="connsiteY14" fmla="*/ 409024 h 440942"/>
              <a:gd name="connsiteX15" fmla="*/ 39859 w 2253411"/>
              <a:gd name="connsiteY15" fmla="*/ 409024 h 440942"/>
              <a:gd name="connsiteX16" fmla="*/ 43946 w 2253411"/>
              <a:gd name="connsiteY16" fmla="*/ 413147 h 440942"/>
              <a:gd name="connsiteX17" fmla="*/ 43967 w 2253411"/>
              <a:gd name="connsiteY17" fmla="*/ 413147 h 440942"/>
              <a:gd name="connsiteX18" fmla="*/ 80176 w 2253411"/>
              <a:gd name="connsiteY18" fmla="*/ 413147 h 440942"/>
              <a:gd name="connsiteX19" fmla="*/ 84298 w 2253411"/>
              <a:gd name="connsiteY19" fmla="*/ 409037 h 440942"/>
              <a:gd name="connsiteX20" fmla="*/ 84298 w 2253411"/>
              <a:gd name="connsiteY20" fmla="*/ 409024 h 440942"/>
              <a:gd name="connsiteX21" fmla="*/ 80179 w 2253411"/>
              <a:gd name="connsiteY21" fmla="*/ 404916 h 440942"/>
              <a:gd name="connsiteX22" fmla="*/ 80176 w 2253411"/>
              <a:gd name="connsiteY22" fmla="*/ 404916 h 440942"/>
              <a:gd name="connsiteX23" fmla="*/ 43967 w 2253411"/>
              <a:gd name="connsiteY23" fmla="*/ 404916 h 440942"/>
              <a:gd name="connsiteX24" fmla="*/ 39859 w 2253411"/>
              <a:gd name="connsiteY24" fmla="*/ 409012 h 440942"/>
              <a:gd name="connsiteX25" fmla="*/ 39859 w 2253411"/>
              <a:gd name="connsiteY25" fmla="*/ 409024 h 440942"/>
              <a:gd name="connsiteX26" fmla="*/ 80177 w 2253411"/>
              <a:gd name="connsiteY26" fmla="*/ 339849 h 440942"/>
              <a:gd name="connsiteX27" fmla="*/ 8803 w 2253411"/>
              <a:gd name="connsiteY27" fmla="*/ 339849 h 440942"/>
              <a:gd name="connsiteX28" fmla="*/ 8803 w 2253411"/>
              <a:gd name="connsiteY28" fmla="*/ 177644 h 440942"/>
              <a:gd name="connsiteX29" fmla="*/ 4680 w 2253411"/>
              <a:gd name="connsiteY29" fmla="*/ 173521 h 440942"/>
              <a:gd name="connsiteX30" fmla="*/ 572 w 2253411"/>
              <a:gd name="connsiteY30" fmla="*/ 177639 h 440942"/>
              <a:gd name="connsiteX31" fmla="*/ 572 w 2253411"/>
              <a:gd name="connsiteY31" fmla="*/ 177644 h 440942"/>
              <a:gd name="connsiteX32" fmla="*/ 572 w 2253411"/>
              <a:gd name="connsiteY32" fmla="*/ 343959 h 440942"/>
              <a:gd name="connsiteX33" fmla="*/ 4676 w 2253411"/>
              <a:gd name="connsiteY33" fmla="*/ 348080 h 440942"/>
              <a:gd name="connsiteX34" fmla="*/ 4680 w 2253411"/>
              <a:gd name="connsiteY34" fmla="*/ 348080 h 440942"/>
              <a:gd name="connsiteX35" fmla="*/ 80176 w 2253411"/>
              <a:gd name="connsiteY35" fmla="*/ 348080 h 440942"/>
              <a:gd name="connsiteX36" fmla="*/ 84298 w 2253411"/>
              <a:gd name="connsiteY36" fmla="*/ 343970 h 440942"/>
              <a:gd name="connsiteX37" fmla="*/ 84298 w 2253411"/>
              <a:gd name="connsiteY37" fmla="*/ 343959 h 440942"/>
              <a:gd name="connsiteX38" fmla="*/ 80176 w 2253411"/>
              <a:gd name="connsiteY38" fmla="*/ 339849 h 440942"/>
              <a:gd name="connsiteX39" fmla="*/ 98412 w 2253411"/>
              <a:gd name="connsiteY39" fmla="*/ 45530 h 440942"/>
              <a:gd name="connsiteX40" fmla="*/ 94292 w 2253411"/>
              <a:gd name="connsiteY40" fmla="*/ 41422 h 440942"/>
              <a:gd name="connsiteX41" fmla="*/ 94289 w 2253411"/>
              <a:gd name="connsiteY41" fmla="*/ 41422 h 440942"/>
              <a:gd name="connsiteX42" fmla="*/ 30459 w 2253411"/>
              <a:gd name="connsiteY42" fmla="*/ 41422 h 440942"/>
              <a:gd name="connsiteX43" fmla="*/ 26351 w 2253411"/>
              <a:gd name="connsiteY43" fmla="*/ 45518 h 440942"/>
              <a:gd name="connsiteX44" fmla="*/ 26351 w 2253411"/>
              <a:gd name="connsiteY44" fmla="*/ 45530 h 440942"/>
              <a:gd name="connsiteX45" fmla="*/ 26351 w 2253411"/>
              <a:gd name="connsiteY45" fmla="*/ 133916 h 440942"/>
              <a:gd name="connsiteX46" fmla="*/ 30456 w 2253411"/>
              <a:gd name="connsiteY46" fmla="*/ 138039 h 440942"/>
              <a:gd name="connsiteX47" fmla="*/ 30459 w 2253411"/>
              <a:gd name="connsiteY47" fmla="*/ 138039 h 440942"/>
              <a:gd name="connsiteX48" fmla="*/ 80191 w 2253411"/>
              <a:gd name="connsiteY48" fmla="*/ 138039 h 440942"/>
              <a:gd name="connsiteX49" fmla="*/ 84300 w 2253411"/>
              <a:gd name="connsiteY49" fmla="*/ 133916 h 440942"/>
              <a:gd name="connsiteX50" fmla="*/ 80191 w 2253411"/>
              <a:gd name="connsiteY50" fmla="*/ 129808 h 440942"/>
              <a:gd name="connsiteX51" fmla="*/ 34582 w 2253411"/>
              <a:gd name="connsiteY51" fmla="*/ 129808 h 440942"/>
              <a:gd name="connsiteX52" fmla="*/ 34582 w 2253411"/>
              <a:gd name="connsiteY52" fmla="*/ 49653 h 440942"/>
              <a:gd name="connsiteX53" fmla="*/ 94291 w 2253411"/>
              <a:gd name="connsiteY53" fmla="*/ 49653 h 440942"/>
              <a:gd name="connsiteX54" fmla="*/ 98413 w 2253411"/>
              <a:gd name="connsiteY54" fmla="*/ 45540 h 440942"/>
              <a:gd name="connsiteX55" fmla="*/ 98413 w 2253411"/>
              <a:gd name="connsiteY55" fmla="*/ 45530 h 440942"/>
              <a:gd name="connsiteX56" fmla="*/ 271146 w 2253411"/>
              <a:gd name="connsiteY56" fmla="*/ 190835 h 440942"/>
              <a:gd name="connsiteX57" fmla="*/ 271146 w 2253411"/>
              <a:gd name="connsiteY57" fmla="*/ 150874 h 440942"/>
              <a:gd name="connsiteX58" fmla="*/ 267039 w 2253411"/>
              <a:gd name="connsiteY58" fmla="*/ 146752 h 440942"/>
              <a:gd name="connsiteX59" fmla="*/ 267037 w 2253411"/>
              <a:gd name="connsiteY59" fmla="*/ 146752 h 440942"/>
              <a:gd name="connsiteX60" fmla="*/ 262900 w 2253411"/>
              <a:gd name="connsiteY60" fmla="*/ 150873 h 440942"/>
              <a:gd name="connsiteX61" fmla="*/ 262900 w 2253411"/>
              <a:gd name="connsiteY61" fmla="*/ 150874 h 440942"/>
              <a:gd name="connsiteX62" fmla="*/ 262900 w 2253411"/>
              <a:gd name="connsiteY62" fmla="*/ 186698 h 440942"/>
              <a:gd name="connsiteX63" fmla="*/ 192929 w 2253411"/>
              <a:gd name="connsiteY63" fmla="*/ 186698 h 440942"/>
              <a:gd name="connsiteX64" fmla="*/ 192929 w 2253411"/>
              <a:gd name="connsiteY64" fmla="*/ 93846 h 440942"/>
              <a:gd name="connsiteX65" fmla="*/ 234730 w 2253411"/>
              <a:gd name="connsiteY65" fmla="*/ 93846 h 440942"/>
              <a:gd name="connsiteX66" fmla="*/ 238853 w 2253411"/>
              <a:gd name="connsiteY66" fmla="*/ 89738 h 440942"/>
              <a:gd name="connsiteX67" fmla="*/ 234730 w 2253411"/>
              <a:gd name="connsiteY67" fmla="*/ 85602 h 440942"/>
              <a:gd name="connsiteX68" fmla="*/ 192929 w 2253411"/>
              <a:gd name="connsiteY68" fmla="*/ 85602 h 440942"/>
              <a:gd name="connsiteX69" fmla="*/ 192929 w 2253411"/>
              <a:gd name="connsiteY69" fmla="*/ 8058 h 440942"/>
              <a:gd name="connsiteX70" fmla="*/ 256951 w 2253411"/>
              <a:gd name="connsiteY70" fmla="*/ 8058 h 440942"/>
              <a:gd name="connsiteX71" fmla="*/ 261072 w 2253411"/>
              <a:gd name="connsiteY71" fmla="*/ 3946 h 440942"/>
              <a:gd name="connsiteX72" fmla="*/ 261072 w 2253411"/>
              <a:gd name="connsiteY72" fmla="*/ 3935 h 440942"/>
              <a:gd name="connsiteX73" fmla="*/ 256954 w 2253411"/>
              <a:gd name="connsiteY73" fmla="*/ -175 h 440942"/>
              <a:gd name="connsiteX74" fmla="*/ 256951 w 2253411"/>
              <a:gd name="connsiteY74" fmla="*/ -175 h 440942"/>
              <a:gd name="connsiteX75" fmla="*/ 120686 w 2253411"/>
              <a:gd name="connsiteY75" fmla="*/ -175 h 440942"/>
              <a:gd name="connsiteX76" fmla="*/ 116578 w 2253411"/>
              <a:gd name="connsiteY76" fmla="*/ 3935 h 440942"/>
              <a:gd name="connsiteX77" fmla="*/ 120685 w 2253411"/>
              <a:gd name="connsiteY77" fmla="*/ 8058 h 440942"/>
              <a:gd name="connsiteX78" fmla="*/ 120686 w 2253411"/>
              <a:gd name="connsiteY78" fmla="*/ 8058 h 440942"/>
              <a:gd name="connsiteX79" fmla="*/ 184696 w 2253411"/>
              <a:gd name="connsiteY79" fmla="*/ 8058 h 440942"/>
              <a:gd name="connsiteX80" fmla="*/ 184696 w 2253411"/>
              <a:gd name="connsiteY80" fmla="*/ 85629 h 440942"/>
              <a:gd name="connsiteX81" fmla="*/ 141436 w 2253411"/>
              <a:gd name="connsiteY81" fmla="*/ 85629 h 440942"/>
              <a:gd name="connsiteX82" fmla="*/ 137315 w 2253411"/>
              <a:gd name="connsiteY82" fmla="*/ 89752 h 440942"/>
              <a:gd name="connsiteX83" fmla="*/ 141435 w 2253411"/>
              <a:gd name="connsiteY83" fmla="*/ 93860 h 440942"/>
              <a:gd name="connsiteX84" fmla="*/ 141436 w 2253411"/>
              <a:gd name="connsiteY84" fmla="*/ 93860 h 440942"/>
              <a:gd name="connsiteX85" fmla="*/ 184696 w 2253411"/>
              <a:gd name="connsiteY85" fmla="*/ 93860 h 440942"/>
              <a:gd name="connsiteX86" fmla="*/ 184696 w 2253411"/>
              <a:gd name="connsiteY86" fmla="*/ 186698 h 440942"/>
              <a:gd name="connsiteX87" fmla="*/ 114724 w 2253411"/>
              <a:gd name="connsiteY87" fmla="*/ 186698 h 440942"/>
              <a:gd name="connsiteX88" fmla="*/ 114724 w 2253411"/>
              <a:gd name="connsiteY88" fmla="*/ 150874 h 440942"/>
              <a:gd name="connsiteX89" fmla="*/ 110611 w 2253411"/>
              <a:gd name="connsiteY89" fmla="*/ 146752 h 440942"/>
              <a:gd name="connsiteX90" fmla="*/ 110602 w 2253411"/>
              <a:gd name="connsiteY90" fmla="*/ 146752 h 440942"/>
              <a:gd name="connsiteX91" fmla="*/ 106479 w 2253411"/>
              <a:gd name="connsiteY91" fmla="*/ 150874 h 440942"/>
              <a:gd name="connsiteX92" fmla="*/ 106479 w 2253411"/>
              <a:gd name="connsiteY92" fmla="*/ 190835 h 440942"/>
              <a:gd name="connsiteX93" fmla="*/ 110598 w 2253411"/>
              <a:gd name="connsiteY93" fmla="*/ 194943 h 440942"/>
              <a:gd name="connsiteX94" fmla="*/ 110602 w 2253411"/>
              <a:gd name="connsiteY94" fmla="*/ 194943 h 440942"/>
              <a:gd name="connsiteX95" fmla="*/ 184696 w 2253411"/>
              <a:gd name="connsiteY95" fmla="*/ 194943 h 440942"/>
              <a:gd name="connsiteX96" fmla="*/ 184696 w 2253411"/>
              <a:gd name="connsiteY96" fmla="*/ 302418 h 440942"/>
              <a:gd name="connsiteX97" fmla="*/ 120523 w 2253411"/>
              <a:gd name="connsiteY97" fmla="*/ 302418 h 440942"/>
              <a:gd name="connsiteX98" fmla="*/ 120523 w 2253411"/>
              <a:gd name="connsiteY98" fmla="*/ 253744 h 440942"/>
              <a:gd name="connsiteX99" fmla="*/ 116395 w 2253411"/>
              <a:gd name="connsiteY99" fmla="*/ 249636 h 440942"/>
              <a:gd name="connsiteX100" fmla="*/ 116386 w 2253411"/>
              <a:gd name="connsiteY100" fmla="*/ 249636 h 440942"/>
              <a:gd name="connsiteX101" fmla="*/ 62189 w 2253411"/>
              <a:gd name="connsiteY101" fmla="*/ 249636 h 440942"/>
              <a:gd name="connsiteX102" fmla="*/ 62189 w 2253411"/>
              <a:gd name="connsiteY102" fmla="*/ 210170 h 440942"/>
              <a:gd name="connsiteX103" fmla="*/ 58084 w 2253411"/>
              <a:gd name="connsiteY103" fmla="*/ 206047 h 440942"/>
              <a:gd name="connsiteX104" fmla="*/ 58081 w 2253411"/>
              <a:gd name="connsiteY104" fmla="*/ 206047 h 440942"/>
              <a:gd name="connsiteX105" fmla="*/ 53958 w 2253411"/>
              <a:gd name="connsiteY105" fmla="*/ 210170 h 440942"/>
              <a:gd name="connsiteX106" fmla="*/ 53958 w 2253411"/>
              <a:gd name="connsiteY106" fmla="*/ 253744 h 440942"/>
              <a:gd name="connsiteX107" fmla="*/ 58081 w 2253411"/>
              <a:gd name="connsiteY107" fmla="*/ 257867 h 440942"/>
              <a:gd name="connsiteX108" fmla="*/ 112277 w 2253411"/>
              <a:gd name="connsiteY108" fmla="*/ 257867 h 440942"/>
              <a:gd name="connsiteX109" fmla="*/ 112277 w 2253411"/>
              <a:gd name="connsiteY109" fmla="*/ 380182 h 440942"/>
              <a:gd name="connsiteX110" fmla="*/ 116382 w 2253411"/>
              <a:gd name="connsiteY110" fmla="*/ 384304 h 440942"/>
              <a:gd name="connsiteX111" fmla="*/ 116386 w 2253411"/>
              <a:gd name="connsiteY111" fmla="*/ 384304 h 440942"/>
              <a:gd name="connsiteX112" fmla="*/ 120523 w 2253411"/>
              <a:gd name="connsiteY112" fmla="*/ 380182 h 440942"/>
              <a:gd name="connsiteX113" fmla="*/ 120523 w 2253411"/>
              <a:gd name="connsiteY113" fmla="*/ 310649 h 440942"/>
              <a:gd name="connsiteX114" fmla="*/ 184696 w 2253411"/>
              <a:gd name="connsiteY114" fmla="*/ 310649 h 440942"/>
              <a:gd name="connsiteX115" fmla="*/ 184696 w 2253411"/>
              <a:gd name="connsiteY115" fmla="*/ 432537 h 440942"/>
              <a:gd name="connsiteX116" fmla="*/ 131736 w 2253411"/>
              <a:gd name="connsiteY116" fmla="*/ 432537 h 440942"/>
              <a:gd name="connsiteX117" fmla="*/ 127628 w 2253411"/>
              <a:gd name="connsiteY117" fmla="*/ 436615 h 440942"/>
              <a:gd name="connsiteX118" fmla="*/ 127628 w 2253411"/>
              <a:gd name="connsiteY118" fmla="*/ 436646 h 440942"/>
              <a:gd name="connsiteX119" fmla="*/ 131716 w 2253411"/>
              <a:gd name="connsiteY119" fmla="*/ 440768 h 440942"/>
              <a:gd name="connsiteX120" fmla="*/ 131736 w 2253411"/>
              <a:gd name="connsiteY120" fmla="*/ 440768 h 440942"/>
              <a:gd name="connsiteX121" fmla="*/ 245888 w 2253411"/>
              <a:gd name="connsiteY121" fmla="*/ 440768 h 440942"/>
              <a:gd name="connsiteX122" fmla="*/ 250011 w 2253411"/>
              <a:gd name="connsiteY122" fmla="*/ 436657 h 440942"/>
              <a:gd name="connsiteX123" fmla="*/ 250011 w 2253411"/>
              <a:gd name="connsiteY123" fmla="*/ 436646 h 440942"/>
              <a:gd name="connsiteX124" fmla="*/ 245909 w 2253411"/>
              <a:gd name="connsiteY124" fmla="*/ 432537 h 440942"/>
              <a:gd name="connsiteX125" fmla="*/ 245888 w 2253411"/>
              <a:gd name="connsiteY125" fmla="*/ 432537 h 440942"/>
              <a:gd name="connsiteX126" fmla="*/ 192929 w 2253411"/>
              <a:gd name="connsiteY126" fmla="*/ 432537 h 440942"/>
              <a:gd name="connsiteX127" fmla="*/ 192929 w 2253411"/>
              <a:gd name="connsiteY127" fmla="*/ 310649 h 440942"/>
              <a:gd name="connsiteX128" fmla="*/ 257116 w 2253411"/>
              <a:gd name="connsiteY128" fmla="*/ 310649 h 440942"/>
              <a:gd name="connsiteX129" fmla="*/ 257116 w 2253411"/>
              <a:gd name="connsiteY129" fmla="*/ 380182 h 440942"/>
              <a:gd name="connsiteX130" fmla="*/ 261250 w 2253411"/>
              <a:gd name="connsiteY130" fmla="*/ 384304 h 440942"/>
              <a:gd name="connsiteX131" fmla="*/ 265358 w 2253411"/>
              <a:gd name="connsiteY131" fmla="*/ 380182 h 440942"/>
              <a:gd name="connsiteX132" fmla="*/ 265358 w 2253411"/>
              <a:gd name="connsiteY132" fmla="*/ 257867 h 440942"/>
              <a:gd name="connsiteX133" fmla="*/ 319557 w 2253411"/>
              <a:gd name="connsiteY133" fmla="*/ 257867 h 440942"/>
              <a:gd name="connsiteX134" fmla="*/ 323665 w 2253411"/>
              <a:gd name="connsiteY134" fmla="*/ 253748 h 440942"/>
              <a:gd name="connsiteX135" fmla="*/ 323665 w 2253411"/>
              <a:gd name="connsiteY135" fmla="*/ 253744 h 440942"/>
              <a:gd name="connsiteX136" fmla="*/ 323665 w 2253411"/>
              <a:gd name="connsiteY136" fmla="*/ 210170 h 440942"/>
              <a:gd name="connsiteX137" fmla="*/ 319557 w 2253411"/>
              <a:gd name="connsiteY137" fmla="*/ 206047 h 440942"/>
              <a:gd name="connsiteX138" fmla="*/ 315434 w 2253411"/>
              <a:gd name="connsiteY138" fmla="*/ 210170 h 440942"/>
              <a:gd name="connsiteX139" fmla="*/ 315434 w 2253411"/>
              <a:gd name="connsiteY139" fmla="*/ 249636 h 440942"/>
              <a:gd name="connsiteX140" fmla="*/ 261250 w 2253411"/>
              <a:gd name="connsiteY140" fmla="*/ 249636 h 440942"/>
              <a:gd name="connsiteX141" fmla="*/ 257115 w 2253411"/>
              <a:gd name="connsiteY141" fmla="*/ 253733 h 440942"/>
              <a:gd name="connsiteX142" fmla="*/ 257115 w 2253411"/>
              <a:gd name="connsiteY142" fmla="*/ 253744 h 440942"/>
              <a:gd name="connsiteX143" fmla="*/ 257115 w 2253411"/>
              <a:gd name="connsiteY143" fmla="*/ 302416 h 440942"/>
              <a:gd name="connsiteX144" fmla="*/ 192927 w 2253411"/>
              <a:gd name="connsiteY144" fmla="*/ 302416 h 440942"/>
              <a:gd name="connsiteX145" fmla="*/ 192927 w 2253411"/>
              <a:gd name="connsiteY145" fmla="*/ 194943 h 440942"/>
              <a:gd name="connsiteX146" fmla="*/ 267036 w 2253411"/>
              <a:gd name="connsiteY146" fmla="*/ 194943 h 440942"/>
              <a:gd name="connsiteX147" fmla="*/ 271144 w 2253411"/>
              <a:gd name="connsiteY147" fmla="*/ 190849 h 440942"/>
              <a:gd name="connsiteX148" fmla="*/ 271144 w 2253411"/>
              <a:gd name="connsiteY148" fmla="*/ 190835 h 440942"/>
              <a:gd name="connsiteX149" fmla="*/ 351285 w 2253411"/>
              <a:gd name="connsiteY149" fmla="*/ 133931 h 440942"/>
              <a:gd name="connsiteX150" fmla="*/ 351285 w 2253411"/>
              <a:gd name="connsiteY150" fmla="*/ 45545 h 440942"/>
              <a:gd name="connsiteX151" fmla="*/ 347175 w 2253411"/>
              <a:gd name="connsiteY151" fmla="*/ 41422 h 440942"/>
              <a:gd name="connsiteX152" fmla="*/ 347164 w 2253411"/>
              <a:gd name="connsiteY152" fmla="*/ 41422 h 440942"/>
              <a:gd name="connsiteX153" fmla="*/ 283332 w 2253411"/>
              <a:gd name="connsiteY153" fmla="*/ 41422 h 440942"/>
              <a:gd name="connsiteX154" fmla="*/ 279224 w 2253411"/>
              <a:gd name="connsiteY154" fmla="*/ 45524 h 440942"/>
              <a:gd name="connsiteX155" fmla="*/ 279224 w 2253411"/>
              <a:gd name="connsiteY155" fmla="*/ 45545 h 440942"/>
              <a:gd name="connsiteX156" fmla="*/ 283332 w 2253411"/>
              <a:gd name="connsiteY156" fmla="*/ 49653 h 440942"/>
              <a:gd name="connsiteX157" fmla="*/ 343054 w 2253411"/>
              <a:gd name="connsiteY157" fmla="*/ 49653 h 440942"/>
              <a:gd name="connsiteX158" fmla="*/ 343054 w 2253411"/>
              <a:gd name="connsiteY158" fmla="*/ 129808 h 440942"/>
              <a:gd name="connsiteX159" fmla="*/ 297460 w 2253411"/>
              <a:gd name="connsiteY159" fmla="*/ 129808 h 440942"/>
              <a:gd name="connsiteX160" fmla="*/ 293338 w 2253411"/>
              <a:gd name="connsiteY160" fmla="*/ 133918 h 440942"/>
              <a:gd name="connsiteX161" fmla="*/ 293338 w 2253411"/>
              <a:gd name="connsiteY161" fmla="*/ 133931 h 440942"/>
              <a:gd name="connsiteX162" fmla="*/ 297460 w 2253411"/>
              <a:gd name="connsiteY162" fmla="*/ 138039 h 440942"/>
              <a:gd name="connsiteX163" fmla="*/ 347164 w 2253411"/>
              <a:gd name="connsiteY163" fmla="*/ 138039 h 440942"/>
              <a:gd name="connsiteX164" fmla="*/ 351285 w 2253411"/>
              <a:gd name="connsiteY164" fmla="*/ 133931 h 440942"/>
              <a:gd name="connsiteX165" fmla="*/ 377065 w 2253411"/>
              <a:gd name="connsiteY165" fmla="*/ 343972 h 440942"/>
              <a:gd name="connsiteX166" fmla="*/ 377065 w 2253411"/>
              <a:gd name="connsiteY166" fmla="*/ 177629 h 440942"/>
              <a:gd name="connsiteX167" fmla="*/ 372946 w 2253411"/>
              <a:gd name="connsiteY167" fmla="*/ 173521 h 440942"/>
              <a:gd name="connsiteX168" fmla="*/ 372943 w 2253411"/>
              <a:gd name="connsiteY168" fmla="*/ 173521 h 440942"/>
              <a:gd name="connsiteX169" fmla="*/ 368834 w 2253411"/>
              <a:gd name="connsiteY169" fmla="*/ 177617 h 440942"/>
              <a:gd name="connsiteX170" fmla="*/ 368834 w 2253411"/>
              <a:gd name="connsiteY170" fmla="*/ 177629 h 440942"/>
              <a:gd name="connsiteX171" fmla="*/ 368834 w 2253411"/>
              <a:gd name="connsiteY171" fmla="*/ 339836 h 440942"/>
              <a:gd name="connsiteX172" fmla="*/ 297460 w 2253411"/>
              <a:gd name="connsiteY172" fmla="*/ 339836 h 440942"/>
              <a:gd name="connsiteX173" fmla="*/ 293338 w 2253411"/>
              <a:gd name="connsiteY173" fmla="*/ 343970 h 440942"/>
              <a:gd name="connsiteX174" fmla="*/ 293338 w 2253411"/>
              <a:gd name="connsiteY174" fmla="*/ 343972 h 440942"/>
              <a:gd name="connsiteX175" fmla="*/ 297438 w 2253411"/>
              <a:gd name="connsiteY175" fmla="*/ 348080 h 440942"/>
              <a:gd name="connsiteX176" fmla="*/ 297460 w 2253411"/>
              <a:gd name="connsiteY176" fmla="*/ 348080 h 440942"/>
              <a:gd name="connsiteX177" fmla="*/ 372943 w 2253411"/>
              <a:gd name="connsiteY177" fmla="*/ 348080 h 440942"/>
              <a:gd name="connsiteX178" fmla="*/ 377065 w 2253411"/>
              <a:gd name="connsiteY178" fmla="*/ 343992 h 440942"/>
              <a:gd name="connsiteX179" fmla="*/ 377065 w 2253411"/>
              <a:gd name="connsiteY179" fmla="*/ 343972 h 440942"/>
              <a:gd name="connsiteX180" fmla="*/ 577721 w 2253411"/>
              <a:gd name="connsiteY180" fmla="*/ 299806 h 440942"/>
              <a:gd name="connsiteX181" fmla="*/ 609683 w 2253411"/>
              <a:gd name="connsiteY181" fmla="*/ 299806 h 440942"/>
              <a:gd name="connsiteX182" fmla="*/ 609683 w 2253411"/>
              <a:gd name="connsiteY182" fmla="*/ 196098 h 440942"/>
              <a:gd name="connsiteX183" fmla="*/ 551186 w 2253411"/>
              <a:gd name="connsiteY183" fmla="*/ 131498 h 440942"/>
              <a:gd name="connsiteX184" fmla="*/ 500878 w 2253411"/>
              <a:gd name="connsiteY184" fmla="*/ 159709 h 440942"/>
              <a:gd name="connsiteX185" fmla="*/ 500878 w 2253411"/>
              <a:gd name="connsiteY185" fmla="*/ 136254 h 440942"/>
              <a:gd name="connsiteX186" fmla="*/ 469601 w 2253411"/>
              <a:gd name="connsiteY186" fmla="*/ 136254 h 440942"/>
              <a:gd name="connsiteX187" fmla="*/ 469601 w 2253411"/>
              <a:gd name="connsiteY187" fmla="*/ 299806 h 440942"/>
              <a:gd name="connsiteX188" fmla="*/ 501565 w 2253411"/>
              <a:gd name="connsiteY188" fmla="*/ 299806 h 440942"/>
              <a:gd name="connsiteX189" fmla="*/ 501565 w 2253411"/>
              <a:gd name="connsiteY189" fmla="*/ 205278 h 440942"/>
              <a:gd name="connsiteX190" fmla="*/ 539629 w 2253411"/>
              <a:gd name="connsiteY190" fmla="*/ 160396 h 440942"/>
              <a:gd name="connsiteX191" fmla="*/ 577721 w 2253411"/>
              <a:gd name="connsiteY191" fmla="*/ 201540 h 440942"/>
              <a:gd name="connsiteX192" fmla="*/ 766751 w 2253411"/>
              <a:gd name="connsiteY192" fmla="*/ 201196 h 440942"/>
              <a:gd name="connsiteX193" fmla="*/ 677320 w 2253411"/>
              <a:gd name="connsiteY193" fmla="*/ 201196 h 440942"/>
              <a:gd name="connsiteX194" fmla="*/ 721870 w 2253411"/>
              <a:gd name="connsiteY194" fmla="*/ 159366 h 440942"/>
              <a:gd name="connsiteX195" fmla="*/ 766751 w 2253411"/>
              <a:gd name="connsiteY195" fmla="*/ 201196 h 440942"/>
              <a:gd name="connsiteX196" fmla="*/ 799388 w 2253411"/>
              <a:gd name="connsiteY196" fmla="*/ 227044 h 440942"/>
              <a:gd name="connsiteX197" fmla="*/ 800075 w 2253411"/>
              <a:gd name="connsiteY197" fmla="*/ 216835 h 440942"/>
              <a:gd name="connsiteX198" fmla="*/ 721527 w 2253411"/>
              <a:gd name="connsiteY198" fmla="*/ 131155 h 440942"/>
              <a:gd name="connsiteX199" fmla="*/ 643324 w 2253411"/>
              <a:gd name="connsiteY199" fmla="*/ 217522 h 440942"/>
              <a:gd name="connsiteX200" fmla="*/ 725608 w 2253411"/>
              <a:gd name="connsiteY200" fmla="*/ 304904 h 440942"/>
              <a:gd name="connsiteX201" fmla="*/ 799044 w 2253411"/>
              <a:gd name="connsiteY201" fmla="*/ 253221 h 440942"/>
              <a:gd name="connsiteX202" fmla="*/ 771519 w 2253411"/>
              <a:gd name="connsiteY202" fmla="*/ 243698 h 440942"/>
              <a:gd name="connsiteX203" fmla="*/ 725608 w 2253411"/>
              <a:gd name="connsiteY203" fmla="*/ 276679 h 440942"/>
              <a:gd name="connsiteX204" fmla="*/ 676304 w 2253411"/>
              <a:gd name="connsiteY204" fmla="*/ 227044 h 440942"/>
              <a:gd name="connsiteX205" fmla="*/ 945791 w 2253411"/>
              <a:gd name="connsiteY205" fmla="*/ 299820 h 440942"/>
              <a:gd name="connsiteX206" fmla="*/ 976394 w 2253411"/>
              <a:gd name="connsiteY206" fmla="*/ 299820 h 440942"/>
              <a:gd name="connsiteX207" fmla="*/ 974677 w 2253411"/>
              <a:gd name="connsiteY207" fmla="*/ 269547 h 440942"/>
              <a:gd name="connsiteX208" fmla="*/ 974677 w 2253411"/>
              <a:gd name="connsiteY208" fmla="*/ 136254 h 440942"/>
              <a:gd name="connsiteX209" fmla="*/ 942727 w 2253411"/>
              <a:gd name="connsiteY209" fmla="*/ 136254 h 440942"/>
              <a:gd name="connsiteX210" fmla="*/ 942727 w 2253411"/>
              <a:gd name="connsiteY210" fmla="*/ 234863 h 440942"/>
              <a:gd name="connsiteX211" fmla="*/ 903948 w 2253411"/>
              <a:gd name="connsiteY211" fmla="*/ 276679 h 440942"/>
              <a:gd name="connsiteX212" fmla="*/ 866901 w 2253411"/>
              <a:gd name="connsiteY212" fmla="*/ 234519 h 440942"/>
              <a:gd name="connsiteX213" fmla="*/ 866901 w 2253411"/>
              <a:gd name="connsiteY213" fmla="*/ 136254 h 440942"/>
              <a:gd name="connsiteX214" fmla="*/ 834924 w 2253411"/>
              <a:gd name="connsiteY214" fmla="*/ 136254 h 440942"/>
              <a:gd name="connsiteX215" fmla="*/ 834924 w 2253411"/>
              <a:gd name="connsiteY215" fmla="*/ 239287 h 440942"/>
              <a:gd name="connsiteX216" fmla="*/ 896143 w 2253411"/>
              <a:gd name="connsiteY216" fmla="*/ 304903 h 440942"/>
              <a:gd name="connsiteX217" fmla="*/ 944418 w 2253411"/>
              <a:gd name="connsiteY217" fmla="*/ 280086 h 440942"/>
              <a:gd name="connsiteX218" fmla="*/ 945791 w 2253411"/>
              <a:gd name="connsiteY218" fmla="*/ 299818 h 440942"/>
              <a:gd name="connsiteX219" fmla="*/ 1098324 w 2253411"/>
              <a:gd name="connsiteY219" fmla="*/ 167541 h 440942"/>
              <a:gd name="connsiteX220" fmla="*/ 1112271 w 2253411"/>
              <a:gd name="connsiteY220" fmla="*/ 168559 h 440942"/>
              <a:gd name="connsiteX221" fmla="*/ 1112271 w 2253411"/>
              <a:gd name="connsiteY221" fmla="*/ 134563 h 440942"/>
              <a:gd name="connsiteX222" fmla="*/ 1101731 w 2253411"/>
              <a:gd name="connsiteY222" fmla="*/ 133532 h 440942"/>
              <a:gd name="connsiteX223" fmla="*/ 1052771 w 2253411"/>
              <a:gd name="connsiteY223" fmla="*/ 164808 h 440942"/>
              <a:gd name="connsiteX224" fmla="*/ 1052771 w 2253411"/>
              <a:gd name="connsiteY224" fmla="*/ 136266 h 440942"/>
              <a:gd name="connsiteX225" fmla="*/ 1021481 w 2253411"/>
              <a:gd name="connsiteY225" fmla="*/ 136266 h 440942"/>
              <a:gd name="connsiteX226" fmla="*/ 1021481 w 2253411"/>
              <a:gd name="connsiteY226" fmla="*/ 299806 h 440942"/>
              <a:gd name="connsiteX227" fmla="*/ 1053443 w 2253411"/>
              <a:gd name="connsiteY227" fmla="*/ 299806 h 440942"/>
              <a:gd name="connsiteX228" fmla="*/ 1053443 w 2253411"/>
              <a:gd name="connsiteY228" fmla="*/ 217851 h 440942"/>
              <a:gd name="connsiteX229" fmla="*/ 1098324 w 2253411"/>
              <a:gd name="connsiteY229" fmla="*/ 167543 h 440942"/>
              <a:gd name="connsiteX230" fmla="*/ 1263512 w 2253411"/>
              <a:gd name="connsiteY230" fmla="*/ 217865 h 440942"/>
              <a:gd name="connsiteX231" fmla="*/ 1212518 w 2253411"/>
              <a:gd name="connsiteY231" fmla="*/ 276350 h 440942"/>
              <a:gd name="connsiteX232" fmla="*/ 1161507 w 2253411"/>
              <a:gd name="connsiteY232" fmla="*/ 217865 h 440942"/>
              <a:gd name="connsiteX233" fmla="*/ 1212518 w 2253411"/>
              <a:gd name="connsiteY233" fmla="*/ 159709 h 440942"/>
              <a:gd name="connsiteX234" fmla="*/ 1263512 w 2253411"/>
              <a:gd name="connsiteY234" fmla="*/ 217865 h 440942"/>
              <a:gd name="connsiteX235" fmla="*/ 1296163 w 2253411"/>
              <a:gd name="connsiteY235" fmla="*/ 217865 h 440942"/>
              <a:gd name="connsiteX236" fmla="*/ 1212518 w 2253411"/>
              <a:gd name="connsiteY236" fmla="*/ 131169 h 440942"/>
              <a:gd name="connsiteX237" fmla="*/ 1128871 w 2253411"/>
              <a:gd name="connsiteY237" fmla="*/ 217865 h 440942"/>
              <a:gd name="connsiteX238" fmla="*/ 1212518 w 2253411"/>
              <a:gd name="connsiteY238" fmla="*/ 304904 h 440942"/>
              <a:gd name="connsiteX239" fmla="*/ 1296163 w 2253411"/>
              <a:gd name="connsiteY239" fmla="*/ 217865 h 440942"/>
              <a:gd name="connsiteX240" fmla="*/ 1388657 w 2253411"/>
              <a:gd name="connsiteY240" fmla="*/ 301496 h 440942"/>
              <a:gd name="connsiteX241" fmla="*/ 1410425 w 2253411"/>
              <a:gd name="connsiteY241" fmla="*/ 298446 h 440942"/>
              <a:gd name="connsiteX242" fmla="*/ 1410425 w 2253411"/>
              <a:gd name="connsiteY242" fmla="*/ 271237 h 440942"/>
              <a:gd name="connsiteX243" fmla="*/ 1397836 w 2253411"/>
              <a:gd name="connsiteY243" fmla="*/ 272612 h 440942"/>
              <a:gd name="connsiteX244" fmla="*/ 1375054 w 2253411"/>
              <a:gd name="connsiteY244" fmla="*/ 250158 h 440942"/>
              <a:gd name="connsiteX245" fmla="*/ 1375054 w 2253411"/>
              <a:gd name="connsiteY245" fmla="*/ 165152 h 440942"/>
              <a:gd name="connsiteX246" fmla="*/ 1410423 w 2253411"/>
              <a:gd name="connsiteY246" fmla="*/ 165152 h 440942"/>
              <a:gd name="connsiteX247" fmla="*/ 1410423 w 2253411"/>
              <a:gd name="connsiteY247" fmla="*/ 136254 h 440942"/>
              <a:gd name="connsiteX248" fmla="*/ 1375054 w 2253411"/>
              <a:gd name="connsiteY248" fmla="*/ 136254 h 440942"/>
              <a:gd name="connsiteX249" fmla="*/ 1375054 w 2253411"/>
              <a:gd name="connsiteY249" fmla="*/ 84585 h 440942"/>
              <a:gd name="connsiteX250" fmla="*/ 1345825 w 2253411"/>
              <a:gd name="connsiteY250" fmla="*/ 84585 h 440942"/>
              <a:gd name="connsiteX251" fmla="*/ 1345825 w 2253411"/>
              <a:gd name="connsiteY251" fmla="*/ 111092 h 440942"/>
              <a:gd name="connsiteX252" fmla="*/ 1320665 w 2253411"/>
              <a:gd name="connsiteY252" fmla="*/ 136254 h 440942"/>
              <a:gd name="connsiteX253" fmla="*/ 1311814 w 2253411"/>
              <a:gd name="connsiteY253" fmla="*/ 136254 h 440942"/>
              <a:gd name="connsiteX254" fmla="*/ 1311814 w 2253411"/>
              <a:gd name="connsiteY254" fmla="*/ 165152 h 440942"/>
              <a:gd name="connsiteX255" fmla="*/ 1343105 w 2253411"/>
              <a:gd name="connsiteY255" fmla="*/ 165152 h 440942"/>
              <a:gd name="connsiteX256" fmla="*/ 1343105 w 2253411"/>
              <a:gd name="connsiteY256" fmla="*/ 254911 h 440942"/>
              <a:gd name="connsiteX257" fmla="*/ 1388657 w 2253411"/>
              <a:gd name="connsiteY257" fmla="*/ 301496 h 440942"/>
              <a:gd name="connsiteX258" fmla="*/ 1564344 w 2253411"/>
              <a:gd name="connsiteY258" fmla="*/ 217865 h 440942"/>
              <a:gd name="connsiteX259" fmla="*/ 1513349 w 2253411"/>
              <a:gd name="connsiteY259" fmla="*/ 276350 h 440942"/>
              <a:gd name="connsiteX260" fmla="*/ 1462340 w 2253411"/>
              <a:gd name="connsiteY260" fmla="*/ 217865 h 440942"/>
              <a:gd name="connsiteX261" fmla="*/ 1513349 w 2253411"/>
              <a:gd name="connsiteY261" fmla="*/ 159709 h 440942"/>
              <a:gd name="connsiteX262" fmla="*/ 1564344 w 2253411"/>
              <a:gd name="connsiteY262" fmla="*/ 217865 h 440942"/>
              <a:gd name="connsiteX263" fmla="*/ 1596994 w 2253411"/>
              <a:gd name="connsiteY263" fmla="*/ 217865 h 440942"/>
              <a:gd name="connsiteX264" fmla="*/ 1513349 w 2253411"/>
              <a:gd name="connsiteY264" fmla="*/ 131169 h 440942"/>
              <a:gd name="connsiteX265" fmla="*/ 1429704 w 2253411"/>
              <a:gd name="connsiteY265" fmla="*/ 217865 h 440942"/>
              <a:gd name="connsiteX266" fmla="*/ 1513349 w 2253411"/>
              <a:gd name="connsiteY266" fmla="*/ 304904 h 440942"/>
              <a:gd name="connsiteX267" fmla="*/ 1596994 w 2253411"/>
              <a:gd name="connsiteY267" fmla="*/ 217865 h 440942"/>
              <a:gd name="connsiteX268" fmla="*/ 1709456 w 2253411"/>
              <a:gd name="connsiteY268" fmla="*/ 167543 h 440942"/>
              <a:gd name="connsiteX269" fmla="*/ 1723392 w 2253411"/>
              <a:gd name="connsiteY269" fmla="*/ 168560 h 440942"/>
              <a:gd name="connsiteX270" fmla="*/ 1723392 w 2253411"/>
              <a:gd name="connsiteY270" fmla="*/ 134563 h 440942"/>
              <a:gd name="connsiteX271" fmla="*/ 1712851 w 2253411"/>
              <a:gd name="connsiteY271" fmla="*/ 133532 h 440942"/>
              <a:gd name="connsiteX272" fmla="*/ 1663890 w 2253411"/>
              <a:gd name="connsiteY272" fmla="*/ 164808 h 440942"/>
              <a:gd name="connsiteX273" fmla="*/ 1663890 w 2253411"/>
              <a:gd name="connsiteY273" fmla="*/ 136266 h 440942"/>
              <a:gd name="connsiteX274" fmla="*/ 1632614 w 2253411"/>
              <a:gd name="connsiteY274" fmla="*/ 136266 h 440942"/>
              <a:gd name="connsiteX275" fmla="*/ 1632614 w 2253411"/>
              <a:gd name="connsiteY275" fmla="*/ 299806 h 440942"/>
              <a:gd name="connsiteX276" fmla="*/ 1664564 w 2253411"/>
              <a:gd name="connsiteY276" fmla="*/ 299806 h 440942"/>
              <a:gd name="connsiteX277" fmla="*/ 1664564 w 2253411"/>
              <a:gd name="connsiteY277" fmla="*/ 217851 h 440942"/>
              <a:gd name="connsiteX278" fmla="*/ 1709456 w 2253411"/>
              <a:gd name="connsiteY278" fmla="*/ 167543 h 440942"/>
              <a:gd name="connsiteX279" fmla="*/ 1790286 w 2253411"/>
              <a:gd name="connsiteY279" fmla="*/ 74360 h 440942"/>
              <a:gd name="connsiteX280" fmla="*/ 1767488 w 2253411"/>
              <a:gd name="connsiteY280" fmla="*/ 51248 h 440942"/>
              <a:gd name="connsiteX281" fmla="*/ 1744374 w 2253411"/>
              <a:gd name="connsiteY281" fmla="*/ 74045 h 440942"/>
              <a:gd name="connsiteX282" fmla="*/ 1767159 w 2253411"/>
              <a:gd name="connsiteY282" fmla="*/ 97158 h 440942"/>
              <a:gd name="connsiteX283" fmla="*/ 1790286 w 2253411"/>
              <a:gd name="connsiteY283" fmla="*/ 74401 h 440942"/>
              <a:gd name="connsiteX284" fmla="*/ 1790286 w 2253411"/>
              <a:gd name="connsiteY284" fmla="*/ 74362 h 440942"/>
              <a:gd name="connsiteX285" fmla="*/ 1937899 w 2253411"/>
              <a:gd name="connsiteY285" fmla="*/ 299820 h 440942"/>
              <a:gd name="connsiteX286" fmla="*/ 1968489 w 2253411"/>
              <a:gd name="connsiteY286" fmla="*/ 299820 h 440942"/>
              <a:gd name="connsiteX287" fmla="*/ 1966785 w 2253411"/>
              <a:gd name="connsiteY287" fmla="*/ 269547 h 440942"/>
              <a:gd name="connsiteX288" fmla="*/ 1966785 w 2253411"/>
              <a:gd name="connsiteY288" fmla="*/ 136254 h 440942"/>
              <a:gd name="connsiteX289" fmla="*/ 1934821 w 2253411"/>
              <a:gd name="connsiteY289" fmla="*/ 136254 h 440942"/>
              <a:gd name="connsiteX290" fmla="*/ 1934821 w 2253411"/>
              <a:gd name="connsiteY290" fmla="*/ 234863 h 440942"/>
              <a:gd name="connsiteX291" fmla="*/ 1896069 w 2253411"/>
              <a:gd name="connsiteY291" fmla="*/ 276679 h 440942"/>
              <a:gd name="connsiteX292" fmla="*/ 1859008 w 2253411"/>
              <a:gd name="connsiteY292" fmla="*/ 234519 h 440942"/>
              <a:gd name="connsiteX293" fmla="*/ 1859008 w 2253411"/>
              <a:gd name="connsiteY293" fmla="*/ 136254 h 440942"/>
              <a:gd name="connsiteX294" fmla="*/ 1827032 w 2253411"/>
              <a:gd name="connsiteY294" fmla="*/ 136254 h 440942"/>
              <a:gd name="connsiteX295" fmla="*/ 1827032 w 2253411"/>
              <a:gd name="connsiteY295" fmla="*/ 239287 h 440942"/>
              <a:gd name="connsiteX296" fmla="*/ 1888249 w 2253411"/>
              <a:gd name="connsiteY296" fmla="*/ 304903 h 440942"/>
              <a:gd name="connsiteX297" fmla="*/ 1936524 w 2253411"/>
              <a:gd name="connsiteY297" fmla="*/ 280086 h 440942"/>
              <a:gd name="connsiteX298" fmla="*/ 1937899 w 2253411"/>
              <a:gd name="connsiteY298" fmla="*/ 299818 h 440942"/>
              <a:gd name="connsiteX299" fmla="*/ 2253984 w 2253411"/>
              <a:gd name="connsiteY299" fmla="*/ 299806 h 440942"/>
              <a:gd name="connsiteX300" fmla="*/ 2253984 w 2253411"/>
              <a:gd name="connsiteY300" fmla="*/ 193721 h 440942"/>
              <a:gd name="connsiteX301" fmla="*/ 2197547 w 2253411"/>
              <a:gd name="connsiteY301" fmla="*/ 131498 h 440942"/>
              <a:gd name="connsiteX302" fmla="*/ 2142800 w 2253411"/>
              <a:gd name="connsiteY302" fmla="*/ 162431 h 440942"/>
              <a:gd name="connsiteX303" fmla="*/ 2093839 w 2253411"/>
              <a:gd name="connsiteY303" fmla="*/ 131498 h 440942"/>
              <a:gd name="connsiteX304" fmla="*/ 2044204 w 2253411"/>
              <a:gd name="connsiteY304" fmla="*/ 158005 h 440942"/>
              <a:gd name="connsiteX305" fmla="*/ 2044204 w 2253411"/>
              <a:gd name="connsiteY305" fmla="*/ 136254 h 440942"/>
              <a:gd name="connsiteX306" fmla="*/ 2013588 w 2253411"/>
              <a:gd name="connsiteY306" fmla="*/ 136254 h 440942"/>
              <a:gd name="connsiteX307" fmla="*/ 2013588 w 2253411"/>
              <a:gd name="connsiteY307" fmla="*/ 299806 h 440942"/>
              <a:gd name="connsiteX308" fmla="*/ 2045221 w 2253411"/>
              <a:gd name="connsiteY308" fmla="*/ 299806 h 440942"/>
              <a:gd name="connsiteX309" fmla="*/ 2045221 w 2253411"/>
              <a:gd name="connsiteY309" fmla="*/ 201209 h 440942"/>
              <a:gd name="connsiteX310" fmla="*/ 2083299 w 2253411"/>
              <a:gd name="connsiteY310" fmla="*/ 159709 h 440942"/>
              <a:gd name="connsiteX311" fmla="*/ 2117971 w 2253411"/>
              <a:gd name="connsiteY311" fmla="*/ 197115 h 440942"/>
              <a:gd name="connsiteX312" fmla="*/ 2117971 w 2253411"/>
              <a:gd name="connsiteY312" fmla="*/ 299807 h 440942"/>
              <a:gd name="connsiteX313" fmla="*/ 2149932 w 2253411"/>
              <a:gd name="connsiteY313" fmla="*/ 299807 h 440942"/>
              <a:gd name="connsiteX314" fmla="*/ 2149932 w 2253411"/>
              <a:gd name="connsiteY314" fmla="*/ 200867 h 440942"/>
              <a:gd name="connsiteX315" fmla="*/ 2187682 w 2253411"/>
              <a:gd name="connsiteY315" fmla="*/ 159711 h 440942"/>
              <a:gd name="connsiteX316" fmla="*/ 2222364 w 2253411"/>
              <a:gd name="connsiteY316" fmla="*/ 197115 h 440942"/>
              <a:gd name="connsiteX317" fmla="*/ 2222364 w 2253411"/>
              <a:gd name="connsiteY317" fmla="*/ 299807 h 440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Lst>
            <a:rect l="l" t="t" r="r" b="b"/>
            <a:pathLst>
              <a:path w="2253411" h="440942">
                <a:moveTo>
                  <a:pt x="1783139" y="136254"/>
                </a:moveTo>
                <a:lnTo>
                  <a:pt x="1751520" y="136254"/>
                </a:lnTo>
                <a:lnTo>
                  <a:pt x="1751520" y="299806"/>
                </a:lnTo>
                <a:lnTo>
                  <a:pt x="1783139" y="299806"/>
                </a:lnTo>
                <a:close/>
                <a:moveTo>
                  <a:pt x="293338" y="409024"/>
                </a:moveTo>
                <a:cubicBezTo>
                  <a:pt x="293335" y="411298"/>
                  <a:pt x="295174" y="413144"/>
                  <a:pt x="297448" y="413147"/>
                </a:cubicBezTo>
                <a:cubicBezTo>
                  <a:pt x="297452" y="413147"/>
                  <a:pt x="297456" y="413147"/>
                  <a:pt x="297460" y="413147"/>
                </a:cubicBezTo>
                <a:lnTo>
                  <a:pt x="333669" y="413147"/>
                </a:lnTo>
                <a:cubicBezTo>
                  <a:pt x="335936" y="413150"/>
                  <a:pt x="337776" y="411314"/>
                  <a:pt x="337779" y="409047"/>
                </a:cubicBezTo>
                <a:cubicBezTo>
                  <a:pt x="337779" y="409039"/>
                  <a:pt x="337779" y="409032"/>
                  <a:pt x="337777" y="409024"/>
                </a:cubicBezTo>
                <a:cubicBezTo>
                  <a:pt x="337782" y="406760"/>
                  <a:pt x="335949" y="404921"/>
                  <a:pt x="333683" y="404916"/>
                </a:cubicBezTo>
                <a:cubicBezTo>
                  <a:pt x="333678" y="404916"/>
                  <a:pt x="333674" y="404916"/>
                  <a:pt x="333669" y="404916"/>
                </a:cubicBezTo>
                <a:lnTo>
                  <a:pt x="297460" y="404916"/>
                </a:lnTo>
                <a:cubicBezTo>
                  <a:pt x="295188" y="404911"/>
                  <a:pt x="293342" y="406749"/>
                  <a:pt x="293338" y="409021"/>
                </a:cubicBezTo>
                <a:cubicBezTo>
                  <a:pt x="293338" y="409023"/>
                  <a:pt x="293338" y="409024"/>
                  <a:pt x="293338" y="409024"/>
                </a:cubicBezTo>
                <a:moveTo>
                  <a:pt x="39859" y="409024"/>
                </a:moveTo>
                <a:cubicBezTo>
                  <a:pt x="39849" y="411291"/>
                  <a:pt x="41679" y="413137"/>
                  <a:pt x="43946" y="413147"/>
                </a:cubicBezTo>
                <a:cubicBezTo>
                  <a:pt x="43953" y="413147"/>
                  <a:pt x="43959" y="413147"/>
                  <a:pt x="43967" y="413147"/>
                </a:cubicBezTo>
                <a:lnTo>
                  <a:pt x="80176" y="413147"/>
                </a:lnTo>
                <a:cubicBezTo>
                  <a:pt x="82449" y="413150"/>
                  <a:pt x="84295" y="411311"/>
                  <a:pt x="84298" y="409037"/>
                </a:cubicBezTo>
                <a:cubicBezTo>
                  <a:pt x="84298" y="409032"/>
                  <a:pt x="84298" y="409029"/>
                  <a:pt x="84298" y="409024"/>
                </a:cubicBezTo>
                <a:cubicBezTo>
                  <a:pt x="84295" y="406752"/>
                  <a:pt x="82451" y="404913"/>
                  <a:pt x="80179" y="404916"/>
                </a:cubicBezTo>
                <a:cubicBezTo>
                  <a:pt x="80177" y="404916"/>
                  <a:pt x="80177" y="404916"/>
                  <a:pt x="80176" y="404916"/>
                </a:cubicBezTo>
                <a:lnTo>
                  <a:pt x="43967" y="404916"/>
                </a:lnTo>
                <a:cubicBezTo>
                  <a:pt x="41701" y="404913"/>
                  <a:pt x="39862" y="406746"/>
                  <a:pt x="39859" y="409012"/>
                </a:cubicBezTo>
                <a:cubicBezTo>
                  <a:pt x="39859" y="409016"/>
                  <a:pt x="39859" y="409021"/>
                  <a:pt x="39859" y="409024"/>
                </a:cubicBezTo>
                <a:moveTo>
                  <a:pt x="80177" y="339849"/>
                </a:moveTo>
                <a:lnTo>
                  <a:pt x="8803" y="339849"/>
                </a:lnTo>
                <a:lnTo>
                  <a:pt x="8803" y="177644"/>
                </a:lnTo>
                <a:cubicBezTo>
                  <a:pt x="8801" y="175367"/>
                  <a:pt x="6955" y="173523"/>
                  <a:pt x="4680" y="173521"/>
                </a:cubicBezTo>
                <a:cubicBezTo>
                  <a:pt x="2408" y="173523"/>
                  <a:pt x="569" y="175367"/>
                  <a:pt x="572" y="177639"/>
                </a:cubicBezTo>
                <a:cubicBezTo>
                  <a:pt x="572" y="177640"/>
                  <a:pt x="572" y="177642"/>
                  <a:pt x="572" y="177644"/>
                </a:cubicBezTo>
                <a:lnTo>
                  <a:pt x="572" y="343959"/>
                </a:lnTo>
                <a:cubicBezTo>
                  <a:pt x="567" y="346229"/>
                  <a:pt x="2404" y="348075"/>
                  <a:pt x="4676" y="348080"/>
                </a:cubicBezTo>
                <a:cubicBezTo>
                  <a:pt x="4677" y="348080"/>
                  <a:pt x="4679" y="348080"/>
                  <a:pt x="4680" y="348080"/>
                </a:cubicBezTo>
                <a:lnTo>
                  <a:pt x="80176" y="348080"/>
                </a:lnTo>
                <a:cubicBezTo>
                  <a:pt x="82449" y="348083"/>
                  <a:pt x="84295" y="346244"/>
                  <a:pt x="84298" y="343970"/>
                </a:cubicBezTo>
                <a:cubicBezTo>
                  <a:pt x="84298" y="343965"/>
                  <a:pt x="84298" y="343962"/>
                  <a:pt x="84298" y="343959"/>
                </a:cubicBezTo>
                <a:cubicBezTo>
                  <a:pt x="84290" y="341687"/>
                  <a:pt x="82447" y="339849"/>
                  <a:pt x="80176" y="339849"/>
                </a:cubicBezTo>
                <a:moveTo>
                  <a:pt x="98412" y="45530"/>
                </a:moveTo>
                <a:cubicBezTo>
                  <a:pt x="98409" y="43258"/>
                  <a:pt x="96564" y="41419"/>
                  <a:pt x="94292" y="41422"/>
                </a:cubicBezTo>
                <a:cubicBezTo>
                  <a:pt x="94291" y="41422"/>
                  <a:pt x="94291" y="41422"/>
                  <a:pt x="94289" y="41422"/>
                </a:cubicBezTo>
                <a:lnTo>
                  <a:pt x="30459" y="41422"/>
                </a:lnTo>
                <a:cubicBezTo>
                  <a:pt x="28193" y="41419"/>
                  <a:pt x="26354" y="43252"/>
                  <a:pt x="26351" y="45518"/>
                </a:cubicBezTo>
                <a:cubicBezTo>
                  <a:pt x="26351" y="45521"/>
                  <a:pt x="26351" y="45526"/>
                  <a:pt x="26351" y="45530"/>
                </a:cubicBezTo>
                <a:lnTo>
                  <a:pt x="26351" y="133916"/>
                </a:lnTo>
                <a:cubicBezTo>
                  <a:pt x="26346" y="136188"/>
                  <a:pt x="28184" y="138034"/>
                  <a:pt x="30456" y="138039"/>
                </a:cubicBezTo>
                <a:cubicBezTo>
                  <a:pt x="30458" y="138039"/>
                  <a:pt x="30458" y="138039"/>
                  <a:pt x="30459" y="138039"/>
                </a:cubicBezTo>
                <a:lnTo>
                  <a:pt x="80191" y="138039"/>
                </a:lnTo>
                <a:cubicBezTo>
                  <a:pt x="82460" y="138026"/>
                  <a:pt x="84295" y="136187"/>
                  <a:pt x="84300" y="133916"/>
                </a:cubicBezTo>
                <a:cubicBezTo>
                  <a:pt x="84293" y="131651"/>
                  <a:pt x="82459" y="129814"/>
                  <a:pt x="80191" y="129808"/>
                </a:cubicBezTo>
                <a:lnTo>
                  <a:pt x="34582" y="129808"/>
                </a:lnTo>
                <a:lnTo>
                  <a:pt x="34582" y="49653"/>
                </a:lnTo>
                <a:lnTo>
                  <a:pt x="94291" y="49653"/>
                </a:lnTo>
                <a:cubicBezTo>
                  <a:pt x="96564" y="49656"/>
                  <a:pt x="98410" y="47813"/>
                  <a:pt x="98413" y="45540"/>
                </a:cubicBezTo>
                <a:cubicBezTo>
                  <a:pt x="98413" y="45537"/>
                  <a:pt x="98413" y="45534"/>
                  <a:pt x="98413" y="45530"/>
                </a:cubicBezTo>
                <a:moveTo>
                  <a:pt x="271146" y="190835"/>
                </a:moveTo>
                <a:lnTo>
                  <a:pt x="271146" y="150874"/>
                </a:lnTo>
                <a:cubicBezTo>
                  <a:pt x="271151" y="148602"/>
                  <a:pt x="269311" y="146756"/>
                  <a:pt x="267039" y="146752"/>
                </a:cubicBezTo>
                <a:cubicBezTo>
                  <a:pt x="267039" y="146752"/>
                  <a:pt x="267037" y="146752"/>
                  <a:pt x="267037" y="146752"/>
                </a:cubicBezTo>
                <a:cubicBezTo>
                  <a:pt x="264756" y="146747"/>
                  <a:pt x="262904" y="148593"/>
                  <a:pt x="262900" y="150873"/>
                </a:cubicBezTo>
                <a:cubicBezTo>
                  <a:pt x="262900" y="150873"/>
                  <a:pt x="262900" y="150874"/>
                  <a:pt x="262900" y="150874"/>
                </a:cubicBezTo>
                <a:lnTo>
                  <a:pt x="262900" y="186698"/>
                </a:lnTo>
                <a:lnTo>
                  <a:pt x="192929" y="186698"/>
                </a:lnTo>
                <a:lnTo>
                  <a:pt x="192929" y="93846"/>
                </a:lnTo>
                <a:lnTo>
                  <a:pt x="234730" y="93846"/>
                </a:lnTo>
                <a:cubicBezTo>
                  <a:pt x="236999" y="93841"/>
                  <a:pt x="238840" y="92007"/>
                  <a:pt x="238853" y="89738"/>
                </a:cubicBezTo>
                <a:cubicBezTo>
                  <a:pt x="238852" y="87459"/>
                  <a:pt x="237009" y="85610"/>
                  <a:pt x="234730" y="85602"/>
                </a:cubicBezTo>
                <a:lnTo>
                  <a:pt x="192929" y="85602"/>
                </a:lnTo>
                <a:lnTo>
                  <a:pt x="192929" y="8058"/>
                </a:lnTo>
                <a:lnTo>
                  <a:pt x="256951" y="8058"/>
                </a:lnTo>
                <a:cubicBezTo>
                  <a:pt x="259225" y="8061"/>
                  <a:pt x="261071" y="6220"/>
                  <a:pt x="261072" y="3946"/>
                </a:cubicBezTo>
                <a:cubicBezTo>
                  <a:pt x="261072" y="3943"/>
                  <a:pt x="261072" y="3938"/>
                  <a:pt x="261072" y="3935"/>
                </a:cubicBezTo>
                <a:cubicBezTo>
                  <a:pt x="261071" y="1663"/>
                  <a:pt x="259226" y="-176"/>
                  <a:pt x="256954" y="-175"/>
                </a:cubicBezTo>
                <a:cubicBezTo>
                  <a:pt x="256953" y="-175"/>
                  <a:pt x="256951" y="-175"/>
                  <a:pt x="256951" y="-175"/>
                </a:cubicBezTo>
                <a:lnTo>
                  <a:pt x="120686" y="-175"/>
                </a:lnTo>
                <a:cubicBezTo>
                  <a:pt x="118418" y="-173"/>
                  <a:pt x="116580" y="1666"/>
                  <a:pt x="116578" y="3935"/>
                </a:cubicBezTo>
                <a:cubicBezTo>
                  <a:pt x="116573" y="6207"/>
                  <a:pt x="118411" y="8053"/>
                  <a:pt x="120685" y="8058"/>
                </a:cubicBezTo>
                <a:cubicBezTo>
                  <a:pt x="120685" y="8058"/>
                  <a:pt x="120686" y="8058"/>
                  <a:pt x="120686" y="8058"/>
                </a:cubicBezTo>
                <a:lnTo>
                  <a:pt x="184696" y="8058"/>
                </a:lnTo>
                <a:lnTo>
                  <a:pt x="184696" y="85629"/>
                </a:lnTo>
                <a:lnTo>
                  <a:pt x="141436" y="85629"/>
                </a:lnTo>
                <a:cubicBezTo>
                  <a:pt x="139161" y="85631"/>
                  <a:pt x="137317" y="87475"/>
                  <a:pt x="137315" y="89752"/>
                </a:cubicBezTo>
                <a:cubicBezTo>
                  <a:pt x="137318" y="92024"/>
                  <a:pt x="139163" y="93864"/>
                  <a:pt x="141435" y="93860"/>
                </a:cubicBezTo>
                <a:cubicBezTo>
                  <a:pt x="141435" y="93860"/>
                  <a:pt x="141436" y="93860"/>
                  <a:pt x="141436" y="93860"/>
                </a:cubicBezTo>
                <a:lnTo>
                  <a:pt x="184696" y="93860"/>
                </a:lnTo>
                <a:lnTo>
                  <a:pt x="184696" y="186698"/>
                </a:lnTo>
                <a:lnTo>
                  <a:pt x="114724" y="186698"/>
                </a:lnTo>
                <a:lnTo>
                  <a:pt x="114724" y="150874"/>
                </a:lnTo>
                <a:cubicBezTo>
                  <a:pt x="114727" y="148601"/>
                  <a:pt x="112885" y="146755"/>
                  <a:pt x="110611" y="146752"/>
                </a:cubicBezTo>
                <a:cubicBezTo>
                  <a:pt x="110608" y="146752"/>
                  <a:pt x="110605" y="146752"/>
                  <a:pt x="110602" y="146752"/>
                </a:cubicBezTo>
                <a:cubicBezTo>
                  <a:pt x="108325" y="146753"/>
                  <a:pt x="106481" y="148598"/>
                  <a:pt x="106479" y="150874"/>
                </a:cubicBezTo>
                <a:lnTo>
                  <a:pt x="106479" y="190835"/>
                </a:lnTo>
                <a:cubicBezTo>
                  <a:pt x="106482" y="193107"/>
                  <a:pt x="108326" y="194947"/>
                  <a:pt x="110598" y="194943"/>
                </a:cubicBezTo>
                <a:cubicBezTo>
                  <a:pt x="110598" y="194943"/>
                  <a:pt x="110600" y="194943"/>
                  <a:pt x="110602" y="194943"/>
                </a:cubicBezTo>
                <a:lnTo>
                  <a:pt x="184696" y="194943"/>
                </a:lnTo>
                <a:lnTo>
                  <a:pt x="184696" y="302418"/>
                </a:lnTo>
                <a:lnTo>
                  <a:pt x="120523" y="302418"/>
                </a:lnTo>
                <a:lnTo>
                  <a:pt x="120523" y="253744"/>
                </a:lnTo>
                <a:cubicBezTo>
                  <a:pt x="120518" y="251469"/>
                  <a:pt x="118670" y="249630"/>
                  <a:pt x="116395" y="249636"/>
                </a:cubicBezTo>
                <a:cubicBezTo>
                  <a:pt x="116392" y="249636"/>
                  <a:pt x="116389" y="249636"/>
                  <a:pt x="116386" y="249636"/>
                </a:cubicBezTo>
                <a:lnTo>
                  <a:pt x="62189" y="249636"/>
                </a:lnTo>
                <a:lnTo>
                  <a:pt x="62189" y="210170"/>
                </a:lnTo>
                <a:cubicBezTo>
                  <a:pt x="62194" y="207898"/>
                  <a:pt x="60356" y="206052"/>
                  <a:pt x="58084" y="206047"/>
                </a:cubicBezTo>
                <a:cubicBezTo>
                  <a:pt x="58082" y="206047"/>
                  <a:pt x="58082" y="206047"/>
                  <a:pt x="58081" y="206047"/>
                </a:cubicBezTo>
                <a:cubicBezTo>
                  <a:pt x="55805" y="206054"/>
                  <a:pt x="53964" y="207895"/>
                  <a:pt x="53958" y="210170"/>
                </a:cubicBezTo>
                <a:lnTo>
                  <a:pt x="53958" y="253744"/>
                </a:lnTo>
                <a:cubicBezTo>
                  <a:pt x="53960" y="256020"/>
                  <a:pt x="55804" y="257866"/>
                  <a:pt x="58081" y="257867"/>
                </a:cubicBezTo>
                <a:lnTo>
                  <a:pt x="112277" y="257867"/>
                </a:lnTo>
                <a:lnTo>
                  <a:pt x="112277" y="380182"/>
                </a:lnTo>
                <a:cubicBezTo>
                  <a:pt x="112273" y="382454"/>
                  <a:pt x="114110" y="384300"/>
                  <a:pt x="116382" y="384304"/>
                </a:cubicBezTo>
                <a:cubicBezTo>
                  <a:pt x="116384" y="384304"/>
                  <a:pt x="116386" y="384304"/>
                  <a:pt x="116386" y="384304"/>
                </a:cubicBezTo>
                <a:cubicBezTo>
                  <a:pt x="118666" y="384303"/>
                  <a:pt x="120515" y="382460"/>
                  <a:pt x="120523" y="380182"/>
                </a:cubicBezTo>
                <a:lnTo>
                  <a:pt x="120523" y="310649"/>
                </a:lnTo>
                <a:lnTo>
                  <a:pt x="184696" y="310649"/>
                </a:lnTo>
                <a:lnTo>
                  <a:pt x="184696" y="432537"/>
                </a:lnTo>
                <a:lnTo>
                  <a:pt x="131736" y="432537"/>
                </a:lnTo>
                <a:cubicBezTo>
                  <a:pt x="129475" y="432528"/>
                  <a:pt x="127636" y="434355"/>
                  <a:pt x="127628" y="436615"/>
                </a:cubicBezTo>
                <a:cubicBezTo>
                  <a:pt x="127628" y="436625"/>
                  <a:pt x="127628" y="436635"/>
                  <a:pt x="127628" y="436646"/>
                </a:cubicBezTo>
                <a:cubicBezTo>
                  <a:pt x="127618" y="438913"/>
                  <a:pt x="129448" y="440759"/>
                  <a:pt x="131716" y="440768"/>
                </a:cubicBezTo>
                <a:cubicBezTo>
                  <a:pt x="131722" y="440768"/>
                  <a:pt x="131730" y="440768"/>
                  <a:pt x="131736" y="440768"/>
                </a:cubicBezTo>
                <a:lnTo>
                  <a:pt x="245888" y="440768"/>
                </a:lnTo>
                <a:cubicBezTo>
                  <a:pt x="248162" y="440771"/>
                  <a:pt x="250008" y="438930"/>
                  <a:pt x="250011" y="436657"/>
                </a:cubicBezTo>
                <a:cubicBezTo>
                  <a:pt x="250011" y="436654"/>
                  <a:pt x="250011" y="436649"/>
                  <a:pt x="250011" y="436646"/>
                </a:cubicBezTo>
                <a:cubicBezTo>
                  <a:pt x="250013" y="434378"/>
                  <a:pt x="248176" y="432539"/>
                  <a:pt x="245909" y="432537"/>
                </a:cubicBezTo>
                <a:cubicBezTo>
                  <a:pt x="245903" y="432537"/>
                  <a:pt x="245895" y="432537"/>
                  <a:pt x="245888" y="432537"/>
                </a:cubicBezTo>
                <a:lnTo>
                  <a:pt x="192929" y="432537"/>
                </a:lnTo>
                <a:lnTo>
                  <a:pt x="192929" y="310649"/>
                </a:lnTo>
                <a:lnTo>
                  <a:pt x="257116" y="310649"/>
                </a:lnTo>
                <a:lnTo>
                  <a:pt x="257116" y="380182"/>
                </a:lnTo>
                <a:cubicBezTo>
                  <a:pt x="257124" y="382460"/>
                  <a:pt x="258972" y="384303"/>
                  <a:pt x="261250" y="384304"/>
                </a:cubicBezTo>
                <a:cubicBezTo>
                  <a:pt x="263522" y="384296"/>
                  <a:pt x="265358" y="382454"/>
                  <a:pt x="265358" y="380182"/>
                </a:cubicBezTo>
                <a:lnTo>
                  <a:pt x="265358" y="257867"/>
                </a:lnTo>
                <a:lnTo>
                  <a:pt x="319557" y="257867"/>
                </a:lnTo>
                <a:cubicBezTo>
                  <a:pt x="321829" y="257864"/>
                  <a:pt x="323668" y="256020"/>
                  <a:pt x="323665" y="253748"/>
                </a:cubicBezTo>
                <a:cubicBezTo>
                  <a:pt x="323665" y="253746"/>
                  <a:pt x="323665" y="253744"/>
                  <a:pt x="323665" y="253744"/>
                </a:cubicBezTo>
                <a:lnTo>
                  <a:pt x="323665" y="210170"/>
                </a:lnTo>
                <a:cubicBezTo>
                  <a:pt x="323665" y="207898"/>
                  <a:pt x="321827" y="206055"/>
                  <a:pt x="319557" y="206047"/>
                </a:cubicBezTo>
                <a:cubicBezTo>
                  <a:pt x="317280" y="206049"/>
                  <a:pt x="315436" y="207893"/>
                  <a:pt x="315434" y="210170"/>
                </a:cubicBezTo>
                <a:lnTo>
                  <a:pt x="315434" y="249636"/>
                </a:lnTo>
                <a:lnTo>
                  <a:pt x="261250" y="249636"/>
                </a:lnTo>
                <a:cubicBezTo>
                  <a:pt x="258977" y="249625"/>
                  <a:pt x="257124" y="251460"/>
                  <a:pt x="257115" y="253733"/>
                </a:cubicBezTo>
                <a:cubicBezTo>
                  <a:pt x="257115" y="253737"/>
                  <a:pt x="257115" y="253741"/>
                  <a:pt x="257115" y="253744"/>
                </a:cubicBezTo>
                <a:lnTo>
                  <a:pt x="257115" y="302416"/>
                </a:lnTo>
                <a:lnTo>
                  <a:pt x="192927" y="302416"/>
                </a:lnTo>
                <a:lnTo>
                  <a:pt x="192927" y="194943"/>
                </a:lnTo>
                <a:lnTo>
                  <a:pt x="267036" y="194943"/>
                </a:lnTo>
                <a:cubicBezTo>
                  <a:pt x="269301" y="194948"/>
                  <a:pt x="271141" y="193113"/>
                  <a:pt x="271144" y="190849"/>
                </a:cubicBezTo>
                <a:cubicBezTo>
                  <a:pt x="271144" y="190845"/>
                  <a:pt x="271144" y="190840"/>
                  <a:pt x="271144" y="190835"/>
                </a:cubicBezTo>
                <a:moveTo>
                  <a:pt x="351285" y="133931"/>
                </a:moveTo>
                <a:lnTo>
                  <a:pt x="351285" y="45545"/>
                </a:lnTo>
                <a:cubicBezTo>
                  <a:pt x="351288" y="43271"/>
                  <a:pt x="349449" y="41425"/>
                  <a:pt x="347175" y="41422"/>
                </a:cubicBezTo>
                <a:cubicBezTo>
                  <a:pt x="347170" y="41422"/>
                  <a:pt x="347167" y="41422"/>
                  <a:pt x="347164" y="41422"/>
                </a:cubicBezTo>
                <a:lnTo>
                  <a:pt x="283332" y="41422"/>
                </a:lnTo>
                <a:cubicBezTo>
                  <a:pt x="281065" y="41420"/>
                  <a:pt x="279226" y="43257"/>
                  <a:pt x="279224" y="45524"/>
                </a:cubicBezTo>
                <a:cubicBezTo>
                  <a:pt x="279224" y="45530"/>
                  <a:pt x="279224" y="45538"/>
                  <a:pt x="279224" y="45545"/>
                </a:cubicBezTo>
                <a:cubicBezTo>
                  <a:pt x="279226" y="47813"/>
                  <a:pt x="281065" y="49651"/>
                  <a:pt x="283332" y="49653"/>
                </a:cubicBezTo>
                <a:lnTo>
                  <a:pt x="343054" y="49653"/>
                </a:lnTo>
                <a:lnTo>
                  <a:pt x="343054" y="129808"/>
                </a:lnTo>
                <a:lnTo>
                  <a:pt x="297460" y="129808"/>
                </a:lnTo>
                <a:cubicBezTo>
                  <a:pt x="295187" y="129805"/>
                  <a:pt x="293341" y="131644"/>
                  <a:pt x="293338" y="133918"/>
                </a:cubicBezTo>
                <a:cubicBezTo>
                  <a:pt x="293338" y="133923"/>
                  <a:pt x="293338" y="133926"/>
                  <a:pt x="293338" y="133931"/>
                </a:cubicBezTo>
                <a:cubicBezTo>
                  <a:pt x="293344" y="136201"/>
                  <a:pt x="295188" y="138039"/>
                  <a:pt x="297460" y="138039"/>
                </a:cubicBezTo>
                <a:lnTo>
                  <a:pt x="347164" y="138039"/>
                </a:lnTo>
                <a:cubicBezTo>
                  <a:pt x="349434" y="138039"/>
                  <a:pt x="351279" y="136201"/>
                  <a:pt x="351285" y="133931"/>
                </a:cubicBezTo>
                <a:moveTo>
                  <a:pt x="377065" y="343972"/>
                </a:moveTo>
                <a:lnTo>
                  <a:pt x="377065" y="177629"/>
                </a:lnTo>
                <a:cubicBezTo>
                  <a:pt x="377062" y="175357"/>
                  <a:pt x="375218" y="173518"/>
                  <a:pt x="372946" y="173521"/>
                </a:cubicBezTo>
                <a:cubicBezTo>
                  <a:pt x="372944" y="173521"/>
                  <a:pt x="372943" y="173521"/>
                  <a:pt x="372943" y="173521"/>
                </a:cubicBezTo>
                <a:cubicBezTo>
                  <a:pt x="370677" y="173518"/>
                  <a:pt x="368838" y="175351"/>
                  <a:pt x="368834" y="177617"/>
                </a:cubicBezTo>
                <a:cubicBezTo>
                  <a:pt x="368834" y="177621"/>
                  <a:pt x="368834" y="177625"/>
                  <a:pt x="368834" y="177629"/>
                </a:cubicBezTo>
                <a:lnTo>
                  <a:pt x="368834" y="339836"/>
                </a:lnTo>
                <a:lnTo>
                  <a:pt x="297460" y="339836"/>
                </a:lnTo>
                <a:cubicBezTo>
                  <a:pt x="295179" y="339839"/>
                  <a:pt x="293335" y="341690"/>
                  <a:pt x="293338" y="343970"/>
                </a:cubicBezTo>
                <a:cubicBezTo>
                  <a:pt x="293338" y="343970"/>
                  <a:pt x="293338" y="343972"/>
                  <a:pt x="293338" y="343972"/>
                </a:cubicBezTo>
                <a:cubicBezTo>
                  <a:pt x="293335" y="346239"/>
                  <a:pt x="295171" y="348078"/>
                  <a:pt x="297438" y="348080"/>
                </a:cubicBezTo>
                <a:cubicBezTo>
                  <a:pt x="297446" y="348080"/>
                  <a:pt x="297452" y="348080"/>
                  <a:pt x="297460" y="348080"/>
                </a:cubicBezTo>
                <a:lnTo>
                  <a:pt x="372943" y="348080"/>
                </a:lnTo>
                <a:cubicBezTo>
                  <a:pt x="375210" y="348089"/>
                  <a:pt x="377056" y="346260"/>
                  <a:pt x="377065" y="343992"/>
                </a:cubicBezTo>
                <a:cubicBezTo>
                  <a:pt x="377065" y="343986"/>
                  <a:pt x="377065" y="343978"/>
                  <a:pt x="377065" y="343972"/>
                </a:cubicBezTo>
                <a:moveTo>
                  <a:pt x="577721" y="299806"/>
                </a:moveTo>
                <a:lnTo>
                  <a:pt x="609683" y="299806"/>
                </a:lnTo>
                <a:lnTo>
                  <a:pt x="609683" y="196098"/>
                </a:lnTo>
                <a:cubicBezTo>
                  <a:pt x="609683" y="159709"/>
                  <a:pt x="590294" y="131498"/>
                  <a:pt x="551186" y="131498"/>
                </a:cubicBezTo>
                <a:cubicBezTo>
                  <a:pt x="532153" y="131498"/>
                  <a:pt x="512778" y="139317"/>
                  <a:pt x="500878" y="159709"/>
                </a:cubicBezTo>
                <a:lnTo>
                  <a:pt x="500878" y="136254"/>
                </a:lnTo>
                <a:lnTo>
                  <a:pt x="469601" y="136254"/>
                </a:lnTo>
                <a:lnTo>
                  <a:pt x="469601" y="299806"/>
                </a:lnTo>
                <a:lnTo>
                  <a:pt x="501565" y="299806"/>
                </a:lnTo>
                <a:lnTo>
                  <a:pt x="501565" y="205278"/>
                </a:lnTo>
                <a:cubicBezTo>
                  <a:pt x="501565" y="180447"/>
                  <a:pt x="514481" y="160396"/>
                  <a:pt x="539629" y="160396"/>
                </a:cubicBezTo>
                <a:cubicBezTo>
                  <a:pt x="568198" y="160396"/>
                  <a:pt x="577721" y="178769"/>
                  <a:pt x="577721" y="201540"/>
                </a:cubicBezTo>
                <a:close/>
                <a:moveTo>
                  <a:pt x="766751" y="201196"/>
                </a:moveTo>
                <a:lnTo>
                  <a:pt x="677320" y="201196"/>
                </a:lnTo>
                <a:cubicBezTo>
                  <a:pt x="678681" y="180130"/>
                  <a:pt x="695020" y="159366"/>
                  <a:pt x="721870" y="159366"/>
                </a:cubicBezTo>
                <a:cubicBezTo>
                  <a:pt x="750756" y="159366"/>
                  <a:pt x="766064" y="177739"/>
                  <a:pt x="766751" y="201196"/>
                </a:cubicBezTo>
                <a:moveTo>
                  <a:pt x="799388" y="227044"/>
                </a:moveTo>
                <a:cubicBezTo>
                  <a:pt x="799861" y="223662"/>
                  <a:pt x="800091" y="220250"/>
                  <a:pt x="800075" y="216835"/>
                </a:cubicBezTo>
                <a:cubicBezTo>
                  <a:pt x="800075" y="165839"/>
                  <a:pt x="771836" y="131155"/>
                  <a:pt x="721527" y="131155"/>
                </a:cubicBezTo>
                <a:cubicBezTo>
                  <a:pt x="680385" y="131155"/>
                  <a:pt x="643324" y="166182"/>
                  <a:pt x="643324" y="217522"/>
                </a:cubicBezTo>
                <a:cubicBezTo>
                  <a:pt x="643324" y="272955"/>
                  <a:pt x="681746" y="304904"/>
                  <a:pt x="725608" y="304904"/>
                </a:cubicBezTo>
                <a:cubicBezTo>
                  <a:pt x="763687" y="304904"/>
                  <a:pt x="789865" y="282134"/>
                  <a:pt x="799044" y="253221"/>
                </a:cubicBezTo>
                <a:lnTo>
                  <a:pt x="771519" y="243698"/>
                </a:lnTo>
                <a:cubicBezTo>
                  <a:pt x="765391" y="262058"/>
                  <a:pt x="752130" y="276679"/>
                  <a:pt x="725608" y="276679"/>
                </a:cubicBezTo>
                <a:cubicBezTo>
                  <a:pt x="698057" y="276679"/>
                  <a:pt x="676991" y="256285"/>
                  <a:pt x="676304" y="227044"/>
                </a:cubicBezTo>
                <a:close/>
                <a:moveTo>
                  <a:pt x="945791" y="299820"/>
                </a:moveTo>
                <a:lnTo>
                  <a:pt x="976394" y="299820"/>
                </a:lnTo>
                <a:cubicBezTo>
                  <a:pt x="975261" y="289769"/>
                  <a:pt x="974688" y="279662"/>
                  <a:pt x="974677" y="269547"/>
                </a:cubicBezTo>
                <a:lnTo>
                  <a:pt x="974677" y="136254"/>
                </a:lnTo>
                <a:lnTo>
                  <a:pt x="942727" y="136254"/>
                </a:lnTo>
                <a:lnTo>
                  <a:pt x="942727" y="234863"/>
                </a:lnTo>
                <a:cubicBezTo>
                  <a:pt x="942727" y="259681"/>
                  <a:pt x="929810" y="276679"/>
                  <a:pt x="903948" y="276679"/>
                </a:cubicBezTo>
                <a:cubicBezTo>
                  <a:pt x="877097" y="276679"/>
                  <a:pt x="866901" y="256959"/>
                  <a:pt x="866901" y="234519"/>
                </a:cubicBezTo>
                <a:lnTo>
                  <a:pt x="866901" y="136254"/>
                </a:lnTo>
                <a:lnTo>
                  <a:pt x="834924" y="136254"/>
                </a:lnTo>
                <a:lnTo>
                  <a:pt x="834924" y="239287"/>
                </a:lnTo>
                <a:cubicBezTo>
                  <a:pt x="834924" y="276348"/>
                  <a:pt x="858065" y="304903"/>
                  <a:pt x="896143" y="304903"/>
                </a:cubicBezTo>
                <a:cubicBezTo>
                  <a:pt x="915175" y="304903"/>
                  <a:pt x="935582" y="297084"/>
                  <a:pt x="944418" y="280086"/>
                </a:cubicBezTo>
                <a:cubicBezTo>
                  <a:pt x="944422" y="286687"/>
                  <a:pt x="944881" y="293281"/>
                  <a:pt x="945791" y="299818"/>
                </a:cubicBezTo>
                <a:moveTo>
                  <a:pt x="1098324" y="167541"/>
                </a:moveTo>
                <a:cubicBezTo>
                  <a:pt x="1102992" y="167551"/>
                  <a:pt x="1107652" y="167891"/>
                  <a:pt x="1112271" y="168559"/>
                </a:cubicBezTo>
                <a:lnTo>
                  <a:pt x="1112271" y="134563"/>
                </a:lnTo>
                <a:cubicBezTo>
                  <a:pt x="1108795" y="133908"/>
                  <a:pt x="1105269" y="133563"/>
                  <a:pt x="1101731" y="133532"/>
                </a:cubicBezTo>
                <a:cubicBezTo>
                  <a:pt x="1085077" y="133532"/>
                  <a:pt x="1064671" y="139661"/>
                  <a:pt x="1052771" y="164808"/>
                </a:cubicBezTo>
                <a:lnTo>
                  <a:pt x="1052771" y="136266"/>
                </a:lnTo>
                <a:lnTo>
                  <a:pt x="1021481" y="136266"/>
                </a:lnTo>
                <a:lnTo>
                  <a:pt x="1021481" y="299806"/>
                </a:lnTo>
                <a:lnTo>
                  <a:pt x="1053443" y="299806"/>
                </a:lnTo>
                <a:lnTo>
                  <a:pt x="1053443" y="217851"/>
                </a:lnTo>
                <a:cubicBezTo>
                  <a:pt x="1053443" y="181820"/>
                  <a:pt x="1071474" y="167543"/>
                  <a:pt x="1098324" y="167543"/>
                </a:cubicBezTo>
                <a:moveTo>
                  <a:pt x="1263512" y="217865"/>
                </a:moveTo>
                <a:cubicBezTo>
                  <a:pt x="1263512" y="255943"/>
                  <a:pt x="1239712" y="276350"/>
                  <a:pt x="1212518" y="276350"/>
                </a:cubicBezTo>
                <a:cubicBezTo>
                  <a:pt x="1185308" y="276350"/>
                  <a:pt x="1161507" y="255943"/>
                  <a:pt x="1161507" y="217865"/>
                </a:cubicBezTo>
                <a:cubicBezTo>
                  <a:pt x="1161507" y="180116"/>
                  <a:pt x="1185308" y="159709"/>
                  <a:pt x="1212518" y="159709"/>
                </a:cubicBezTo>
                <a:cubicBezTo>
                  <a:pt x="1239712" y="159709"/>
                  <a:pt x="1263512" y="180116"/>
                  <a:pt x="1263512" y="217865"/>
                </a:cubicBezTo>
                <a:moveTo>
                  <a:pt x="1296163" y="217865"/>
                </a:moveTo>
                <a:cubicBezTo>
                  <a:pt x="1296163" y="168230"/>
                  <a:pt x="1261479" y="131169"/>
                  <a:pt x="1212518" y="131169"/>
                </a:cubicBezTo>
                <a:cubicBezTo>
                  <a:pt x="1163557" y="131169"/>
                  <a:pt x="1128871" y="168230"/>
                  <a:pt x="1128871" y="217865"/>
                </a:cubicBezTo>
                <a:cubicBezTo>
                  <a:pt x="1128871" y="267844"/>
                  <a:pt x="1163555" y="304904"/>
                  <a:pt x="1212518" y="304904"/>
                </a:cubicBezTo>
                <a:cubicBezTo>
                  <a:pt x="1261479" y="304904"/>
                  <a:pt x="1296163" y="267844"/>
                  <a:pt x="1296163" y="217865"/>
                </a:cubicBezTo>
                <a:moveTo>
                  <a:pt x="1388657" y="301496"/>
                </a:moveTo>
                <a:cubicBezTo>
                  <a:pt x="1396028" y="301629"/>
                  <a:pt x="1403374" y="300599"/>
                  <a:pt x="1410425" y="298446"/>
                </a:cubicBezTo>
                <a:lnTo>
                  <a:pt x="1410425" y="271237"/>
                </a:lnTo>
                <a:cubicBezTo>
                  <a:pt x="1406285" y="272108"/>
                  <a:pt x="1402068" y="272569"/>
                  <a:pt x="1397836" y="272612"/>
                </a:cubicBezTo>
                <a:cubicBezTo>
                  <a:pt x="1381182" y="272612"/>
                  <a:pt x="1375054" y="265109"/>
                  <a:pt x="1375054" y="250158"/>
                </a:cubicBezTo>
                <a:lnTo>
                  <a:pt x="1375054" y="165152"/>
                </a:lnTo>
                <a:lnTo>
                  <a:pt x="1410423" y="165152"/>
                </a:lnTo>
                <a:lnTo>
                  <a:pt x="1410423" y="136254"/>
                </a:lnTo>
                <a:lnTo>
                  <a:pt x="1375054" y="136254"/>
                </a:lnTo>
                <a:lnTo>
                  <a:pt x="1375054" y="84585"/>
                </a:lnTo>
                <a:lnTo>
                  <a:pt x="1345825" y="84585"/>
                </a:lnTo>
                <a:lnTo>
                  <a:pt x="1345825" y="111092"/>
                </a:lnTo>
                <a:cubicBezTo>
                  <a:pt x="1345825" y="125383"/>
                  <a:pt x="1338335" y="136254"/>
                  <a:pt x="1320665" y="136254"/>
                </a:cubicBezTo>
                <a:lnTo>
                  <a:pt x="1311814" y="136254"/>
                </a:lnTo>
                <a:lnTo>
                  <a:pt x="1311814" y="165152"/>
                </a:lnTo>
                <a:lnTo>
                  <a:pt x="1343105" y="165152"/>
                </a:lnTo>
                <a:lnTo>
                  <a:pt x="1343105" y="254911"/>
                </a:lnTo>
                <a:cubicBezTo>
                  <a:pt x="1343105" y="284512"/>
                  <a:pt x="1360777" y="301496"/>
                  <a:pt x="1388657" y="301496"/>
                </a:cubicBezTo>
                <a:moveTo>
                  <a:pt x="1564344" y="217865"/>
                </a:moveTo>
                <a:cubicBezTo>
                  <a:pt x="1564344" y="255943"/>
                  <a:pt x="1540543" y="276350"/>
                  <a:pt x="1513349" y="276350"/>
                </a:cubicBezTo>
                <a:cubicBezTo>
                  <a:pt x="1486155" y="276350"/>
                  <a:pt x="1462340" y="255943"/>
                  <a:pt x="1462340" y="217865"/>
                </a:cubicBezTo>
                <a:cubicBezTo>
                  <a:pt x="1462340" y="180116"/>
                  <a:pt x="1486155" y="159709"/>
                  <a:pt x="1513349" y="159709"/>
                </a:cubicBezTo>
                <a:cubicBezTo>
                  <a:pt x="1540544" y="159709"/>
                  <a:pt x="1564344" y="180116"/>
                  <a:pt x="1564344" y="217865"/>
                </a:cubicBezTo>
                <a:moveTo>
                  <a:pt x="1596994" y="217865"/>
                </a:moveTo>
                <a:cubicBezTo>
                  <a:pt x="1596994" y="168230"/>
                  <a:pt x="1562310" y="131169"/>
                  <a:pt x="1513349" y="131169"/>
                </a:cubicBezTo>
                <a:cubicBezTo>
                  <a:pt x="1464388" y="131169"/>
                  <a:pt x="1429704" y="168230"/>
                  <a:pt x="1429704" y="217865"/>
                </a:cubicBezTo>
                <a:cubicBezTo>
                  <a:pt x="1429704" y="267844"/>
                  <a:pt x="1464388" y="304904"/>
                  <a:pt x="1513349" y="304904"/>
                </a:cubicBezTo>
                <a:cubicBezTo>
                  <a:pt x="1562310" y="304904"/>
                  <a:pt x="1596994" y="267844"/>
                  <a:pt x="1596994" y="217865"/>
                </a:cubicBezTo>
                <a:moveTo>
                  <a:pt x="1709456" y="167543"/>
                </a:moveTo>
                <a:cubicBezTo>
                  <a:pt x="1714119" y="167552"/>
                  <a:pt x="1718776" y="167893"/>
                  <a:pt x="1723392" y="168560"/>
                </a:cubicBezTo>
                <a:lnTo>
                  <a:pt x="1723392" y="134563"/>
                </a:lnTo>
                <a:cubicBezTo>
                  <a:pt x="1719915" y="133908"/>
                  <a:pt x="1716387" y="133563"/>
                  <a:pt x="1712851" y="133532"/>
                </a:cubicBezTo>
                <a:cubicBezTo>
                  <a:pt x="1696195" y="133532"/>
                  <a:pt x="1675790" y="139661"/>
                  <a:pt x="1663890" y="164808"/>
                </a:cubicBezTo>
                <a:lnTo>
                  <a:pt x="1663890" y="136266"/>
                </a:lnTo>
                <a:lnTo>
                  <a:pt x="1632614" y="136266"/>
                </a:lnTo>
                <a:lnTo>
                  <a:pt x="1632614" y="299806"/>
                </a:lnTo>
                <a:lnTo>
                  <a:pt x="1664564" y="299806"/>
                </a:lnTo>
                <a:lnTo>
                  <a:pt x="1664564" y="217851"/>
                </a:lnTo>
                <a:cubicBezTo>
                  <a:pt x="1664564" y="181820"/>
                  <a:pt x="1682606" y="167543"/>
                  <a:pt x="1709456" y="167543"/>
                </a:cubicBezTo>
                <a:moveTo>
                  <a:pt x="1790286" y="74360"/>
                </a:moveTo>
                <a:cubicBezTo>
                  <a:pt x="1790373" y="61682"/>
                  <a:pt x="1780166" y="51335"/>
                  <a:pt x="1767488" y="51248"/>
                </a:cubicBezTo>
                <a:cubicBezTo>
                  <a:pt x="1754810" y="51160"/>
                  <a:pt x="1744461" y="61367"/>
                  <a:pt x="1744374" y="74045"/>
                </a:cubicBezTo>
                <a:cubicBezTo>
                  <a:pt x="1744288" y="86717"/>
                  <a:pt x="1754486" y="97064"/>
                  <a:pt x="1767159" y="97158"/>
                </a:cubicBezTo>
                <a:cubicBezTo>
                  <a:pt x="1779829" y="97261"/>
                  <a:pt x="1790184" y="87071"/>
                  <a:pt x="1790286" y="74401"/>
                </a:cubicBezTo>
                <a:cubicBezTo>
                  <a:pt x="1790286" y="74389"/>
                  <a:pt x="1790286" y="74374"/>
                  <a:pt x="1790286" y="74362"/>
                </a:cubicBezTo>
                <a:moveTo>
                  <a:pt x="1937899" y="299820"/>
                </a:moveTo>
                <a:lnTo>
                  <a:pt x="1968489" y="299820"/>
                </a:lnTo>
                <a:cubicBezTo>
                  <a:pt x="1967368" y="289767"/>
                  <a:pt x="1966799" y="279662"/>
                  <a:pt x="1966785" y="269547"/>
                </a:cubicBezTo>
                <a:lnTo>
                  <a:pt x="1966785" y="136254"/>
                </a:lnTo>
                <a:lnTo>
                  <a:pt x="1934821" y="136254"/>
                </a:lnTo>
                <a:lnTo>
                  <a:pt x="1934821" y="234863"/>
                </a:lnTo>
                <a:cubicBezTo>
                  <a:pt x="1934821" y="259681"/>
                  <a:pt x="1921917" y="276679"/>
                  <a:pt x="1896069" y="276679"/>
                </a:cubicBezTo>
                <a:cubicBezTo>
                  <a:pt x="1869204" y="276679"/>
                  <a:pt x="1859008" y="256959"/>
                  <a:pt x="1859008" y="234519"/>
                </a:cubicBezTo>
                <a:lnTo>
                  <a:pt x="1859008" y="136254"/>
                </a:lnTo>
                <a:lnTo>
                  <a:pt x="1827032" y="136254"/>
                </a:lnTo>
                <a:lnTo>
                  <a:pt x="1827032" y="239287"/>
                </a:lnTo>
                <a:cubicBezTo>
                  <a:pt x="1827032" y="276348"/>
                  <a:pt x="1850171" y="304903"/>
                  <a:pt x="1888249" y="304903"/>
                </a:cubicBezTo>
                <a:cubicBezTo>
                  <a:pt x="1907282" y="304903"/>
                  <a:pt x="1927689" y="297084"/>
                  <a:pt x="1936524" y="280086"/>
                </a:cubicBezTo>
                <a:cubicBezTo>
                  <a:pt x="1936529" y="286687"/>
                  <a:pt x="1936988" y="293281"/>
                  <a:pt x="1937899" y="299818"/>
                </a:cubicBezTo>
                <a:moveTo>
                  <a:pt x="2253984" y="299806"/>
                </a:moveTo>
                <a:lnTo>
                  <a:pt x="2253984" y="193721"/>
                </a:lnTo>
                <a:cubicBezTo>
                  <a:pt x="2253984" y="150874"/>
                  <a:pt x="2226102" y="131498"/>
                  <a:pt x="2197547" y="131498"/>
                </a:cubicBezTo>
                <a:cubicBezTo>
                  <a:pt x="2176797" y="131498"/>
                  <a:pt x="2155704" y="138974"/>
                  <a:pt x="2142800" y="162431"/>
                </a:cubicBezTo>
                <a:cubicBezTo>
                  <a:pt x="2133951" y="141365"/>
                  <a:pt x="2114231" y="131498"/>
                  <a:pt x="2093839" y="131498"/>
                </a:cubicBezTo>
                <a:cubicBezTo>
                  <a:pt x="2074793" y="131498"/>
                  <a:pt x="2054387" y="139991"/>
                  <a:pt x="2044204" y="158005"/>
                </a:cubicBezTo>
                <a:lnTo>
                  <a:pt x="2044204" y="136254"/>
                </a:lnTo>
                <a:lnTo>
                  <a:pt x="2013588" y="136254"/>
                </a:lnTo>
                <a:lnTo>
                  <a:pt x="2013588" y="299806"/>
                </a:lnTo>
                <a:lnTo>
                  <a:pt x="2045221" y="299806"/>
                </a:lnTo>
                <a:lnTo>
                  <a:pt x="2045221" y="201209"/>
                </a:lnTo>
                <a:cubicBezTo>
                  <a:pt x="2045221" y="176723"/>
                  <a:pt x="2060516" y="159709"/>
                  <a:pt x="2083299" y="159709"/>
                </a:cubicBezTo>
                <a:cubicBezTo>
                  <a:pt x="2107759" y="159709"/>
                  <a:pt x="2117971" y="176035"/>
                  <a:pt x="2117971" y="197115"/>
                </a:cubicBezTo>
                <a:lnTo>
                  <a:pt x="2117971" y="299807"/>
                </a:lnTo>
                <a:lnTo>
                  <a:pt x="2149932" y="299807"/>
                </a:lnTo>
                <a:lnTo>
                  <a:pt x="2149932" y="200867"/>
                </a:lnTo>
                <a:cubicBezTo>
                  <a:pt x="2149932" y="177410"/>
                  <a:pt x="2165242" y="159711"/>
                  <a:pt x="2187682" y="159711"/>
                </a:cubicBezTo>
                <a:cubicBezTo>
                  <a:pt x="2211824" y="159711"/>
                  <a:pt x="2222364" y="175706"/>
                  <a:pt x="2222364" y="197115"/>
                </a:cubicBezTo>
                <a:lnTo>
                  <a:pt x="2222364" y="299807"/>
                </a:lnTo>
                <a:close/>
              </a:path>
            </a:pathLst>
          </a:custGeom>
          <a:solidFill>
            <a:srgbClr val="3F1A01"/>
          </a:solidFill>
          <a:ln w="1586" cap="flat">
            <a:noFill/>
            <a:prstDash val="solid"/>
            <a:miter/>
          </a:ln>
        </p:spPr>
        <p:txBody>
          <a:bodyPr rtlCol="0" anchor="ctr"/>
          <a:lstStyle/>
          <a:p>
            <a:endParaRPr lang="en-GB" dirty="0"/>
          </a:p>
        </p:txBody>
      </p:sp>
      <p:sp>
        <p:nvSpPr>
          <p:cNvPr id="10" name="ExternalLogo" hidden="1">
            <a:extLst>
              <a:ext uri="{FF2B5EF4-FFF2-40B4-BE49-F238E27FC236}">
                <a16:creationId xmlns:a16="http://schemas.microsoft.com/office/drawing/2014/main" id="{F386AFA9-1557-4349-8F44-88C1CC93F218}"/>
              </a:ext>
            </a:extLst>
          </p:cNvPr>
          <p:cNvSpPr/>
          <p:nvPr/>
        </p:nvSpPr>
        <p:spPr>
          <a:xfrm>
            <a:off x="10023475" y="4968741"/>
            <a:ext cx="1627188" cy="636980"/>
          </a:xfrm>
          <a:prstGeom prst="rect">
            <a:avLst/>
          </a:prstGeom>
          <a:solidFill>
            <a:srgbClr val="D1D1D1"/>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chorCtr="0">
            <a:noAutofit/>
          </a:bodyPr>
          <a:lstStyle/>
          <a:p>
            <a:pPr algn="ctr"/>
            <a:r>
              <a:rPr lang="en-GB" sz="900" dirty="0">
                <a:solidFill>
                  <a:srgbClr val="FF00FF"/>
                </a:solidFill>
              </a:rPr>
              <a:t>External logo</a:t>
            </a:r>
          </a:p>
        </p:txBody>
      </p:sp>
    </p:spTree>
    <p:extLst>
      <p:ext uri="{BB962C8B-B14F-4D97-AF65-F5344CB8AC3E}">
        <p14:creationId xmlns:p14="http://schemas.microsoft.com/office/powerpoint/2010/main" val="2501236728"/>
      </p:ext>
    </p:extLst>
  </p:cSld>
  <p:clrMapOvr>
    <a:masterClrMapping/>
  </p:clrMapOvr>
  <p:hf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 Dark Blue">
    <p:bg>
      <p:bgPr>
        <a:solidFill>
          <a:srgbClr val="7B9CBB"/>
        </a:solidFill>
        <a:effectLst/>
      </p:bgPr>
    </p:bg>
    <p:spTree>
      <p:nvGrpSpPr>
        <p:cNvPr id="1" name=""/>
        <p:cNvGrpSpPr/>
        <p:nvPr/>
      </p:nvGrpSpPr>
      <p:grpSpPr>
        <a:xfrm>
          <a:off x="0" y="0"/>
          <a:ext cx="0" cy="0"/>
          <a:chOff x="0" y="0"/>
          <a:chExt cx="0" cy="0"/>
        </a:xfrm>
      </p:grpSpPr>
      <p:sp>
        <p:nvSpPr>
          <p:cNvPr id="9" name="ColoredBackground">
            <a:extLst>
              <a:ext uri="{FF2B5EF4-FFF2-40B4-BE49-F238E27FC236}">
                <a16:creationId xmlns:a16="http://schemas.microsoft.com/office/drawing/2014/main" id="{7462CE97-0D6D-44A4-B4E3-6899B51ECF64}"/>
              </a:ext>
            </a:extLst>
          </p:cNvPr>
          <p:cNvSpPr/>
          <p:nvPr/>
        </p:nvSpPr>
        <p:spPr>
          <a:xfrm>
            <a:off x="0" y="-1"/>
            <a:ext cx="12192000" cy="6858000"/>
          </a:xfrm>
          <a:prstGeom prst="rect">
            <a:avLst/>
          </a:prstGeom>
          <a:solidFill>
            <a:srgbClr val="7B9C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6" name="Picture 5" descr="Shape&#10;&#10;Description automatically generated with medium confidence">
            <a:extLst>
              <a:ext uri="{FF2B5EF4-FFF2-40B4-BE49-F238E27FC236}">
                <a16:creationId xmlns:a16="http://schemas.microsoft.com/office/drawing/2014/main" id="{71DB9A65-3868-400A-9CF0-AEFEF54055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8464564-6547-498D-A220-7B346E5B1408}"/>
              </a:ext>
            </a:extLst>
          </p:cNvPr>
          <p:cNvSpPr>
            <a:spLocks noGrp="1"/>
          </p:cNvSpPr>
          <p:nvPr>
            <p:ph type="title"/>
          </p:nvPr>
        </p:nvSpPr>
        <p:spPr>
          <a:xfrm>
            <a:off x="1219200" y="546100"/>
            <a:ext cx="6642100" cy="2105818"/>
          </a:xfrm>
        </p:spPr>
        <p:txBody>
          <a:bodyPr anchor="b"/>
          <a:lstStyle>
            <a:lvl1pPr>
              <a:defRPr sz="4000">
                <a:solidFill>
                  <a:srgbClr val="3F1A01"/>
                </a:solidFill>
              </a:defRPr>
            </a:lvl1p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1592638D-BCB6-4F07-9847-FBAA9B3609B5}"/>
              </a:ext>
            </a:extLst>
          </p:cNvPr>
          <p:cNvSpPr>
            <a:spLocks noGrp="1"/>
          </p:cNvSpPr>
          <p:nvPr>
            <p:ph type="body" idx="1"/>
          </p:nvPr>
        </p:nvSpPr>
        <p:spPr>
          <a:xfrm>
            <a:off x="1219200" y="2678906"/>
            <a:ext cx="6642100" cy="1500187"/>
          </a:xfrm>
          <a:prstGeom prst="rect">
            <a:avLst/>
          </a:prstGeom>
        </p:spPr>
        <p:txBody>
          <a:bodyPr/>
          <a:lstStyle>
            <a:lvl1pPr marL="0" indent="0">
              <a:buNone/>
              <a:defRPr sz="2400">
                <a:solidFill>
                  <a:srgbClr val="B0C4D6"/>
                </a:solidFill>
                <a:latin typeface="Times New Roman" panose="02020603050405020304" pitchFamily="18" charset="0"/>
                <a:cs typeface="Times New Roman" panose="02020603050405020304" pitchFamily="18"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Freeform 9">
            <a:extLst>
              <a:ext uri="{FF2B5EF4-FFF2-40B4-BE49-F238E27FC236}">
                <a16:creationId xmlns:a16="http://schemas.microsoft.com/office/drawing/2014/main" id="{1BC6753F-764E-4733-B343-5BC93ED602E4}"/>
              </a:ext>
            </a:extLst>
          </p:cNvPr>
          <p:cNvSpPr>
            <a:spLocks noEditPoints="1"/>
          </p:cNvSpPr>
          <p:nvPr/>
        </p:nvSpPr>
        <p:spPr bwMode="auto">
          <a:xfrm rot="5400000">
            <a:off x="7458075" y="-2243138"/>
            <a:ext cx="8385175" cy="9817101"/>
          </a:xfrm>
          <a:custGeom>
            <a:avLst/>
            <a:gdLst>
              <a:gd name="T0" fmla="*/ 276 w 2642"/>
              <a:gd name="T1" fmla="*/ 2871 h 3094"/>
              <a:gd name="T2" fmla="*/ 588 w 2642"/>
              <a:gd name="T3" fmla="*/ 2871 h 3094"/>
              <a:gd name="T4" fmla="*/ 2083 w 2642"/>
              <a:gd name="T5" fmla="*/ 2843 h 3094"/>
              <a:gd name="T6" fmla="*/ 2338 w 2642"/>
              <a:gd name="T7" fmla="*/ 2900 h 3094"/>
              <a:gd name="T8" fmla="*/ 29 w 2642"/>
              <a:gd name="T9" fmla="*/ 1219 h 3094"/>
              <a:gd name="T10" fmla="*/ 29 w 2642"/>
              <a:gd name="T11" fmla="*/ 2444 h 3094"/>
              <a:gd name="T12" fmla="*/ 559 w 2642"/>
              <a:gd name="T13" fmla="*/ 2386 h 3094"/>
              <a:gd name="T14" fmla="*/ 29 w 2642"/>
              <a:gd name="T15" fmla="*/ 1219 h 3094"/>
              <a:gd name="T16" fmla="*/ 2584 w 2642"/>
              <a:gd name="T17" fmla="*/ 2386 h 3094"/>
              <a:gd name="T18" fmla="*/ 2083 w 2642"/>
              <a:gd name="T19" fmla="*/ 2444 h 3094"/>
              <a:gd name="T20" fmla="*/ 2642 w 2642"/>
              <a:gd name="T21" fmla="*/ 1248 h 3094"/>
              <a:gd name="T22" fmla="*/ 210 w 2642"/>
              <a:gd name="T23" fmla="*/ 292 h 3094"/>
              <a:gd name="T24" fmla="*/ 210 w 2642"/>
              <a:gd name="T25" fmla="*/ 970 h 3094"/>
              <a:gd name="T26" fmla="*/ 559 w 2642"/>
              <a:gd name="T27" fmla="*/ 912 h 3094"/>
              <a:gd name="T28" fmla="*/ 658 w 2642"/>
              <a:gd name="T29" fmla="*/ 350 h 3094"/>
              <a:gd name="T30" fmla="*/ 2432 w 2642"/>
              <a:gd name="T31" fmla="*/ 292 h 3094"/>
              <a:gd name="T32" fmla="*/ 1984 w 2642"/>
              <a:gd name="T33" fmla="*/ 350 h 3094"/>
              <a:gd name="T34" fmla="*/ 2083 w 2642"/>
              <a:gd name="T35" fmla="*/ 912 h 3094"/>
              <a:gd name="T36" fmla="*/ 2432 w 2642"/>
              <a:gd name="T37" fmla="*/ 970 h 3094"/>
              <a:gd name="T38" fmla="*/ 2432 w 2642"/>
              <a:gd name="T39" fmla="*/ 292 h 3094"/>
              <a:gd name="T40" fmla="*/ 814 w 2642"/>
              <a:gd name="T41" fmla="*/ 29 h 3094"/>
              <a:gd name="T42" fmla="*/ 1292 w 2642"/>
              <a:gd name="T43" fmla="*/ 602 h 3094"/>
              <a:gd name="T44" fmla="*/ 989 w 2642"/>
              <a:gd name="T45" fmla="*/ 660 h 3094"/>
              <a:gd name="T46" fmla="*/ 801 w 2642"/>
              <a:gd name="T47" fmla="*/ 1311 h 3094"/>
              <a:gd name="T48" fmla="*/ 743 w 2642"/>
              <a:gd name="T49" fmla="*/ 1060 h 3094"/>
              <a:gd name="T50" fmla="*/ 1292 w 2642"/>
              <a:gd name="T51" fmla="*/ 1369 h 3094"/>
              <a:gd name="T52" fmla="*/ 842 w 2642"/>
              <a:gd name="T53" fmla="*/ 1782 h 3094"/>
              <a:gd name="T54" fmla="*/ 433 w 2642"/>
              <a:gd name="T55" fmla="*/ 1476 h 3094"/>
              <a:gd name="T56" fmla="*/ 375 w 2642"/>
              <a:gd name="T57" fmla="*/ 1782 h 3094"/>
              <a:gd name="T58" fmla="*/ 784 w 2642"/>
              <a:gd name="T59" fmla="*/ 2669 h 3094"/>
              <a:gd name="T60" fmla="*/ 842 w 2642"/>
              <a:gd name="T61" fmla="*/ 2181 h 3094"/>
              <a:gd name="T62" fmla="*/ 921 w 2642"/>
              <a:gd name="T63" fmla="*/ 3036 h 3094"/>
              <a:gd name="T64" fmla="*/ 1321 w 2642"/>
              <a:gd name="T65" fmla="*/ 3094 h 3094"/>
              <a:gd name="T66" fmla="*/ 1722 w 2642"/>
              <a:gd name="T67" fmla="*/ 3036 h 3094"/>
              <a:gd name="T68" fmla="*/ 1800 w 2642"/>
              <a:gd name="T69" fmla="*/ 2181 h 3094"/>
              <a:gd name="T70" fmla="*/ 1858 w 2642"/>
              <a:gd name="T71" fmla="*/ 2669 h 3094"/>
              <a:gd name="T72" fmla="*/ 2267 w 2642"/>
              <a:gd name="T73" fmla="*/ 1782 h 3094"/>
              <a:gd name="T74" fmla="*/ 2210 w 2642"/>
              <a:gd name="T75" fmla="*/ 1476 h 3094"/>
              <a:gd name="T76" fmla="*/ 1800 w 2642"/>
              <a:gd name="T77" fmla="*/ 1782 h 3094"/>
              <a:gd name="T78" fmla="*/ 1350 w 2642"/>
              <a:gd name="T79" fmla="*/ 1369 h 3094"/>
              <a:gd name="T80" fmla="*/ 1899 w 2642"/>
              <a:gd name="T81" fmla="*/ 1060 h 3094"/>
              <a:gd name="T82" fmla="*/ 1841 w 2642"/>
              <a:gd name="T83" fmla="*/ 1311 h 3094"/>
              <a:gd name="T84" fmla="*/ 1643 w 2642"/>
              <a:gd name="T85" fmla="*/ 660 h 3094"/>
              <a:gd name="T86" fmla="*/ 1350 w 2642"/>
              <a:gd name="T87" fmla="*/ 602 h 3094"/>
              <a:gd name="T88" fmla="*/ 1828 w 2642"/>
              <a:gd name="T89" fmla="*/ 29 h 30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642" h="3094">
                <a:moveTo>
                  <a:pt x="559" y="2843"/>
                </a:moveTo>
                <a:cubicBezTo>
                  <a:pt x="305" y="2843"/>
                  <a:pt x="305" y="2843"/>
                  <a:pt x="305" y="2843"/>
                </a:cubicBezTo>
                <a:cubicBezTo>
                  <a:pt x="289" y="2843"/>
                  <a:pt x="276" y="2856"/>
                  <a:pt x="276" y="2871"/>
                </a:cubicBezTo>
                <a:cubicBezTo>
                  <a:pt x="276" y="2887"/>
                  <a:pt x="289" y="2900"/>
                  <a:pt x="305" y="2900"/>
                </a:cubicBezTo>
                <a:cubicBezTo>
                  <a:pt x="559" y="2900"/>
                  <a:pt x="559" y="2900"/>
                  <a:pt x="559" y="2900"/>
                </a:cubicBezTo>
                <a:cubicBezTo>
                  <a:pt x="575" y="2900"/>
                  <a:pt x="588" y="2887"/>
                  <a:pt x="588" y="2871"/>
                </a:cubicBezTo>
                <a:cubicBezTo>
                  <a:pt x="588" y="2856"/>
                  <a:pt x="575" y="2843"/>
                  <a:pt x="559" y="2843"/>
                </a:cubicBezTo>
                <a:moveTo>
                  <a:pt x="2338" y="2843"/>
                </a:moveTo>
                <a:cubicBezTo>
                  <a:pt x="2083" y="2843"/>
                  <a:pt x="2083" y="2843"/>
                  <a:pt x="2083" y="2843"/>
                </a:cubicBezTo>
                <a:cubicBezTo>
                  <a:pt x="2068" y="2843"/>
                  <a:pt x="2055" y="2856"/>
                  <a:pt x="2055" y="2871"/>
                </a:cubicBezTo>
                <a:cubicBezTo>
                  <a:pt x="2055" y="2887"/>
                  <a:pt x="2068" y="2900"/>
                  <a:pt x="2083" y="2900"/>
                </a:cubicBezTo>
                <a:cubicBezTo>
                  <a:pt x="2338" y="2900"/>
                  <a:pt x="2338" y="2900"/>
                  <a:pt x="2338" y="2900"/>
                </a:cubicBezTo>
                <a:cubicBezTo>
                  <a:pt x="2354" y="2900"/>
                  <a:pt x="2366" y="2887"/>
                  <a:pt x="2366" y="2871"/>
                </a:cubicBezTo>
                <a:cubicBezTo>
                  <a:pt x="2366" y="2856"/>
                  <a:pt x="2354" y="2843"/>
                  <a:pt x="2338" y="2843"/>
                </a:cubicBezTo>
                <a:moveTo>
                  <a:pt x="29" y="1219"/>
                </a:moveTo>
                <a:cubicBezTo>
                  <a:pt x="13" y="1219"/>
                  <a:pt x="0" y="1232"/>
                  <a:pt x="0" y="1248"/>
                </a:cubicBezTo>
                <a:cubicBezTo>
                  <a:pt x="0" y="2415"/>
                  <a:pt x="0" y="2415"/>
                  <a:pt x="0" y="2415"/>
                </a:cubicBezTo>
                <a:cubicBezTo>
                  <a:pt x="0" y="2431"/>
                  <a:pt x="13" y="2444"/>
                  <a:pt x="29" y="2444"/>
                </a:cubicBezTo>
                <a:cubicBezTo>
                  <a:pt x="559" y="2444"/>
                  <a:pt x="559" y="2444"/>
                  <a:pt x="559" y="2444"/>
                </a:cubicBezTo>
                <a:cubicBezTo>
                  <a:pt x="575" y="2444"/>
                  <a:pt x="588" y="2431"/>
                  <a:pt x="588" y="2415"/>
                </a:cubicBezTo>
                <a:cubicBezTo>
                  <a:pt x="588" y="2399"/>
                  <a:pt x="575" y="2386"/>
                  <a:pt x="559" y="2386"/>
                </a:cubicBezTo>
                <a:cubicBezTo>
                  <a:pt x="58" y="2386"/>
                  <a:pt x="58" y="2386"/>
                  <a:pt x="58" y="2386"/>
                </a:cubicBezTo>
                <a:cubicBezTo>
                  <a:pt x="58" y="1248"/>
                  <a:pt x="58" y="1248"/>
                  <a:pt x="58" y="1248"/>
                </a:cubicBezTo>
                <a:cubicBezTo>
                  <a:pt x="58" y="1232"/>
                  <a:pt x="45" y="1219"/>
                  <a:pt x="29" y="1219"/>
                </a:cubicBezTo>
                <a:moveTo>
                  <a:pt x="2613" y="1219"/>
                </a:moveTo>
                <a:cubicBezTo>
                  <a:pt x="2597" y="1219"/>
                  <a:pt x="2584" y="1232"/>
                  <a:pt x="2584" y="1248"/>
                </a:cubicBezTo>
                <a:cubicBezTo>
                  <a:pt x="2584" y="2386"/>
                  <a:pt x="2584" y="2386"/>
                  <a:pt x="2584" y="2386"/>
                </a:cubicBezTo>
                <a:cubicBezTo>
                  <a:pt x="2083" y="2386"/>
                  <a:pt x="2083" y="2386"/>
                  <a:pt x="2083" y="2386"/>
                </a:cubicBezTo>
                <a:cubicBezTo>
                  <a:pt x="2067" y="2386"/>
                  <a:pt x="2055" y="2399"/>
                  <a:pt x="2055" y="2415"/>
                </a:cubicBezTo>
                <a:cubicBezTo>
                  <a:pt x="2055" y="2431"/>
                  <a:pt x="2067" y="2444"/>
                  <a:pt x="2083" y="2444"/>
                </a:cubicBezTo>
                <a:cubicBezTo>
                  <a:pt x="2613" y="2444"/>
                  <a:pt x="2613" y="2444"/>
                  <a:pt x="2613" y="2444"/>
                </a:cubicBezTo>
                <a:cubicBezTo>
                  <a:pt x="2629" y="2444"/>
                  <a:pt x="2642" y="2431"/>
                  <a:pt x="2642" y="2415"/>
                </a:cubicBezTo>
                <a:cubicBezTo>
                  <a:pt x="2642" y="1248"/>
                  <a:pt x="2642" y="1248"/>
                  <a:pt x="2642" y="1248"/>
                </a:cubicBezTo>
                <a:cubicBezTo>
                  <a:pt x="2642" y="1232"/>
                  <a:pt x="2629" y="1219"/>
                  <a:pt x="2613" y="1219"/>
                </a:cubicBezTo>
                <a:moveTo>
                  <a:pt x="658" y="292"/>
                </a:moveTo>
                <a:cubicBezTo>
                  <a:pt x="210" y="292"/>
                  <a:pt x="210" y="292"/>
                  <a:pt x="210" y="292"/>
                </a:cubicBezTo>
                <a:cubicBezTo>
                  <a:pt x="194" y="292"/>
                  <a:pt x="181" y="305"/>
                  <a:pt x="181" y="321"/>
                </a:cubicBezTo>
                <a:cubicBezTo>
                  <a:pt x="181" y="941"/>
                  <a:pt x="181" y="941"/>
                  <a:pt x="181" y="941"/>
                </a:cubicBezTo>
                <a:cubicBezTo>
                  <a:pt x="181" y="957"/>
                  <a:pt x="194" y="970"/>
                  <a:pt x="210" y="970"/>
                </a:cubicBezTo>
                <a:cubicBezTo>
                  <a:pt x="559" y="970"/>
                  <a:pt x="559" y="970"/>
                  <a:pt x="559" y="970"/>
                </a:cubicBezTo>
                <a:cubicBezTo>
                  <a:pt x="575" y="970"/>
                  <a:pt x="588" y="957"/>
                  <a:pt x="588" y="941"/>
                </a:cubicBezTo>
                <a:cubicBezTo>
                  <a:pt x="588" y="925"/>
                  <a:pt x="575" y="912"/>
                  <a:pt x="559" y="912"/>
                </a:cubicBezTo>
                <a:cubicBezTo>
                  <a:pt x="239" y="912"/>
                  <a:pt x="239" y="912"/>
                  <a:pt x="239" y="912"/>
                </a:cubicBezTo>
                <a:cubicBezTo>
                  <a:pt x="239" y="350"/>
                  <a:pt x="239" y="350"/>
                  <a:pt x="239" y="350"/>
                </a:cubicBezTo>
                <a:cubicBezTo>
                  <a:pt x="658" y="350"/>
                  <a:pt x="658" y="350"/>
                  <a:pt x="658" y="350"/>
                </a:cubicBezTo>
                <a:cubicBezTo>
                  <a:pt x="674" y="350"/>
                  <a:pt x="687" y="337"/>
                  <a:pt x="687" y="321"/>
                </a:cubicBezTo>
                <a:cubicBezTo>
                  <a:pt x="687" y="305"/>
                  <a:pt x="674" y="292"/>
                  <a:pt x="658" y="292"/>
                </a:cubicBezTo>
                <a:moveTo>
                  <a:pt x="2432" y="292"/>
                </a:moveTo>
                <a:cubicBezTo>
                  <a:pt x="1984" y="292"/>
                  <a:pt x="1984" y="292"/>
                  <a:pt x="1984" y="292"/>
                </a:cubicBezTo>
                <a:cubicBezTo>
                  <a:pt x="1968" y="292"/>
                  <a:pt x="1955" y="305"/>
                  <a:pt x="1955" y="321"/>
                </a:cubicBezTo>
                <a:cubicBezTo>
                  <a:pt x="1955" y="337"/>
                  <a:pt x="1968" y="350"/>
                  <a:pt x="1984" y="350"/>
                </a:cubicBezTo>
                <a:cubicBezTo>
                  <a:pt x="2403" y="350"/>
                  <a:pt x="2403" y="350"/>
                  <a:pt x="2403" y="350"/>
                </a:cubicBezTo>
                <a:cubicBezTo>
                  <a:pt x="2403" y="912"/>
                  <a:pt x="2403" y="912"/>
                  <a:pt x="2403" y="912"/>
                </a:cubicBezTo>
                <a:cubicBezTo>
                  <a:pt x="2083" y="912"/>
                  <a:pt x="2083" y="912"/>
                  <a:pt x="2083" y="912"/>
                </a:cubicBezTo>
                <a:cubicBezTo>
                  <a:pt x="2068" y="912"/>
                  <a:pt x="2055" y="925"/>
                  <a:pt x="2055" y="941"/>
                </a:cubicBezTo>
                <a:cubicBezTo>
                  <a:pt x="2055" y="957"/>
                  <a:pt x="2068" y="970"/>
                  <a:pt x="2083" y="970"/>
                </a:cubicBezTo>
                <a:cubicBezTo>
                  <a:pt x="2432" y="970"/>
                  <a:pt x="2432" y="970"/>
                  <a:pt x="2432" y="970"/>
                </a:cubicBezTo>
                <a:cubicBezTo>
                  <a:pt x="2448" y="970"/>
                  <a:pt x="2461" y="957"/>
                  <a:pt x="2461" y="941"/>
                </a:cubicBezTo>
                <a:cubicBezTo>
                  <a:pt x="2461" y="321"/>
                  <a:pt x="2461" y="321"/>
                  <a:pt x="2461" y="321"/>
                </a:cubicBezTo>
                <a:cubicBezTo>
                  <a:pt x="2461" y="305"/>
                  <a:pt x="2448" y="292"/>
                  <a:pt x="2432" y="292"/>
                </a:cubicBezTo>
                <a:moveTo>
                  <a:pt x="1799" y="0"/>
                </a:moveTo>
                <a:cubicBezTo>
                  <a:pt x="843" y="0"/>
                  <a:pt x="843" y="0"/>
                  <a:pt x="843" y="0"/>
                </a:cubicBezTo>
                <a:cubicBezTo>
                  <a:pt x="827" y="0"/>
                  <a:pt x="814" y="13"/>
                  <a:pt x="814" y="29"/>
                </a:cubicBezTo>
                <a:cubicBezTo>
                  <a:pt x="814" y="45"/>
                  <a:pt x="827" y="58"/>
                  <a:pt x="843" y="58"/>
                </a:cubicBezTo>
                <a:cubicBezTo>
                  <a:pt x="1292" y="58"/>
                  <a:pt x="1292" y="58"/>
                  <a:pt x="1292" y="58"/>
                </a:cubicBezTo>
                <a:cubicBezTo>
                  <a:pt x="1292" y="602"/>
                  <a:pt x="1292" y="602"/>
                  <a:pt x="1292" y="602"/>
                </a:cubicBezTo>
                <a:cubicBezTo>
                  <a:pt x="989" y="602"/>
                  <a:pt x="989" y="602"/>
                  <a:pt x="989" y="602"/>
                </a:cubicBezTo>
                <a:cubicBezTo>
                  <a:pt x="973" y="602"/>
                  <a:pt x="960" y="615"/>
                  <a:pt x="960" y="631"/>
                </a:cubicBezTo>
                <a:cubicBezTo>
                  <a:pt x="960" y="647"/>
                  <a:pt x="973" y="660"/>
                  <a:pt x="989" y="660"/>
                </a:cubicBezTo>
                <a:cubicBezTo>
                  <a:pt x="1292" y="660"/>
                  <a:pt x="1292" y="660"/>
                  <a:pt x="1292" y="660"/>
                </a:cubicBezTo>
                <a:cubicBezTo>
                  <a:pt x="1292" y="1311"/>
                  <a:pt x="1292" y="1311"/>
                  <a:pt x="1292" y="1311"/>
                </a:cubicBezTo>
                <a:cubicBezTo>
                  <a:pt x="801" y="1311"/>
                  <a:pt x="801" y="1311"/>
                  <a:pt x="801" y="1311"/>
                </a:cubicBezTo>
                <a:cubicBezTo>
                  <a:pt x="801" y="1060"/>
                  <a:pt x="801" y="1060"/>
                  <a:pt x="801" y="1060"/>
                </a:cubicBezTo>
                <a:cubicBezTo>
                  <a:pt x="801" y="1044"/>
                  <a:pt x="788" y="1031"/>
                  <a:pt x="772" y="1031"/>
                </a:cubicBezTo>
                <a:cubicBezTo>
                  <a:pt x="756" y="1031"/>
                  <a:pt x="743" y="1044"/>
                  <a:pt x="743" y="1060"/>
                </a:cubicBezTo>
                <a:cubicBezTo>
                  <a:pt x="743" y="1340"/>
                  <a:pt x="743" y="1340"/>
                  <a:pt x="743" y="1340"/>
                </a:cubicBezTo>
                <a:cubicBezTo>
                  <a:pt x="743" y="1356"/>
                  <a:pt x="756" y="1369"/>
                  <a:pt x="772" y="1369"/>
                </a:cubicBezTo>
                <a:cubicBezTo>
                  <a:pt x="1292" y="1369"/>
                  <a:pt x="1292" y="1369"/>
                  <a:pt x="1292" y="1369"/>
                </a:cubicBezTo>
                <a:cubicBezTo>
                  <a:pt x="1292" y="2123"/>
                  <a:pt x="1292" y="2123"/>
                  <a:pt x="1292" y="2123"/>
                </a:cubicBezTo>
                <a:cubicBezTo>
                  <a:pt x="842" y="2123"/>
                  <a:pt x="842" y="2123"/>
                  <a:pt x="842" y="2123"/>
                </a:cubicBezTo>
                <a:cubicBezTo>
                  <a:pt x="842" y="1782"/>
                  <a:pt x="842" y="1782"/>
                  <a:pt x="842" y="1782"/>
                </a:cubicBezTo>
                <a:cubicBezTo>
                  <a:pt x="842" y="1766"/>
                  <a:pt x="829" y="1753"/>
                  <a:pt x="813" y="1753"/>
                </a:cubicBezTo>
                <a:cubicBezTo>
                  <a:pt x="433" y="1753"/>
                  <a:pt x="433" y="1753"/>
                  <a:pt x="433" y="1753"/>
                </a:cubicBezTo>
                <a:cubicBezTo>
                  <a:pt x="433" y="1476"/>
                  <a:pt x="433" y="1476"/>
                  <a:pt x="433" y="1476"/>
                </a:cubicBezTo>
                <a:cubicBezTo>
                  <a:pt x="433" y="1460"/>
                  <a:pt x="420" y="1447"/>
                  <a:pt x="404" y="1447"/>
                </a:cubicBezTo>
                <a:cubicBezTo>
                  <a:pt x="388" y="1447"/>
                  <a:pt x="375" y="1460"/>
                  <a:pt x="375" y="1476"/>
                </a:cubicBezTo>
                <a:cubicBezTo>
                  <a:pt x="375" y="1782"/>
                  <a:pt x="375" y="1782"/>
                  <a:pt x="375" y="1782"/>
                </a:cubicBezTo>
                <a:cubicBezTo>
                  <a:pt x="375" y="1798"/>
                  <a:pt x="388" y="1811"/>
                  <a:pt x="404" y="1811"/>
                </a:cubicBezTo>
                <a:cubicBezTo>
                  <a:pt x="784" y="1811"/>
                  <a:pt x="784" y="1811"/>
                  <a:pt x="784" y="1811"/>
                </a:cubicBezTo>
                <a:cubicBezTo>
                  <a:pt x="784" y="2669"/>
                  <a:pt x="784" y="2669"/>
                  <a:pt x="784" y="2669"/>
                </a:cubicBezTo>
                <a:cubicBezTo>
                  <a:pt x="784" y="2685"/>
                  <a:pt x="797" y="2698"/>
                  <a:pt x="813" y="2698"/>
                </a:cubicBezTo>
                <a:cubicBezTo>
                  <a:pt x="829" y="2698"/>
                  <a:pt x="842" y="2685"/>
                  <a:pt x="842" y="2669"/>
                </a:cubicBezTo>
                <a:cubicBezTo>
                  <a:pt x="842" y="2181"/>
                  <a:pt x="842" y="2181"/>
                  <a:pt x="842" y="2181"/>
                </a:cubicBezTo>
                <a:cubicBezTo>
                  <a:pt x="1292" y="2181"/>
                  <a:pt x="1292" y="2181"/>
                  <a:pt x="1292" y="2181"/>
                </a:cubicBezTo>
                <a:cubicBezTo>
                  <a:pt x="1292" y="3036"/>
                  <a:pt x="1292" y="3036"/>
                  <a:pt x="1292" y="3036"/>
                </a:cubicBezTo>
                <a:cubicBezTo>
                  <a:pt x="921" y="3036"/>
                  <a:pt x="921" y="3036"/>
                  <a:pt x="921" y="3036"/>
                </a:cubicBezTo>
                <a:cubicBezTo>
                  <a:pt x="905" y="3036"/>
                  <a:pt x="892" y="3049"/>
                  <a:pt x="892" y="3065"/>
                </a:cubicBezTo>
                <a:cubicBezTo>
                  <a:pt x="892" y="3081"/>
                  <a:pt x="905" y="3094"/>
                  <a:pt x="921" y="3094"/>
                </a:cubicBezTo>
                <a:cubicBezTo>
                  <a:pt x="1321" y="3094"/>
                  <a:pt x="1321" y="3094"/>
                  <a:pt x="1321" y="3094"/>
                </a:cubicBezTo>
                <a:cubicBezTo>
                  <a:pt x="1722" y="3094"/>
                  <a:pt x="1722" y="3094"/>
                  <a:pt x="1722" y="3094"/>
                </a:cubicBezTo>
                <a:cubicBezTo>
                  <a:pt x="1738" y="3094"/>
                  <a:pt x="1751" y="3081"/>
                  <a:pt x="1751" y="3065"/>
                </a:cubicBezTo>
                <a:cubicBezTo>
                  <a:pt x="1751" y="3049"/>
                  <a:pt x="1738" y="3036"/>
                  <a:pt x="1722" y="3036"/>
                </a:cubicBezTo>
                <a:cubicBezTo>
                  <a:pt x="1350" y="3036"/>
                  <a:pt x="1350" y="3036"/>
                  <a:pt x="1350" y="3036"/>
                </a:cubicBezTo>
                <a:cubicBezTo>
                  <a:pt x="1350" y="2181"/>
                  <a:pt x="1350" y="2181"/>
                  <a:pt x="1350" y="2181"/>
                </a:cubicBezTo>
                <a:cubicBezTo>
                  <a:pt x="1800" y="2181"/>
                  <a:pt x="1800" y="2181"/>
                  <a:pt x="1800" y="2181"/>
                </a:cubicBezTo>
                <a:cubicBezTo>
                  <a:pt x="1800" y="2669"/>
                  <a:pt x="1800" y="2669"/>
                  <a:pt x="1800" y="2669"/>
                </a:cubicBezTo>
                <a:cubicBezTo>
                  <a:pt x="1800" y="2685"/>
                  <a:pt x="1813" y="2698"/>
                  <a:pt x="1829" y="2698"/>
                </a:cubicBezTo>
                <a:cubicBezTo>
                  <a:pt x="1845" y="2698"/>
                  <a:pt x="1858" y="2685"/>
                  <a:pt x="1858" y="2669"/>
                </a:cubicBezTo>
                <a:cubicBezTo>
                  <a:pt x="1858" y="1811"/>
                  <a:pt x="1858" y="1811"/>
                  <a:pt x="1858" y="1811"/>
                </a:cubicBezTo>
                <a:cubicBezTo>
                  <a:pt x="2239" y="1811"/>
                  <a:pt x="2239" y="1811"/>
                  <a:pt x="2239" y="1811"/>
                </a:cubicBezTo>
                <a:cubicBezTo>
                  <a:pt x="2254" y="1811"/>
                  <a:pt x="2267" y="1798"/>
                  <a:pt x="2267" y="1782"/>
                </a:cubicBezTo>
                <a:cubicBezTo>
                  <a:pt x="2267" y="1476"/>
                  <a:pt x="2267" y="1476"/>
                  <a:pt x="2267" y="1476"/>
                </a:cubicBezTo>
                <a:cubicBezTo>
                  <a:pt x="2267" y="1460"/>
                  <a:pt x="2254" y="1447"/>
                  <a:pt x="2239" y="1447"/>
                </a:cubicBezTo>
                <a:cubicBezTo>
                  <a:pt x="2223" y="1447"/>
                  <a:pt x="2210" y="1460"/>
                  <a:pt x="2210" y="1476"/>
                </a:cubicBezTo>
                <a:cubicBezTo>
                  <a:pt x="2210" y="1753"/>
                  <a:pt x="2210" y="1753"/>
                  <a:pt x="2210" y="1753"/>
                </a:cubicBezTo>
                <a:cubicBezTo>
                  <a:pt x="1829" y="1753"/>
                  <a:pt x="1829" y="1753"/>
                  <a:pt x="1829" y="1753"/>
                </a:cubicBezTo>
                <a:cubicBezTo>
                  <a:pt x="1813" y="1753"/>
                  <a:pt x="1800" y="1766"/>
                  <a:pt x="1800" y="1782"/>
                </a:cubicBezTo>
                <a:cubicBezTo>
                  <a:pt x="1800" y="2123"/>
                  <a:pt x="1800" y="2123"/>
                  <a:pt x="1800" y="2123"/>
                </a:cubicBezTo>
                <a:cubicBezTo>
                  <a:pt x="1350" y="2123"/>
                  <a:pt x="1350" y="2123"/>
                  <a:pt x="1350" y="2123"/>
                </a:cubicBezTo>
                <a:cubicBezTo>
                  <a:pt x="1350" y="1369"/>
                  <a:pt x="1350" y="1369"/>
                  <a:pt x="1350" y="1369"/>
                </a:cubicBezTo>
                <a:cubicBezTo>
                  <a:pt x="1870" y="1369"/>
                  <a:pt x="1870" y="1369"/>
                  <a:pt x="1870" y="1369"/>
                </a:cubicBezTo>
                <a:cubicBezTo>
                  <a:pt x="1886" y="1369"/>
                  <a:pt x="1899" y="1356"/>
                  <a:pt x="1899" y="1340"/>
                </a:cubicBezTo>
                <a:cubicBezTo>
                  <a:pt x="1899" y="1060"/>
                  <a:pt x="1899" y="1060"/>
                  <a:pt x="1899" y="1060"/>
                </a:cubicBezTo>
                <a:cubicBezTo>
                  <a:pt x="1899" y="1044"/>
                  <a:pt x="1886" y="1031"/>
                  <a:pt x="1870" y="1031"/>
                </a:cubicBezTo>
                <a:cubicBezTo>
                  <a:pt x="1854" y="1031"/>
                  <a:pt x="1841" y="1044"/>
                  <a:pt x="1841" y="1060"/>
                </a:cubicBezTo>
                <a:cubicBezTo>
                  <a:pt x="1841" y="1311"/>
                  <a:pt x="1841" y="1311"/>
                  <a:pt x="1841" y="1311"/>
                </a:cubicBezTo>
                <a:cubicBezTo>
                  <a:pt x="1350" y="1311"/>
                  <a:pt x="1350" y="1311"/>
                  <a:pt x="1350" y="1311"/>
                </a:cubicBezTo>
                <a:cubicBezTo>
                  <a:pt x="1350" y="660"/>
                  <a:pt x="1350" y="660"/>
                  <a:pt x="1350" y="660"/>
                </a:cubicBezTo>
                <a:cubicBezTo>
                  <a:pt x="1643" y="660"/>
                  <a:pt x="1643" y="660"/>
                  <a:pt x="1643" y="660"/>
                </a:cubicBezTo>
                <a:cubicBezTo>
                  <a:pt x="1659" y="660"/>
                  <a:pt x="1672" y="647"/>
                  <a:pt x="1672" y="631"/>
                </a:cubicBezTo>
                <a:cubicBezTo>
                  <a:pt x="1672" y="615"/>
                  <a:pt x="1659" y="602"/>
                  <a:pt x="1643" y="602"/>
                </a:cubicBezTo>
                <a:cubicBezTo>
                  <a:pt x="1350" y="602"/>
                  <a:pt x="1350" y="602"/>
                  <a:pt x="1350" y="602"/>
                </a:cubicBezTo>
                <a:cubicBezTo>
                  <a:pt x="1350" y="58"/>
                  <a:pt x="1350" y="58"/>
                  <a:pt x="1350" y="58"/>
                </a:cubicBezTo>
                <a:cubicBezTo>
                  <a:pt x="1799" y="58"/>
                  <a:pt x="1799" y="58"/>
                  <a:pt x="1799" y="58"/>
                </a:cubicBezTo>
                <a:cubicBezTo>
                  <a:pt x="1815" y="58"/>
                  <a:pt x="1828" y="45"/>
                  <a:pt x="1828" y="29"/>
                </a:cubicBezTo>
                <a:cubicBezTo>
                  <a:pt x="1828" y="13"/>
                  <a:pt x="1815" y="0"/>
                  <a:pt x="1799" y="0"/>
                </a:cubicBezTo>
              </a:path>
            </a:pathLst>
          </a:custGeom>
          <a:solidFill>
            <a:srgbClr val="B0C4D6">
              <a:alpha val="9804"/>
            </a:srgbClr>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8" name="Logo">
            <a:extLst>
              <a:ext uri="{FF2B5EF4-FFF2-40B4-BE49-F238E27FC236}">
                <a16:creationId xmlns:a16="http://schemas.microsoft.com/office/drawing/2014/main" id="{FDB19305-59F9-405C-84BE-675FD40C5C6C}"/>
              </a:ext>
            </a:extLst>
          </p:cNvPr>
          <p:cNvSpPr/>
          <p:nvPr/>
        </p:nvSpPr>
        <p:spPr>
          <a:xfrm>
            <a:off x="9397252" y="5875721"/>
            <a:ext cx="2253411" cy="440942"/>
          </a:xfrm>
          <a:custGeom>
            <a:avLst/>
            <a:gdLst>
              <a:gd name="connsiteX0" fmla="*/ 1783139 w 2253411"/>
              <a:gd name="connsiteY0" fmla="*/ 136254 h 440942"/>
              <a:gd name="connsiteX1" fmla="*/ 1751520 w 2253411"/>
              <a:gd name="connsiteY1" fmla="*/ 136254 h 440942"/>
              <a:gd name="connsiteX2" fmla="*/ 1751520 w 2253411"/>
              <a:gd name="connsiteY2" fmla="*/ 299806 h 440942"/>
              <a:gd name="connsiteX3" fmla="*/ 1783139 w 2253411"/>
              <a:gd name="connsiteY3" fmla="*/ 299806 h 440942"/>
              <a:gd name="connsiteX4" fmla="*/ 293338 w 2253411"/>
              <a:gd name="connsiteY4" fmla="*/ 409024 h 440942"/>
              <a:gd name="connsiteX5" fmla="*/ 297448 w 2253411"/>
              <a:gd name="connsiteY5" fmla="*/ 413147 h 440942"/>
              <a:gd name="connsiteX6" fmla="*/ 297460 w 2253411"/>
              <a:gd name="connsiteY6" fmla="*/ 413147 h 440942"/>
              <a:gd name="connsiteX7" fmla="*/ 333669 w 2253411"/>
              <a:gd name="connsiteY7" fmla="*/ 413147 h 440942"/>
              <a:gd name="connsiteX8" fmla="*/ 337779 w 2253411"/>
              <a:gd name="connsiteY8" fmla="*/ 409047 h 440942"/>
              <a:gd name="connsiteX9" fmla="*/ 337777 w 2253411"/>
              <a:gd name="connsiteY9" fmla="*/ 409024 h 440942"/>
              <a:gd name="connsiteX10" fmla="*/ 333683 w 2253411"/>
              <a:gd name="connsiteY10" fmla="*/ 404916 h 440942"/>
              <a:gd name="connsiteX11" fmla="*/ 333669 w 2253411"/>
              <a:gd name="connsiteY11" fmla="*/ 404916 h 440942"/>
              <a:gd name="connsiteX12" fmla="*/ 297460 w 2253411"/>
              <a:gd name="connsiteY12" fmla="*/ 404916 h 440942"/>
              <a:gd name="connsiteX13" fmla="*/ 293338 w 2253411"/>
              <a:gd name="connsiteY13" fmla="*/ 409021 h 440942"/>
              <a:gd name="connsiteX14" fmla="*/ 293338 w 2253411"/>
              <a:gd name="connsiteY14" fmla="*/ 409024 h 440942"/>
              <a:gd name="connsiteX15" fmla="*/ 39859 w 2253411"/>
              <a:gd name="connsiteY15" fmla="*/ 409024 h 440942"/>
              <a:gd name="connsiteX16" fmla="*/ 43946 w 2253411"/>
              <a:gd name="connsiteY16" fmla="*/ 413147 h 440942"/>
              <a:gd name="connsiteX17" fmla="*/ 43967 w 2253411"/>
              <a:gd name="connsiteY17" fmla="*/ 413147 h 440942"/>
              <a:gd name="connsiteX18" fmla="*/ 80176 w 2253411"/>
              <a:gd name="connsiteY18" fmla="*/ 413147 h 440942"/>
              <a:gd name="connsiteX19" fmla="*/ 84298 w 2253411"/>
              <a:gd name="connsiteY19" fmla="*/ 409037 h 440942"/>
              <a:gd name="connsiteX20" fmla="*/ 84298 w 2253411"/>
              <a:gd name="connsiteY20" fmla="*/ 409024 h 440942"/>
              <a:gd name="connsiteX21" fmla="*/ 80179 w 2253411"/>
              <a:gd name="connsiteY21" fmla="*/ 404916 h 440942"/>
              <a:gd name="connsiteX22" fmla="*/ 80176 w 2253411"/>
              <a:gd name="connsiteY22" fmla="*/ 404916 h 440942"/>
              <a:gd name="connsiteX23" fmla="*/ 43967 w 2253411"/>
              <a:gd name="connsiteY23" fmla="*/ 404916 h 440942"/>
              <a:gd name="connsiteX24" fmla="*/ 39859 w 2253411"/>
              <a:gd name="connsiteY24" fmla="*/ 409012 h 440942"/>
              <a:gd name="connsiteX25" fmla="*/ 39859 w 2253411"/>
              <a:gd name="connsiteY25" fmla="*/ 409024 h 440942"/>
              <a:gd name="connsiteX26" fmla="*/ 80177 w 2253411"/>
              <a:gd name="connsiteY26" fmla="*/ 339849 h 440942"/>
              <a:gd name="connsiteX27" fmla="*/ 8803 w 2253411"/>
              <a:gd name="connsiteY27" fmla="*/ 339849 h 440942"/>
              <a:gd name="connsiteX28" fmla="*/ 8803 w 2253411"/>
              <a:gd name="connsiteY28" fmla="*/ 177644 h 440942"/>
              <a:gd name="connsiteX29" fmla="*/ 4680 w 2253411"/>
              <a:gd name="connsiteY29" fmla="*/ 173521 h 440942"/>
              <a:gd name="connsiteX30" fmla="*/ 572 w 2253411"/>
              <a:gd name="connsiteY30" fmla="*/ 177639 h 440942"/>
              <a:gd name="connsiteX31" fmla="*/ 572 w 2253411"/>
              <a:gd name="connsiteY31" fmla="*/ 177644 h 440942"/>
              <a:gd name="connsiteX32" fmla="*/ 572 w 2253411"/>
              <a:gd name="connsiteY32" fmla="*/ 343959 h 440942"/>
              <a:gd name="connsiteX33" fmla="*/ 4676 w 2253411"/>
              <a:gd name="connsiteY33" fmla="*/ 348080 h 440942"/>
              <a:gd name="connsiteX34" fmla="*/ 4680 w 2253411"/>
              <a:gd name="connsiteY34" fmla="*/ 348080 h 440942"/>
              <a:gd name="connsiteX35" fmla="*/ 80176 w 2253411"/>
              <a:gd name="connsiteY35" fmla="*/ 348080 h 440942"/>
              <a:gd name="connsiteX36" fmla="*/ 84298 w 2253411"/>
              <a:gd name="connsiteY36" fmla="*/ 343970 h 440942"/>
              <a:gd name="connsiteX37" fmla="*/ 84298 w 2253411"/>
              <a:gd name="connsiteY37" fmla="*/ 343959 h 440942"/>
              <a:gd name="connsiteX38" fmla="*/ 80176 w 2253411"/>
              <a:gd name="connsiteY38" fmla="*/ 339849 h 440942"/>
              <a:gd name="connsiteX39" fmla="*/ 98412 w 2253411"/>
              <a:gd name="connsiteY39" fmla="*/ 45530 h 440942"/>
              <a:gd name="connsiteX40" fmla="*/ 94292 w 2253411"/>
              <a:gd name="connsiteY40" fmla="*/ 41422 h 440942"/>
              <a:gd name="connsiteX41" fmla="*/ 94289 w 2253411"/>
              <a:gd name="connsiteY41" fmla="*/ 41422 h 440942"/>
              <a:gd name="connsiteX42" fmla="*/ 30459 w 2253411"/>
              <a:gd name="connsiteY42" fmla="*/ 41422 h 440942"/>
              <a:gd name="connsiteX43" fmla="*/ 26351 w 2253411"/>
              <a:gd name="connsiteY43" fmla="*/ 45518 h 440942"/>
              <a:gd name="connsiteX44" fmla="*/ 26351 w 2253411"/>
              <a:gd name="connsiteY44" fmla="*/ 45530 h 440942"/>
              <a:gd name="connsiteX45" fmla="*/ 26351 w 2253411"/>
              <a:gd name="connsiteY45" fmla="*/ 133916 h 440942"/>
              <a:gd name="connsiteX46" fmla="*/ 30456 w 2253411"/>
              <a:gd name="connsiteY46" fmla="*/ 138039 h 440942"/>
              <a:gd name="connsiteX47" fmla="*/ 30459 w 2253411"/>
              <a:gd name="connsiteY47" fmla="*/ 138039 h 440942"/>
              <a:gd name="connsiteX48" fmla="*/ 80191 w 2253411"/>
              <a:gd name="connsiteY48" fmla="*/ 138039 h 440942"/>
              <a:gd name="connsiteX49" fmla="*/ 84300 w 2253411"/>
              <a:gd name="connsiteY49" fmla="*/ 133916 h 440942"/>
              <a:gd name="connsiteX50" fmla="*/ 80191 w 2253411"/>
              <a:gd name="connsiteY50" fmla="*/ 129808 h 440942"/>
              <a:gd name="connsiteX51" fmla="*/ 34582 w 2253411"/>
              <a:gd name="connsiteY51" fmla="*/ 129808 h 440942"/>
              <a:gd name="connsiteX52" fmla="*/ 34582 w 2253411"/>
              <a:gd name="connsiteY52" fmla="*/ 49653 h 440942"/>
              <a:gd name="connsiteX53" fmla="*/ 94291 w 2253411"/>
              <a:gd name="connsiteY53" fmla="*/ 49653 h 440942"/>
              <a:gd name="connsiteX54" fmla="*/ 98413 w 2253411"/>
              <a:gd name="connsiteY54" fmla="*/ 45540 h 440942"/>
              <a:gd name="connsiteX55" fmla="*/ 98413 w 2253411"/>
              <a:gd name="connsiteY55" fmla="*/ 45530 h 440942"/>
              <a:gd name="connsiteX56" fmla="*/ 271146 w 2253411"/>
              <a:gd name="connsiteY56" fmla="*/ 190835 h 440942"/>
              <a:gd name="connsiteX57" fmla="*/ 271146 w 2253411"/>
              <a:gd name="connsiteY57" fmla="*/ 150874 h 440942"/>
              <a:gd name="connsiteX58" fmla="*/ 267039 w 2253411"/>
              <a:gd name="connsiteY58" fmla="*/ 146752 h 440942"/>
              <a:gd name="connsiteX59" fmla="*/ 267037 w 2253411"/>
              <a:gd name="connsiteY59" fmla="*/ 146752 h 440942"/>
              <a:gd name="connsiteX60" fmla="*/ 262900 w 2253411"/>
              <a:gd name="connsiteY60" fmla="*/ 150873 h 440942"/>
              <a:gd name="connsiteX61" fmla="*/ 262900 w 2253411"/>
              <a:gd name="connsiteY61" fmla="*/ 150874 h 440942"/>
              <a:gd name="connsiteX62" fmla="*/ 262900 w 2253411"/>
              <a:gd name="connsiteY62" fmla="*/ 186698 h 440942"/>
              <a:gd name="connsiteX63" fmla="*/ 192929 w 2253411"/>
              <a:gd name="connsiteY63" fmla="*/ 186698 h 440942"/>
              <a:gd name="connsiteX64" fmla="*/ 192929 w 2253411"/>
              <a:gd name="connsiteY64" fmla="*/ 93846 h 440942"/>
              <a:gd name="connsiteX65" fmla="*/ 234730 w 2253411"/>
              <a:gd name="connsiteY65" fmla="*/ 93846 h 440942"/>
              <a:gd name="connsiteX66" fmla="*/ 238853 w 2253411"/>
              <a:gd name="connsiteY66" fmla="*/ 89738 h 440942"/>
              <a:gd name="connsiteX67" fmla="*/ 234730 w 2253411"/>
              <a:gd name="connsiteY67" fmla="*/ 85602 h 440942"/>
              <a:gd name="connsiteX68" fmla="*/ 192929 w 2253411"/>
              <a:gd name="connsiteY68" fmla="*/ 85602 h 440942"/>
              <a:gd name="connsiteX69" fmla="*/ 192929 w 2253411"/>
              <a:gd name="connsiteY69" fmla="*/ 8058 h 440942"/>
              <a:gd name="connsiteX70" fmla="*/ 256951 w 2253411"/>
              <a:gd name="connsiteY70" fmla="*/ 8058 h 440942"/>
              <a:gd name="connsiteX71" fmla="*/ 261072 w 2253411"/>
              <a:gd name="connsiteY71" fmla="*/ 3946 h 440942"/>
              <a:gd name="connsiteX72" fmla="*/ 261072 w 2253411"/>
              <a:gd name="connsiteY72" fmla="*/ 3935 h 440942"/>
              <a:gd name="connsiteX73" fmla="*/ 256954 w 2253411"/>
              <a:gd name="connsiteY73" fmla="*/ -175 h 440942"/>
              <a:gd name="connsiteX74" fmla="*/ 256951 w 2253411"/>
              <a:gd name="connsiteY74" fmla="*/ -175 h 440942"/>
              <a:gd name="connsiteX75" fmla="*/ 120686 w 2253411"/>
              <a:gd name="connsiteY75" fmla="*/ -175 h 440942"/>
              <a:gd name="connsiteX76" fmla="*/ 116578 w 2253411"/>
              <a:gd name="connsiteY76" fmla="*/ 3935 h 440942"/>
              <a:gd name="connsiteX77" fmla="*/ 120685 w 2253411"/>
              <a:gd name="connsiteY77" fmla="*/ 8058 h 440942"/>
              <a:gd name="connsiteX78" fmla="*/ 120686 w 2253411"/>
              <a:gd name="connsiteY78" fmla="*/ 8058 h 440942"/>
              <a:gd name="connsiteX79" fmla="*/ 184696 w 2253411"/>
              <a:gd name="connsiteY79" fmla="*/ 8058 h 440942"/>
              <a:gd name="connsiteX80" fmla="*/ 184696 w 2253411"/>
              <a:gd name="connsiteY80" fmla="*/ 85629 h 440942"/>
              <a:gd name="connsiteX81" fmla="*/ 141436 w 2253411"/>
              <a:gd name="connsiteY81" fmla="*/ 85629 h 440942"/>
              <a:gd name="connsiteX82" fmla="*/ 137315 w 2253411"/>
              <a:gd name="connsiteY82" fmla="*/ 89752 h 440942"/>
              <a:gd name="connsiteX83" fmla="*/ 141435 w 2253411"/>
              <a:gd name="connsiteY83" fmla="*/ 93860 h 440942"/>
              <a:gd name="connsiteX84" fmla="*/ 141436 w 2253411"/>
              <a:gd name="connsiteY84" fmla="*/ 93860 h 440942"/>
              <a:gd name="connsiteX85" fmla="*/ 184696 w 2253411"/>
              <a:gd name="connsiteY85" fmla="*/ 93860 h 440942"/>
              <a:gd name="connsiteX86" fmla="*/ 184696 w 2253411"/>
              <a:gd name="connsiteY86" fmla="*/ 186698 h 440942"/>
              <a:gd name="connsiteX87" fmla="*/ 114724 w 2253411"/>
              <a:gd name="connsiteY87" fmla="*/ 186698 h 440942"/>
              <a:gd name="connsiteX88" fmla="*/ 114724 w 2253411"/>
              <a:gd name="connsiteY88" fmla="*/ 150874 h 440942"/>
              <a:gd name="connsiteX89" fmla="*/ 110611 w 2253411"/>
              <a:gd name="connsiteY89" fmla="*/ 146752 h 440942"/>
              <a:gd name="connsiteX90" fmla="*/ 110602 w 2253411"/>
              <a:gd name="connsiteY90" fmla="*/ 146752 h 440942"/>
              <a:gd name="connsiteX91" fmla="*/ 106479 w 2253411"/>
              <a:gd name="connsiteY91" fmla="*/ 150874 h 440942"/>
              <a:gd name="connsiteX92" fmla="*/ 106479 w 2253411"/>
              <a:gd name="connsiteY92" fmla="*/ 190835 h 440942"/>
              <a:gd name="connsiteX93" fmla="*/ 110598 w 2253411"/>
              <a:gd name="connsiteY93" fmla="*/ 194943 h 440942"/>
              <a:gd name="connsiteX94" fmla="*/ 110602 w 2253411"/>
              <a:gd name="connsiteY94" fmla="*/ 194943 h 440942"/>
              <a:gd name="connsiteX95" fmla="*/ 184696 w 2253411"/>
              <a:gd name="connsiteY95" fmla="*/ 194943 h 440942"/>
              <a:gd name="connsiteX96" fmla="*/ 184696 w 2253411"/>
              <a:gd name="connsiteY96" fmla="*/ 302418 h 440942"/>
              <a:gd name="connsiteX97" fmla="*/ 120523 w 2253411"/>
              <a:gd name="connsiteY97" fmla="*/ 302418 h 440942"/>
              <a:gd name="connsiteX98" fmla="*/ 120523 w 2253411"/>
              <a:gd name="connsiteY98" fmla="*/ 253744 h 440942"/>
              <a:gd name="connsiteX99" fmla="*/ 116395 w 2253411"/>
              <a:gd name="connsiteY99" fmla="*/ 249636 h 440942"/>
              <a:gd name="connsiteX100" fmla="*/ 116386 w 2253411"/>
              <a:gd name="connsiteY100" fmla="*/ 249636 h 440942"/>
              <a:gd name="connsiteX101" fmla="*/ 62189 w 2253411"/>
              <a:gd name="connsiteY101" fmla="*/ 249636 h 440942"/>
              <a:gd name="connsiteX102" fmla="*/ 62189 w 2253411"/>
              <a:gd name="connsiteY102" fmla="*/ 210170 h 440942"/>
              <a:gd name="connsiteX103" fmla="*/ 58084 w 2253411"/>
              <a:gd name="connsiteY103" fmla="*/ 206047 h 440942"/>
              <a:gd name="connsiteX104" fmla="*/ 58081 w 2253411"/>
              <a:gd name="connsiteY104" fmla="*/ 206047 h 440942"/>
              <a:gd name="connsiteX105" fmla="*/ 53958 w 2253411"/>
              <a:gd name="connsiteY105" fmla="*/ 210170 h 440942"/>
              <a:gd name="connsiteX106" fmla="*/ 53958 w 2253411"/>
              <a:gd name="connsiteY106" fmla="*/ 253744 h 440942"/>
              <a:gd name="connsiteX107" fmla="*/ 58081 w 2253411"/>
              <a:gd name="connsiteY107" fmla="*/ 257867 h 440942"/>
              <a:gd name="connsiteX108" fmla="*/ 112277 w 2253411"/>
              <a:gd name="connsiteY108" fmla="*/ 257867 h 440942"/>
              <a:gd name="connsiteX109" fmla="*/ 112277 w 2253411"/>
              <a:gd name="connsiteY109" fmla="*/ 380182 h 440942"/>
              <a:gd name="connsiteX110" fmla="*/ 116382 w 2253411"/>
              <a:gd name="connsiteY110" fmla="*/ 384304 h 440942"/>
              <a:gd name="connsiteX111" fmla="*/ 116386 w 2253411"/>
              <a:gd name="connsiteY111" fmla="*/ 384304 h 440942"/>
              <a:gd name="connsiteX112" fmla="*/ 120523 w 2253411"/>
              <a:gd name="connsiteY112" fmla="*/ 380182 h 440942"/>
              <a:gd name="connsiteX113" fmla="*/ 120523 w 2253411"/>
              <a:gd name="connsiteY113" fmla="*/ 310649 h 440942"/>
              <a:gd name="connsiteX114" fmla="*/ 184696 w 2253411"/>
              <a:gd name="connsiteY114" fmla="*/ 310649 h 440942"/>
              <a:gd name="connsiteX115" fmla="*/ 184696 w 2253411"/>
              <a:gd name="connsiteY115" fmla="*/ 432537 h 440942"/>
              <a:gd name="connsiteX116" fmla="*/ 131736 w 2253411"/>
              <a:gd name="connsiteY116" fmla="*/ 432537 h 440942"/>
              <a:gd name="connsiteX117" fmla="*/ 127628 w 2253411"/>
              <a:gd name="connsiteY117" fmla="*/ 436615 h 440942"/>
              <a:gd name="connsiteX118" fmla="*/ 127628 w 2253411"/>
              <a:gd name="connsiteY118" fmla="*/ 436646 h 440942"/>
              <a:gd name="connsiteX119" fmla="*/ 131716 w 2253411"/>
              <a:gd name="connsiteY119" fmla="*/ 440768 h 440942"/>
              <a:gd name="connsiteX120" fmla="*/ 131736 w 2253411"/>
              <a:gd name="connsiteY120" fmla="*/ 440768 h 440942"/>
              <a:gd name="connsiteX121" fmla="*/ 245888 w 2253411"/>
              <a:gd name="connsiteY121" fmla="*/ 440768 h 440942"/>
              <a:gd name="connsiteX122" fmla="*/ 250011 w 2253411"/>
              <a:gd name="connsiteY122" fmla="*/ 436657 h 440942"/>
              <a:gd name="connsiteX123" fmla="*/ 250011 w 2253411"/>
              <a:gd name="connsiteY123" fmla="*/ 436646 h 440942"/>
              <a:gd name="connsiteX124" fmla="*/ 245909 w 2253411"/>
              <a:gd name="connsiteY124" fmla="*/ 432537 h 440942"/>
              <a:gd name="connsiteX125" fmla="*/ 245888 w 2253411"/>
              <a:gd name="connsiteY125" fmla="*/ 432537 h 440942"/>
              <a:gd name="connsiteX126" fmla="*/ 192929 w 2253411"/>
              <a:gd name="connsiteY126" fmla="*/ 432537 h 440942"/>
              <a:gd name="connsiteX127" fmla="*/ 192929 w 2253411"/>
              <a:gd name="connsiteY127" fmla="*/ 310649 h 440942"/>
              <a:gd name="connsiteX128" fmla="*/ 257116 w 2253411"/>
              <a:gd name="connsiteY128" fmla="*/ 310649 h 440942"/>
              <a:gd name="connsiteX129" fmla="*/ 257116 w 2253411"/>
              <a:gd name="connsiteY129" fmla="*/ 380182 h 440942"/>
              <a:gd name="connsiteX130" fmla="*/ 261250 w 2253411"/>
              <a:gd name="connsiteY130" fmla="*/ 384304 h 440942"/>
              <a:gd name="connsiteX131" fmla="*/ 265358 w 2253411"/>
              <a:gd name="connsiteY131" fmla="*/ 380182 h 440942"/>
              <a:gd name="connsiteX132" fmla="*/ 265358 w 2253411"/>
              <a:gd name="connsiteY132" fmla="*/ 257867 h 440942"/>
              <a:gd name="connsiteX133" fmla="*/ 319557 w 2253411"/>
              <a:gd name="connsiteY133" fmla="*/ 257867 h 440942"/>
              <a:gd name="connsiteX134" fmla="*/ 323665 w 2253411"/>
              <a:gd name="connsiteY134" fmla="*/ 253748 h 440942"/>
              <a:gd name="connsiteX135" fmla="*/ 323665 w 2253411"/>
              <a:gd name="connsiteY135" fmla="*/ 253744 h 440942"/>
              <a:gd name="connsiteX136" fmla="*/ 323665 w 2253411"/>
              <a:gd name="connsiteY136" fmla="*/ 210170 h 440942"/>
              <a:gd name="connsiteX137" fmla="*/ 319557 w 2253411"/>
              <a:gd name="connsiteY137" fmla="*/ 206047 h 440942"/>
              <a:gd name="connsiteX138" fmla="*/ 315434 w 2253411"/>
              <a:gd name="connsiteY138" fmla="*/ 210170 h 440942"/>
              <a:gd name="connsiteX139" fmla="*/ 315434 w 2253411"/>
              <a:gd name="connsiteY139" fmla="*/ 249636 h 440942"/>
              <a:gd name="connsiteX140" fmla="*/ 261250 w 2253411"/>
              <a:gd name="connsiteY140" fmla="*/ 249636 h 440942"/>
              <a:gd name="connsiteX141" fmla="*/ 257115 w 2253411"/>
              <a:gd name="connsiteY141" fmla="*/ 253733 h 440942"/>
              <a:gd name="connsiteX142" fmla="*/ 257115 w 2253411"/>
              <a:gd name="connsiteY142" fmla="*/ 253744 h 440942"/>
              <a:gd name="connsiteX143" fmla="*/ 257115 w 2253411"/>
              <a:gd name="connsiteY143" fmla="*/ 302416 h 440942"/>
              <a:gd name="connsiteX144" fmla="*/ 192927 w 2253411"/>
              <a:gd name="connsiteY144" fmla="*/ 302416 h 440942"/>
              <a:gd name="connsiteX145" fmla="*/ 192927 w 2253411"/>
              <a:gd name="connsiteY145" fmla="*/ 194943 h 440942"/>
              <a:gd name="connsiteX146" fmla="*/ 267036 w 2253411"/>
              <a:gd name="connsiteY146" fmla="*/ 194943 h 440942"/>
              <a:gd name="connsiteX147" fmla="*/ 271144 w 2253411"/>
              <a:gd name="connsiteY147" fmla="*/ 190849 h 440942"/>
              <a:gd name="connsiteX148" fmla="*/ 271144 w 2253411"/>
              <a:gd name="connsiteY148" fmla="*/ 190835 h 440942"/>
              <a:gd name="connsiteX149" fmla="*/ 351285 w 2253411"/>
              <a:gd name="connsiteY149" fmla="*/ 133931 h 440942"/>
              <a:gd name="connsiteX150" fmla="*/ 351285 w 2253411"/>
              <a:gd name="connsiteY150" fmla="*/ 45545 h 440942"/>
              <a:gd name="connsiteX151" fmla="*/ 347175 w 2253411"/>
              <a:gd name="connsiteY151" fmla="*/ 41422 h 440942"/>
              <a:gd name="connsiteX152" fmla="*/ 347164 w 2253411"/>
              <a:gd name="connsiteY152" fmla="*/ 41422 h 440942"/>
              <a:gd name="connsiteX153" fmla="*/ 283332 w 2253411"/>
              <a:gd name="connsiteY153" fmla="*/ 41422 h 440942"/>
              <a:gd name="connsiteX154" fmla="*/ 279224 w 2253411"/>
              <a:gd name="connsiteY154" fmla="*/ 45524 h 440942"/>
              <a:gd name="connsiteX155" fmla="*/ 279224 w 2253411"/>
              <a:gd name="connsiteY155" fmla="*/ 45545 h 440942"/>
              <a:gd name="connsiteX156" fmla="*/ 283332 w 2253411"/>
              <a:gd name="connsiteY156" fmla="*/ 49653 h 440942"/>
              <a:gd name="connsiteX157" fmla="*/ 343054 w 2253411"/>
              <a:gd name="connsiteY157" fmla="*/ 49653 h 440942"/>
              <a:gd name="connsiteX158" fmla="*/ 343054 w 2253411"/>
              <a:gd name="connsiteY158" fmla="*/ 129808 h 440942"/>
              <a:gd name="connsiteX159" fmla="*/ 297460 w 2253411"/>
              <a:gd name="connsiteY159" fmla="*/ 129808 h 440942"/>
              <a:gd name="connsiteX160" fmla="*/ 293338 w 2253411"/>
              <a:gd name="connsiteY160" fmla="*/ 133918 h 440942"/>
              <a:gd name="connsiteX161" fmla="*/ 293338 w 2253411"/>
              <a:gd name="connsiteY161" fmla="*/ 133931 h 440942"/>
              <a:gd name="connsiteX162" fmla="*/ 297460 w 2253411"/>
              <a:gd name="connsiteY162" fmla="*/ 138039 h 440942"/>
              <a:gd name="connsiteX163" fmla="*/ 347164 w 2253411"/>
              <a:gd name="connsiteY163" fmla="*/ 138039 h 440942"/>
              <a:gd name="connsiteX164" fmla="*/ 351285 w 2253411"/>
              <a:gd name="connsiteY164" fmla="*/ 133931 h 440942"/>
              <a:gd name="connsiteX165" fmla="*/ 377065 w 2253411"/>
              <a:gd name="connsiteY165" fmla="*/ 343972 h 440942"/>
              <a:gd name="connsiteX166" fmla="*/ 377065 w 2253411"/>
              <a:gd name="connsiteY166" fmla="*/ 177629 h 440942"/>
              <a:gd name="connsiteX167" fmla="*/ 372946 w 2253411"/>
              <a:gd name="connsiteY167" fmla="*/ 173521 h 440942"/>
              <a:gd name="connsiteX168" fmla="*/ 372943 w 2253411"/>
              <a:gd name="connsiteY168" fmla="*/ 173521 h 440942"/>
              <a:gd name="connsiteX169" fmla="*/ 368834 w 2253411"/>
              <a:gd name="connsiteY169" fmla="*/ 177617 h 440942"/>
              <a:gd name="connsiteX170" fmla="*/ 368834 w 2253411"/>
              <a:gd name="connsiteY170" fmla="*/ 177629 h 440942"/>
              <a:gd name="connsiteX171" fmla="*/ 368834 w 2253411"/>
              <a:gd name="connsiteY171" fmla="*/ 339836 h 440942"/>
              <a:gd name="connsiteX172" fmla="*/ 297460 w 2253411"/>
              <a:gd name="connsiteY172" fmla="*/ 339836 h 440942"/>
              <a:gd name="connsiteX173" fmla="*/ 293338 w 2253411"/>
              <a:gd name="connsiteY173" fmla="*/ 343970 h 440942"/>
              <a:gd name="connsiteX174" fmla="*/ 293338 w 2253411"/>
              <a:gd name="connsiteY174" fmla="*/ 343972 h 440942"/>
              <a:gd name="connsiteX175" fmla="*/ 297438 w 2253411"/>
              <a:gd name="connsiteY175" fmla="*/ 348080 h 440942"/>
              <a:gd name="connsiteX176" fmla="*/ 297460 w 2253411"/>
              <a:gd name="connsiteY176" fmla="*/ 348080 h 440942"/>
              <a:gd name="connsiteX177" fmla="*/ 372943 w 2253411"/>
              <a:gd name="connsiteY177" fmla="*/ 348080 h 440942"/>
              <a:gd name="connsiteX178" fmla="*/ 377065 w 2253411"/>
              <a:gd name="connsiteY178" fmla="*/ 343992 h 440942"/>
              <a:gd name="connsiteX179" fmla="*/ 377065 w 2253411"/>
              <a:gd name="connsiteY179" fmla="*/ 343972 h 440942"/>
              <a:gd name="connsiteX180" fmla="*/ 577721 w 2253411"/>
              <a:gd name="connsiteY180" fmla="*/ 299806 h 440942"/>
              <a:gd name="connsiteX181" fmla="*/ 609683 w 2253411"/>
              <a:gd name="connsiteY181" fmla="*/ 299806 h 440942"/>
              <a:gd name="connsiteX182" fmla="*/ 609683 w 2253411"/>
              <a:gd name="connsiteY182" fmla="*/ 196098 h 440942"/>
              <a:gd name="connsiteX183" fmla="*/ 551186 w 2253411"/>
              <a:gd name="connsiteY183" fmla="*/ 131498 h 440942"/>
              <a:gd name="connsiteX184" fmla="*/ 500878 w 2253411"/>
              <a:gd name="connsiteY184" fmla="*/ 159709 h 440942"/>
              <a:gd name="connsiteX185" fmla="*/ 500878 w 2253411"/>
              <a:gd name="connsiteY185" fmla="*/ 136254 h 440942"/>
              <a:gd name="connsiteX186" fmla="*/ 469601 w 2253411"/>
              <a:gd name="connsiteY186" fmla="*/ 136254 h 440942"/>
              <a:gd name="connsiteX187" fmla="*/ 469601 w 2253411"/>
              <a:gd name="connsiteY187" fmla="*/ 299806 h 440942"/>
              <a:gd name="connsiteX188" fmla="*/ 501565 w 2253411"/>
              <a:gd name="connsiteY188" fmla="*/ 299806 h 440942"/>
              <a:gd name="connsiteX189" fmla="*/ 501565 w 2253411"/>
              <a:gd name="connsiteY189" fmla="*/ 205278 h 440942"/>
              <a:gd name="connsiteX190" fmla="*/ 539629 w 2253411"/>
              <a:gd name="connsiteY190" fmla="*/ 160396 h 440942"/>
              <a:gd name="connsiteX191" fmla="*/ 577721 w 2253411"/>
              <a:gd name="connsiteY191" fmla="*/ 201540 h 440942"/>
              <a:gd name="connsiteX192" fmla="*/ 766751 w 2253411"/>
              <a:gd name="connsiteY192" fmla="*/ 201196 h 440942"/>
              <a:gd name="connsiteX193" fmla="*/ 677320 w 2253411"/>
              <a:gd name="connsiteY193" fmla="*/ 201196 h 440942"/>
              <a:gd name="connsiteX194" fmla="*/ 721870 w 2253411"/>
              <a:gd name="connsiteY194" fmla="*/ 159366 h 440942"/>
              <a:gd name="connsiteX195" fmla="*/ 766751 w 2253411"/>
              <a:gd name="connsiteY195" fmla="*/ 201196 h 440942"/>
              <a:gd name="connsiteX196" fmla="*/ 799388 w 2253411"/>
              <a:gd name="connsiteY196" fmla="*/ 227044 h 440942"/>
              <a:gd name="connsiteX197" fmla="*/ 800075 w 2253411"/>
              <a:gd name="connsiteY197" fmla="*/ 216835 h 440942"/>
              <a:gd name="connsiteX198" fmla="*/ 721527 w 2253411"/>
              <a:gd name="connsiteY198" fmla="*/ 131155 h 440942"/>
              <a:gd name="connsiteX199" fmla="*/ 643324 w 2253411"/>
              <a:gd name="connsiteY199" fmla="*/ 217522 h 440942"/>
              <a:gd name="connsiteX200" fmla="*/ 725608 w 2253411"/>
              <a:gd name="connsiteY200" fmla="*/ 304904 h 440942"/>
              <a:gd name="connsiteX201" fmla="*/ 799044 w 2253411"/>
              <a:gd name="connsiteY201" fmla="*/ 253221 h 440942"/>
              <a:gd name="connsiteX202" fmla="*/ 771519 w 2253411"/>
              <a:gd name="connsiteY202" fmla="*/ 243698 h 440942"/>
              <a:gd name="connsiteX203" fmla="*/ 725608 w 2253411"/>
              <a:gd name="connsiteY203" fmla="*/ 276679 h 440942"/>
              <a:gd name="connsiteX204" fmla="*/ 676304 w 2253411"/>
              <a:gd name="connsiteY204" fmla="*/ 227044 h 440942"/>
              <a:gd name="connsiteX205" fmla="*/ 945791 w 2253411"/>
              <a:gd name="connsiteY205" fmla="*/ 299820 h 440942"/>
              <a:gd name="connsiteX206" fmla="*/ 976394 w 2253411"/>
              <a:gd name="connsiteY206" fmla="*/ 299820 h 440942"/>
              <a:gd name="connsiteX207" fmla="*/ 974677 w 2253411"/>
              <a:gd name="connsiteY207" fmla="*/ 269547 h 440942"/>
              <a:gd name="connsiteX208" fmla="*/ 974677 w 2253411"/>
              <a:gd name="connsiteY208" fmla="*/ 136254 h 440942"/>
              <a:gd name="connsiteX209" fmla="*/ 942727 w 2253411"/>
              <a:gd name="connsiteY209" fmla="*/ 136254 h 440942"/>
              <a:gd name="connsiteX210" fmla="*/ 942727 w 2253411"/>
              <a:gd name="connsiteY210" fmla="*/ 234863 h 440942"/>
              <a:gd name="connsiteX211" fmla="*/ 903948 w 2253411"/>
              <a:gd name="connsiteY211" fmla="*/ 276679 h 440942"/>
              <a:gd name="connsiteX212" fmla="*/ 866901 w 2253411"/>
              <a:gd name="connsiteY212" fmla="*/ 234519 h 440942"/>
              <a:gd name="connsiteX213" fmla="*/ 866901 w 2253411"/>
              <a:gd name="connsiteY213" fmla="*/ 136254 h 440942"/>
              <a:gd name="connsiteX214" fmla="*/ 834924 w 2253411"/>
              <a:gd name="connsiteY214" fmla="*/ 136254 h 440942"/>
              <a:gd name="connsiteX215" fmla="*/ 834924 w 2253411"/>
              <a:gd name="connsiteY215" fmla="*/ 239287 h 440942"/>
              <a:gd name="connsiteX216" fmla="*/ 896143 w 2253411"/>
              <a:gd name="connsiteY216" fmla="*/ 304903 h 440942"/>
              <a:gd name="connsiteX217" fmla="*/ 944418 w 2253411"/>
              <a:gd name="connsiteY217" fmla="*/ 280086 h 440942"/>
              <a:gd name="connsiteX218" fmla="*/ 945791 w 2253411"/>
              <a:gd name="connsiteY218" fmla="*/ 299818 h 440942"/>
              <a:gd name="connsiteX219" fmla="*/ 1098324 w 2253411"/>
              <a:gd name="connsiteY219" fmla="*/ 167541 h 440942"/>
              <a:gd name="connsiteX220" fmla="*/ 1112271 w 2253411"/>
              <a:gd name="connsiteY220" fmla="*/ 168559 h 440942"/>
              <a:gd name="connsiteX221" fmla="*/ 1112271 w 2253411"/>
              <a:gd name="connsiteY221" fmla="*/ 134563 h 440942"/>
              <a:gd name="connsiteX222" fmla="*/ 1101731 w 2253411"/>
              <a:gd name="connsiteY222" fmla="*/ 133532 h 440942"/>
              <a:gd name="connsiteX223" fmla="*/ 1052771 w 2253411"/>
              <a:gd name="connsiteY223" fmla="*/ 164808 h 440942"/>
              <a:gd name="connsiteX224" fmla="*/ 1052771 w 2253411"/>
              <a:gd name="connsiteY224" fmla="*/ 136266 h 440942"/>
              <a:gd name="connsiteX225" fmla="*/ 1021481 w 2253411"/>
              <a:gd name="connsiteY225" fmla="*/ 136266 h 440942"/>
              <a:gd name="connsiteX226" fmla="*/ 1021481 w 2253411"/>
              <a:gd name="connsiteY226" fmla="*/ 299806 h 440942"/>
              <a:gd name="connsiteX227" fmla="*/ 1053443 w 2253411"/>
              <a:gd name="connsiteY227" fmla="*/ 299806 h 440942"/>
              <a:gd name="connsiteX228" fmla="*/ 1053443 w 2253411"/>
              <a:gd name="connsiteY228" fmla="*/ 217851 h 440942"/>
              <a:gd name="connsiteX229" fmla="*/ 1098324 w 2253411"/>
              <a:gd name="connsiteY229" fmla="*/ 167543 h 440942"/>
              <a:gd name="connsiteX230" fmla="*/ 1263512 w 2253411"/>
              <a:gd name="connsiteY230" fmla="*/ 217865 h 440942"/>
              <a:gd name="connsiteX231" fmla="*/ 1212518 w 2253411"/>
              <a:gd name="connsiteY231" fmla="*/ 276350 h 440942"/>
              <a:gd name="connsiteX232" fmla="*/ 1161507 w 2253411"/>
              <a:gd name="connsiteY232" fmla="*/ 217865 h 440942"/>
              <a:gd name="connsiteX233" fmla="*/ 1212518 w 2253411"/>
              <a:gd name="connsiteY233" fmla="*/ 159709 h 440942"/>
              <a:gd name="connsiteX234" fmla="*/ 1263512 w 2253411"/>
              <a:gd name="connsiteY234" fmla="*/ 217865 h 440942"/>
              <a:gd name="connsiteX235" fmla="*/ 1296163 w 2253411"/>
              <a:gd name="connsiteY235" fmla="*/ 217865 h 440942"/>
              <a:gd name="connsiteX236" fmla="*/ 1212518 w 2253411"/>
              <a:gd name="connsiteY236" fmla="*/ 131169 h 440942"/>
              <a:gd name="connsiteX237" fmla="*/ 1128871 w 2253411"/>
              <a:gd name="connsiteY237" fmla="*/ 217865 h 440942"/>
              <a:gd name="connsiteX238" fmla="*/ 1212518 w 2253411"/>
              <a:gd name="connsiteY238" fmla="*/ 304904 h 440942"/>
              <a:gd name="connsiteX239" fmla="*/ 1296163 w 2253411"/>
              <a:gd name="connsiteY239" fmla="*/ 217865 h 440942"/>
              <a:gd name="connsiteX240" fmla="*/ 1388657 w 2253411"/>
              <a:gd name="connsiteY240" fmla="*/ 301496 h 440942"/>
              <a:gd name="connsiteX241" fmla="*/ 1410425 w 2253411"/>
              <a:gd name="connsiteY241" fmla="*/ 298446 h 440942"/>
              <a:gd name="connsiteX242" fmla="*/ 1410425 w 2253411"/>
              <a:gd name="connsiteY242" fmla="*/ 271237 h 440942"/>
              <a:gd name="connsiteX243" fmla="*/ 1397836 w 2253411"/>
              <a:gd name="connsiteY243" fmla="*/ 272612 h 440942"/>
              <a:gd name="connsiteX244" fmla="*/ 1375054 w 2253411"/>
              <a:gd name="connsiteY244" fmla="*/ 250158 h 440942"/>
              <a:gd name="connsiteX245" fmla="*/ 1375054 w 2253411"/>
              <a:gd name="connsiteY245" fmla="*/ 165152 h 440942"/>
              <a:gd name="connsiteX246" fmla="*/ 1410423 w 2253411"/>
              <a:gd name="connsiteY246" fmla="*/ 165152 h 440942"/>
              <a:gd name="connsiteX247" fmla="*/ 1410423 w 2253411"/>
              <a:gd name="connsiteY247" fmla="*/ 136254 h 440942"/>
              <a:gd name="connsiteX248" fmla="*/ 1375054 w 2253411"/>
              <a:gd name="connsiteY248" fmla="*/ 136254 h 440942"/>
              <a:gd name="connsiteX249" fmla="*/ 1375054 w 2253411"/>
              <a:gd name="connsiteY249" fmla="*/ 84585 h 440942"/>
              <a:gd name="connsiteX250" fmla="*/ 1345825 w 2253411"/>
              <a:gd name="connsiteY250" fmla="*/ 84585 h 440942"/>
              <a:gd name="connsiteX251" fmla="*/ 1345825 w 2253411"/>
              <a:gd name="connsiteY251" fmla="*/ 111092 h 440942"/>
              <a:gd name="connsiteX252" fmla="*/ 1320665 w 2253411"/>
              <a:gd name="connsiteY252" fmla="*/ 136254 h 440942"/>
              <a:gd name="connsiteX253" fmla="*/ 1311814 w 2253411"/>
              <a:gd name="connsiteY253" fmla="*/ 136254 h 440942"/>
              <a:gd name="connsiteX254" fmla="*/ 1311814 w 2253411"/>
              <a:gd name="connsiteY254" fmla="*/ 165152 h 440942"/>
              <a:gd name="connsiteX255" fmla="*/ 1343105 w 2253411"/>
              <a:gd name="connsiteY255" fmla="*/ 165152 h 440942"/>
              <a:gd name="connsiteX256" fmla="*/ 1343105 w 2253411"/>
              <a:gd name="connsiteY256" fmla="*/ 254911 h 440942"/>
              <a:gd name="connsiteX257" fmla="*/ 1388657 w 2253411"/>
              <a:gd name="connsiteY257" fmla="*/ 301496 h 440942"/>
              <a:gd name="connsiteX258" fmla="*/ 1564344 w 2253411"/>
              <a:gd name="connsiteY258" fmla="*/ 217865 h 440942"/>
              <a:gd name="connsiteX259" fmla="*/ 1513349 w 2253411"/>
              <a:gd name="connsiteY259" fmla="*/ 276350 h 440942"/>
              <a:gd name="connsiteX260" fmla="*/ 1462340 w 2253411"/>
              <a:gd name="connsiteY260" fmla="*/ 217865 h 440942"/>
              <a:gd name="connsiteX261" fmla="*/ 1513349 w 2253411"/>
              <a:gd name="connsiteY261" fmla="*/ 159709 h 440942"/>
              <a:gd name="connsiteX262" fmla="*/ 1564344 w 2253411"/>
              <a:gd name="connsiteY262" fmla="*/ 217865 h 440942"/>
              <a:gd name="connsiteX263" fmla="*/ 1596994 w 2253411"/>
              <a:gd name="connsiteY263" fmla="*/ 217865 h 440942"/>
              <a:gd name="connsiteX264" fmla="*/ 1513349 w 2253411"/>
              <a:gd name="connsiteY264" fmla="*/ 131169 h 440942"/>
              <a:gd name="connsiteX265" fmla="*/ 1429704 w 2253411"/>
              <a:gd name="connsiteY265" fmla="*/ 217865 h 440942"/>
              <a:gd name="connsiteX266" fmla="*/ 1513349 w 2253411"/>
              <a:gd name="connsiteY266" fmla="*/ 304904 h 440942"/>
              <a:gd name="connsiteX267" fmla="*/ 1596994 w 2253411"/>
              <a:gd name="connsiteY267" fmla="*/ 217865 h 440942"/>
              <a:gd name="connsiteX268" fmla="*/ 1709456 w 2253411"/>
              <a:gd name="connsiteY268" fmla="*/ 167543 h 440942"/>
              <a:gd name="connsiteX269" fmla="*/ 1723392 w 2253411"/>
              <a:gd name="connsiteY269" fmla="*/ 168560 h 440942"/>
              <a:gd name="connsiteX270" fmla="*/ 1723392 w 2253411"/>
              <a:gd name="connsiteY270" fmla="*/ 134563 h 440942"/>
              <a:gd name="connsiteX271" fmla="*/ 1712851 w 2253411"/>
              <a:gd name="connsiteY271" fmla="*/ 133532 h 440942"/>
              <a:gd name="connsiteX272" fmla="*/ 1663890 w 2253411"/>
              <a:gd name="connsiteY272" fmla="*/ 164808 h 440942"/>
              <a:gd name="connsiteX273" fmla="*/ 1663890 w 2253411"/>
              <a:gd name="connsiteY273" fmla="*/ 136266 h 440942"/>
              <a:gd name="connsiteX274" fmla="*/ 1632614 w 2253411"/>
              <a:gd name="connsiteY274" fmla="*/ 136266 h 440942"/>
              <a:gd name="connsiteX275" fmla="*/ 1632614 w 2253411"/>
              <a:gd name="connsiteY275" fmla="*/ 299806 h 440942"/>
              <a:gd name="connsiteX276" fmla="*/ 1664564 w 2253411"/>
              <a:gd name="connsiteY276" fmla="*/ 299806 h 440942"/>
              <a:gd name="connsiteX277" fmla="*/ 1664564 w 2253411"/>
              <a:gd name="connsiteY277" fmla="*/ 217851 h 440942"/>
              <a:gd name="connsiteX278" fmla="*/ 1709456 w 2253411"/>
              <a:gd name="connsiteY278" fmla="*/ 167543 h 440942"/>
              <a:gd name="connsiteX279" fmla="*/ 1790286 w 2253411"/>
              <a:gd name="connsiteY279" fmla="*/ 74360 h 440942"/>
              <a:gd name="connsiteX280" fmla="*/ 1767488 w 2253411"/>
              <a:gd name="connsiteY280" fmla="*/ 51248 h 440942"/>
              <a:gd name="connsiteX281" fmla="*/ 1744374 w 2253411"/>
              <a:gd name="connsiteY281" fmla="*/ 74045 h 440942"/>
              <a:gd name="connsiteX282" fmla="*/ 1767159 w 2253411"/>
              <a:gd name="connsiteY282" fmla="*/ 97158 h 440942"/>
              <a:gd name="connsiteX283" fmla="*/ 1790286 w 2253411"/>
              <a:gd name="connsiteY283" fmla="*/ 74401 h 440942"/>
              <a:gd name="connsiteX284" fmla="*/ 1790286 w 2253411"/>
              <a:gd name="connsiteY284" fmla="*/ 74362 h 440942"/>
              <a:gd name="connsiteX285" fmla="*/ 1937899 w 2253411"/>
              <a:gd name="connsiteY285" fmla="*/ 299820 h 440942"/>
              <a:gd name="connsiteX286" fmla="*/ 1968489 w 2253411"/>
              <a:gd name="connsiteY286" fmla="*/ 299820 h 440942"/>
              <a:gd name="connsiteX287" fmla="*/ 1966785 w 2253411"/>
              <a:gd name="connsiteY287" fmla="*/ 269547 h 440942"/>
              <a:gd name="connsiteX288" fmla="*/ 1966785 w 2253411"/>
              <a:gd name="connsiteY288" fmla="*/ 136254 h 440942"/>
              <a:gd name="connsiteX289" fmla="*/ 1934821 w 2253411"/>
              <a:gd name="connsiteY289" fmla="*/ 136254 h 440942"/>
              <a:gd name="connsiteX290" fmla="*/ 1934821 w 2253411"/>
              <a:gd name="connsiteY290" fmla="*/ 234863 h 440942"/>
              <a:gd name="connsiteX291" fmla="*/ 1896069 w 2253411"/>
              <a:gd name="connsiteY291" fmla="*/ 276679 h 440942"/>
              <a:gd name="connsiteX292" fmla="*/ 1859008 w 2253411"/>
              <a:gd name="connsiteY292" fmla="*/ 234519 h 440942"/>
              <a:gd name="connsiteX293" fmla="*/ 1859008 w 2253411"/>
              <a:gd name="connsiteY293" fmla="*/ 136254 h 440942"/>
              <a:gd name="connsiteX294" fmla="*/ 1827032 w 2253411"/>
              <a:gd name="connsiteY294" fmla="*/ 136254 h 440942"/>
              <a:gd name="connsiteX295" fmla="*/ 1827032 w 2253411"/>
              <a:gd name="connsiteY295" fmla="*/ 239287 h 440942"/>
              <a:gd name="connsiteX296" fmla="*/ 1888249 w 2253411"/>
              <a:gd name="connsiteY296" fmla="*/ 304903 h 440942"/>
              <a:gd name="connsiteX297" fmla="*/ 1936524 w 2253411"/>
              <a:gd name="connsiteY297" fmla="*/ 280086 h 440942"/>
              <a:gd name="connsiteX298" fmla="*/ 1937899 w 2253411"/>
              <a:gd name="connsiteY298" fmla="*/ 299818 h 440942"/>
              <a:gd name="connsiteX299" fmla="*/ 2253984 w 2253411"/>
              <a:gd name="connsiteY299" fmla="*/ 299806 h 440942"/>
              <a:gd name="connsiteX300" fmla="*/ 2253984 w 2253411"/>
              <a:gd name="connsiteY300" fmla="*/ 193721 h 440942"/>
              <a:gd name="connsiteX301" fmla="*/ 2197547 w 2253411"/>
              <a:gd name="connsiteY301" fmla="*/ 131498 h 440942"/>
              <a:gd name="connsiteX302" fmla="*/ 2142800 w 2253411"/>
              <a:gd name="connsiteY302" fmla="*/ 162431 h 440942"/>
              <a:gd name="connsiteX303" fmla="*/ 2093839 w 2253411"/>
              <a:gd name="connsiteY303" fmla="*/ 131498 h 440942"/>
              <a:gd name="connsiteX304" fmla="*/ 2044204 w 2253411"/>
              <a:gd name="connsiteY304" fmla="*/ 158005 h 440942"/>
              <a:gd name="connsiteX305" fmla="*/ 2044204 w 2253411"/>
              <a:gd name="connsiteY305" fmla="*/ 136254 h 440942"/>
              <a:gd name="connsiteX306" fmla="*/ 2013588 w 2253411"/>
              <a:gd name="connsiteY306" fmla="*/ 136254 h 440942"/>
              <a:gd name="connsiteX307" fmla="*/ 2013588 w 2253411"/>
              <a:gd name="connsiteY307" fmla="*/ 299806 h 440942"/>
              <a:gd name="connsiteX308" fmla="*/ 2045221 w 2253411"/>
              <a:gd name="connsiteY308" fmla="*/ 299806 h 440942"/>
              <a:gd name="connsiteX309" fmla="*/ 2045221 w 2253411"/>
              <a:gd name="connsiteY309" fmla="*/ 201209 h 440942"/>
              <a:gd name="connsiteX310" fmla="*/ 2083299 w 2253411"/>
              <a:gd name="connsiteY310" fmla="*/ 159709 h 440942"/>
              <a:gd name="connsiteX311" fmla="*/ 2117971 w 2253411"/>
              <a:gd name="connsiteY311" fmla="*/ 197115 h 440942"/>
              <a:gd name="connsiteX312" fmla="*/ 2117971 w 2253411"/>
              <a:gd name="connsiteY312" fmla="*/ 299807 h 440942"/>
              <a:gd name="connsiteX313" fmla="*/ 2149932 w 2253411"/>
              <a:gd name="connsiteY313" fmla="*/ 299807 h 440942"/>
              <a:gd name="connsiteX314" fmla="*/ 2149932 w 2253411"/>
              <a:gd name="connsiteY314" fmla="*/ 200867 h 440942"/>
              <a:gd name="connsiteX315" fmla="*/ 2187682 w 2253411"/>
              <a:gd name="connsiteY315" fmla="*/ 159711 h 440942"/>
              <a:gd name="connsiteX316" fmla="*/ 2222364 w 2253411"/>
              <a:gd name="connsiteY316" fmla="*/ 197115 h 440942"/>
              <a:gd name="connsiteX317" fmla="*/ 2222364 w 2253411"/>
              <a:gd name="connsiteY317" fmla="*/ 299807 h 440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Lst>
            <a:rect l="l" t="t" r="r" b="b"/>
            <a:pathLst>
              <a:path w="2253411" h="440942">
                <a:moveTo>
                  <a:pt x="1783139" y="136254"/>
                </a:moveTo>
                <a:lnTo>
                  <a:pt x="1751520" y="136254"/>
                </a:lnTo>
                <a:lnTo>
                  <a:pt x="1751520" y="299806"/>
                </a:lnTo>
                <a:lnTo>
                  <a:pt x="1783139" y="299806"/>
                </a:lnTo>
                <a:close/>
                <a:moveTo>
                  <a:pt x="293338" y="409024"/>
                </a:moveTo>
                <a:cubicBezTo>
                  <a:pt x="293335" y="411298"/>
                  <a:pt x="295174" y="413144"/>
                  <a:pt x="297448" y="413147"/>
                </a:cubicBezTo>
                <a:cubicBezTo>
                  <a:pt x="297452" y="413147"/>
                  <a:pt x="297456" y="413147"/>
                  <a:pt x="297460" y="413147"/>
                </a:cubicBezTo>
                <a:lnTo>
                  <a:pt x="333669" y="413147"/>
                </a:lnTo>
                <a:cubicBezTo>
                  <a:pt x="335936" y="413150"/>
                  <a:pt x="337776" y="411314"/>
                  <a:pt x="337779" y="409047"/>
                </a:cubicBezTo>
                <a:cubicBezTo>
                  <a:pt x="337779" y="409039"/>
                  <a:pt x="337779" y="409032"/>
                  <a:pt x="337777" y="409024"/>
                </a:cubicBezTo>
                <a:cubicBezTo>
                  <a:pt x="337782" y="406760"/>
                  <a:pt x="335949" y="404921"/>
                  <a:pt x="333683" y="404916"/>
                </a:cubicBezTo>
                <a:cubicBezTo>
                  <a:pt x="333678" y="404916"/>
                  <a:pt x="333674" y="404916"/>
                  <a:pt x="333669" y="404916"/>
                </a:cubicBezTo>
                <a:lnTo>
                  <a:pt x="297460" y="404916"/>
                </a:lnTo>
                <a:cubicBezTo>
                  <a:pt x="295188" y="404911"/>
                  <a:pt x="293342" y="406749"/>
                  <a:pt x="293338" y="409021"/>
                </a:cubicBezTo>
                <a:cubicBezTo>
                  <a:pt x="293338" y="409023"/>
                  <a:pt x="293338" y="409024"/>
                  <a:pt x="293338" y="409024"/>
                </a:cubicBezTo>
                <a:moveTo>
                  <a:pt x="39859" y="409024"/>
                </a:moveTo>
                <a:cubicBezTo>
                  <a:pt x="39849" y="411291"/>
                  <a:pt x="41679" y="413137"/>
                  <a:pt x="43946" y="413147"/>
                </a:cubicBezTo>
                <a:cubicBezTo>
                  <a:pt x="43953" y="413147"/>
                  <a:pt x="43959" y="413147"/>
                  <a:pt x="43967" y="413147"/>
                </a:cubicBezTo>
                <a:lnTo>
                  <a:pt x="80176" y="413147"/>
                </a:lnTo>
                <a:cubicBezTo>
                  <a:pt x="82449" y="413150"/>
                  <a:pt x="84295" y="411311"/>
                  <a:pt x="84298" y="409037"/>
                </a:cubicBezTo>
                <a:cubicBezTo>
                  <a:pt x="84298" y="409032"/>
                  <a:pt x="84298" y="409029"/>
                  <a:pt x="84298" y="409024"/>
                </a:cubicBezTo>
                <a:cubicBezTo>
                  <a:pt x="84295" y="406752"/>
                  <a:pt x="82451" y="404913"/>
                  <a:pt x="80179" y="404916"/>
                </a:cubicBezTo>
                <a:cubicBezTo>
                  <a:pt x="80177" y="404916"/>
                  <a:pt x="80177" y="404916"/>
                  <a:pt x="80176" y="404916"/>
                </a:cubicBezTo>
                <a:lnTo>
                  <a:pt x="43967" y="404916"/>
                </a:lnTo>
                <a:cubicBezTo>
                  <a:pt x="41701" y="404913"/>
                  <a:pt x="39862" y="406746"/>
                  <a:pt x="39859" y="409012"/>
                </a:cubicBezTo>
                <a:cubicBezTo>
                  <a:pt x="39859" y="409016"/>
                  <a:pt x="39859" y="409021"/>
                  <a:pt x="39859" y="409024"/>
                </a:cubicBezTo>
                <a:moveTo>
                  <a:pt x="80177" y="339849"/>
                </a:moveTo>
                <a:lnTo>
                  <a:pt x="8803" y="339849"/>
                </a:lnTo>
                <a:lnTo>
                  <a:pt x="8803" y="177644"/>
                </a:lnTo>
                <a:cubicBezTo>
                  <a:pt x="8801" y="175367"/>
                  <a:pt x="6955" y="173523"/>
                  <a:pt x="4680" y="173521"/>
                </a:cubicBezTo>
                <a:cubicBezTo>
                  <a:pt x="2408" y="173523"/>
                  <a:pt x="569" y="175367"/>
                  <a:pt x="572" y="177639"/>
                </a:cubicBezTo>
                <a:cubicBezTo>
                  <a:pt x="572" y="177640"/>
                  <a:pt x="572" y="177642"/>
                  <a:pt x="572" y="177644"/>
                </a:cubicBezTo>
                <a:lnTo>
                  <a:pt x="572" y="343959"/>
                </a:lnTo>
                <a:cubicBezTo>
                  <a:pt x="567" y="346229"/>
                  <a:pt x="2404" y="348075"/>
                  <a:pt x="4676" y="348080"/>
                </a:cubicBezTo>
                <a:cubicBezTo>
                  <a:pt x="4677" y="348080"/>
                  <a:pt x="4679" y="348080"/>
                  <a:pt x="4680" y="348080"/>
                </a:cubicBezTo>
                <a:lnTo>
                  <a:pt x="80176" y="348080"/>
                </a:lnTo>
                <a:cubicBezTo>
                  <a:pt x="82449" y="348083"/>
                  <a:pt x="84295" y="346244"/>
                  <a:pt x="84298" y="343970"/>
                </a:cubicBezTo>
                <a:cubicBezTo>
                  <a:pt x="84298" y="343965"/>
                  <a:pt x="84298" y="343962"/>
                  <a:pt x="84298" y="343959"/>
                </a:cubicBezTo>
                <a:cubicBezTo>
                  <a:pt x="84290" y="341687"/>
                  <a:pt x="82447" y="339849"/>
                  <a:pt x="80176" y="339849"/>
                </a:cubicBezTo>
                <a:moveTo>
                  <a:pt x="98412" y="45530"/>
                </a:moveTo>
                <a:cubicBezTo>
                  <a:pt x="98409" y="43258"/>
                  <a:pt x="96564" y="41419"/>
                  <a:pt x="94292" y="41422"/>
                </a:cubicBezTo>
                <a:cubicBezTo>
                  <a:pt x="94291" y="41422"/>
                  <a:pt x="94291" y="41422"/>
                  <a:pt x="94289" y="41422"/>
                </a:cubicBezTo>
                <a:lnTo>
                  <a:pt x="30459" y="41422"/>
                </a:lnTo>
                <a:cubicBezTo>
                  <a:pt x="28193" y="41419"/>
                  <a:pt x="26354" y="43252"/>
                  <a:pt x="26351" y="45518"/>
                </a:cubicBezTo>
                <a:cubicBezTo>
                  <a:pt x="26351" y="45521"/>
                  <a:pt x="26351" y="45526"/>
                  <a:pt x="26351" y="45530"/>
                </a:cubicBezTo>
                <a:lnTo>
                  <a:pt x="26351" y="133916"/>
                </a:lnTo>
                <a:cubicBezTo>
                  <a:pt x="26346" y="136188"/>
                  <a:pt x="28184" y="138034"/>
                  <a:pt x="30456" y="138039"/>
                </a:cubicBezTo>
                <a:cubicBezTo>
                  <a:pt x="30458" y="138039"/>
                  <a:pt x="30458" y="138039"/>
                  <a:pt x="30459" y="138039"/>
                </a:cubicBezTo>
                <a:lnTo>
                  <a:pt x="80191" y="138039"/>
                </a:lnTo>
                <a:cubicBezTo>
                  <a:pt x="82460" y="138026"/>
                  <a:pt x="84295" y="136187"/>
                  <a:pt x="84300" y="133916"/>
                </a:cubicBezTo>
                <a:cubicBezTo>
                  <a:pt x="84293" y="131651"/>
                  <a:pt x="82459" y="129814"/>
                  <a:pt x="80191" y="129808"/>
                </a:cubicBezTo>
                <a:lnTo>
                  <a:pt x="34582" y="129808"/>
                </a:lnTo>
                <a:lnTo>
                  <a:pt x="34582" y="49653"/>
                </a:lnTo>
                <a:lnTo>
                  <a:pt x="94291" y="49653"/>
                </a:lnTo>
                <a:cubicBezTo>
                  <a:pt x="96564" y="49656"/>
                  <a:pt x="98410" y="47813"/>
                  <a:pt x="98413" y="45540"/>
                </a:cubicBezTo>
                <a:cubicBezTo>
                  <a:pt x="98413" y="45537"/>
                  <a:pt x="98413" y="45534"/>
                  <a:pt x="98413" y="45530"/>
                </a:cubicBezTo>
                <a:moveTo>
                  <a:pt x="271146" y="190835"/>
                </a:moveTo>
                <a:lnTo>
                  <a:pt x="271146" y="150874"/>
                </a:lnTo>
                <a:cubicBezTo>
                  <a:pt x="271151" y="148602"/>
                  <a:pt x="269311" y="146756"/>
                  <a:pt x="267039" y="146752"/>
                </a:cubicBezTo>
                <a:cubicBezTo>
                  <a:pt x="267039" y="146752"/>
                  <a:pt x="267037" y="146752"/>
                  <a:pt x="267037" y="146752"/>
                </a:cubicBezTo>
                <a:cubicBezTo>
                  <a:pt x="264756" y="146747"/>
                  <a:pt x="262904" y="148593"/>
                  <a:pt x="262900" y="150873"/>
                </a:cubicBezTo>
                <a:cubicBezTo>
                  <a:pt x="262900" y="150873"/>
                  <a:pt x="262900" y="150874"/>
                  <a:pt x="262900" y="150874"/>
                </a:cubicBezTo>
                <a:lnTo>
                  <a:pt x="262900" y="186698"/>
                </a:lnTo>
                <a:lnTo>
                  <a:pt x="192929" y="186698"/>
                </a:lnTo>
                <a:lnTo>
                  <a:pt x="192929" y="93846"/>
                </a:lnTo>
                <a:lnTo>
                  <a:pt x="234730" y="93846"/>
                </a:lnTo>
                <a:cubicBezTo>
                  <a:pt x="236999" y="93841"/>
                  <a:pt x="238840" y="92007"/>
                  <a:pt x="238853" y="89738"/>
                </a:cubicBezTo>
                <a:cubicBezTo>
                  <a:pt x="238852" y="87459"/>
                  <a:pt x="237009" y="85610"/>
                  <a:pt x="234730" y="85602"/>
                </a:cubicBezTo>
                <a:lnTo>
                  <a:pt x="192929" y="85602"/>
                </a:lnTo>
                <a:lnTo>
                  <a:pt x="192929" y="8058"/>
                </a:lnTo>
                <a:lnTo>
                  <a:pt x="256951" y="8058"/>
                </a:lnTo>
                <a:cubicBezTo>
                  <a:pt x="259225" y="8061"/>
                  <a:pt x="261071" y="6220"/>
                  <a:pt x="261072" y="3946"/>
                </a:cubicBezTo>
                <a:cubicBezTo>
                  <a:pt x="261072" y="3943"/>
                  <a:pt x="261072" y="3938"/>
                  <a:pt x="261072" y="3935"/>
                </a:cubicBezTo>
                <a:cubicBezTo>
                  <a:pt x="261071" y="1663"/>
                  <a:pt x="259226" y="-176"/>
                  <a:pt x="256954" y="-175"/>
                </a:cubicBezTo>
                <a:cubicBezTo>
                  <a:pt x="256953" y="-175"/>
                  <a:pt x="256951" y="-175"/>
                  <a:pt x="256951" y="-175"/>
                </a:cubicBezTo>
                <a:lnTo>
                  <a:pt x="120686" y="-175"/>
                </a:lnTo>
                <a:cubicBezTo>
                  <a:pt x="118418" y="-173"/>
                  <a:pt x="116580" y="1666"/>
                  <a:pt x="116578" y="3935"/>
                </a:cubicBezTo>
                <a:cubicBezTo>
                  <a:pt x="116573" y="6207"/>
                  <a:pt x="118411" y="8053"/>
                  <a:pt x="120685" y="8058"/>
                </a:cubicBezTo>
                <a:cubicBezTo>
                  <a:pt x="120685" y="8058"/>
                  <a:pt x="120686" y="8058"/>
                  <a:pt x="120686" y="8058"/>
                </a:cubicBezTo>
                <a:lnTo>
                  <a:pt x="184696" y="8058"/>
                </a:lnTo>
                <a:lnTo>
                  <a:pt x="184696" y="85629"/>
                </a:lnTo>
                <a:lnTo>
                  <a:pt x="141436" y="85629"/>
                </a:lnTo>
                <a:cubicBezTo>
                  <a:pt x="139161" y="85631"/>
                  <a:pt x="137317" y="87475"/>
                  <a:pt x="137315" y="89752"/>
                </a:cubicBezTo>
                <a:cubicBezTo>
                  <a:pt x="137318" y="92024"/>
                  <a:pt x="139163" y="93864"/>
                  <a:pt x="141435" y="93860"/>
                </a:cubicBezTo>
                <a:cubicBezTo>
                  <a:pt x="141435" y="93860"/>
                  <a:pt x="141436" y="93860"/>
                  <a:pt x="141436" y="93860"/>
                </a:cubicBezTo>
                <a:lnTo>
                  <a:pt x="184696" y="93860"/>
                </a:lnTo>
                <a:lnTo>
                  <a:pt x="184696" y="186698"/>
                </a:lnTo>
                <a:lnTo>
                  <a:pt x="114724" y="186698"/>
                </a:lnTo>
                <a:lnTo>
                  <a:pt x="114724" y="150874"/>
                </a:lnTo>
                <a:cubicBezTo>
                  <a:pt x="114727" y="148601"/>
                  <a:pt x="112885" y="146755"/>
                  <a:pt x="110611" y="146752"/>
                </a:cubicBezTo>
                <a:cubicBezTo>
                  <a:pt x="110608" y="146752"/>
                  <a:pt x="110605" y="146752"/>
                  <a:pt x="110602" y="146752"/>
                </a:cubicBezTo>
                <a:cubicBezTo>
                  <a:pt x="108325" y="146753"/>
                  <a:pt x="106481" y="148598"/>
                  <a:pt x="106479" y="150874"/>
                </a:cubicBezTo>
                <a:lnTo>
                  <a:pt x="106479" y="190835"/>
                </a:lnTo>
                <a:cubicBezTo>
                  <a:pt x="106482" y="193107"/>
                  <a:pt x="108326" y="194947"/>
                  <a:pt x="110598" y="194943"/>
                </a:cubicBezTo>
                <a:cubicBezTo>
                  <a:pt x="110598" y="194943"/>
                  <a:pt x="110600" y="194943"/>
                  <a:pt x="110602" y="194943"/>
                </a:cubicBezTo>
                <a:lnTo>
                  <a:pt x="184696" y="194943"/>
                </a:lnTo>
                <a:lnTo>
                  <a:pt x="184696" y="302418"/>
                </a:lnTo>
                <a:lnTo>
                  <a:pt x="120523" y="302418"/>
                </a:lnTo>
                <a:lnTo>
                  <a:pt x="120523" y="253744"/>
                </a:lnTo>
                <a:cubicBezTo>
                  <a:pt x="120518" y="251469"/>
                  <a:pt x="118670" y="249630"/>
                  <a:pt x="116395" y="249636"/>
                </a:cubicBezTo>
                <a:cubicBezTo>
                  <a:pt x="116392" y="249636"/>
                  <a:pt x="116389" y="249636"/>
                  <a:pt x="116386" y="249636"/>
                </a:cubicBezTo>
                <a:lnTo>
                  <a:pt x="62189" y="249636"/>
                </a:lnTo>
                <a:lnTo>
                  <a:pt x="62189" y="210170"/>
                </a:lnTo>
                <a:cubicBezTo>
                  <a:pt x="62194" y="207898"/>
                  <a:pt x="60356" y="206052"/>
                  <a:pt x="58084" y="206047"/>
                </a:cubicBezTo>
                <a:cubicBezTo>
                  <a:pt x="58082" y="206047"/>
                  <a:pt x="58082" y="206047"/>
                  <a:pt x="58081" y="206047"/>
                </a:cubicBezTo>
                <a:cubicBezTo>
                  <a:pt x="55805" y="206054"/>
                  <a:pt x="53964" y="207895"/>
                  <a:pt x="53958" y="210170"/>
                </a:cubicBezTo>
                <a:lnTo>
                  <a:pt x="53958" y="253744"/>
                </a:lnTo>
                <a:cubicBezTo>
                  <a:pt x="53960" y="256020"/>
                  <a:pt x="55804" y="257866"/>
                  <a:pt x="58081" y="257867"/>
                </a:cubicBezTo>
                <a:lnTo>
                  <a:pt x="112277" y="257867"/>
                </a:lnTo>
                <a:lnTo>
                  <a:pt x="112277" y="380182"/>
                </a:lnTo>
                <a:cubicBezTo>
                  <a:pt x="112273" y="382454"/>
                  <a:pt x="114110" y="384300"/>
                  <a:pt x="116382" y="384304"/>
                </a:cubicBezTo>
                <a:cubicBezTo>
                  <a:pt x="116384" y="384304"/>
                  <a:pt x="116386" y="384304"/>
                  <a:pt x="116386" y="384304"/>
                </a:cubicBezTo>
                <a:cubicBezTo>
                  <a:pt x="118666" y="384303"/>
                  <a:pt x="120515" y="382460"/>
                  <a:pt x="120523" y="380182"/>
                </a:cubicBezTo>
                <a:lnTo>
                  <a:pt x="120523" y="310649"/>
                </a:lnTo>
                <a:lnTo>
                  <a:pt x="184696" y="310649"/>
                </a:lnTo>
                <a:lnTo>
                  <a:pt x="184696" y="432537"/>
                </a:lnTo>
                <a:lnTo>
                  <a:pt x="131736" y="432537"/>
                </a:lnTo>
                <a:cubicBezTo>
                  <a:pt x="129475" y="432528"/>
                  <a:pt x="127636" y="434355"/>
                  <a:pt x="127628" y="436615"/>
                </a:cubicBezTo>
                <a:cubicBezTo>
                  <a:pt x="127628" y="436625"/>
                  <a:pt x="127628" y="436635"/>
                  <a:pt x="127628" y="436646"/>
                </a:cubicBezTo>
                <a:cubicBezTo>
                  <a:pt x="127618" y="438913"/>
                  <a:pt x="129448" y="440759"/>
                  <a:pt x="131716" y="440768"/>
                </a:cubicBezTo>
                <a:cubicBezTo>
                  <a:pt x="131722" y="440768"/>
                  <a:pt x="131730" y="440768"/>
                  <a:pt x="131736" y="440768"/>
                </a:cubicBezTo>
                <a:lnTo>
                  <a:pt x="245888" y="440768"/>
                </a:lnTo>
                <a:cubicBezTo>
                  <a:pt x="248162" y="440771"/>
                  <a:pt x="250008" y="438930"/>
                  <a:pt x="250011" y="436657"/>
                </a:cubicBezTo>
                <a:cubicBezTo>
                  <a:pt x="250011" y="436654"/>
                  <a:pt x="250011" y="436649"/>
                  <a:pt x="250011" y="436646"/>
                </a:cubicBezTo>
                <a:cubicBezTo>
                  <a:pt x="250013" y="434378"/>
                  <a:pt x="248176" y="432539"/>
                  <a:pt x="245909" y="432537"/>
                </a:cubicBezTo>
                <a:cubicBezTo>
                  <a:pt x="245903" y="432537"/>
                  <a:pt x="245895" y="432537"/>
                  <a:pt x="245888" y="432537"/>
                </a:cubicBezTo>
                <a:lnTo>
                  <a:pt x="192929" y="432537"/>
                </a:lnTo>
                <a:lnTo>
                  <a:pt x="192929" y="310649"/>
                </a:lnTo>
                <a:lnTo>
                  <a:pt x="257116" y="310649"/>
                </a:lnTo>
                <a:lnTo>
                  <a:pt x="257116" y="380182"/>
                </a:lnTo>
                <a:cubicBezTo>
                  <a:pt x="257124" y="382460"/>
                  <a:pt x="258972" y="384303"/>
                  <a:pt x="261250" y="384304"/>
                </a:cubicBezTo>
                <a:cubicBezTo>
                  <a:pt x="263522" y="384296"/>
                  <a:pt x="265358" y="382454"/>
                  <a:pt x="265358" y="380182"/>
                </a:cubicBezTo>
                <a:lnTo>
                  <a:pt x="265358" y="257867"/>
                </a:lnTo>
                <a:lnTo>
                  <a:pt x="319557" y="257867"/>
                </a:lnTo>
                <a:cubicBezTo>
                  <a:pt x="321829" y="257864"/>
                  <a:pt x="323668" y="256020"/>
                  <a:pt x="323665" y="253748"/>
                </a:cubicBezTo>
                <a:cubicBezTo>
                  <a:pt x="323665" y="253746"/>
                  <a:pt x="323665" y="253744"/>
                  <a:pt x="323665" y="253744"/>
                </a:cubicBezTo>
                <a:lnTo>
                  <a:pt x="323665" y="210170"/>
                </a:lnTo>
                <a:cubicBezTo>
                  <a:pt x="323665" y="207898"/>
                  <a:pt x="321827" y="206055"/>
                  <a:pt x="319557" y="206047"/>
                </a:cubicBezTo>
                <a:cubicBezTo>
                  <a:pt x="317280" y="206049"/>
                  <a:pt x="315436" y="207893"/>
                  <a:pt x="315434" y="210170"/>
                </a:cubicBezTo>
                <a:lnTo>
                  <a:pt x="315434" y="249636"/>
                </a:lnTo>
                <a:lnTo>
                  <a:pt x="261250" y="249636"/>
                </a:lnTo>
                <a:cubicBezTo>
                  <a:pt x="258977" y="249625"/>
                  <a:pt x="257124" y="251460"/>
                  <a:pt x="257115" y="253733"/>
                </a:cubicBezTo>
                <a:cubicBezTo>
                  <a:pt x="257115" y="253737"/>
                  <a:pt x="257115" y="253741"/>
                  <a:pt x="257115" y="253744"/>
                </a:cubicBezTo>
                <a:lnTo>
                  <a:pt x="257115" y="302416"/>
                </a:lnTo>
                <a:lnTo>
                  <a:pt x="192927" y="302416"/>
                </a:lnTo>
                <a:lnTo>
                  <a:pt x="192927" y="194943"/>
                </a:lnTo>
                <a:lnTo>
                  <a:pt x="267036" y="194943"/>
                </a:lnTo>
                <a:cubicBezTo>
                  <a:pt x="269301" y="194948"/>
                  <a:pt x="271141" y="193113"/>
                  <a:pt x="271144" y="190849"/>
                </a:cubicBezTo>
                <a:cubicBezTo>
                  <a:pt x="271144" y="190845"/>
                  <a:pt x="271144" y="190840"/>
                  <a:pt x="271144" y="190835"/>
                </a:cubicBezTo>
                <a:moveTo>
                  <a:pt x="351285" y="133931"/>
                </a:moveTo>
                <a:lnTo>
                  <a:pt x="351285" y="45545"/>
                </a:lnTo>
                <a:cubicBezTo>
                  <a:pt x="351288" y="43271"/>
                  <a:pt x="349449" y="41425"/>
                  <a:pt x="347175" y="41422"/>
                </a:cubicBezTo>
                <a:cubicBezTo>
                  <a:pt x="347170" y="41422"/>
                  <a:pt x="347167" y="41422"/>
                  <a:pt x="347164" y="41422"/>
                </a:cubicBezTo>
                <a:lnTo>
                  <a:pt x="283332" y="41422"/>
                </a:lnTo>
                <a:cubicBezTo>
                  <a:pt x="281065" y="41420"/>
                  <a:pt x="279226" y="43257"/>
                  <a:pt x="279224" y="45524"/>
                </a:cubicBezTo>
                <a:cubicBezTo>
                  <a:pt x="279224" y="45530"/>
                  <a:pt x="279224" y="45538"/>
                  <a:pt x="279224" y="45545"/>
                </a:cubicBezTo>
                <a:cubicBezTo>
                  <a:pt x="279226" y="47813"/>
                  <a:pt x="281065" y="49651"/>
                  <a:pt x="283332" y="49653"/>
                </a:cubicBezTo>
                <a:lnTo>
                  <a:pt x="343054" y="49653"/>
                </a:lnTo>
                <a:lnTo>
                  <a:pt x="343054" y="129808"/>
                </a:lnTo>
                <a:lnTo>
                  <a:pt x="297460" y="129808"/>
                </a:lnTo>
                <a:cubicBezTo>
                  <a:pt x="295187" y="129805"/>
                  <a:pt x="293341" y="131644"/>
                  <a:pt x="293338" y="133918"/>
                </a:cubicBezTo>
                <a:cubicBezTo>
                  <a:pt x="293338" y="133923"/>
                  <a:pt x="293338" y="133926"/>
                  <a:pt x="293338" y="133931"/>
                </a:cubicBezTo>
                <a:cubicBezTo>
                  <a:pt x="293344" y="136201"/>
                  <a:pt x="295188" y="138039"/>
                  <a:pt x="297460" y="138039"/>
                </a:cubicBezTo>
                <a:lnTo>
                  <a:pt x="347164" y="138039"/>
                </a:lnTo>
                <a:cubicBezTo>
                  <a:pt x="349434" y="138039"/>
                  <a:pt x="351279" y="136201"/>
                  <a:pt x="351285" y="133931"/>
                </a:cubicBezTo>
                <a:moveTo>
                  <a:pt x="377065" y="343972"/>
                </a:moveTo>
                <a:lnTo>
                  <a:pt x="377065" y="177629"/>
                </a:lnTo>
                <a:cubicBezTo>
                  <a:pt x="377062" y="175357"/>
                  <a:pt x="375218" y="173518"/>
                  <a:pt x="372946" y="173521"/>
                </a:cubicBezTo>
                <a:cubicBezTo>
                  <a:pt x="372944" y="173521"/>
                  <a:pt x="372943" y="173521"/>
                  <a:pt x="372943" y="173521"/>
                </a:cubicBezTo>
                <a:cubicBezTo>
                  <a:pt x="370677" y="173518"/>
                  <a:pt x="368838" y="175351"/>
                  <a:pt x="368834" y="177617"/>
                </a:cubicBezTo>
                <a:cubicBezTo>
                  <a:pt x="368834" y="177621"/>
                  <a:pt x="368834" y="177625"/>
                  <a:pt x="368834" y="177629"/>
                </a:cubicBezTo>
                <a:lnTo>
                  <a:pt x="368834" y="339836"/>
                </a:lnTo>
                <a:lnTo>
                  <a:pt x="297460" y="339836"/>
                </a:lnTo>
                <a:cubicBezTo>
                  <a:pt x="295179" y="339839"/>
                  <a:pt x="293335" y="341690"/>
                  <a:pt x="293338" y="343970"/>
                </a:cubicBezTo>
                <a:cubicBezTo>
                  <a:pt x="293338" y="343970"/>
                  <a:pt x="293338" y="343972"/>
                  <a:pt x="293338" y="343972"/>
                </a:cubicBezTo>
                <a:cubicBezTo>
                  <a:pt x="293335" y="346239"/>
                  <a:pt x="295171" y="348078"/>
                  <a:pt x="297438" y="348080"/>
                </a:cubicBezTo>
                <a:cubicBezTo>
                  <a:pt x="297446" y="348080"/>
                  <a:pt x="297452" y="348080"/>
                  <a:pt x="297460" y="348080"/>
                </a:cubicBezTo>
                <a:lnTo>
                  <a:pt x="372943" y="348080"/>
                </a:lnTo>
                <a:cubicBezTo>
                  <a:pt x="375210" y="348089"/>
                  <a:pt x="377056" y="346260"/>
                  <a:pt x="377065" y="343992"/>
                </a:cubicBezTo>
                <a:cubicBezTo>
                  <a:pt x="377065" y="343986"/>
                  <a:pt x="377065" y="343978"/>
                  <a:pt x="377065" y="343972"/>
                </a:cubicBezTo>
                <a:moveTo>
                  <a:pt x="577721" y="299806"/>
                </a:moveTo>
                <a:lnTo>
                  <a:pt x="609683" y="299806"/>
                </a:lnTo>
                <a:lnTo>
                  <a:pt x="609683" y="196098"/>
                </a:lnTo>
                <a:cubicBezTo>
                  <a:pt x="609683" y="159709"/>
                  <a:pt x="590294" y="131498"/>
                  <a:pt x="551186" y="131498"/>
                </a:cubicBezTo>
                <a:cubicBezTo>
                  <a:pt x="532153" y="131498"/>
                  <a:pt x="512778" y="139317"/>
                  <a:pt x="500878" y="159709"/>
                </a:cubicBezTo>
                <a:lnTo>
                  <a:pt x="500878" y="136254"/>
                </a:lnTo>
                <a:lnTo>
                  <a:pt x="469601" y="136254"/>
                </a:lnTo>
                <a:lnTo>
                  <a:pt x="469601" y="299806"/>
                </a:lnTo>
                <a:lnTo>
                  <a:pt x="501565" y="299806"/>
                </a:lnTo>
                <a:lnTo>
                  <a:pt x="501565" y="205278"/>
                </a:lnTo>
                <a:cubicBezTo>
                  <a:pt x="501565" y="180447"/>
                  <a:pt x="514481" y="160396"/>
                  <a:pt x="539629" y="160396"/>
                </a:cubicBezTo>
                <a:cubicBezTo>
                  <a:pt x="568198" y="160396"/>
                  <a:pt x="577721" y="178769"/>
                  <a:pt x="577721" y="201540"/>
                </a:cubicBezTo>
                <a:close/>
                <a:moveTo>
                  <a:pt x="766751" y="201196"/>
                </a:moveTo>
                <a:lnTo>
                  <a:pt x="677320" y="201196"/>
                </a:lnTo>
                <a:cubicBezTo>
                  <a:pt x="678681" y="180130"/>
                  <a:pt x="695020" y="159366"/>
                  <a:pt x="721870" y="159366"/>
                </a:cubicBezTo>
                <a:cubicBezTo>
                  <a:pt x="750756" y="159366"/>
                  <a:pt x="766064" y="177739"/>
                  <a:pt x="766751" y="201196"/>
                </a:cubicBezTo>
                <a:moveTo>
                  <a:pt x="799388" y="227044"/>
                </a:moveTo>
                <a:cubicBezTo>
                  <a:pt x="799861" y="223662"/>
                  <a:pt x="800091" y="220250"/>
                  <a:pt x="800075" y="216835"/>
                </a:cubicBezTo>
                <a:cubicBezTo>
                  <a:pt x="800075" y="165839"/>
                  <a:pt x="771836" y="131155"/>
                  <a:pt x="721527" y="131155"/>
                </a:cubicBezTo>
                <a:cubicBezTo>
                  <a:pt x="680385" y="131155"/>
                  <a:pt x="643324" y="166182"/>
                  <a:pt x="643324" y="217522"/>
                </a:cubicBezTo>
                <a:cubicBezTo>
                  <a:pt x="643324" y="272955"/>
                  <a:pt x="681746" y="304904"/>
                  <a:pt x="725608" y="304904"/>
                </a:cubicBezTo>
                <a:cubicBezTo>
                  <a:pt x="763687" y="304904"/>
                  <a:pt x="789865" y="282134"/>
                  <a:pt x="799044" y="253221"/>
                </a:cubicBezTo>
                <a:lnTo>
                  <a:pt x="771519" y="243698"/>
                </a:lnTo>
                <a:cubicBezTo>
                  <a:pt x="765391" y="262058"/>
                  <a:pt x="752130" y="276679"/>
                  <a:pt x="725608" y="276679"/>
                </a:cubicBezTo>
                <a:cubicBezTo>
                  <a:pt x="698057" y="276679"/>
                  <a:pt x="676991" y="256285"/>
                  <a:pt x="676304" y="227044"/>
                </a:cubicBezTo>
                <a:close/>
                <a:moveTo>
                  <a:pt x="945791" y="299820"/>
                </a:moveTo>
                <a:lnTo>
                  <a:pt x="976394" y="299820"/>
                </a:lnTo>
                <a:cubicBezTo>
                  <a:pt x="975261" y="289769"/>
                  <a:pt x="974688" y="279662"/>
                  <a:pt x="974677" y="269547"/>
                </a:cubicBezTo>
                <a:lnTo>
                  <a:pt x="974677" y="136254"/>
                </a:lnTo>
                <a:lnTo>
                  <a:pt x="942727" y="136254"/>
                </a:lnTo>
                <a:lnTo>
                  <a:pt x="942727" y="234863"/>
                </a:lnTo>
                <a:cubicBezTo>
                  <a:pt x="942727" y="259681"/>
                  <a:pt x="929810" y="276679"/>
                  <a:pt x="903948" y="276679"/>
                </a:cubicBezTo>
                <a:cubicBezTo>
                  <a:pt x="877097" y="276679"/>
                  <a:pt x="866901" y="256959"/>
                  <a:pt x="866901" y="234519"/>
                </a:cubicBezTo>
                <a:lnTo>
                  <a:pt x="866901" y="136254"/>
                </a:lnTo>
                <a:lnTo>
                  <a:pt x="834924" y="136254"/>
                </a:lnTo>
                <a:lnTo>
                  <a:pt x="834924" y="239287"/>
                </a:lnTo>
                <a:cubicBezTo>
                  <a:pt x="834924" y="276348"/>
                  <a:pt x="858065" y="304903"/>
                  <a:pt x="896143" y="304903"/>
                </a:cubicBezTo>
                <a:cubicBezTo>
                  <a:pt x="915175" y="304903"/>
                  <a:pt x="935582" y="297084"/>
                  <a:pt x="944418" y="280086"/>
                </a:cubicBezTo>
                <a:cubicBezTo>
                  <a:pt x="944422" y="286687"/>
                  <a:pt x="944881" y="293281"/>
                  <a:pt x="945791" y="299818"/>
                </a:cubicBezTo>
                <a:moveTo>
                  <a:pt x="1098324" y="167541"/>
                </a:moveTo>
                <a:cubicBezTo>
                  <a:pt x="1102992" y="167551"/>
                  <a:pt x="1107652" y="167891"/>
                  <a:pt x="1112271" y="168559"/>
                </a:cubicBezTo>
                <a:lnTo>
                  <a:pt x="1112271" y="134563"/>
                </a:lnTo>
                <a:cubicBezTo>
                  <a:pt x="1108795" y="133908"/>
                  <a:pt x="1105269" y="133563"/>
                  <a:pt x="1101731" y="133532"/>
                </a:cubicBezTo>
                <a:cubicBezTo>
                  <a:pt x="1085077" y="133532"/>
                  <a:pt x="1064671" y="139661"/>
                  <a:pt x="1052771" y="164808"/>
                </a:cubicBezTo>
                <a:lnTo>
                  <a:pt x="1052771" y="136266"/>
                </a:lnTo>
                <a:lnTo>
                  <a:pt x="1021481" y="136266"/>
                </a:lnTo>
                <a:lnTo>
                  <a:pt x="1021481" y="299806"/>
                </a:lnTo>
                <a:lnTo>
                  <a:pt x="1053443" y="299806"/>
                </a:lnTo>
                <a:lnTo>
                  <a:pt x="1053443" y="217851"/>
                </a:lnTo>
                <a:cubicBezTo>
                  <a:pt x="1053443" y="181820"/>
                  <a:pt x="1071474" y="167543"/>
                  <a:pt x="1098324" y="167543"/>
                </a:cubicBezTo>
                <a:moveTo>
                  <a:pt x="1263512" y="217865"/>
                </a:moveTo>
                <a:cubicBezTo>
                  <a:pt x="1263512" y="255943"/>
                  <a:pt x="1239712" y="276350"/>
                  <a:pt x="1212518" y="276350"/>
                </a:cubicBezTo>
                <a:cubicBezTo>
                  <a:pt x="1185308" y="276350"/>
                  <a:pt x="1161507" y="255943"/>
                  <a:pt x="1161507" y="217865"/>
                </a:cubicBezTo>
                <a:cubicBezTo>
                  <a:pt x="1161507" y="180116"/>
                  <a:pt x="1185308" y="159709"/>
                  <a:pt x="1212518" y="159709"/>
                </a:cubicBezTo>
                <a:cubicBezTo>
                  <a:pt x="1239712" y="159709"/>
                  <a:pt x="1263512" y="180116"/>
                  <a:pt x="1263512" y="217865"/>
                </a:cubicBezTo>
                <a:moveTo>
                  <a:pt x="1296163" y="217865"/>
                </a:moveTo>
                <a:cubicBezTo>
                  <a:pt x="1296163" y="168230"/>
                  <a:pt x="1261479" y="131169"/>
                  <a:pt x="1212518" y="131169"/>
                </a:cubicBezTo>
                <a:cubicBezTo>
                  <a:pt x="1163557" y="131169"/>
                  <a:pt x="1128871" y="168230"/>
                  <a:pt x="1128871" y="217865"/>
                </a:cubicBezTo>
                <a:cubicBezTo>
                  <a:pt x="1128871" y="267844"/>
                  <a:pt x="1163555" y="304904"/>
                  <a:pt x="1212518" y="304904"/>
                </a:cubicBezTo>
                <a:cubicBezTo>
                  <a:pt x="1261479" y="304904"/>
                  <a:pt x="1296163" y="267844"/>
                  <a:pt x="1296163" y="217865"/>
                </a:cubicBezTo>
                <a:moveTo>
                  <a:pt x="1388657" y="301496"/>
                </a:moveTo>
                <a:cubicBezTo>
                  <a:pt x="1396028" y="301629"/>
                  <a:pt x="1403374" y="300599"/>
                  <a:pt x="1410425" y="298446"/>
                </a:cubicBezTo>
                <a:lnTo>
                  <a:pt x="1410425" y="271237"/>
                </a:lnTo>
                <a:cubicBezTo>
                  <a:pt x="1406285" y="272108"/>
                  <a:pt x="1402068" y="272569"/>
                  <a:pt x="1397836" y="272612"/>
                </a:cubicBezTo>
                <a:cubicBezTo>
                  <a:pt x="1381182" y="272612"/>
                  <a:pt x="1375054" y="265109"/>
                  <a:pt x="1375054" y="250158"/>
                </a:cubicBezTo>
                <a:lnTo>
                  <a:pt x="1375054" y="165152"/>
                </a:lnTo>
                <a:lnTo>
                  <a:pt x="1410423" y="165152"/>
                </a:lnTo>
                <a:lnTo>
                  <a:pt x="1410423" y="136254"/>
                </a:lnTo>
                <a:lnTo>
                  <a:pt x="1375054" y="136254"/>
                </a:lnTo>
                <a:lnTo>
                  <a:pt x="1375054" y="84585"/>
                </a:lnTo>
                <a:lnTo>
                  <a:pt x="1345825" y="84585"/>
                </a:lnTo>
                <a:lnTo>
                  <a:pt x="1345825" y="111092"/>
                </a:lnTo>
                <a:cubicBezTo>
                  <a:pt x="1345825" y="125383"/>
                  <a:pt x="1338335" y="136254"/>
                  <a:pt x="1320665" y="136254"/>
                </a:cubicBezTo>
                <a:lnTo>
                  <a:pt x="1311814" y="136254"/>
                </a:lnTo>
                <a:lnTo>
                  <a:pt x="1311814" y="165152"/>
                </a:lnTo>
                <a:lnTo>
                  <a:pt x="1343105" y="165152"/>
                </a:lnTo>
                <a:lnTo>
                  <a:pt x="1343105" y="254911"/>
                </a:lnTo>
                <a:cubicBezTo>
                  <a:pt x="1343105" y="284512"/>
                  <a:pt x="1360777" y="301496"/>
                  <a:pt x="1388657" y="301496"/>
                </a:cubicBezTo>
                <a:moveTo>
                  <a:pt x="1564344" y="217865"/>
                </a:moveTo>
                <a:cubicBezTo>
                  <a:pt x="1564344" y="255943"/>
                  <a:pt x="1540543" y="276350"/>
                  <a:pt x="1513349" y="276350"/>
                </a:cubicBezTo>
                <a:cubicBezTo>
                  <a:pt x="1486155" y="276350"/>
                  <a:pt x="1462340" y="255943"/>
                  <a:pt x="1462340" y="217865"/>
                </a:cubicBezTo>
                <a:cubicBezTo>
                  <a:pt x="1462340" y="180116"/>
                  <a:pt x="1486155" y="159709"/>
                  <a:pt x="1513349" y="159709"/>
                </a:cubicBezTo>
                <a:cubicBezTo>
                  <a:pt x="1540544" y="159709"/>
                  <a:pt x="1564344" y="180116"/>
                  <a:pt x="1564344" y="217865"/>
                </a:cubicBezTo>
                <a:moveTo>
                  <a:pt x="1596994" y="217865"/>
                </a:moveTo>
                <a:cubicBezTo>
                  <a:pt x="1596994" y="168230"/>
                  <a:pt x="1562310" y="131169"/>
                  <a:pt x="1513349" y="131169"/>
                </a:cubicBezTo>
                <a:cubicBezTo>
                  <a:pt x="1464388" y="131169"/>
                  <a:pt x="1429704" y="168230"/>
                  <a:pt x="1429704" y="217865"/>
                </a:cubicBezTo>
                <a:cubicBezTo>
                  <a:pt x="1429704" y="267844"/>
                  <a:pt x="1464388" y="304904"/>
                  <a:pt x="1513349" y="304904"/>
                </a:cubicBezTo>
                <a:cubicBezTo>
                  <a:pt x="1562310" y="304904"/>
                  <a:pt x="1596994" y="267844"/>
                  <a:pt x="1596994" y="217865"/>
                </a:cubicBezTo>
                <a:moveTo>
                  <a:pt x="1709456" y="167543"/>
                </a:moveTo>
                <a:cubicBezTo>
                  <a:pt x="1714119" y="167552"/>
                  <a:pt x="1718776" y="167893"/>
                  <a:pt x="1723392" y="168560"/>
                </a:cubicBezTo>
                <a:lnTo>
                  <a:pt x="1723392" y="134563"/>
                </a:lnTo>
                <a:cubicBezTo>
                  <a:pt x="1719915" y="133908"/>
                  <a:pt x="1716387" y="133563"/>
                  <a:pt x="1712851" y="133532"/>
                </a:cubicBezTo>
                <a:cubicBezTo>
                  <a:pt x="1696195" y="133532"/>
                  <a:pt x="1675790" y="139661"/>
                  <a:pt x="1663890" y="164808"/>
                </a:cubicBezTo>
                <a:lnTo>
                  <a:pt x="1663890" y="136266"/>
                </a:lnTo>
                <a:lnTo>
                  <a:pt x="1632614" y="136266"/>
                </a:lnTo>
                <a:lnTo>
                  <a:pt x="1632614" y="299806"/>
                </a:lnTo>
                <a:lnTo>
                  <a:pt x="1664564" y="299806"/>
                </a:lnTo>
                <a:lnTo>
                  <a:pt x="1664564" y="217851"/>
                </a:lnTo>
                <a:cubicBezTo>
                  <a:pt x="1664564" y="181820"/>
                  <a:pt x="1682606" y="167543"/>
                  <a:pt x="1709456" y="167543"/>
                </a:cubicBezTo>
                <a:moveTo>
                  <a:pt x="1790286" y="74360"/>
                </a:moveTo>
                <a:cubicBezTo>
                  <a:pt x="1790373" y="61682"/>
                  <a:pt x="1780166" y="51335"/>
                  <a:pt x="1767488" y="51248"/>
                </a:cubicBezTo>
                <a:cubicBezTo>
                  <a:pt x="1754810" y="51160"/>
                  <a:pt x="1744461" y="61367"/>
                  <a:pt x="1744374" y="74045"/>
                </a:cubicBezTo>
                <a:cubicBezTo>
                  <a:pt x="1744288" y="86717"/>
                  <a:pt x="1754486" y="97064"/>
                  <a:pt x="1767159" y="97158"/>
                </a:cubicBezTo>
                <a:cubicBezTo>
                  <a:pt x="1779829" y="97261"/>
                  <a:pt x="1790184" y="87071"/>
                  <a:pt x="1790286" y="74401"/>
                </a:cubicBezTo>
                <a:cubicBezTo>
                  <a:pt x="1790286" y="74389"/>
                  <a:pt x="1790286" y="74374"/>
                  <a:pt x="1790286" y="74362"/>
                </a:cubicBezTo>
                <a:moveTo>
                  <a:pt x="1937899" y="299820"/>
                </a:moveTo>
                <a:lnTo>
                  <a:pt x="1968489" y="299820"/>
                </a:lnTo>
                <a:cubicBezTo>
                  <a:pt x="1967368" y="289767"/>
                  <a:pt x="1966799" y="279662"/>
                  <a:pt x="1966785" y="269547"/>
                </a:cubicBezTo>
                <a:lnTo>
                  <a:pt x="1966785" y="136254"/>
                </a:lnTo>
                <a:lnTo>
                  <a:pt x="1934821" y="136254"/>
                </a:lnTo>
                <a:lnTo>
                  <a:pt x="1934821" y="234863"/>
                </a:lnTo>
                <a:cubicBezTo>
                  <a:pt x="1934821" y="259681"/>
                  <a:pt x="1921917" y="276679"/>
                  <a:pt x="1896069" y="276679"/>
                </a:cubicBezTo>
                <a:cubicBezTo>
                  <a:pt x="1869204" y="276679"/>
                  <a:pt x="1859008" y="256959"/>
                  <a:pt x="1859008" y="234519"/>
                </a:cubicBezTo>
                <a:lnTo>
                  <a:pt x="1859008" y="136254"/>
                </a:lnTo>
                <a:lnTo>
                  <a:pt x="1827032" y="136254"/>
                </a:lnTo>
                <a:lnTo>
                  <a:pt x="1827032" y="239287"/>
                </a:lnTo>
                <a:cubicBezTo>
                  <a:pt x="1827032" y="276348"/>
                  <a:pt x="1850171" y="304903"/>
                  <a:pt x="1888249" y="304903"/>
                </a:cubicBezTo>
                <a:cubicBezTo>
                  <a:pt x="1907282" y="304903"/>
                  <a:pt x="1927689" y="297084"/>
                  <a:pt x="1936524" y="280086"/>
                </a:cubicBezTo>
                <a:cubicBezTo>
                  <a:pt x="1936529" y="286687"/>
                  <a:pt x="1936988" y="293281"/>
                  <a:pt x="1937899" y="299818"/>
                </a:cubicBezTo>
                <a:moveTo>
                  <a:pt x="2253984" y="299806"/>
                </a:moveTo>
                <a:lnTo>
                  <a:pt x="2253984" y="193721"/>
                </a:lnTo>
                <a:cubicBezTo>
                  <a:pt x="2253984" y="150874"/>
                  <a:pt x="2226102" y="131498"/>
                  <a:pt x="2197547" y="131498"/>
                </a:cubicBezTo>
                <a:cubicBezTo>
                  <a:pt x="2176797" y="131498"/>
                  <a:pt x="2155704" y="138974"/>
                  <a:pt x="2142800" y="162431"/>
                </a:cubicBezTo>
                <a:cubicBezTo>
                  <a:pt x="2133951" y="141365"/>
                  <a:pt x="2114231" y="131498"/>
                  <a:pt x="2093839" y="131498"/>
                </a:cubicBezTo>
                <a:cubicBezTo>
                  <a:pt x="2074793" y="131498"/>
                  <a:pt x="2054387" y="139991"/>
                  <a:pt x="2044204" y="158005"/>
                </a:cubicBezTo>
                <a:lnTo>
                  <a:pt x="2044204" y="136254"/>
                </a:lnTo>
                <a:lnTo>
                  <a:pt x="2013588" y="136254"/>
                </a:lnTo>
                <a:lnTo>
                  <a:pt x="2013588" y="299806"/>
                </a:lnTo>
                <a:lnTo>
                  <a:pt x="2045221" y="299806"/>
                </a:lnTo>
                <a:lnTo>
                  <a:pt x="2045221" y="201209"/>
                </a:lnTo>
                <a:cubicBezTo>
                  <a:pt x="2045221" y="176723"/>
                  <a:pt x="2060516" y="159709"/>
                  <a:pt x="2083299" y="159709"/>
                </a:cubicBezTo>
                <a:cubicBezTo>
                  <a:pt x="2107759" y="159709"/>
                  <a:pt x="2117971" y="176035"/>
                  <a:pt x="2117971" y="197115"/>
                </a:cubicBezTo>
                <a:lnTo>
                  <a:pt x="2117971" y="299807"/>
                </a:lnTo>
                <a:lnTo>
                  <a:pt x="2149932" y="299807"/>
                </a:lnTo>
                <a:lnTo>
                  <a:pt x="2149932" y="200867"/>
                </a:lnTo>
                <a:cubicBezTo>
                  <a:pt x="2149932" y="177410"/>
                  <a:pt x="2165242" y="159711"/>
                  <a:pt x="2187682" y="159711"/>
                </a:cubicBezTo>
                <a:cubicBezTo>
                  <a:pt x="2211824" y="159711"/>
                  <a:pt x="2222364" y="175706"/>
                  <a:pt x="2222364" y="197115"/>
                </a:cubicBezTo>
                <a:lnTo>
                  <a:pt x="2222364" y="299807"/>
                </a:lnTo>
                <a:close/>
              </a:path>
            </a:pathLst>
          </a:custGeom>
          <a:solidFill>
            <a:srgbClr val="3F1A01"/>
          </a:solidFill>
          <a:ln w="1586" cap="flat">
            <a:noFill/>
            <a:prstDash val="solid"/>
            <a:miter/>
          </a:ln>
        </p:spPr>
        <p:txBody>
          <a:bodyPr rtlCol="0" anchor="ctr"/>
          <a:lstStyle/>
          <a:p>
            <a:endParaRPr lang="en-GB" dirty="0"/>
          </a:p>
        </p:txBody>
      </p:sp>
      <p:sp>
        <p:nvSpPr>
          <p:cNvPr id="10" name="ExternalLogo" hidden="1">
            <a:extLst>
              <a:ext uri="{FF2B5EF4-FFF2-40B4-BE49-F238E27FC236}">
                <a16:creationId xmlns:a16="http://schemas.microsoft.com/office/drawing/2014/main" id="{3F6C35DF-345B-471E-BB1A-9898955FCA3F}"/>
              </a:ext>
            </a:extLst>
          </p:cNvPr>
          <p:cNvSpPr/>
          <p:nvPr/>
        </p:nvSpPr>
        <p:spPr>
          <a:xfrm>
            <a:off x="10023475" y="4968741"/>
            <a:ext cx="1627188" cy="636980"/>
          </a:xfrm>
          <a:prstGeom prst="rect">
            <a:avLst/>
          </a:prstGeom>
          <a:solidFill>
            <a:srgbClr val="D1D1D1"/>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chorCtr="0">
            <a:noAutofit/>
          </a:bodyPr>
          <a:lstStyle/>
          <a:p>
            <a:pPr algn="ctr"/>
            <a:r>
              <a:rPr lang="en-GB" sz="900" dirty="0">
                <a:solidFill>
                  <a:srgbClr val="FF00FF"/>
                </a:solidFill>
              </a:rPr>
              <a:t>External logo</a:t>
            </a:r>
          </a:p>
        </p:txBody>
      </p:sp>
    </p:spTree>
    <p:extLst>
      <p:ext uri="{BB962C8B-B14F-4D97-AF65-F5344CB8AC3E}">
        <p14:creationId xmlns:p14="http://schemas.microsoft.com/office/powerpoint/2010/main" val="2582851061"/>
      </p:ext>
    </p:extLst>
  </p:cSld>
  <p:clrMapOvr>
    <a:masterClrMapping/>
  </p:clrMapOvr>
  <p:hf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 Light Blue">
    <p:bg>
      <p:bgPr>
        <a:solidFill>
          <a:srgbClr val="B0C4D6"/>
        </a:solidFill>
        <a:effectLst/>
      </p:bgPr>
    </p:bg>
    <p:spTree>
      <p:nvGrpSpPr>
        <p:cNvPr id="1" name=""/>
        <p:cNvGrpSpPr/>
        <p:nvPr/>
      </p:nvGrpSpPr>
      <p:grpSpPr>
        <a:xfrm>
          <a:off x="0" y="0"/>
          <a:ext cx="0" cy="0"/>
          <a:chOff x="0" y="0"/>
          <a:chExt cx="0" cy="0"/>
        </a:xfrm>
      </p:grpSpPr>
      <p:sp>
        <p:nvSpPr>
          <p:cNvPr id="9" name="ColoredBackground">
            <a:extLst>
              <a:ext uri="{FF2B5EF4-FFF2-40B4-BE49-F238E27FC236}">
                <a16:creationId xmlns:a16="http://schemas.microsoft.com/office/drawing/2014/main" id="{EFFE82BA-6DB8-48D4-8977-6C123C850186}"/>
              </a:ext>
            </a:extLst>
          </p:cNvPr>
          <p:cNvSpPr/>
          <p:nvPr/>
        </p:nvSpPr>
        <p:spPr>
          <a:xfrm>
            <a:off x="0" y="-1"/>
            <a:ext cx="12192000" cy="6858000"/>
          </a:xfrm>
          <a:prstGeom prst="rect">
            <a:avLst/>
          </a:prstGeom>
          <a:solidFill>
            <a:srgbClr val="B0C4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6" name="Picture 5" descr="Shape&#10;&#10;Description automatically generated with medium confidence">
            <a:extLst>
              <a:ext uri="{FF2B5EF4-FFF2-40B4-BE49-F238E27FC236}">
                <a16:creationId xmlns:a16="http://schemas.microsoft.com/office/drawing/2014/main" id="{6DD2D610-B5ED-44BF-9B2B-0F8531E752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8464564-6547-498D-A220-7B346E5B1408}"/>
              </a:ext>
            </a:extLst>
          </p:cNvPr>
          <p:cNvSpPr>
            <a:spLocks noGrp="1"/>
          </p:cNvSpPr>
          <p:nvPr>
            <p:ph type="title"/>
          </p:nvPr>
        </p:nvSpPr>
        <p:spPr>
          <a:xfrm>
            <a:off x="1219200" y="546100"/>
            <a:ext cx="6642100" cy="2105818"/>
          </a:xfrm>
        </p:spPr>
        <p:txBody>
          <a:bodyPr anchor="b"/>
          <a:lstStyle>
            <a:lvl1pPr>
              <a:defRPr sz="4000">
                <a:solidFill>
                  <a:srgbClr val="3F1A01"/>
                </a:solidFill>
              </a:defRPr>
            </a:lvl1p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1592638D-BCB6-4F07-9847-FBAA9B3609B5}"/>
              </a:ext>
            </a:extLst>
          </p:cNvPr>
          <p:cNvSpPr>
            <a:spLocks noGrp="1"/>
          </p:cNvSpPr>
          <p:nvPr>
            <p:ph type="body" idx="1"/>
          </p:nvPr>
        </p:nvSpPr>
        <p:spPr>
          <a:xfrm>
            <a:off x="1219200" y="2678906"/>
            <a:ext cx="6642100" cy="1500187"/>
          </a:xfrm>
          <a:prstGeom prst="rect">
            <a:avLst/>
          </a:prstGeom>
        </p:spPr>
        <p:txBody>
          <a:bodyPr/>
          <a:lstStyle>
            <a:lvl1pPr marL="0" indent="0">
              <a:buNone/>
              <a:defRPr sz="2400">
                <a:solidFill>
                  <a:schemeClr val="accent5"/>
                </a:solidFill>
                <a:latin typeface="Times New Roman" panose="02020603050405020304" pitchFamily="18" charset="0"/>
                <a:cs typeface="Times New Roman" panose="02020603050405020304" pitchFamily="18"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Freeform 9">
            <a:extLst>
              <a:ext uri="{FF2B5EF4-FFF2-40B4-BE49-F238E27FC236}">
                <a16:creationId xmlns:a16="http://schemas.microsoft.com/office/drawing/2014/main" id="{1BC6753F-764E-4733-B343-5BC93ED602E4}"/>
              </a:ext>
            </a:extLst>
          </p:cNvPr>
          <p:cNvSpPr>
            <a:spLocks noEditPoints="1"/>
          </p:cNvSpPr>
          <p:nvPr/>
        </p:nvSpPr>
        <p:spPr bwMode="auto">
          <a:xfrm rot="5400000">
            <a:off x="7458075" y="-2243138"/>
            <a:ext cx="8385175" cy="9817101"/>
          </a:xfrm>
          <a:custGeom>
            <a:avLst/>
            <a:gdLst>
              <a:gd name="T0" fmla="*/ 276 w 2642"/>
              <a:gd name="T1" fmla="*/ 2871 h 3094"/>
              <a:gd name="T2" fmla="*/ 588 w 2642"/>
              <a:gd name="T3" fmla="*/ 2871 h 3094"/>
              <a:gd name="T4" fmla="*/ 2083 w 2642"/>
              <a:gd name="T5" fmla="*/ 2843 h 3094"/>
              <a:gd name="T6" fmla="*/ 2338 w 2642"/>
              <a:gd name="T7" fmla="*/ 2900 h 3094"/>
              <a:gd name="T8" fmla="*/ 29 w 2642"/>
              <a:gd name="T9" fmla="*/ 1219 h 3094"/>
              <a:gd name="T10" fmla="*/ 29 w 2642"/>
              <a:gd name="T11" fmla="*/ 2444 h 3094"/>
              <a:gd name="T12" fmla="*/ 559 w 2642"/>
              <a:gd name="T13" fmla="*/ 2386 h 3094"/>
              <a:gd name="T14" fmla="*/ 29 w 2642"/>
              <a:gd name="T15" fmla="*/ 1219 h 3094"/>
              <a:gd name="T16" fmla="*/ 2584 w 2642"/>
              <a:gd name="T17" fmla="*/ 2386 h 3094"/>
              <a:gd name="T18" fmla="*/ 2083 w 2642"/>
              <a:gd name="T19" fmla="*/ 2444 h 3094"/>
              <a:gd name="T20" fmla="*/ 2642 w 2642"/>
              <a:gd name="T21" fmla="*/ 1248 h 3094"/>
              <a:gd name="T22" fmla="*/ 210 w 2642"/>
              <a:gd name="T23" fmla="*/ 292 h 3094"/>
              <a:gd name="T24" fmla="*/ 210 w 2642"/>
              <a:gd name="T25" fmla="*/ 970 h 3094"/>
              <a:gd name="T26" fmla="*/ 559 w 2642"/>
              <a:gd name="T27" fmla="*/ 912 h 3094"/>
              <a:gd name="T28" fmla="*/ 658 w 2642"/>
              <a:gd name="T29" fmla="*/ 350 h 3094"/>
              <a:gd name="T30" fmla="*/ 2432 w 2642"/>
              <a:gd name="T31" fmla="*/ 292 h 3094"/>
              <a:gd name="T32" fmla="*/ 1984 w 2642"/>
              <a:gd name="T33" fmla="*/ 350 h 3094"/>
              <a:gd name="T34" fmla="*/ 2083 w 2642"/>
              <a:gd name="T35" fmla="*/ 912 h 3094"/>
              <a:gd name="T36" fmla="*/ 2432 w 2642"/>
              <a:gd name="T37" fmla="*/ 970 h 3094"/>
              <a:gd name="T38" fmla="*/ 2432 w 2642"/>
              <a:gd name="T39" fmla="*/ 292 h 3094"/>
              <a:gd name="T40" fmla="*/ 814 w 2642"/>
              <a:gd name="T41" fmla="*/ 29 h 3094"/>
              <a:gd name="T42" fmla="*/ 1292 w 2642"/>
              <a:gd name="T43" fmla="*/ 602 h 3094"/>
              <a:gd name="T44" fmla="*/ 989 w 2642"/>
              <a:gd name="T45" fmla="*/ 660 h 3094"/>
              <a:gd name="T46" fmla="*/ 801 w 2642"/>
              <a:gd name="T47" fmla="*/ 1311 h 3094"/>
              <a:gd name="T48" fmla="*/ 743 w 2642"/>
              <a:gd name="T49" fmla="*/ 1060 h 3094"/>
              <a:gd name="T50" fmla="*/ 1292 w 2642"/>
              <a:gd name="T51" fmla="*/ 1369 h 3094"/>
              <a:gd name="T52" fmla="*/ 842 w 2642"/>
              <a:gd name="T53" fmla="*/ 1782 h 3094"/>
              <a:gd name="T54" fmla="*/ 433 w 2642"/>
              <a:gd name="T55" fmla="*/ 1476 h 3094"/>
              <a:gd name="T56" fmla="*/ 375 w 2642"/>
              <a:gd name="T57" fmla="*/ 1782 h 3094"/>
              <a:gd name="T58" fmla="*/ 784 w 2642"/>
              <a:gd name="T59" fmla="*/ 2669 h 3094"/>
              <a:gd name="T60" fmla="*/ 842 w 2642"/>
              <a:gd name="T61" fmla="*/ 2181 h 3094"/>
              <a:gd name="T62" fmla="*/ 921 w 2642"/>
              <a:gd name="T63" fmla="*/ 3036 h 3094"/>
              <a:gd name="T64" fmla="*/ 1321 w 2642"/>
              <a:gd name="T65" fmla="*/ 3094 h 3094"/>
              <a:gd name="T66" fmla="*/ 1722 w 2642"/>
              <a:gd name="T67" fmla="*/ 3036 h 3094"/>
              <a:gd name="T68" fmla="*/ 1800 w 2642"/>
              <a:gd name="T69" fmla="*/ 2181 h 3094"/>
              <a:gd name="T70" fmla="*/ 1858 w 2642"/>
              <a:gd name="T71" fmla="*/ 2669 h 3094"/>
              <a:gd name="T72" fmla="*/ 2267 w 2642"/>
              <a:gd name="T73" fmla="*/ 1782 h 3094"/>
              <a:gd name="T74" fmla="*/ 2210 w 2642"/>
              <a:gd name="T75" fmla="*/ 1476 h 3094"/>
              <a:gd name="T76" fmla="*/ 1800 w 2642"/>
              <a:gd name="T77" fmla="*/ 1782 h 3094"/>
              <a:gd name="T78" fmla="*/ 1350 w 2642"/>
              <a:gd name="T79" fmla="*/ 1369 h 3094"/>
              <a:gd name="T80" fmla="*/ 1899 w 2642"/>
              <a:gd name="T81" fmla="*/ 1060 h 3094"/>
              <a:gd name="T82" fmla="*/ 1841 w 2642"/>
              <a:gd name="T83" fmla="*/ 1311 h 3094"/>
              <a:gd name="T84" fmla="*/ 1643 w 2642"/>
              <a:gd name="T85" fmla="*/ 660 h 3094"/>
              <a:gd name="T86" fmla="*/ 1350 w 2642"/>
              <a:gd name="T87" fmla="*/ 602 h 3094"/>
              <a:gd name="T88" fmla="*/ 1828 w 2642"/>
              <a:gd name="T89" fmla="*/ 29 h 30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642" h="3094">
                <a:moveTo>
                  <a:pt x="559" y="2843"/>
                </a:moveTo>
                <a:cubicBezTo>
                  <a:pt x="305" y="2843"/>
                  <a:pt x="305" y="2843"/>
                  <a:pt x="305" y="2843"/>
                </a:cubicBezTo>
                <a:cubicBezTo>
                  <a:pt x="289" y="2843"/>
                  <a:pt x="276" y="2856"/>
                  <a:pt x="276" y="2871"/>
                </a:cubicBezTo>
                <a:cubicBezTo>
                  <a:pt x="276" y="2887"/>
                  <a:pt x="289" y="2900"/>
                  <a:pt x="305" y="2900"/>
                </a:cubicBezTo>
                <a:cubicBezTo>
                  <a:pt x="559" y="2900"/>
                  <a:pt x="559" y="2900"/>
                  <a:pt x="559" y="2900"/>
                </a:cubicBezTo>
                <a:cubicBezTo>
                  <a:pt x="575" y="2900"/>
                  <a:pt x="588" y="2887"/>
                  <a:pt x="588" y="2871"/>
                </a:cubicBezTo>
                <a:cubicBezTo>
                  <a:pt x="588" y="2856"/>
                  <a:pt x="575" y="2843"/>
                  <a:pt x="559" y="2843"/>
                </a:cubicBezTo>
                <a:moveTo>
                  <a:pt x="2338" y="2843"/>
                </a:moveTo>
                <a:cubicBezTo>
                  <a:pt x="2083" y="2843"/>
                  <a:pt x="2083" y="2843"/>
                  <a:pt x="2083" y="2843"/>
                </a:cubicBezTo>
                <a:cubicBezTo>
                  <a:pt x="2068" y="2843"/>
                  <a:pt x="2055" y="2856"/>
                  <a:pt x="2055" y="2871"/>
                </a:cubicBezTo>
                <a:cubicBezTo>
                  <a:pt x="2055" y="2887"/>
                  <a:pt x="2068" y="2900"/>
                  <a:pt x="2083" y="2900"/>
                </a:cubicBezTo>
                <a:cubicBezTo>
                  <a:pt x="2338" y="2900"/>
                  <a:pt x="2338" y="2900"/>
                  <a:pt x="2338" y="2900"/>
                </a:cubicBezTo>
                <a:cubicBezTo>
                  <a:pt x="2354" y="2900"/>
                  <a:pt x="2366" y="2887"/>
                  <a:pt x="2366" y="2871"/>
                </a:cubicBezTo>
                <a:cubicBezTo>
                  <a:pt x="2366" y="2856"/>
                  <a:pt x="2354" y="2843"/>
                  <a:pt x="2338" y="2843"/>
                </a:cubicBezTo>
                <a:moveTo>
                  <a:pt x="29" y="1219"/>
                </a:moveTo>
                <a:cubicBezTo>
                  <a:pt x="13" y="1219"/>
                  <a:pt x="0" y="1232"/>
                  <a:pt x="0" y="1248"/>
                </a:cubicBezTo>
                <a:cubicBezTo>
                  <a:pt x="0" y="2415"/>
                  <a:pt x="0" y="2415"/>
                  <a:pt x="0" y="2415"/>
                </a:cubicBezTo>
                <a:cubicBezTo>
                  <a:pt x="0" y="2431"/>
                  <a:pt x="13" y="2444"/>
                  <a:pt x="29" y="2444"/>
                </a:cubicBezTo>
                <a:cubicBezTo>
                  <a:pt x="559" y="2444"/>
                  <a:pt x="559" y="2444"/>
                  <a:pt x="559" y="2444"/>
                </a:cubicBezTo>
                <a:cubicBezTo>
                  <a:pt x="575" y="2444"/>
                  <a:pt x="588" y="2431"/>
                  <a:pt x="588" y="2415"/>
                </a:cubicBezTo>
                <a:cubicBezTo>
                  <a:pt x="588" y="2399"/>
                  <a:pt x="575" y="2386"/>
                  <a:pt x="559" y="2386"/>
                </a:cubicBezTo>
                <a:cubicBezTo>
                  <a:pt x="58" y="2386"/>
                  <a:pt x="58" y="2386"/>
                  <a:pt x="58" y="2386"/>
                </a:cubicBezTo>
                <a:cubicBezTo>
                  <a:pt x="58" y="1248"/>
                  <a:pt x="58" y="1248"/>
                  <a:pt x="58" y="1248"/>
                </a:cubicBezTo>
                <a:cubicBezTo>
                  <a:pt x="58" y="1232"/>
                  <a:pt x="45" y="1219"/>
                  <a:pt x="29" y="1219"/>
                </a:cubicBezTo>
                <a:moveTo>
                  <a:pt x="2613" y="1219"/>
                </a:moveTo>
                <a:cubicBezTo>
                  <a:pt x="2597" y="1219"/>
                  <a:pt x="2584" y="1232"/>
                  <a:pt x="2584" y="1248"/>
                </a:cubicBezTo>
                <a:cubicBezTo>
                  <a:pt x="2584" y="2386"/>
                  <a:pt x="2584" y="2386"/>
                  <a:pt x="2584" y="2386"/>
                </a:cubicBezTo>
                <a:cubicBezTo>
                  <a:pt x="2083" y="2386"/>
                  <a:pt x="2083" y="2386"/>
                  <a:pt x="2083" y="2386"/>
                </a:cubicBezTo>
                <a:cubicBezTo>
                  <a:pt x="2067" y="2386"/>
                  <a:pt x="2055" y="2399"/>
                  <a:pt x="2055" y="2415"/>
                </a:cubicBezTo>
                <a:cubicBezTo>
                  <a:pt x="2055" y="2431"/>
                  <a:pt x="2067" y="2444"/>
                  <a:pt x="2083" y="2444"/>
                </a:cubicBezTo>
                <a:cubicBezTo>
                  <a:pt x="2613" y="2444"/>
                  <a:pt x="2613" y="2444"/>
                  <a:pt x="2613" y="2444"/>
                </a:cubicBezTo>
                <a:cubicBezTo>
                  <a:pt x="2629" y="2444"/>
                  <a:pt x="2642" y="2431"/>
                  <a:pt x="2642" y="2415"/>
                </a:cubicBezTo>
                <a:cubicBezTo>
                  <a:pt x="2642" y="1248"/>
                  <a:pt x="2642" y="1248"/>
                  <a:pt x="2642" y="1248"/>
                </a:cubicBezTo>
                <a:cubicBezTo>
                  <a:pt x="2642" y="1232"/>
                  <a:pt x="2629" y="1219"/>
                  <a:pt x="2613" y="1219"/>
                </a:cubicBezTo>
                <a:moveTo>
                  <a:pt x="658" y="292"/>
                </a:moveTo>
                <a:cubicBezTo>
                  <a:pt x="210" y="292"/>
                  <a:pt x="210" y="292"/>
                  <a:pt x="210" y="292"/>
                </a:cubicBezTo>
                <a:cubicBezTo>
                  <a:pt x="194" y="292"/>
                  <a:pt x="181" y="305"/>
                  <a:pt x="181" y="321"/>
                </a:cubicBezTo>
                <a:cubicBezTo>
                  <a:pt x="181" y="941"/>
                  <a:pt x="181" y="941"/>
                  <a:pt x="181" y="941"/>
                </a:cubicBezTo>
                <a:cubicBezTo>
                  <a:pt x="181" y="957"/>
                  <a:pt x="194" y="970"/>
                  <a:pt x="210" y="970"/>
                </a:cubicBezTo>
                <a:cubicBezTo>
                  <a:pt x="559" y="970"/>
                  <a:pt x="559" y="970"/>
                  <a:pt x="559" y="970"/>
                </a:cubicBezTo>
                <a:cubicBezTo>
                  <a:pt x="575" y="970"/>
                  <a:pt x="588" y="957"/>
                  <a:pt x="588" y="941"/>
                </a:cubicBezTo>
                <a:cubicBezTo>
                  <a:pt x="588" y="925"/>
                  <a:pt x="575" y="912"/>
                  <a:pt x="559" y="912"/>
                </a:cubicBezTo>
                <a:cubicBezTo>
                  <a:pt x="239" y="912"/>
                  <a:pt x="239" y="912"/>
                  <a:pt x="239" y="912"/>
                </a:cubicBezTo>
                <a:cubicBezTo>
                  <a:pt x="239" y="350"/>
                  <a:pt x="239" y="350"/>
                  <a:pt x="239" y="350"/>
                </a:cubicBezTo>
                <a:cubicBezTo>
                  <a:pt x="658" y="350"/>
                  <a:pt x="658" y="350"/>
                  <a:pt x="658" y="350"/>
                </a:cubicBezTo>
                <a:cubicBezTo>
                  <a:pt x="674" y="350"/>
                  <a:pt x="687" y="337"/>
                  <a:pt x="687" y="321"/>
                </a:cubicBezTo>
                <a:cubicBezTo>
                  <a:pt x="687" y="305"/>
                  <a:pt x="674" y="292"/>
                  <a:pt x="658" y="292"/>
                </a:cubicBezTo>
                <a:moveTo>
                  <a:pt x="2432" y="292"/>
                </a:moveTo>
                <a:cubicBezTo>
                  <a:pt x="1984" y="292"/>
                  <a:pt x="1984" y="292"/>
                  <a:pt x="1984" y="292"/>
                </a:cubicBezTo>
                <a:cubicBezTo>
                  <a:pt x="1968" y="292"/>
                  <a:pt x="1955" y="305"/>
                  <a:pt x="1955" y="321"/>
                </a:cubicBezTo>
                <a:cubicBezTo>
                  <a:pt x="1955" y="337"/>
                  <a:pt x="1968" y="350"/>
                  <a:pt x="1984" y="350"/>
                </a:cubicBezTo>
                <a:cubicBezTo>
                  <a:pt x="2403" y="350"/>
                  <a:pt x="2403" y="350"/>
                  <a:pt x="2403" y="350"/>
                </a:cubicBezTo>
                <a:cubicBezTo>
                  <a:pt x="2403" y="912"/>
                  <a:pt x="2403" y="912"/>
                  <a:pt x="2403" y="912"/>
                </a:cubicBezTo>
                <a:cubicBezTo>
                  <a:pt x="2083" y="912"/>
                  <a:pt x="2083" y="912"/>
                  <a:pt x="2083" y="912"/>
                </a:cubicBezTo>
                <a:cubicBezTo>
                  <a:pt x="2068" y="912"/>
                  <a:pt x="2055" y="925"/>
                  <a:pt x="2055" y="941"/>
                </a:cubicBezTo>
                <a:cubicBezTo>
                  <a:pt x="2055" y="957"/>
                  <a:pt x="2068" y="970"/>
                  <a:pt x="2083" y="970"/>
                </a:cubicBezTo>
                <a:cubicBezTo>
                  <a:pt x="2432" y="970"/>
                  <a:pt x="2432" y="970"/>
                  <a:pt x="2432" y="970"/>
                </a:cubicBezTo>
                <a:cubicBezTo>
                  <a:pt x="2448" y="970"/>
                  <a:pt x="2461" y="957"/>
                  <a:pt x="2461" y="941"/>
                </a:cubicBezTo>
                <a:cubicBezTo>
                  <a:pt x="2461" y="321"/>
                  <a:pt x="2461" y="321"/>
                  <a:pt x="2461" y="321"/>
                </a:cubicBezTo>
                <a:cubicBezTo>
                  <a:pt x="2461" y="305"/>
                  <a:pt x="2448" y="292"/>
                  <a:pt x="2432" y="292"/>
                </a:cubicBezTo>
                <a:moveTo>
                  <a:pt x="1799" y="0"/>
                </a:moveTo>
                <a:cubicBezTo>
                  <a:pt x="843" y="0"/>
                  <a:pt x="843" y="0"/>
                  <a:pt x="843" y="0"/>
                </a:cubicBezTo>
                <a:cubicBezTo>
                  <a:pt x="827" y="0"/>
                  <a:pt x="814" y="13"/>
                  <a:pt x="814" y="29"/>
                </a:cubicBezTo>
                <a:cubicBezTo>
                  <a:pt x="814" y="45"/>
                  <a:pt x="827" y="58"/>
                  <a:pt x="843" y="58"/>
                </a:cubicBezTo>
                <a:cubicBezTo>
                  <a:pt x="1292" y="58"/>
                  <a:pt x="1292" y="58"/>
                  <a:pt x="1292" y="58"/>
                </a:cubicBezTo>
                <a:cubicBezTo>
                  <a:pt x="1292" y="602"/>
                  <a:pt x="1292" y="602"/>
                  <a:pt x="1292" y="602"/>
                </a:cubicBezTo>
                <a:cubicBezTo>
                  <a:pt x="989" y="602"/>
                  <a:pt x="989" y="602"/>
                  <a:pt x="989" y="602"/>
                </a:cubicBezTo>
                <a:cubicBezTo>
                  <a:pt x="973" y="602"/>
                  <a:pt x="960" y="615"/>
                  <a:pt x="960" y="631"/>
                </a:cubicBezTo>
                <a:cubicBezTo>
                  <a:pt x="960" y="647"/>
                  <a:pt x="973" y="660"/>
                  <a:pt x="989" y="660"/>
                </a:cubicBezTo>
                <a:cubicBezTo>
                  <a:pt x="1292" y="660"/>
                  <a:pt x="1292" y="660"/>
                  <a:pt x="1292" y="660"/>
                </a:cubicBezTo>
                <a:cubicBezTo>
                  <a:pt x="1292" y="1311"/>
                  <a:pt x="1292" y="1311"/>
                  <a:pt x="1292" y="1311"/>
                </a:cubicBezTo>
                <a:cubicBezTo>
                  <a:pt x="801" y="1311"/>
                  <a:pt x="801" y="1311"/>
                  <a:pt x="801" y="1311"/>
                </a:cubicBezTo>
                <a:cubicBezTo>
                  <a:pt x="801" y="1060"/>
                  <a:pt x="801" y="1060"/>
                  <a:pt x="801" y="1060"/>
                </a:cubicBezTo>
                <a:cubicBezTo>
                  <a:pt x="801" y="1044"/>
                  <a:pt x="788" y="1031"/>
                  <a:pt x="772" y="1031"/>
                </a:cubicBezTo>
                <a:cubicBezTo>
                  <a:pt x="756" y="1031"/>
                  <a:pt x="743" y="1044"/>
                  <a:pt x="743" y="1060"/>
                </a:cubicBezTo>
                <a:cubicBezTo>
                  <a:pt x="743" y="1340"/>
                  <a:pt x="743" y="1340"/>
                  <a:pt x="743" y="1340"/>
                </a:cubicBezTo>
                <a:cubicBezTo>
                  <a:pt x="743" y="1356"/>
                  <a:pt x="756" y="1369"/>
                  <a:pt x="772" y="1369"/>
                </a:cubicBezTo>
                <a:cubicBezTo>
                  <a:pt x="1292" y="1369"/>
                  <a:pt x="1292" y="1369"/>
                  <a:pt x="1292" y="1369"/>
                </a:cubicBezTo>
                <a:cubicBezTo>
                  <a:pt x="1292" y="2123"/>
                  <a:pt x="1292" y="2123"/>
                  <a:pt x="1292" y="2123"/>
                </a:cubicBezTo>
                <a:cubicBezTo>
                  <a:pt x="842" y="2123"/>
                  <a:pt x="842" y="2123"/>
                  <a:pt x="842" y="2123"/>
                </a:cubicBezTo>
                <a:cubicBezTo>
                  <a:pt x="842" y="1782"/>
                  <a:pt x="842" y="1782"/>
                  <a:pt x="842" y="1782"/>
                </a:cubicBezTo>
                <a:cubicBezTo>
                  <a:pt x="842" y="1766"/>
                  <a:pt x="829" y="1753"/>
                  <a:pt x="813" y="1753"/>
                </a:cubicBezTo>
                <a:cubicBezTo>
                  <a:pt x="433" y="1753"/>
                  <a:pt x="433" y="1753"/>
                  <a:pt x="433" y="1753"/>
                </a:cubicBezTo>
                <a:cubicBezTo>
                  <a:pt x="433" y="1476"/>
                  <a:pt x="433" y="1476"/>
                  <a:pt x="433" y="1476"/>
                </a:cubicBezTo>
                <a:cubicBezTo>
                  <a:pt x="433" y="1460"/>
                  <a:pt x="420" y="1447"/>
                  <a:pt x="404" y="1447"/>
                </a:cubicBezTo>
                <a:cubicBezTo>
                  <a:pt x="388" y="1447"/>
                  <a:pt x="375" y="1460"/>
                  <a:pt x="375" y="1476"/>
                </a:cubicBezTo>
                <a:cubicBezTo>
                  <a:pt x="375" y="1782"/>
                  <a:pt x="375" y="1782"/>
                  <a:pt x="375" y="1782"/>
                </a:cubicBezTo>
                <a:cubicBezTo>
                  <a:pt x="375" y="1798"/>
                  <a:pt x="388" y="1811"/>
                  <a:pt x="404" y="1811"/>
                </a:cubicBezTo>
                <a:cubicBezTo>
                  <a:pt x="784" y="1811"/>
                  <a:pt x="784" y="1811"/>
                  <a:pt x="784" y="1811"/>
                </a:cubicBezTo>
                <a:cubicBezTo>
                  <a:pt x="784" y="2669"/>
                  <a:pt x="784" y="2669"/>
                  <a:pt x="784" y="2669"/>
                </a:cubicBezTo>
                <a:cubicBezTo>
                  <a:pt x="784" y="2685"/>
                  <a:pt x="797" y="2698"/>
                  <a:pt x="813" y="2698"/>
                </a:cubicBezTo>
                <a:cubicBezTo>
                  <a:pt x="829" y="2698"/>
                  <a:pt x="842" y="2685"/>
                  <a:pt x="842" y="2669"/>
                </a:cubicBezTo>
                <a:cubicBezTo>
                  <a:pt x="842" y="2181"/>
                  <a:pt x="842" y="2181"/>
                  <a:pt x="842" y="2181"/>
                </a:cubicBezTo>
                <a:cubicBezTo>
                  <a:pt x="1292" y="2181"/>
                  <a:pt x="1292" y="2181"/>
                  <a:pt x="1292" y="2181"/>
                </a:cubicBezTo>
                <a:cubicBezTo>
                  <a:pt x="1292" y="3036"/>
                  <a:pt x="1292" y="3036"/>
                  <a:pt x="1292" y="3036"/>
                </a:cubicBezTo>
                <a:cubicBezTo>
                  <a:pt x="921" y="3036"/>
                  <a:pt x="921" y="3036"/>
                  <a:pt x="921" y="3036"/>
                </a:cubicBezTo>
                <a:cubicBezTo>
                  <a:pt x="905" y="3036"/>
                  <a:pt x="892" y="3049"/>
                  <a:pt x="892" y="3065"/>
                </a:cubicBezTo>
                <a:cubicBezTo>
                  <a:pt x="892" y="3081"/>
                  <a:pt x="905" y="3094"/>
                  <a:pt x="921" y="3094"/>
                </a:cubicBezTo>
                <a:cubicBezTo>
                  <a:pt x="1321" y="3094"/>
                  <a:pt x="1321" y="3094"/>
                  <a:pt x="1321" y="3094"/>
                </a:cubicBezTo>
                <a:cubicBezTo>
                  <a:pt x="1722" y="3094"/>
                  <a:pt x="1722" y="3094"/>
                  <a:pt x="1722" y="3094"/>
                </a:cubicBezTo>
                <a:cubicBezTo>
                  <a:pt x="1738" y="3094"/>
                  <a:pt x="1751" y="3081"/>
                  <a:pt x="1751" y="3065"/>
                </a:cubicBezTo>
                <a:cubicBezTo>
                  <a:pt x="1751" y="3049"/>
                  <a:pt x="1738" y="3036"/>
                  <a:pt x="1722" y="3036"/>
                </a:cubicBezTo>
                <a:cubicBezTo>
                  <a:pt x="1350" y="3036"/>
                  <a:pt x="1350" y="3036"/>
                  <a:pt x="1350" y="3036"/>
                </a:cubicBezTo>
                <a:cubicBezTo>
                  <a:pt x="1350" y="2181"/>
                  <a:pt x="1350" y="2181"/>
                  <a:pt x="1350" y="2181"/>
                </a:cubicBezTo>
                <a:cubicBezTo>
                  <a:pt x="1800" y="2181"/>
                  <a:pt x="1800" y="2181"/>
                  <a:pt x="1800" y="2181"/>
                </a:cubicBezTo>
                <a:cubicBezTo>
                  <a:pt x="1800" y="2669"/>
                  <a:pt x="1800" y="2669"/>
                  <a:pt x="1800" y="2669"/>
                </a:cubicBezTo>
                <a:cubicBezTo>
                  <a:pt x="1800" y="2685"/>
                  <a:pt x="1813" y="2698"/>
                  <a:pt x="1829" y="2698"/>
                </a:cubicBezTo>
                <a:cubicBezTo>
                  <a:pt x="1845" y="2698"/>
                  <a:pt x="1858" y="2685"/>
                  <a:pt x="1858" y="2669"/>
                </a:cubicBezTo>
                <a:cubicBezTo>
                  <a:pt x="1858" y="1811"/>
                  <a:pt x="1858" y="1811"/>
                  <a:pt x="1858" y="1811"/>
                </a:cubicBezTo>
                <a:cubicBezTo>
                  <a:pt x="2239" y="1811"/>
                  <a:pt x="2239" y="1811"/>
                  <a:pt x="2239" y="1811"/>
                </a:cubicBezTo>
                <a:cubicBezTo>
                  <a:pt x="2254" y="1811"/>
                  <a:pt x="2267" y="1798"/>
                  <a:pt x="2267" y="1782"/>
                </a:cubicBezTo>
                <a:cubicBezTo>
                  <a:pt x="2267" y="1476"/>
                  <a:pt x="2267" y="1476"/>
                  <a:pt x="2267" y="1476"/>
                </a:cubicBezTo>
                <a:cubicBezTo>
                  <a:pt x="2267" y="1460"/>
                  <a:pt x="2254" y="1447"/>
                  <a:pt x="2239" y="1447"/>
                </a:cubicBezTo>
                <a:cubicBezTo>
                  <a:pt x="2223" y="1447"/>
                  <a:pt x="2210" y="1460"/>
                  <a:pt x="2210" y="1476"/>
                </a:cubicBezTo>
                <a:cubicBezTo>
                  <a:pt x="2210" y="1753"/>
                  <a:pt x="2210" y="1753"/>
                  <a:pt x="2210" y="1753"/>
                </a:cubicBezTo>
                <a:cubicBezTo>
                  <a:pt x="1829" y="1753"/>
                  <a:pt x="1829" y="1753"/>
                  <a:pt x="1829" y="1753"/>
                </a:cubicBezTo>
                <a:cubicBezTo>
                  <a:pt x="1813" y="1753"/>
                  <a:pt x="1800" y="1766"/>
                  <a:pt x="1800" y="1782"/>
                </a:cubicBezTo>
                <a:cubicBezTo>
                  <a:pt x="1800" y="2123"/>
                  <a:pt x="1800" y="2123"/>
                  <a:pt x="1800" y="2123"/>
                </a:cubicBezTo>
                <a:cubicBezTo>
                  <a:pt x="1350" y="2123"/>
                  <a:pt x="1350" y="2123"/>
                  <a:pt x="1350" y="2123"/>
                </a:cubicBezTo>
                <a:cubicBezTo>
                  <a:pt x="1350" y="1369"/>
                  <a:pt x="1350" y="1369"/>
                  <a:pt x="1350" y="1369"/>
                </a:cubicBezTo>
                <a:cubicBezTo>
                  <a:pt x="1870" y="1369"/>
                  <a:pt x="1870" y="1369"/>
                  <a:pt x="1870" y="1369"/>
                </a:cubicBezTo>
                <a:cubicBezTo>
                  <a:pt x="1886" y="1369"/>
                  <a:pt x="1899" y="1356"/>
                  <a:pt x="1899" y="1340"/>
                </a:cubicBezTo>
                <a:cubicBezTo>
                  <a:pt x="1899" y="1060"/>
                  <a:pt x="1899" y="1060"/>
                  <a:pt x="1899" y="1060"/>
                </a:cubicBezTo>
                <a:cubicBezTo>
                  <a:pt x="1899" y="1044"/>
                  <a:pt x="1886" y="1031"/>
                  <a:pt x="1870" y="1031"/>
                </a:cubicBezTo>
                <a:cubicBezTo>
                  <a:pt x="1854" y="1031"/>
                  <a:pt x="1841" y="1044"/>
                  <a:pt x="1841" y="1060"/>
                </a:cubicBezTo>
                <a:cubicBezTo>
                  <a:pt x="1841" y="1311"/>
                  <a:pt x="1841" y="1311"/>
                  <a:pt x="1841" y="1311"/>
                </a:cubicBezTo>
                <a:cubicBezTo>
                  <a:pt x="1350" y="1311"/>
                  <a:pt x="1350" y="1311"/>
                  <a:pt x="1350" y="1311"/>
                </a:cubicBezTo>
                <a:cubicBezTo>
                  <a:pt x="1350" y="660"/>
                  <a:pt x="1350" y="660"/>
                  <a:pt x="1350" y="660"/>
                </a:cubicBezTo>
                <a:cubicBezTo>
                  <a:pt x="1643" y="660"/>
                  <a:pt x="1643" y="660"/>
                  <a:pt x="1643" y="660"/>
                </a:cubicBezTo>
                <a:cubicBezTo>
                  <a:pt x="1659" y="660"/>
                  <a:pt x="1672" y="647"/>
                  <a:pt x="1672" y="631"/>
                </a:cubicBezTo>
                <a:cubicBezTo>
                  <a:pt x="1672" y="615"/>
                  <a:pt x="1659" y="602"/>
                  <a:pt x="1643" y="602"/>
                </a:cubicBezTo>
                <a:cubicBezTo>
                  <a:pt x="1350" y="602"/>
                  <a:pt x="1350" y="602"/>
                  <a:pt x="1350" y="602"/>
                </a:cubicBezTo>
                <a:cubicBezTo>
                  <a:pt x="1350" y="58"/>
                  <a:pt x="1350" y="58"/>
                  <a:pt x="1350" y="58"/>
                </a:cubicBezTo>
                <a:cubicBezTo>
                  <a:pt x="1799" y="58"/>
                  <a:pt x="1799" y="58"/>
                  <a:pt x="1799" y="58"/>
                </a:cubicBezTo>
                <a:cubicBezTo>
                  <a:pt x="1815" y="58"/>
                  <a:pt x="1828" y="45"/>
                  <a:pt x="1828" y="29"/>
                </a:cubicBezTo>
                <a:cubicBezTo>
                  <a:pt x="1828" y="13"/>
                  <a:pt x="1815" y="0"/>
                  <a:pt x="1799" y="0"/>
                </a:cubicBezTo>
              </a:path>
            </a:pathLst>
          </a:custGeom>
          <a:solidFill>
            <a:schemeClr val="accent5">
              <a:alpha val="9804"/>
            </a:schemeClr>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8" name="Logo">
            <a:extLst>
              <a:ext uri="{FF2B5EF4-FFF2-40B4-BE49-F238E27FC236}">
                <a16:creationId xmlns:a16="http://schemas.microsoft.com/office/drawing/2014/main" id="{7AB909CE-222C-48CF-865C-8AAD4BAF45B1}"/>
              </a:ext>
            </a:extLst>
          </p:cNvPr>
          <p:cNvSpPr/>
          <p:nvPr/>
        </p:nvSpPr>
        <p:spPr>
          <a:xfrm>
            <a:off x="9397252" y="5875721"/>
            <a:ext cx="2253411" cy="440942"/>
          </a:xfrm>
          <a:custGeom>
            <a:avLst/>
            <a:gdLst>
              <a:gd name="connsiteX0" fmla="*/ 1783139 w 2253411"/>
              <a:gd name="connsiteY0" fmla="*/ 136254 h 440942"/>
              <a:gd name="connsiteX1" fmla="*/ 1751520 w 2253411"/>
              <a:gd name="connsiteY1" fmla="*/ 136254 h 440942"/>
              <a:gd name="connsiteX2" fmla="*/ 1751520 w 2253411"/>
              <a:gd name="connsiteY2" fmla="*/ 299806 h 440942"/>
              <a:gd name="connsiteX3" fmla="*/ 1783139 w 2253411"/>
              <a:gd name="connsiteY3" fmla="*/ 299806 h 440942"/>
              <a:gd name="connsiteX4" fmla="*/ 293338 w 2253411"/>
              <a:gd name="connsiteY4" fmla="*/ 409024 h 440942"/>
              <a:gd name="connsiteX5" fmla="*/ 297448 w 2253411"/>
              <a:gd name="connsiteY5" fmla="*/ 413147 h 440942"/>
              <a:gd name="connsiteX6" fmla="*/ 297460 w 2253411"/>
              <a:gd name="connsiteY6" fmla="*/ 413147 h 440942"/>
              <a:gd name="connsiteX7" fmla="*/ 333669 w 2253411"/>
              <a:gd name="connsiteY7" fmla="*/ 413147 h 440942"/>
              <a:gd name="connsiteX8" fmla="*/ 337779 w 2253411"/>
              <a:gd name="connsiteY8" fmla="*/ 409047 h 440942"/>
              <a:gd name="connsiteX9" fmla="*/ 337777 w 2253411"/>
              <a:gd name="connsiteY9" fmla="*/ 409024 h 440942"/>
              <a:gd name="connsiteX10" fmla="*/ 333683 w 2253411"/>
              <a:gd name="connsiteY10" fmla="*/ 404916 h 440942"/>
              <a:gd name="connsiteX11" fmla="*/ 333669 w 2253411"/>
              <a:gd name="connsiteY11" fmla="*/ 404916 h 440942"/>
              <a:gd name="connsiteX12" fmla="*/ 297460 w 2253411"/>
              <a:gd name="connsiteY12" fmla="*/ 404916 h 440942"/>
              <a:gd name="connsiteX13" fmla="*/ 293338 w 2253411"/>
              <a:gd name="connsiteY13" fmla="*/ 409021 h 440942"/>
              <a:gd name="connsiteX14" fmla="*/ 293338 w 2253411"/>
              <a:gd name="connsiteY14" fmla="*/ 409024 h 440942"/>
              <a:gd name="connsiteX15" fmla="*/ 39859 w 2253411"/>
              <a:gd name="connsiteY15" fmla="*/ 409024 h 440942"/>
              <a:gd name="connsiteX16" fmla="*/ 43946 w 2253411"/>
              <a:gd name="connsiteY16" fmla="*/ 413147 h 440942"/>
              <a:gd name="connsiteX17" fmla="*/ 43967 w 2253411"/>
              <a:gd name="connsiteY17" fmla="*/ 413147 h 440942"/>
              <a:gd name="connsiteX18" fmla="*/ 80176 w 2253411"/>
              <a:gd name="connsiteY18" fmla="*/ 413147 h 440942"/>
              <a:gd name="connsiteX19" fmla="*/ 84298 w 2253411"/>
              <a:gd name="connsiteY19" fmla="*/ 409037 h 440942"/>
              <a:gd name="connsiteX20" fmla="*/ 84298 w 2253411"/>
              <a:gd name="connsiteY20" fmla="*/ 409024 h 440942"/>
              <a:gd name="connsiteX21" fmla="*/ 80179 w 2253411"/>
              <a:gd name="connsiteY21" fmla="*/ 404916 h 440942"/>
              <a:gd name="connsiteX22" fmla="*/ 80176 w 2253411"/>
              <a:gd name="connsiteY22" fmla="*/ 404916 h 440942"/>
              <a:gd name="connsiteX23" fmla="*/ 43967 w 2253411"/>
              <a:gd name="connsiteY23" fmla="*/ 404916 h 440942"/>
              <a:gd name="connsiteX24" fmla="*/ 39859 w 2253411"/>
              <a:gd name="connsiteY24" fmla="*/ 409012 h 440942"/>
              <a:gd name="connsiteX25" fmla="*/ 39859 w 2253411"/>
              <a:gd name="connsiteY25" fmla="*/ 409024 h 440942"/>
              <a:gd name="connsiteX26" fmla="*/ 80177 w 2253411"/>
              <a:gd name="connsiteY26" fmla="*/ 339849 h 440942"/>
              <a:gd name="connsiteX27" fmla="*/ 8803 w 2253411"/>
              <a:gd name="connsiteY27" fmla="*/ 339849 h 440942"/>
              <a:gd name="connsiteX28" fmla="*/ 8803 w 2253411"/>
              <a:gd name="connsiteY28" fmla="*/ 177644 h 440942"/>
              <a:gd name="connsiteX29" fmla="*/ 4680 w 2253411"/>
              <a:gd name="connsiteY29" fmla="*/ 173521 h 440942"/>
              <a:gd name="connsiteX30" fmla="*/ 572 w 2253411"/>
              <a:gd name="connsiteY30" fmla="*/ 177639 h 440942"/>
              <a:gd name="connsiteX31" fmla="*/ 572 w 2253411"/>
              <a:gd name="connsiteY31" fmla="*/ 177644 h 440942"/>
              <a:gd name="connsiteX32" fmla="*/ 572 w 2253411"/>
              <a:gd name="connsiteY32" fmla="*/ 343959 h 440942"/>
              <a:gd name="connsiteX33" fmla="*/ 4676 w 2253411"/>
              <a:gd name="connsiteY33" fmla="*/ 348080 h 440942"/>
              <a:gd name="connsiteX34" fmla="*/ 4680 w 2253411"/>
              <a:gd name="connsiteY34" fmla="*/ 348080 h 440942"/>
              <a:gd name="connsiteX35" fmla="*/ 80176 w 2253411"/>
              <a:gd name="connsiteY35" fmla="*/ 348080 h 440942"/>
              <a:gd name="connsiteX36" fmla="*/ 84298 w 2253411"/>
              <a:gd name="connsiteY36" fmla="*/ 343970 h 440942"/>
              <a:gd name="connsiteX37" fmla="*/ 84298 w 2253411"/>
              <a:gd name="connsiteY37" fmla="*/ 343959 h 440942"/>
              <a:gd name="connsiteX38" fmla="*/ 80176 w 2253411"/>
              <a:gd name="connsiteY38" fmla="*/ 339849 h 440942"/>
              <a:gd name="connsiteX39" fmla="*/ 98412 w 2253411"/>
              <a:gd name="connsiteY39" fmla="*/ 45530 h 440942"/>
              <a:gd name="connsiteX40" fmla="*/ 94292 w 2253411"/>
              <a:gd name="connsiteY40" fmla="*/ 41422 h 440942"/>
              <a:gd name="connsiteX41" fmla="*/ 94289 w 2253411"/>
              <a:gd name="connsiteY41" fmla="*/ 41422 h 440942"/>
              <a:gd name="connsiteX42" fmla="*/ 30459 w 2253411"/>
              <a:gd name="connsiteY42" fmla="*/ 41422 h 440942"/>
              <a:gd name="connsiteX43" fmla="*/ 26351 w 2253411"/>
              <a:gd name="connsiteY43" fmla="*/ 45518 h 440942"/>
              <a:gd name="connsiteX44" fmla="*/ 26351 w 2253411"/>
              <a:gd name="connsiteY44" fmla="*/ 45530 h 440942"/>
              <a:gd name="connsiteX45" fmla="*/ 26351 w 2253411"/>
              <a:gd name="connsiteY45" fmla="*/ 133916 h 440942"/>
              <a:gd name="connsiteX46" fmla="*/ 30456 w 2253411"/>
              <a:gd name="connsiteY46" fmla="*/ 138039 h 440942"/>
              <a:gd name="connsiteX47" fmla="*/ 30459 w 2253411"/>
              <a:gd name="connsiteY47" fmla="*/ 138039 h 440942"/>
              <a:gd name="connsiteX48" fmla="*/ 80191 w 2253411"/>
              <a:gd name="connsiteY48" fmla="*/ 138039 h 440942"/>
              <a:gd name="connsiteX49" fmla="*/ 84300 w 2253411"/>
              <a:gd name="connsiteY49" fmla="*/ 133916 h 440942"/>
              <a:gd name="connsiteX50" fmla="*/ 80191 w 2253411"/>
              <a:gd name="connsiteY50" fmla="*/ 129808 h 440942"/>
              <a:gd name="connsiteX51" fmla="*/ 34582 w 2253411"/>
              <a:gd name="connsiteY51" fmla="*/ 129808 h 440942"/>
              <a:gd name="connsiteX52" fmla="*/ 34582 w 2253411"/>
              <a:gd name="connsiteY52" fmla="*/ 49653 h 440942"/>
              <a:gd name="connsiteX53" fmla="*/ 94291 w 2253411"/>
              <a:gd name="connsiteY53" fmla="*/ 49653 h 440942"/>
              <a:gd name="connsiteX54" fmla="*/ 98413 w 2253411"/>
              <a:gd name="connsiteY54" fmla="*/ 45540 h 440942"/>
              <a:gd name="connsiteX55" fmla="*/ 98413 w 2253411"/>
              <a:gd name="connsiteY55" fmla="*/ 45530 h 440942"/>
              <a:gd name="connsiteX56" fmla="*/ 271146 w 2253411"/>
              <a:gd name="connsiteY56" fmla="*/ 190835 h 440942"/>
              <a:gd name="connsiteX57" fmla="*/ 271146 w 2253411"/>
              <a:gd name="connsiteY57" fmla="*/ 150874 h 440942"/>
              <a:gd name="connsiteX58" fmla="*/ 267039 w 2253411"/>
              <a:gd name="connsiteY58" fmla="*/ 146752 h 440942"/>
              <a:gd name="connsiteX59" fmla="*/ 267037 w 2253411"/>
              <a:gd name="connsiteY59" fmla="*/ 146752 h 440942"/>
              <a:gd name="connsiteX60" fmla="*/ 262900 w 2253411"/>
              <a:gd name="connsiteY60" fmla="*/ 150873 h 440942"/>
              <a:gd name="connsiteX61" fmla="*/ 262900 w 2253411"/>
              <a:gd name="connsiteY61" fmla="*/ 150874 h 440942"/>
              <a:gd name="connsiteX62" fmla="*/ 262900 w 2253411"/>
              <a:gd name="connsiteY62" fmla="*/ 186698 h 440942"/>
              <a:gd name="connsiteX63" fmla="*/ 192929 w 2253411"/>
              <a:gd name="connsiteY63" fmla="*/ 186698 h 440942"/>
              <a:gd name="connsiteX64" fmla="*/ 192929 w 2253411"/>
              <a:gd name="connsiteY64" fmla="*/ 93846 h 440942"/>
              <a:gd name="connsiteX65" fmla="*/ 234730 w 2253411"/>
              <a:gd name="connsiteY65" fmla="*/ 93846 h 440942"/>
              <a:gd name="connsiteX66" fmla="*/ 238853 w 2253411"/>
              <a:gd name="connsiteY66" fmla="*/ 89738 h 440942"/>
              <a:gd name="connsiteX67" fmla="*/ 234730 w 2253411"/>
              <a:gd name="connsiteY67" fmla="*/ 85602 h 440942"/>
              <a:gd name="connsiteX68" fmla="*/ 192929 w 2253411"/>
              <a:gd name="connsiteY68" fmla="*/ 85602 h 440942"/>
              <a:gd name="connsiteX69" fmla="*/ 192929 w 2253411"/>
              <a:gd name="connsiteY69" fmla="*/ 8058 h 440942"/>
              <a:gd name="connsiteX70" fmla="*/ 256951 w 2253411"/>
              <a:gd name="connsiteY70" fmla="*/ 8058 h 440942"/>
              <a:gd name="connsiteX71" fmla="*/ 261072 w 2253411"/>
              <a:gd name="connsiteY71" fmla="*/ 3946 h 440942"/>
              <a:gd name="connsiteX72" fmla="*/ 261072 w 2253411"/>
              <a:gd name="connsiteY72" fmla="*/ 3935 h 440942"/>
              <a:gd name="connsiteX73" fmla="*/ 256954 w 2253411"/>
              <a:gd name="connsiteY73" fmla="*/ -175 h 440942"/>
              <a:gd name="connsiteX74" fmla="*/ 256951 w 2253411"/>
              <a:gd name="connsiteY74" fmla="*/ -175 h 440942"/>
              <a:gd name="connsiteX75" fmla="*/ 120686 w 2253411"/>
              <a:gd name="connsiteY75" fmla="*/ -175 h 440942"/>
              <a:gd name="connsiteX76" fmla="*/ 116578 w 2253411"/>
              <a:gd name="connsiteY76" fmla="*/ 3935 h 440942"/>
              <a:gd name="connsiteX77" fmla="*/ 120685 w 2253411"/>
              <a:gd name="connsiteY77" fmla="*/ 8058 h 440942"/>
              <a:gd name="connsiteX78" fmla="*/ 120686 w 2253411"/>
              <a:gd name="connsiteY78" fmla="*/ 8058 h 440942"/>
              <a:gd name="connsiteX79" fmla="*/ 184696 w 2253411"/>
              <a:gd name="connsiteY79" fmla="*/ 8058 h 440942"/>
              <a:gd name="connsiteX80" fmla="*/ 184696 w 2253411"/>
              <a:gd name="connsiteY80" fmla="*/ 85629 h 440942"/>
              <a:gd name="connsiteX81" fmla="*/ 141436 w 2253411"/>
              <a:gd name="connsiteY81" fmla="*/ 85629 h 440942"/>
              <a:gd name="connsiteX82" fmla="*/ 137315 w 2253411"/>
              <a:gd name="connsiteY82" fmla="*/ 89752 h 440942"/>
              <a:gd name="connsiteX83" fmla="*/ 141435 w 2253411"/>
              <a:gd name="connsiteY83" fmla="*/ 93860 h 440942"/>
              <a:gd name="connsiteX84" fmla="*/ 141436 w 2253411"/>
              <a:gd name="connsiteY84" fmla="*/ 93860 h 440942"/>
              <a:gd name="connsiteX85" fmla="*/ 184696 w 2253411"/>
              <a:gd name="connsiteY85" fmla="*/ 93860 h 440942"/>
              <a:gd name="connsiteX86" fmla="*/ 184696 w 2253411"/>
              <a:gd name="connsiteY86" fmla="*/ 186698 h 440942"/>
              <a:gd name="connsiteX87" fmla="*/ 114724 w 2253411"/>
              <a:gd name="connsiteY87" fmla="*/ 186698 h 440942"/>
              <a:gd name="connsiteX88" fmla="*/ 114724 w 2253411"/>
              <a:gd name="connsiteY88" fmla="*/ 150874 h 440942"/>
              <a:gd name="connsiteX89" fmla="*/ 110611 w 2253411"/>
              <a:gd name="connsiteY89" fmla="*/ 146752 h 440942"/>
              <a:gd name="connsiteX90" fmla="*/ 110602 w 2253411"/>
              <a:gd name="connsiteY90" fmla="*/ 146752 h 440942"/>
              <a:gd name="connsiteX91" fmla="*/ 106479 w 2253411"/>
              <a:gd name="connsiteY91" fmla="*/ 150874 h 440942"/>
              <a:gd name="connsiteX92" fmla="*/ 106479 w 2253411"/>
              <a:gd name="connsiteY92" fmla="*/ 190835 h 440942"/>
              <a:gd name="connsiteX93" fmla="*/ 110598 w 2253411"/>
              <a:gd name="connsiteY93" fmla="*/ 194943 h 440942"/>
              <a:gd name="connsiteX94" fmla="*/ 110602 w 2253411"/>
              <a:gd name="connsiteY94" fmla="*/ 194943 h 440942"/>
              <a:gd name="connsiteX95" fmla="*/ 184696 w 2253411"/>
              <a:gd name="connsiteY95" fmla="*/ 194943 h 440942"/>
              <a:gd name="connsiteX96" fmla="*/ 184696 w 2253411"/>
              <a:gd name="connsiteY96" fmla="*/ 302418 h 440942"/>
              <a:gd name="connsiteX97" fmla="*/ 120523 w 2253411"/>
              <a:gd name="connsiteY97" fmla="*/ 302418 h 440942"/>
              <a:gd name="connsiteX98" fmla="*/ 120523 w 2253411"/>
              <a:gd name="connsiteY98" fmla="*/ 253744 h 440942"/>
              <a:gd name="connsiteX99" fmla="*/ 116395 w 2253411"/>
              <a:gd name="connsiteY99" fmla="*/ 249636 h 440942"/>
              <a:gd name="connsiteX100" fmla="*/ 116386 w 2253411"/>
              <a:gd name="connsiteY100" fmla="*/ 249636 h 440942"/>
              <a:gd name="connsiteX101" fmla="*/ 62189 w 2253411"/>
              <a:gd name="connsiteY101" fmla="*/ 249636 h 440942"/>
              <a:gd name="connsiteX102" fmla="*/ 62189 w 2253411"/>
              <a:gd name="connsiteY102" fmla="*/ 210170 h 440942"/>
              <a:gd name="connsiteX103" fmla="*/ 58084 w 2253411"/>
              <a:gd name="connsiteY103" fmla="*/ 206047 h 440942"/>
              <a:gd name="connsiteX104" fmla="*/ 58081 w 2253411"/>
              <a:gd name="connsiteY104" fmla="*/ 206047 h 440942"/>
              <a:gd name="connsiteX105" fmla="*/ 53958 w 2253411"/>
              <a:gd name="connsiteY105" fmla="*/ 210170 h 440942"/>
              <a:gd name="connsiteX106" fmla="*/ 53958 w 2253411"/>
              <a:gd name="connsiteY106" fmla="*/ 253744 h 440942"/>
              <a:gd name="connsiteX107" fmla="*/ 58081 w 2253411"/>
              <a:gd name="connsiteY107" fmla="*/ 257867 h 440942"/>
              <a:gd name="connsiteX108" fmla="*/ 112277 w 2253411"/>
              <a:gd name="connsiteY108" fmla="*/ 257867 h 440942"/>
              <a:gd name="connsiteX109" fmla="*/ 112277 w 2253411"/>
              <a:gd name="connsiteY109" fmla="*/ 380182 h 440942"/>
              <a:gd name="connsiteX110" fmla="*/ 116382 w 2253411"/>
              <a:gd name="connsiteY110" fmla="*/ 384304 h 440942"/>
              <a:gd name="connsiteX111" fmla="*/ 116386 w 2253411"/>
              <a:gd name="connsiteY111" fmla="*/ 384304 h 440942"/>
              <a:gd name="connsiteX112" fmla="*/ 120523 w 2253411"/>
              <a:gd name="connsiteY112" fmla="*/ 380182 h 440942"/>
              <a:gd name="connsiteX113" fmla="*/ 120523 w 2253411"/>
              <a:gd name="connsiteY113" fmla="*/ 310649 h 440942"/>
              <a:gd name="connsiteX114" fmla="*/ 184696 w 2253411"/>
              <a:gd name="connsiteY114" fmla="*/ 310649 h 440942"/>
              <a:gd name="connsiteX115" fmla="*/ 184696 w 2253411"/>
              <a:gd name="connsiteY115" fmla="*/ 432537 h 440942"/>
              <a:gd name="connsiteX116" fmla="*/ 131736 w 2253411"/>
              <a:gd name="connsiteY116" fmla="*/ 432537 h 440942"/>
              <a:gd name="connsiteX117" fmla="*/ 127628 w 2253411"/>
              <a:gd name="connsiteY117" fmla="*/ 436615 h 440942"/>
              <a:gd name="connsiteX118" fmla="*/ 127628 w 2253411"/>
              <a:gd name="connsiteY118" fmla="*/ 436646 h 440942"/>
              <a:gd name="connsiteX119" fmla="*/ 131716 w 2253411"/>
              <a:gd name="connsiteY119" fmla="*/ 440768 h 440942"/>
              <a:gd name="connsiteX120" fmla="*/ 131736 w 2253411"/>
              <a:gd name="connsiteY120" fmla="*/ 440768 h 440942"/>
              <a:gd name="connsiteX121" fmla="*/ 245888 w 2253411"/>
              <a:gd name="connsiteY121" fmla="*/ 440768 h 440942"/>
              <a:gd name="connsiteX122" fmla="*/ 250011 w 2253411"/>
              <a:gd name="connsiteY122" fmla="*/ 436657 h 440942"/>
              <a:gd name="connsiteX123" fmla="*/ 250011 w 2253411"/>
              <a:gd name="connsiteY123" fmla="*/ 436646 h 440942"/>
              <a:gd name="connsiteX124" fmla="*/ 245909 w 2253411"/>
              <a:gd name="connsiteY124" fmla="*/ 432537 h 440942"/>
              <a:gd name="connsiteX125" fmla="*/ 245888 w 2253411"/>
              <a:gd name="connsiteY125" fmla="*/ 432537 h 440942"/>
              <a:gd name="connsiteX126" fmla="*/ 192929 w 2253411"/>
              <a:gd name="connsiteY126" fmla="*/ 432537 h 440942"/>
              <a:gd name="connsiteX127" fmla="*/ 192929 w 2253411"/>
              <a:gd name="connsiteY127" fmla="*/ 310649 h 440942"/>
              <a:gd name="connsiteX128" fmla="*/ 257116 w 2253411"/>
              <a:gd name="connsiteY128" fmla="*/ 310649 h 440942"/>
              <a:gd name="connsiteX129" fmla="*/ 257116 w 2253411"/>
              <a:gd name="connsiteY129" fmla="*/ 380182 h 440942"/>
              <a:gd name="connsiteX130" fmla="*/ 261250 w 2253411"/>
              <a:gd name="connsiteY130" fmla="*/ 384304 h 440942"/>
              <a:gd name="connsiteX131" fmla="*/ 265358 w 2253411"/>
              <a:gd name="connsiteY131" fmla="*/ 380182 h 440942"/>
              <a:gd name="connsiteX132" fmla="*/ 265358 w 2253411"/>
              <a:gd name="connsiteY132" fmla="*/ 257867 h 440942"/>
              <a:gd name="connsiteX133" fmla="*/ 319557 w 2253411"/>
              <a:gd name="connsiteY133" fmla="*/ 257867 h 440942"/>
              <a:gd name="connsiteX134" fmla="*/ 323665 w 2253411"/>
              <a:gd name="connsiteY134" fmla="*/ 253748 h 440942"/>
              <a:gd name="connsiteX135" fmla="*/ 323665 w 2253411"/>
              <a:gd name="connsiteY135" fmla="*/ 253744 h 440942"/>
              <a:gd name="connsiteX136" fmla="*/ 323665 w 2253411"/>
              <a:gd name="connsiteY136" fmla="*/ 210170 h 440942"/>
              <a:gd name="connsiteX137" fmla="*/ 319557 w 2253411"/>
              <a:gd name="connsiteY137" fmla="*/ 206047 h 440942"/>
              <a:gd name="connsiteX138" fmla="*/ 315434 w 2253411"/>
              <a:gd name="connsiteY138" fmla="*/ 210170 h 440942"/>
              <a:gd name="connsiteX139" fmla="*/ 315434 w 2253411"/>
              <a:gd name="connsiteY139" fmla="*/ 249636 h 440942"/>
              <a:gd name="connsiteX140" fmla="*/ 261250 w 2253411"/>
              <a:gd name="connsiteY140" fmla="*/ 249636 h 440942"/>
              <a:gd name="connsiteX141" fmla="*/ 257115 w 2253411"/>
              <a:gd name="connsiteY141" fmla="*/ 253733 h 440942"/>
              <a:gd name="connsiteX142" fmla="*/ 257115 w 2253411"/>
              <a:gd name="connsiteY142" fmla="*/ 253744 h 440942"/>
              <a:gd name="connsiteX143" fmla="*/ 257115 w 2253411"/>
              <a:gd name="connsiteY143" fmla="*/ 302416 h 440942"/>
              <a:gd name="connsiteX144" fmla="*/ 192927 w 2253411"/>
              <a:gd name="connsiteY144" fmla="*/ 302416 h 440942"/>
              <a:gd name="connsiteX145" fmla="*/ 192927 w 2253411"/>
              <a:gd name="connsiteY145" fmla="*/ 194943 h 440942"/>
              <a:gd name="connsiteX146" fmla="*/ 267036 w 2253411"/>
              <a:gd name="connsiteY146" fmla="*/ 194943 h 440942"/>
              <a:gd name="connsiteX147" fmla="*/ 271144 w 2253411"/>
              <a:gd name="connsiteY147" fmla="*/ 190849 h 440942"/>
              <a:gd name="connsiteX148" fmla="*/ 271144 w 2253411"/>
              <a:gd name="connsiteY148" fmla="*/ 190835 h 440942"/>
              <a:gd name="connsiteX149" fmla="*/ 351285 w 2253411"/>
              <a:gd name="connsiteY149" fmla="*/ 133931 h 440942"/>
              <a:gd name="connsiteX150" fmla="*/ 351285 w 2253411"/>
              <a:gd name="connsiteY150" fmla="*/ 45545 h 440942"/>
              <a:gd name="connsiteX151" fmla="*/ 347175 w 2253411"/>
              <a:gd name="connsiteY151" fmla="*/ 41422 h 440942"/>
              <a:gd name="connsiteX152" fmla="*/ 347164 w 2253411"/>
              <a:gd name="connsiteY152" fmla="*/ 41422 h 440942"/>
              <a:gd name="connsiteX153" fmla="*/ 283332 w 2253411"/>
              <a:gd name="connsiteY153" fmla="*/ 41422 h 440942"/>
              <a:gd name="connsiteX154" fmla="*/ 279224 w 2253411"/>
              <a:gd name="connsiteY154" fmla="*/ 45524 h 440942"/>
              <a:gd name="connsiteX155" fmla="*/ 279224 w 2253411"/>
              <a:gd name="connsiteY155" fmla="*/ 45545 h 440942"/>
              <a:gd name="connsiteX156" fmla="*/ 283332 w 2253411"/>
              <a:gd name="connsiteY156" fmla="*/ 49653 h 440942"/>
              <a:gd name="connsiteX157" fmla="*/ 343054 w 2253411"/>
              <a:gd name="connsiteY157" fmla="*/ 49653 h 440942"/>
              <a:gd name="connsiteX158" fmla="*/ 343054 w 2253411"/>
              <a:gd name="connsiteY158" fmla="*/ 129808 h 440942"/>
              <a:gd name="connsiteX159" fmla="*/ 297460 w 2253411"/>
              <a:gd name="connsiteY159" fmla="*/ 129808 h 440942"/>
              <a:gd name="connsiteX160" fmla="*/ 293338 w 2253411"/>
              <a:gd name="connsiteY160" fmla="*/ 133918 h 440942"/>
              <a:gd name="connsiteX161" fmla="*/ 293338 w 2253411"/>
              <a:gd name="connsiteY161" fmla="*/ 133931 h 440942"/>
              <a:gd name="connsiteX162" fmla="*/ 297460 w 2253411"/>
              <a:gd name="connsiteY162" fmla="*/ 138039 h 440942"/>
              <a:gd name="connsiteX163" fmla="*/ 347164 w 2253411"/>
              <a:gd name="connsiteY163" fmla="*/ 138039 h 440942"/>
              <a:gd name="connsiteX164" fmla="*/ 351285 w 2253411"/>
              <a:gd name="connsiteY164" fmla="*/ 133931 h 440942"/>
              <a:gd name="connsiteX165" fmla="*/ 377065 w 2253411"/>
              <a:gd name="connsiteY165" fmla="*/ 343972 h 440942"/>
              <a:gd name="connsiteX166" fmla="*/ 377065 w 2253411"/>
              <a:gd name="connsiteY166" fmla="*/ 177629 h 440942"/>
              <a:gd name="connsiteX167" fmla="*/ 372946 w 2253411"/>
              <a:gd name="connsiteY167" fmla="*/ 173521 h 440942"/>
              <a:gd name="connsiteX168" fmla="*/ 372943 w 2253411"/>
              <a:gd name="connsiteY168" fmla="*/ 173521 h 440942"/>
              <a:gd name="connsiteX169" fmla="*/ 368834 w 2253411"/>
              <a:gd name="connsiteY169" fmla="*/ 177617 h 440942"/>
              <a:gd name="connsiteX170" fmla="*/ 368834 w 2253411"/>
              <a:gd name="connsiteY170" fmla="*/ 177629 h 440942"/>
              <a:gd name="connsiteX171" fmla="*/ 368834 w 2253411"/>
              <a:gd name="connsiteY171" fmla="*/ 339836 h 440942"/>
              <a:gd name="connsiteX172" fmla="*/ 297460 w 2253411"/>
              <a:gd name="connsiteY172" fmla="*/ 339836 h 440942"/>
              <a:gd name="connsiteX173" fmla="*/ 293338 w 2253411"/>
              <a:gd name="connsiteY173" fmla="*/ 343970 h 440942"/>
              <a:gd name="connsiteX174" fmla="*/ 293338 w 2253411"/>
              <a:gd name="connsiteY174" fmla="*/ 343972 h 440942"/>
              <a:gd name="connsiteX175" fmla="*/ 297438 w 2253411"/>
              <a:gd name="connsiteY175" fmla="*/ 348080 h 440942"/>
              <a:gd name="connsiteX176" fmla="*/ 297460 w 2253411"/>
              <a:gd name="connsiteY176" fmla="*/ 348080 h 440942"/>
              <a:gd name="connsiteX177" fmla="*/ 372943 w 2253411"/>
              <a:gd name="connsiteY177" fmla="*/ 348080 h 440942"/>
              <a:gd name="connsiteX178" fmla="*/ 377065 w 2253411"/>
              <a:gd name="connsiteY178" fmla="*/ 343992 h 440942"/>
              <a:gd name="connsiteX179" fmla="*/ 377065 w 2253411"/>
              <a:gd name="connsiteY179" fmla="*/ 343972 h 440942"/>
              <a:gd name="connsiteX180" fmla="*/ 577721 w 2253411"/>
              <a:gd name="connsiteY180" fmla="*/ 299806 h 440942"/>
              <a:gd name="connsiteX181" fmla="*/ 609683 w 2253411"/>
              <a:gd name="connsiteY181" fmla="*/ 299806 h 440942"/>
              <a:gd name="connsiteX182" fmla="*/ 609683 w 2253411"/>
              <a:gd name="connsiteY182" fmla="*/ 196098 h 440942"/>
              <a:gd name="connsiteX183" fmla="*/ 551186 w 2253411"/>
              <a:gd name="connsiteY183" fmla="*/ 131498 h 440942"/>
              <a:gd name="connsiteX184" fmla="*/ 500878 w 2253411"/>
              <a:gd name="connsiteY184" fmla="*/ 159709 h 440942"/>
              <a:gd name="connsiteX185" fmla="*/ 500878 w 2253411"/>
              <a:gd name="connsiteY185" fmla="*/ 136254 h 440942"/>
              <a:gd name="connsiteX186" fmla="*/ 469601 w 2253411"/>
              <a:gd name="connsiteY186" fmla="*/ 136254 h 440942"/>
              <a:gd name="connsiteX187" fmla="*/ 469601 w 2253411"/>
              <a:gd name="connsiteY187" fmla="*/ 299806 h 440942"/>
              <a:gd name="connsiteX188" fmla="*/ 501565 w 2253411"/>
              <a:gd name="connsiteY188" fmla="*/ 299806 h 440942"/>
              <a:gd name="connsiteX189" fmla="*/ 501565 w 2253411"/>
              <a:gd name="connsiteY189" fmla="*/ 205278 h 440942"/>
              <a:gd name="connsiteX190" fmla="*/ 539629 w 2253411"/>
              <a:gd name="connsiteY190" fmla="*/ 160396 h 440942"/>
              <a:gd name="connsiteX191" fmla="*/ 577721 w 2253411"/>
              <a:gd name="connsiteY191" fmla="*/ 201540 h 440942"/>
              <a:gd name="connsiteX192" fmla="*/ 766751 w 2253411"/>
              <a:gd name="connsiteY192" fmla="*/ 201196 h 440942"/>
              <a:gd name="connsiteX193" fmla="*/ 677320 w 2253411"/>
              <a:gd name="connsiteY193" fmla="*/ 201196 h 440942"/>
              <a:gd name="connsiteX194" fmla="*/ 721870 w 2253411"/>
              <a:gd name="connsiteY194" fmla="*/ 159366 h 440942"/>
              <a:gd name="connsiteX195" fmla="*/ 766751 w 2253411"/>
              <a:gd name="connsiteY195" fmla="*/ 201196 h 440942"/>
              <a:gd name="connsiteX196" fmla="*/ 799388 w 2253411"/>
              <a:gd name="connsiteY196" fmla="*/ 227044 h 440942"/>
              <a:gd name="connsiteX197" fmla="*/ 800075 w 2253411"/>
              <a:gd name="connsiteY197" fmla="*/ 216835 h 440942"/>
              <a:gd name="connsiteX198" fmla="*/ 721527 w 2253411"/>
              <a:gd name="connsiteY198" fmla="*/ 131155 h 440942"/>
              <a:gd name="connsiteX199" fmla="*/ 643324 w 2253411"/>
              <a:gd name="connsiteY199" fmla="*/ 217522 h 440942"/>
              <a:gd name="connsiteX200" fmla="*/ 725608 w 2253411"/>
              <a:gd name="connsiteY200" fmla="*/ 304904 h 440942"/>
              <a:gd name="connsiteX201" fmla="*/ 799044 w 2253411"/>
              <a:gd name="connsiteY201" fmla="*/ 253221 h 440942"/>
              <a:gd name="connsiteX202" fmla="*/ 771519 w 2253411"/>
              <a:gd name="connsiteY202" fmla="*/ 243698 h 440942"/>
              <a:gd name="connsiteX203" fmla="*/ 725608 w 2253411"/>
              <a:gd name="connsiteY203" fmla="*/ 276679 h 440942"/>
              <a:gd name="connsiteX204" fmla="*/ 676304 w 2253411"/>
              <a:gd name="connsiteY204" fmla="*/ 227044 h 440942"/>
              <a:gd name="connsiteX205" fmla="*/ 945791 w 2253411"/>
              <a:gd name="connsiteY205" fmla="*/ 299820 h 440942"/>
              <a:gd name="connsiteX206" fmla="*/ 976394 w 2253411"/>
              <a:gd name="connsiteY206" fmla="*/ 299820 h 440942"/>
              <a:gd name="connsiteX207" fmla="*/ 974677 w 2253411"/>
              <a:gd name="connsiteY207" fmla="*/ 269547 h 440942"/>
              <a:gd name="connsiteX208" fmla="*/ 974677 w 2253411"/>
              <a:gd name="connsiteY208" fmla="*/ 136254 h 440942"/>
              <a:gd name="connsiteX209" fmla="*/ 942727 w 2253411"/>
              <a:gd name="connsiteY209" fmla="*/ 136254 h 440942"/>
              <a:gd name="connsiteX210" fmla="*/ 942727 w 2253411"/>
              <a:gd name="connsiteY210" fmla="*/ 234863 h 440942"/>
              <a:gd name="connsiteX211" fmla="*/ 903948 w 2253411"/>
              <a:gd name="connsiteY211" fmla="*/ 276679 h 440942"/>
              <a:gd name="connsiteX212" fmla="*/ 866901 w 2253411"/>
              <a:gd name="connsiteY212" fmla="*/ 234519 h 440942"/>
              <a:gd name="connsiteX213" fmla="*/ 866901 w 2253411"/>
              <a:gd name="connsiteY213" fmla="*/ 136254 h 440942"/>
              <a:gd name="connsiteX214" fmla="*/ 834924 w 2253411"/>
              <a:gd name="connsiteY214" fmla="*/ 136254 h 440942"/>
              <a:gd name="connsiteX215" fmla="*/ 834924 w 2253411"/>
              <a:gd name="connsiteY215" fmla="*/ 239287 h 440942"/>
              <a:gd name="connsiteX216" fmla="*/ 896143 w 2253411"/>
              <a:gd name="connsiteY216" fmla="*/ 304903 h 440942"/>
              <a:gd name="connsiteX217" fmla="*/ 944418 w 2253411"/>
              <a:gd name="connsiteY217" fmla="*/ 280086 h 440942"/>
              <a:gd name="connsiteX218" fmla="*/ 945791 w 2253411"/>
              <a:gd name="connsiteY218" fmla="*/ 299818 h 440942"/>
              <a:gd name="connsiteX219" fmla="*/ 1098324 w 2253411"/>
              <a:gd name="connsiteY219" fmla="*/ 167541 h 440942"/>
              <a:gd name="connsiteX220" fmla="*/ 1112271 w 2253411"/>
              <a:gd name="connsiteY220" fmla="*/ 168559 h 440942"/>
              <a:gd name="connsiteX221" fmla="*/ 1112271 w 2253411"/>
              <a:gd name="connsiteY221" fmla="*/ 134563 h 440942"/>
              <a:gd name="connsiteX222" fmla="*/ 1101731 w 2253411"/>
              <a:gd name="connsiteY222" fmla="*/ 133532 h 440942"/>
              <a:gd name="connsiteX223" fmla="*/ 1052771 w 2253411"/>
              <a:gd name="connsiteY223" fmla="*/ 164808 h 440942"/>
              <a:gd name="connsiteX224" fmla="*/ 1052771 w 2253411"/>
              <a:gd name="connsiteY224" fmla="*/ 136266 h 440942"/>
              <a:gd name="connsiteX225" fmla="*/ 1021481 w 2253411"/>
              <a:gd name="connsiteY225" fmla="*/ 136266 h 440942"/>
              <a:gd name="connsiteX226" fmla="*/ 1021481 w 2253411"/>
              <a:gd name="connsiteY226" fmla="*/ 299806 h 440942"/>
              <a:gd name="connsiteX227" fmla="*/ 1053443 w 2253411"/>
              <a:gd name="connsiteY227" fmla="*/ 299806 h 440942"/>
              <a:gd name="connsiteX228" fmla="*/ 1053443 w 2253411"/>
              <a:gd name="connsiteY228" fmla="*/ 217851 h 440942"/>
              <a:gd name="connsiteX229" fmla="*/ 1098324 w 2253411"/>
              <a:gd name="connsiteY229" fmla="*/ 167543 h 440942"/>
              <a:gd name="connsiteX230" fmla="*/ 1263512 w 2253411"/>
              <a:gd name="connsiteY230" fmla="*/ 217865 h 440942"/>
              <a:gd name="connsiteX231" fmla="*/ 1212518 w 2253411"/>
              <a:gd name="connsiteY231" fmla="*/ 276350 h 440942"/>
              <a:gd name="connsiteX232" fmla="*/ 1161507 w 2253411"/>
              <a:gd name="connsiteY232" fmla="*/ 217865 h 440942"/>
              <a:gd name="connsiteX233" fmla="*/ 1212518 w 2253411"/>
              <a:gd name="connsiteY233" fmla="*/ 159709 h 440942"/>
              <a:gd name="connsiteX234" fmla="*/ 1263512 w 2253411"/>
              <a:gd name="connsiteY234" fmla="*/ 217865 h 440942"/>
              <a:gd name="connsiteX235" fmla="*/ 1296163 w 2253411"/>
              <a:gd name="connsiteY235" fmla="*/ 217865 h 440942"/>
              <a:gd name="connsiteX236" fmla="*/ 1212518 w 2253411"/>
              <a:gd name="connsiteY236" fmla="*/ 131169 h 440942"/>
              <a:gd name="connsiteX237" fmla="*/ 1128871 w 2253411"/>
              <a:gd name="connsiteY237" fmla="*/ 217865 h 440942"/>
              <a:gd name="connsiteX238" fmla="*/ 1212518 w 2253411"/>
              <a:gd name="connsiteY238" fmla="*/ 304904 h 440942"/>
              <a:gd name="connsiteX239" fmla="*/ 1296163 w 2253411"/>
              <a:gd name="connsiteY239" fmla="*/ 217865 h 440942"/>
              <a:gd name="connsiteX240" fmla="*/ 1388657 w 2253411"/>
              <a:gd name="connsiteY240" fmla="*/ 301496 h 440942"/>
              <a:gd name="connsiteX241" fmla="*/ 1410425 w 2253411"/>
              <a:gd name="connsiteY241" fmla="*/ 298446 h 440942"/>
              <a:gd name="connsiteX242" fmla="*/ 1410425 w 2253411"/>
              <a:gd name="connsiteY242" fmla="*/ 271237 h 440942"/>
              <a:gd name="connsiteX243" fmla="*/ 1397836 w 2253411"/>
              <a:gd name="connsiteY243" fmla="*/ 272612 h 440942"/>
              <a:gd name="connsiteX244" fmla="*/ 1375054 w 2253411"/>
              <a:gd name="connsiteY244" fmla="*/ 250158 h 440942"/>
              <a:gd name="connsiteX245" fmla="*/ 1375054 w 2253411"/>
              <a:gd name="connsiteY245" fmla="*/ 165152 h 440942"/>
              <a:gd name="connsiteX246" fmla="*/ 1410423 w 2253411"/>
              <a:gd name="connsiteY246" fmla="*/ 165152 h 440942"/>
              <a:gd name="connsiteX247" fmla="*/ 1410423 w 2253411"/>
              <a:gd name="connsiteY247" fmla="*/ 136254 h 440942"/>
              <a:gd name="connsiteX248" fmla="*/ 1375054 w 2253411"/>
              <a:gd name="connsiteY248" fmla="*/ 136254 h 440942"/>
              <a:gd name="connsiteX249" fmla="*/ 1375054 w 2253411"/>
              <a:gd name="connsiteY249" fmla="*/ 84585 h 440942"/>
              <a:gd name="connsiteX250" fmla="*/ 1345825 w 2253411"/>
              <a:gd name="connsiteY250" fmla="*/ 84585 h 440942"/>
              <a:gd name="connsiteX251" fmla="*/ 1345825 w 2253411"/>
              <a:gd name="connsiteY251" fmla="*/ 111092 h 440942"/>
              <a:gd name="connsiteX252" fmla="*/ 1320665 w 2253411"/>
              <a:gd name="connsiteY252" fmla="*/ 136254 h 440942"/>
              <a:gd name="connsiteX253" fmla="*/ 1311814 w 2253411"/>
              <a:gd name="connsiteY253" fmla="*/ 136254 h 440942"/>
              <a:gd name="connsiteX254" fmla="*/ 1311814 w 2253411"/>
              <a:gd name="connsiteY254" fmla="*/ 165152 h 440942"/>
              <a:gd name="connsiteX255" fmla="*/ 1343105 w 2253411"/>
              <a:gd name="connsiteY255" fmla="*/ 165152 h 440942"/>
              <a:gd name="connsiteX256" fmla="*/ 1343105 w 2253411"/>
              <a:gd name="connsiteY256" fmla="*/ 254911 h 440942"/>
              <a:gd name="connsiteX257" fmla="*/ 1388657 w 2253411"/>
              <a:gd name="connsiteY257" fmla="*/ 301496 h 440942"/>
              <a:gd name="connsiteX258" fmla="*/ 1564344 w 2253411"/>
              <a:gd name="connsiteY258" fmla="*/ 217865 h 440942"/>
              <a:gd name="connsiteX259" fmla="*/ 1513349 w 2253411"/>
              <a:gd name="connsiteY259" fmla="*/ 276350 h 440942"/>
              <a:gd name="connsiteX260" fmla="*/ 1462340 w 2253411"/>
              <a:gd name="connsiteY260" fmla="*/ 217865 h 440942"/>
              <a:gd name="connsiteX261" fmla="*/ 1513349 w 2253411"/>
              <a:gd name="connsiteY261" fmla="*/ 159709 h 440942"/>
              <a:gd name="connsiteX262" fmla="*/ 1564344 w 2253411"/>
              <a:gd name="connsiteY262" fmla="*/ 217865 h 440942"/>
              <a:gd name="connsiteX263" fmla="*/ 1596994 w 2253411"/>
              <a:gd name="connsiteY263" fmla="*/ 217865 h 440942"/>
              <a:gd name="connsiteX264" fmla="*/ 1513349 w 2253411"/>
              <a:gd name="connsiteY264" fmla="*/ 131169 h 440942"/>
              <a:gd name="connsiteX265" fmla="*/ 1429704 w 2253411"/>
              <a:gd name="connsiteY265" fmla="*/ 217865 h 440942"/>
              <a:gd name="connsiteX266" fmla="*/ 1513349 w 2253411"/>
              <a:gd name="connsiteY266" fmla="*/ 304904 h 440942"/>
              <a:gd name="connsiteX267" fmla="*/ 1596994 w 2253411"/>
              <a:gd name="connsiteY267" fmla="*/ 217865 h 440942"/>
              <a:gd name="connsiteX268" fmla="*/ 1709456 w 2253411"/>
              <a:gd name="connsiteY268" fmla="*/ 167543 h 440942"/>
              <a:gd name="connsiteX269" fmla="*/ 1723392 w 2253411"/>
              <a:gd name="connsiteY269" fmla="*/ 168560 h 440942"/>
              <a:gd name="connsiteX270" fmla="*/ 1723392 w 2253411"/>
              <a:gd name="connsiteY270" fmla="*/ 134563 h 440942"/>
              <a:gd name="connsiteX271" fmla="*/ 1712851 w 2253411"/>
              <a:gd name="connsiteY271" fmla="*/ 133532 h 440942"/>
              <a:gd name="connsiteX272" fmla="*/ 1663890 w 2253411"/>
              <a:gd name="connsiteY272" fmla="*/ 164808 h 440942"/>
              <a:gd name="connsiteX273" fmla="*/ 1663890 w 2253411"/>
              <a:gd name="connsiteY273" fmla="*/ 136266 h 440942"/>
              <a:gd name="connsiteX274" fmla="*/ 1632614 w 2253411"/>
              <a:gd name="connsiteY274" fmla="*/ 136266 h 440942"/>
              <a:gd name="connsiteX275" fmla="*/ 1632614 w 2253411"/>
              <a:gd name="connsiteY275" fmla="*/ 299806 h 440942"/>
              <a:gd name="connsiteX276" fmla="*/ 1664564 w 2253411"/>
              <a:gd name="connsiteY276" fmla="*/ 299806 h 440942"/>
              <a:gd name="connsiteX277" fmla="*/ 1664564 w 2253411"/>
              <a:gd name="connsiteY277" fmla="*/ 217851 h 440942"/>
              <a:gd name="connsiteX278" fmla="*/ 1709456 w 2253411"/>
              <a:gd name="connsiteY278" fmla="*/ 167543 h 440942"/>
              <a:gd name="connsiteX279" fmla="*/ 1790286 w 2253411"/>
              <a:gd name="connsiteY279" fmla="*/ 74360 h 440942"/>
              <a:gd name="connsiteX280" fmla="*/ 1767488 w 2253411"/>
              <a:gd name="connsiteY280" fmla="*/ 51248 h 440942"/>
              <a:gd name="connsiteX281" fmla="*/ 1744374 w 2253411"/>
              <a:gd name="connsiteY281" fmla="*/ 74045 h 440942"/>
              <a:gd name="connsiteX282" fmla="*/ 1767159 w 2253411"/>
              <a:gd name="connsiteY282" fmla="*/ 97158 h 440942"/>
              <a:gd name="connsiteX283" fmla="*/ 1790286 w 2253411"/>
              <a:gd name="connsiteY283" fmla="*/ 74401 h 440942"/>
              <a:gd name="connsiteX284" fmla="*/ 1790286 w 2253411"/>
              <a:gd name="connsiteY284" fmla="*/ 74362 h 440942"/>
              <a:gd name="connsiteX285" fmla="*/ 1937899 w 2253411"/>
              <a:gd name="connsiteY285" fmla="*/ 299820 h 440942"/>
              <a:gd name="connsiteX286" fmla="*/ 1968489 w 2253411"/>
              <a:gd name="connsiteY286" fmla="*/ 299820 h 440942"/>
              <a:gd name="connsiteX287" fmla="*/ 1966785 w 2253411"/>
              <a:gd name="connsiteY287" fmla="*/ 269547 h 440942"/>
              <a:gd name="connsiteX288" fmla="*/ 1966785 w 2253411"/>
              <a:gd name="connsiteY288" fmla="*/ 136254 h 440942"/>
              <a:gd name="connsiteX289" fmla="*/ 1934821 w 2253411"/>
              <a:gd name="connsiteY289" fmla="*/ 136254 h 440942"/>
              <a:gd name="connsiteX290" fmla="*/ 1934821 w 2253411"/>
              <a:gd name="connsiteY290" fmla="*/ 234863 h 440942"/>
              <a:gd name="connsiteX291" fmla="*/ 1896069 w 2253411"/>
              <a:gd name="connsiteY291" fmla="*/ 276679 h 440942"/>
              <a:gd name="connsiteX292" fmla="*/ 1859008 w 2253411"/>
              <a:gd name="connsiteY292" fmla="*/ 234519 h 440942"/>
              <a:gd name="connsiteX293" fmla="*/ 1859008 w 2253411"/>
              <a:gd name="connsiteY293" fmla="*/ 136254 h 440942"/>
              <a:gd name="connsiteX294" fmla="*/ 1827032 w 2253411"/>
              <a:gd name="connsiteY294" fmla="*/ 136254 h 440942"/>
              <a:gd name="connsiteX295" fmla="*/ 1827032 w 2253411"/>
              <a:gd name="connsiteY295" fmla="*/ 239287 h 440942"/>
              <a:gd name="connsiteX296" fmla="*/ 1888249 w 2253411"/>
              <a:gd name="connsiteY296" fmla="*/ 304903 h 440942"/>
              <a:gd name="connsiteX297" fmla="*/ 1936524 w 2253411"/>
              <a:gd name="connsiteY297" fmla="*/ 280086 h 440942"/>
              <a:gd name="connsiteX298" fmla="*/ 1937899 w 2253411"/>
              <a:gd name="connsiteY298" fmla="*/ 299818 h 440942"/>
              <a:gd name="connsiteX299" fmla="*/ 2253984 w 2253411"/>
              <a:gd name="connsiteY299" fmla="*/ 299806 h 440942"/>
              <a:gd name="connsiteX300" fmla="*/ 2253984 w 2253411"/>
              <a:gd name="connsiteY300" fmla="*/ 193721 h 440942"/>
              <a:gd name="connsiteX301" fmla="*/ 2197547 w 2253411"/>
              <a:gd name="connsiteY301" fmla="*/ 131498 h 440942"/>
              <a:gd name="connsiteX302" fmla="*/ 2142800 w 2253411"/>
              <a:gd name="connsiteY302" fmla="*/ 162431 h 440942"/>
              <a:gd name="connsiteX303" fmla="*/ 2093839 w 2253411"/>
              <a:gd name="connsiteY303" fmla="*/ 131498 h 440942"/>
              <a:gd name="connsiteX304" fmla="*/ 2044204 w 2253411"/>
              <a:gd name="connsiteY304" fmla="*/ 158005 h 440942"/>
              <a:gd name="connsiteX305" fmla="*/ 2044204 w 2253411"/>
              <a:gd name="connsiteY305" fmla="*/ 136254 h 440942"/>
              <a:gd name="connsiteX306" fmla="*/ 2013588 w 2253411"/>
              <a:gd name="connsiteY306" fmla="*/ 136254 h 440942"/>
              <a:gd name="connsiteX307" fmla="*/ 2013588 w 2253411"/>
              <a:gd name="connsiteY307" fmla="*/ 299806 h 440942"/>
              <a:gd name="connsiteX308" fmla="*/ 2045221 w 2253411"/>
              <a:gd name="connsiteY308" fmla="*/ 299806 h 440942"/>
              <a:gd name="connsiteX309" fmla="*/ 2045221 w 2253411"/>
              <a:gd name="connsiteY309" fmla="*/ 201209 h 440942"/>
              <a:gd name="connsiteX310" fmla="*/ 2083299 w 2253411"/>
              <a:gd name="connsiteY310" fmla="*/ 159709 h 440942"/>
              <a:gd name="connsiteX311" fmla="*/ 2117971 w 2253411"/>
              <a:gd name="connsiteY311" fmla="*/ 197115 h 440942"/>
              <a:gd name="connsiteX312" fmla="*/ 2117971 w 2253411"/>
              <a:gd name="connsiteY312" fmla="*/ 299807 h 440942"/>
              <a:gd name="connsiteX313" fmla="*/ 2149932 w 2253411"/>
              <a:gd name="connsiteY313" fmla="*/ 299807 h 440942"/>
              <a:gd name="connsiteX314" fmla="*/ 2149932 w 2253411"/>
              <a:gd name="connsiteY314" fmla="*/ 200867 h 440942"/>
              <a:gd name="connsiteX315" fmla="*/ 2187682 w 2253411"/>
              <a:gd name="connsiteY315" fmla="*/ 159711 h 440942"/>
              <a:gd name="connsiteX316" fmla="*/ 2222364 w 2253411"/>
              <a:gd name="connsiteY316" fmla="*/ 197115 h 440942"/>
              <a:gd name="connsiteX317" fmla="*/ 2222364 w 2253411"/>
              <a:gd name="connsiteY317" fmla="*/ 299807 h 440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Lst>
            <a:rect l="l" t="t" r="r" b="b"/>
            <a:pathLst>
              <a:path w="2253411" h="440942">
                <a:moveTo>
                  <a:pt x="1783139" y="136254"/>
                </a:moveTo>
                <a:lnTo>
                  <a:pt x="1751520" y="136254"/>
                </a:lnTo>
                <a:lnTo>
                  <a:pt x="1751520" y="299806"/>
                </a:lnTo>
                <a:lnTo>
                  <a:pt x="1783139" y="299806"/>
                </a:lnTo>
                <a:close/>
                <a:moveTo>
                  <a:pt x="293338" y="409024"/>
                </a:moveTo>
                <a:cubicBezTo>
                  <a:pt x="293335" y="411298"/>
                  <a:pt x="295174" y="413144"/>
                  <a:pt x="297448" y="413147"/>
                </a:cubicBezTo>
                <a:cubicBezTo>
                  <a:pt x="297452" y="413147"/>
                  <a:pt x="297456" y="413147"/>
                  <a:pt x="297460" y="413147"/>
                </a:cubicBezTo>
                <a:lnTo>
                  <a:pt x="333669" y="413147"/>
                </a:lnTo>
                <a:cubicBezTo>
                  <a:pt x="335936" y="413150"/>
                  <a:pt x="337776" y="411314"/>
                  <a:pt x="337779" y="409047"/>
                </a:cubicBezTo>
                <a:cubicBezTo>
                  <a:pt x="337779" y="409039"/>
                  <a:pt x="337779" y="409032"/>
                  <a:pt x="337777" y="409024"/>
                </a:cubicBezTo>
                <a:cubicBezTo>
                  <a:pt x="337782" y="406760"/>
                  <a:pt x="335949" y="404921"/>
                  <a:pt x="333683" y="404916"/>
                </a:cubicBezTo>
                <a:cubicBezTo>
                  <a:pt x="333678" y="404916"/>
                  <a:pt x="333674" y="404916"/>
                  <a:pt x="333669" y="404916"/>
                </a:cubicBezTo>
                <a:lnTo>
                  <a:pt x="297460" y="404916"/>
                </a:lnTo>
                <a:cubicBezTo>
                  <a:pt x="295188" y="404911"/>
                  <a:pt x="293342" y="406749"/>
                  <a:pt x="293338" y="409021"/>
                </a:cubicBezTo>
                <a:cubicBezTo>
                  <a:pt x="293338" y="409023"/>
                  <a:pt x="293338" y="409024"/>
                  <a:pt x="293338" y="409024"/>
                </a:cubicBezTo>
                <a:moveTo>
                  <a:pt x="39859" y="409024"/>
                </a:moveTo>
                <a:cubicBezTo>
                  <a:pt x="39849" y="411291"/>
                  <a:pt x="41679" y="413137"/>
                  <a:pt x="43946" y="413147"/>
                </a:cubicBezTo>
                <a:cubicBezTo>
                  <a:pt x="43953" y="413147"/>
                  <a:pt x="43959" y="413147"/>
                  <a:pt x="43967" y="413147"/>
                </a:cubicBezTo>
                <a:lnTo>
                  <a:pt x="80176" y="413147"/>
                </a:lnTo>
                <a:cubicBezTo>
                  <a:pt x="82449" y="413150"/>
                  <a:pt x="84295" y="411311"/>
                  <a:pt x="84298" y="409037"/>
                </a:cubicBezTo>
                <a:cubicBezTo>
                  <a:pt x="84298" y="409032"/>
                  <a:pt x="84298" y="409029"/>
                  <a:pt x="84298" y="409024"/>
                </a:cubicBezTo>
                <a:cubicBezTo>
                  <a:pt x="84295" y="406752"/>
                  <a:pt x="82451" y="404913"/>
                  <a:pt x="80179" y="404916"/>
                </a:cubicBezTo>
                <a:cubicBezTo>
                  <a:pt x="80177" y="404916"/>
                  <a:pt x="80177" y="404916"/>
                  <a:pt x="80176" y="404916"/>
                </a:cubicBezTo>
                <a:lnTo>
                  <a:pt x="43967" y="404916"/>
                </a:lnTo>
                <a:cubicBezTo>
                  <a:pt x="41701" y="404913"/>
                  <a:pt x="39862" y="406746"/>
                  <a:pt x="39859" y="409012"/>
                </a:cubicBezTo>
                <a:cubicBezTo>
                  <a:pt x="39859" y="409016"/>
                  <a:pt x="39859" y="409021"/>
                  <a:pt x="39859" y="409024"/>
                </a:cubicBezTo>
                <a:moveTo>
                  <a:pt x="80177" y="339849"/>
                </a:moveTo>
                <a:lnTo>
                  <a:pt x="8803" y="339849"/>
                </a:lnTo>
                <a:lnTo>
                  <a:pt x="8803" y="177644"/>
                </a:lnTo>
                <a:cubicBezTo>
                  <a:pt x="8801" y="175367"/>
                  <a:pt x="6955" y="173523"/>
                  <a:pt x="4680" y="173521"/>
                </a:cubicBezTo>
                <a:cubicBezTo>
                  <a:pt x="2408" y="173523"/>
                  <a:pt x="569" y="175367"/>
                  <a:pt x="572" y="177639"/>
                </a:cubicBezTo>
                <a:cubicBezTo>
                  <a:pt x="572" y="177640"/>
                  <a:pt x="572" y="177642"/>
                  <a:pt x="572" y="177644"/>
                </a:cubicBezTo>
                <a:lnTo>
                  <a:pt x="572" y="343959"/>
                </a:lnTo>
                <a:cubicBezTo>
                  <a:pt x="567" y="346229"/>
                  <a:pt x="2404" y="348075"/>
                  <a:pt x="4676" y="348080"/>
                </a:cubicBezTo>
                <a:cubicBezTo>
                  <a:pt x="4677" y="348080"/>
                  <a:pt x="4679" y="348080"/>
                  <a:pt x="4680" y="348080"/>
                </a:cubicBezTo>
                <a:lnTo>
                  <a:pt x="80176" y="348080"/>
                </a:lnTo>
                <a:cubicBezTo>
                  <a:pt x="82449" y="348083"/>
                  <a:pt x="84295" y="346244"/>
                  <a:pt x="84298" y="343970"/>
                </a:cubicBezTo>
                <a:cubicBezTo>
                  <a:pt x="84298" y="343965"/>
                  <a:pt x="84298" y="343962"/>
                  <a:pt x="84298" y="343959"/>
                </a:cubicBezTo>
                <a:cubicBezTo>
                  <a:pt x="84290" y="341687"/>
                  <a:pt x="82447" y="339849"/>
                  <a:pt x="80176" y="339849"/>
                </a:cubicBezTo>
                <a:moveTo>
                  <a:pt x="98412" y="45530"/>
                </a:moveTo>
                <a:cubicBezTo>
                  <a:pt x="98409" y="43258"/>
                  <a:pt x="96564" y="41419"/>
                  <a:pt x="94292" y="41422"/>
                </a:cubicBezTo>
                <a:cubicBezTo>
                  <a:pt x="94291" y="41422"/>
                  <a:pt x="94291" y="41422"/>
                  <a:pt x="94289" y="41422"/>
                </a:cubicBezTo>
                <a:lnTo>
                  <a:pt x="30459" y="41422"/>
                </a:lnTo>
                <a:cubicBezTo>
                  <a:pt x="28193" y="41419"/>
                  <a:pt x="26354" y="43252"/>
                  <a:pt x="26351" y="45518"/>
                </a:cubicBezTo>
                <a:cubicBezTo>
                  <a:pt x="26351" y="45521"/>
                  <a:pt x="26351" y="45526"/>
                  <a:pt x="26351" y="45530"/>
                </a:cubicBezTo>
                <a:lnTo>
                  <a:pt x="26351" y="133916"/>
                </a:lnTo>
                <a:cubicBezTo>
                  <a:pt x="26346" y="136188"/>
                  <a:pt x="28184" y="138034"/>
                  <a:pt x="30456" y="138039"/>
                </a:cubicBezTo>
                <a:cubicBezTo>
                  <a:pt x="30458" y="138039"/>
                  <a:pt x="30458" y="138039"/>
                  <a:pt x="30459" y="138039"/>
                </a:cubicBezTo>
                <a:lnTo>
                  <a:pt x="80191" y="138039"/>
                </a:lnTo>
                <a:cubicBezTo>
                  <a:pt x="82460" y="138026"/>
                  <a:pt x="84295" y="136187"/>
                  <a:pt x="84300" y="133916"/>
                </a:cubicBezTo>
                <a:cubicBezTo>
                  <a:pt x="84293" y="131651"/>
                  <a:pt x="82459" y="129814"/>
                  <a:pt x="80191" y="129808"/>
                </a:cubicBezTo>
                <a:lnTo>
                  <a:pt x="34582" y="129808"/>
                </a:lnTo>
                <a:lnTo>
                  <a:pt x="34582" y="49653"/>
                </a:lnTo>
                <a:lnTo>
                  <a:pt x="94291" y="49653"/>
                </a:lnTo>
                <a:cubicBezTo>
                  <a:pt x="96564" y="49656"/>
                  <a:pt x="98410" y="47813"/>
                  <a:pt x="98413" y="45540"/>
                </a:cubicBezTo>
                <a:cubicBezTo>
                  <a:pt x="98413" y="45537"/>
                  <a:pt x="98413" y="45534"/>
                  <a:pt x="98413" y="45530"/>
                </a:cubicBezTo>
                <a:moveTo>
                  <a:pt x="271146" y="190835"/>
                </a:moveTo>
                <a:lnTo>
                  <a:pt x="271146" y="150874"/>
                </a:lnTo>
                <a:cubicBezTo>
                  <a:pt x="271151" y="148602"/>
                  <a:pt x="269311" y="146756"/>
                  <a:pt x="267039" y="146752"/>
                </a:cubicBezTo>
                <a:cubicBezTo>
                  <a:pt x="267039" y="146752"/>
                  <a:pt x="267037" y="146752"/>
                  <a:pt x="267037" y="146752"/>
                </a:cubicBezTo>
                <a:cubicBezTo>
                  <a:pt x="264756" y="146747"/>
                  <a:pt x="262904" y="148593"/>
                  <a:pt x="262900" y="150873"/>
                </a:cubicBezTo>
                <a:cubicBezTo>
                  <a:pt x="262900" y="150873"/>
                  <a:pt x="262900" y="150874"/>
                  <a:pt x="262900" y="150874"/>
                </a:cubicBezTo>
                <a:lnTo>
                  <a:pt x="262900" y="186698"/>
                </a:lnTo>
                <a:lnTo>
                  <a:pt x="192929" y="186698"/>
                </a:lnTo>
                <a:lnTo>
                  <a:pt x="192929" y="93846"/>
                </a:lnTo>
                <a:lnTo>
                  <a:pt x="234730" y="93846"/>
                </a:lnTo>
                <a:cubicBezTo>
                  <a:pt x="236999" y="93841"/>
                  <a:pt x="238840" y="92007"/>
                  <a:pt x="238853" y="89738"/>
                </a:cubicBezTo>
                <a:cubicBezTo>
                  <a:pt x="238852" y="87459"/>
                  <a:pt x="237009" y="85610"/>
                  <a:pt x="234730" y="85602"/>
                </a:cubicBezTo>
                <a:lnTo>
                  <a:pt x="192929" y="85602"/>
                </a:lnTo>
                <a:lnTo>
                  <a:pt x="192929" y="8058"/>
                </a:lnTo>
                <a:lnTo>
                  <a:pt x="256951" y="8058"/>
                </a:lnTo>
                <a:cubicBezTo>
                  <a:pt x="259225" y="8061"/>
                  <a:pt x="261071" y="6220"/>
                  <a:pt x="261072" y="3946"/>
                </a:cubicBezTo>
                <a:cubicBezTo>
                  <a:pt x="261072" y="3943"/>
                  <a:pt x="261072" y="3938"/>
                  <a:pt x="261072" y="3935"/>
                </a:cubicBezTo>
                <a:cubicBezTo>
                  <a:pt x="261071" y="1663"/>
                  <a:pt x="259226" y="-176"/>
                  <a:pt x="256954" y="-175"/>
                </a:cubicBezTo>
                <a:cubicBezTo>
                  <a:pt x="256953" y="-175"/>
                  <a:pt x="256951" y="-175"/>
                  <a:pt x="256951" y="-175"/>
                </a:cubicBezTo>
                <a:lnTo>
                  <a:pt x="120686" y="-175"/>
                </a:lnTo>
                <a:cubicBezTo>
                  <a:pt x="118418" y="-173"/>
                  <a:pt x="116580" y="1666"/>
                  <a:pt x="116578" y="3935"/>
                </a:cubicBezTo>
                <a:cubicBezTo>
                  <a:pt x="116573" y="6207"/>
                  <a:pt x="118411" y="8053"/>
                  <a:pt x="120685" y="8058"/>
                </a:cubicBezTo>
                <a:cubicBezTo>
                  <a:pt x="120685" y="8058"/>
                  <a:pt x="120686" y="8058"/>
                  <a:pt x="120686" y="8058"/>
                </a:cubicBezTo>
                <a:lnTo>
                  <a:pt x="184696" y="8058"/>
                </a:lnTo>
                <a:lnTo>
                  <a:pt x="184696" y="85629"/>
                </a:lnTo>
                <a:lnTo>
                  <a:pt x="141436" y="85629"/>
                </a:lnTo>
                <a:cubicBezTo>
                  <a:pt x="139161" y="85631"/>
                  <a:pt x="137317" y="87475"/>
                  <a:pt x="137315" y="89752"/>
                </a:cubicBezTo>
                <a:cubicBezTo>
                  <a:pt x="137318" y="92024"/>
                  <a:pt x="139163" y="93864"/>
                  <a:pt x="141435" y="93860"/>
                </a:cubicBezTo>
                <a:cubicBezTo>
                  <a:pt x="141435" y="93860"/>
                  <a:pt x="141436" y="93860"/>
                  <a:pt x="141436" y="93860"/>
                </a:cubicBezTo>
                <a:lnTo>
                  <a:pt x="184696" y="93860"/>
                </a:lnTo>
                <a:lnTo>
                  <a:pt x="184696" y="186698"/>
                </a:lnTo>
                <a:lnTo>
                  <a:pt x="114724" y="186698"/>
                </a:lnTo>
                <a:lnTo>
                  <a:pt x="114724" y="150874"/>
                </a:lnTo>
                <a:cubicBezTo>
                  <a:pt x="114727" y="148601"/>
                  <a:pt x="112885" y="146755"/>
                  <a:pt x="110611" y="146752"/>
                </a:cubicBezTo>
                <a:cubicBezTo>
                  <a:pt x="110608" y="146752"/>
                  <a:pt x="110605" y="146752"/>
                  <a:pt x="110602" y="146752"/>
                </a:cubicBezTo>
                <a:cubicBezTo>
                  <a:pt x="108325" y="146753"/>
                  <a:pt x="106481" y="148598"/>
                  <a:pt x="106479" y="150874"/>
                </a:cubicBezTo>
                <a:lnTo>
                  <a:pt x="106479" y="190835"/>
                </a:lnTo>
                <a:cubicBezTo>
                  <a:pt x="106482" y="193107"/>
                  <a:pt x="108326" y="194947"/>
                  <a:pt x="110598" y="194943"/>
                </a:cubicBezTo>
                <a:cubicBezTo>
                  <a:pt x="110598" y="194943"/>
                  <a:pt x="110600" y="194943"/>
                  <a:pt x="110602" y="194943"/>
                </a:cubicBezTo>
                <a:lnTo>
                  <a:pt x="184696" y="194943"/>
                </a:lnTo>
                <a:lnTo>
                  <a:pt x="184696" y="302418"/>
                </a:lnTo>
                <a:lnTo>
                  <a:pt x="120523" y="302418"/>
                </a:lnTo>
                <a:lnTo>
                  <a:pt x="120523" y="253744"/>
                </a:lnTo>
                <a:cubicBezTo>
                  <a:pt x="120518" y="251469"/>
                  <a:pt x="118670" y="249630"/>
                  <a:pt x="116395" y="249636"/>
                </a:cubicBezTo>
                <a:cubicBezTo>
                  <a:pt x="116392" y="249636"/>
                  <a:pt x="116389" y="249636"/>
                  <a:pt x="116386" y="249636"/>
                </a:cubicBezTo>
                <a:lnTo>
                  <a:pt x="62189" y="249636"/>
                </a:lnTo>
                <a:lnTo>
                  <a:pt x="62189" y="210170"/>
                </a:lnTo>
                <a:cubicBezTo>
                  <a:pt x="62194" y="207898"/>
                  <a:pt x="60356" y="206052"/>
                  <a:pt x="58084" y="206047"/>
                </a:cubicBezTo>
                <a:cubicBezTo>
                  <a:pt x="58082" y="206047"/>
                  <a:pt x="58082" y="206047"/>
                  <a:pt x="58081" y="206047"/>
                </a:cubicBezTo>
                <a:cubicBezTo>
                  <a:pt x="55805" y="206054"/>
                  <a:pt x="53964" y="207895"/>
                  <a:pt x="53958" y="210170"/>
                </a:cubicBezTo>
                <a:lnTo>
                  <a:pt x="53958" y="253744"/>
                </a:lnTo>
                <a:cubicBezTo>
                  <a:pt x="53960" y="256020"/>
                  <a:pt x="55804" y="257866"/>
                  <a:pt x="58081" y="257867"/>
                </a:cubicBezTo>
                <a:lnTo>
                  <a:pt x="112277" y="257867"/>
                </a:lnTo>
                <a:lnTo>
                  <a:pt x="112277" y="380182"/>
                </a:lnTo>
                <a:cubicBezTo>
                  <a:pt x="112273" y="382454"/>
                  <a:pt x="114110" y="384300"/>
                  <a:pt x="116382" y="384304"/>
                </a:cubicBezTo>
                <a:cubicBezTo>
                  <a:pt x="116384" y="384304"/>
                  <a:pt x="116386" y="384304"/>
                  <a:pt x="116386" y="384304"/>
                </a:cubicBezTo>
                <a:cubicBezTo>
                  <a:pt x="118666" y="384303"/>
                  <a:pt x="120515" y="382460"/>
                  <a:pt x="120523" y="380182"/>
                </a:cubicBezTo>
                <a:lnTo>
                  <a:pt x="120523" y="310649"/>
                </a:lnTo>
                <a:lnTo>
                  <a:pt x="184696" y="310649"/>
                </a:lnTo>
                <a:lnTo>
                  <a:pt x="184696" y="432537"/>
                </a:lnTo>
                <a:lnTo>
                  <a:pt x="131736" y="432537"/>
                </a:lnTo>
                <a:cubicBezTo>
                  <a:pt x="129475" y="432528"/>
                  <a:pt x="127636" y="434355"/>
                  <a:pt x="127628" y="436615"/>
                </a:cubicBezTo>
                <a:cubicBezTo>
                  <a:pt x="127628" y="436625"/>
                  <a:pt x="127628" y="436635"/>
                  <a:pt x="127628" y="436646"/>
                </a:cubicBezTo>
                <a:cubicBezTo>
                  <a:pt x="127618" y="438913"/>
                  <a:pt x="129448" y="440759"/>
                  <a:pt x="131716" y="440768"/>
                </a:cubicBezTo>
                <a:cubicBezTo>
                  <a:pt x="131722" y="440768"/>
                  <a:pt x="131730" y="440768"/>
                  <a:pt x="131736" y="440768"/>
                </a:cubicBezTo>
                <a:lnTo>
                  <a:pt x="245888" y="440768"/>
                </a:lnTo>
                <a:cubicBezTo>
                  <a:pt x="248162" y="440771"/>
                  <a:pt x="250008" y="438930"/>
                  <a:pt x="250011" y="436657"/>
                </a:cubicBezTo>
                <a:cubicBezTo>
                  <a:pt x="250011" y="436654"/>
                  <a:pt x="250011" y="436649"/>
                  <a:pt x="250011" y="436646"/>
                </a:cubicBezTo>
                <a:cubicBezTo>
                  <a:pt x="250013" y="434378"/>
                  <a:pt x="248176" y="432539"/>
                  <a:pt x="245909" y="432537"/>
                </a:cubicBezTo>
                <a:cubicBezTo>
                  <a:pt x="245903" y="432537"/>
                  <a:pt x="245895" y="432537"/>
                  <a:pt x="245888" y="432537"/>
                </a:cubicBezTo>
                <a:lnTo>
                  <a:pt x="192929" y="432537"/>
                </a:lnTo>
                <a:lnTo>
                  <a:pt x="192929" y="310649"/>
                </a:lnTo>
                <a:lnTo>
                  <a:pt x="257116" y="310649"/>
                </a:lnTo>
                <a:lnTo>
                  <a:pt x="257116" y="380182"/>
                </a:lnTo>
                <a:cubicBezTo>
                  <a:pt x="257124" y="382460"/>
                  <a:pt x="258972" y="384303"/>
                  <a:pt x="261250" y="384304"/>
                </a:cubicBezTo>
                <a:cubicBezTo>
                  <a:pt x="263522" y="384296"/>
                  <a:pt x="265358" y="382454"/>
                  <a:pt x="265358" y="380182"/>
                </a:cubicBezTo>
                <a:lnTo>
                  <a:pt x="265358" y="257867"/>
                </a:lnTo>
                <a:lnTo>
                  <a:pt x="319557" y="257867"/>
                </a:lnTo>
                <a:cubicBezTo>
                  <a:pt x="321829" y="257864"/>
                  <a:pt x="323668" y="256020"/>
                  <a:pt x="323665" y="253748"/>
                </a:cubicBezTo>
                <a:cubicBezTo>
                  <a:pt x="323665" y="253746"/>
                  <a:pt x="323665" y="253744"/>
                  <a:pt x="323665" y="253744"/>
                </a:cubicBezTo>
                <a:lnTo>
                  <a:pt x="323665" y="210170"/>
                </a:lnTo>
                <a:cubicBezTo>
                  <a:pt x="323665" y="207898"/>
                  <a:pt x="321827" y="206055"/>
                  <a:pt x="319557" y="206047"/>
                </a:cubicBezTo>
                <a:cubicBezTo>
                  <a:pt x="317280" y="206049"/>
                  <a:pt x="315436" y="207893"/>
                  <a:pt x="315434" y="210170"/>
                </a:cubicBezTo>
                <a:lnTo>
                  <a:pt x="315434" y="249636"/>
                </a:lnTo>
                <a:lnTo>
                  <a:pt x="261250" y="249636"/>
                </a:lnTo>
                <a:cubicBezTo>
                  <a:pt x="258977" y="249625"/>
                  <a:pt x="257124" y="251460"/>
                  <a:pt x="257115" y="253733"/>
                </a:cubicBezTo>
                <a:cubicBezTo>
                  <a:pt x="257115" y="253737"/>
                  <a:pt x="257115" y="253741"/>
                  <a:pt x="257115" y="253744"/>
                </a:cubicBezTo>
                <a:lnTo>
                  <a:pt x="257115" y="302416"/>
                </a:lnTo>
                <a:lnTo>
                  <a:pt x="192927" y="302416"/>
                </a:lnTo>
                <a:lnTo>
                  <a:pt x="192927" y="194943"/>
                </a:lnTo>
                <a:lnTo>
                  <a:pt x="267036" y="194943"/>
                </a:lnTo>
                <a:cubicBezTo>
                  <a:pt x="269301" y="194948"/>
                  <a:pt x="271141" y="193113"/>
                  <a:pt x="271144" y="190849"/>
                </a:cubicBezTo>
                <a:cubicBezTo>
                  <a:pt x="271144" y="190845"/>
                  <a:pt x="271144" y="190840"/>
                  <a:pt x="271144" y="190835"/>
                </a:cubicBezTo>
                <a:moveTo>
                  <a:pt x="351285" y="133931"/>
                </a:moveTo>
                <a:lnTo>
                  <a:pt x="351285" y="45545"/>
                </a:lnTo>
                <a:cubicBezTo>
                  <a:pt x="351288" y="43271"/>
                  <a:pt x="349449" y="41425"/>
                  <a:pt x="347175" y="41422"/>
                </a:cubicBezTo>
                <a:cubicBezTo>
                  <a:pt x="347170" y="41422"/>
                  <a:pt x="347167" y="41422"/>
                  <a:pt x="347164" y="41422"/>
                </a:cubicBezTo>
                <a:lnTo>
                  <a:pt x="283332" y="41422"/>
                </a:lnTo>
                <a:cubicBezTo>
                  <a:pt x="281065" y="41420"/>
                  <a:pt x="279226" y="43257"/>
                  <a:pt x="279224" y="45524"/>
                </a:cubicBezTo>
                <a:cubicBezTo>
                  <a:pt x="279224" y="45530"/>
                  <a:pt x="279224" y="45538"/>
                  <a:pt x="279224" y="45545"/>
                </a:cubicBezTo>
                <a:cubicBezTo>
                  <a:pt x="279226" y="47813"/>
                  <a:pt x="281065" y="49651"/>
                  <a:pt x="283332" y="49653"/>
                </a:cubicBezTo>
                <a:lnTo>
                  <a:pt x="343054" y="49653"/>
                </a:lnTo>
                <a:lnTo>
                  <a:pt x="343054" y="129808"/>
                </a:lnTo>
                <a:lnTo>
                  <a:pt x="297460" y="129808"/>
                </a:lnTo>
                <a:cubicBezTo>
                  <a:pt x="295187" y="129805"/>
                  <a:pt x="293341" y="131644"/>
                  <a:pt x="293338" y="133918"/>
                </a:cubicBezTo>
                <a:cubicBezTo>
                  <a:pt x="293338" y="133923"/>
                  <a:pt x="293338" y="133926"/>
                  <a:pt x="293338" y="133931"/>
                </a:cubicBezTo>
                <a:cubicBezTo>
                  <a:pt x="293344" y="136201"/>
                  <a:pt x="295188" y="138039"/>
                  <a:pt x="297460" y="138039"/>
                </a:cubicBezTo>
                <a:lnTo>
                  <a:pt x="347164" y="138039"/>
                </a:lnTo>
                <a:cubicBezTo>
                  <a:pt x="349434" y="138039"/>
                  <a:pt x="351279" y="136201"/>
                  <a:pt x="351285" y="133931"/>
                </a:cubicBezTo>
                <a:moveTo>
                  <a:pt x="377065" y="343972"/>
                </a:moveTo>
                <a:lnTo>
                  <a:pt x="377065" y="177629"/>
                </a:lnTo>
                <a:cubicBezTo>
                  <a:pt x="377062" y="175357"/>
                  <a:pt x="375218" y="173518"/>
                  <a:pt x="372946" y="173521"/>
                </a:cubicBezTo>
                <a:cubicBezTo>
                  <a:pt x="372944" y="173521"/>
                  <a:pt x="372943" y="173521"/>
                  <a:pt x="372943" y="173521"/>
                </a:cubicBezTo>
                <a:cubicBezTo>
                  <a:pt x="370677" y="173518"/>
                  <a:pt x="368838" y="175351"/>
                  <a:pt x="368834" y="177617"/>
                </a:cubicBezTo>
                <a:cubicBezTo>
                  <a:pt x="368834" y="177621"/>
                  <a:pt x="368834" y="177625"/>
                  <a:pt x="368834" y="177629"/>
                </a:cubicBezTo>
                <a:lnTo>
                  <a:pt x="368834" y="339836"/>
                </a:lnTo>
                <a:lnTo>
                  <a:pt x="297460" y="339836"/>
                </a:lnTo>
                <a:cubicBezTo>
                  <a:pt x="295179" y="339839"/>
                  <a:pt x="293335" y="341690"/>
                  <a:pt x="293338" y="343970"/>
                </a:cubicBezTo>
                <a:cubicBezTo>
                  <a:pt x="293338" y="343970"/>
                  <a:pt x="293338" y="343972"/>
                  <a:pt x="293338" y="343972"/>
                </a:cubicBezTo>
                <a:cubicBezTo>
                  <a:pt x="293335" y="346239"/>
                  <a:pt x="295171" y="348078"/>
                  <a:pt x="297438" y="348080"/>
                </a:cubicBezTo>
                <a:cubicBezTo>
                  <a:pt x="297446" y="348080"/>
                  <a:pt x="297452" y="348080"/>
                  <a:pt x="297460" y="348080"/>
                </a:cubicBezTo>
                <a:lnTo>
                  <a:pt x="372943" y="348080"/>
                </a:lnTo>
                <a:cubicBezTo>
                  <a:pt x="375210" y="348089"/>
                  <a:pt x="377056" y="346260"/>
                  <a:pt x="377065" y="343992"/>
                </a:cubicBezTo>
                <a:cubicBezTo>
                  <a:pt x="377065" y="343986"/>
                  <a:pt x="377065" y="343978"/>
                  <a:pt x="377065" y="343972"/>
                </a:cubicBezTo>
                <a:moveTo>
                  <a:pt x="577721" y="299806"/>
                </a:moveTo>
                <a:lnTo>
                  <a:pt x="609683" y="299806"/>
                </a:lnTo>
                <a:lnTo>
                  <a:pt x="609683" y="196098"/>
                </a:lnTo>
                <a:cubicBezTo>
                  <a:pt x="609683" y="159709"/>
                  <a:pt x="590294" y="131498"/>
                  <a:pt x="551186" y="131498"/>
                </a:cubicBezTo>
                <a:cubicBezTo>
                  <a:pt x="532153" y="131498"/>
                  <a:pt x="512778" y="139317"/>
                  <a:pt x="500878" y="159709"/>
                </a:cubicBezTo>
                <a:lnTo>
                  <a:pt x="500878" y="136254"/>
                </a:lnTo>
                <a:lnTo>
                  <a:pt x="469601" y="136254"/>
                </a:lnTo>
                <a:lnTo>
                  <a:pt x="469601" y="299806"/>
                </a:lnTo>
                <a:lnTo>
                  <a:pt x="501565" y="299806"/>
                </a:lnTo>
                <a:lnTo>
                  <a:pt x="501565" y="205278"/>
                </a:lnTo>
                <a:cubicBezTo>
                  <a:pt x="501565" y="180447"/>
                  <a:pt x="514481" y="160396"/>
                  <a:pt x="539629" y="160396"/>
                </a:cubicBezTo>
                <a:cubicBezTo>
                  <a:pt x="568198" y="160396"/>
                  <a:pt x="577721" y="178769"/>
                  <a:pt x="577721" y="201540"/>
                </a:cubicBezTo>
                <a:close/>
                <a:moveTo>
                  <a:pt x="766751" y="201196"/>
                </a:moveTo>
                <a:lnTo>
                  <a:pt x="677320" y="201196"/>
                </a:lnTo>
                <a:cubicBezTo>
                  <a:pt x="678681" y="180130"/>
                  <a:pt x="695020" y="159366"/>
                  <a:pt x="721870" y="159366"/>
                </a:cubicBezTo>
                <a:cubicBezTo>
                  <a:pt x="750756" y="159366"/>
                  <a:pt x="766064" y="177739"/>
                  <a:pt x="766751" y="201196"/>
                </a:cubicBezTo>
                <a:moveTo>
                  <a:pt x="799388" y="227044"/>
                </a:moveTo>
                <a:cubicBezTo>
                  <a:pt x="799861" y="223662"/>
                  <a:pt x="800091" y="220250"/>
                  <a:pt x="800075" y="216835"/>
                </a:cubicBezTo>
                <a:cubicBezTo>
                  <a:pt x="800075" y="165839"/>
                  <a:pt x="771836" y="131155"/>
                  <a:pt x="721527" y="131155"/>
                </a:cubicBezTo>
                <a:cubicBezTo>
                  <a:pt x="680385" y="131155"/>
                  <a:pt x="643324" y="166182"/>
                  <a:pt x="643324" y="217522"/>
                </a:cubicBezTo>
                <a:cubicBezTo>
                  <a:pt x="643324" y="272955"/>
                  <a:pt x="681746" y="304904"/>
                  <a:pt x="725608" y="304904"/>
                </a:cubicBezTo>
                <a:cubicBezTo>
                  <a:pt x="763687" y="304904"/>
                  <a:pt x="789865" y="282134"/>
                  <a:pt x="799044" y="253221"/>
                </a:cubicBezTo>
                <a:lnTo>
                  <a:pt x="771519" y="243698"/>
                </a:lnTo>
                <a:cubicBezTo>
                  <a:pt x="765391" y="262058"/>
                  <a:pt x="752130" y="276679"/>
                  <a:pt x="725608" y="276679"/>
                </a:cubicBezTo>
                <a:cubicBezTo>
                  <a:pt x="698057" y="276679"/>
                  <a:pt x="676991" y="256285"/>
                  <a:pt x="676304" y="227044"/>
                </a:cubicBezTo>
                <a:close/>
                <a:moveTo>
                  <a:pt x="945791" y="299820"/>
                </a:moveTo>
                <a:lnTo>
                  <a:pt x="976394" y="299820"/>
                </a:lnTo>
                <a:cubicBezTo>
                  <a:pt x="975261" y="289769"/>
                  <a:pt x="974688" y="279662"/>
                  <a:pt x="974677" y="269547"/>
                </a:cubicBezTo>
                <a:lnTo>
                  <a:pt x="974677" y="136254"/>
                </a:lnTo>
                <a:lnTo>
                  <a:pt x="942727" y="136254"/>
                </a:lnTo>
                <a:lnTo>
                  <a:pt x="942727" y="234863"/>
                </a:lnTo>
                <a:cubicBezTo>
                  <a:pt x="942727" y="259681"/>
                  <a:pt x="929810" y="276679"/>
                  <a:pt x="903948" y="276679"/>
                </a:cubicBezTo>
                <a:cubicBezTo>
                  <a:pt x="877097" y="276679"/>
                  <a:pt x="866901" y="256959"/>
                  <a:pt x="866901" y="234519"/>
                </a:cubicBezTo>
                <a:lnTo>
                  <a:pt x="866901" y="136254"/>
                </a:lnTo>
                <a:lnTo>
                  <a:pt x="834924" y="136254"/>
                </a:lnTo>
                <a:lnTo>
                  <a:pt x="834924" y="239287"/>
                </a:lnTo>
                <a:cubicBezTo>
                  <a:pt x="834924" y="276348"/>
                  <a:pt x="858065" y="304903"/>
                  <a:pt x="896143" y="304903"/>
                </a:cubicBezTo>
                <a:cubicBezTo>
                  <a:pt x="915175" y="304903"/>
                  <a:pt x="935582" y="297084"/>
                  <a:pt x="944418" y="280086"/>
                </a:cubicBezTo>
                <a:cubicBezTo>
                  <a:pt x="944422" y="286687"/>
                  <a:pt x="944881" y="293281"/>
                  <a:pt x="945791" y="299818"/>
                </a:cubicBezTo>
                <a:moveTo>
                  <a:pt x="1098324" y="167541"/>
                </a:moveTo>
                <a:cubicBezTo>
                  <a:pt x="1102992" y="167551"/>
                  <a:pt x="1107652" y="167891"/>
                  <a:pt x="1112271" y="168559"/>
                </a:cubicBezTo>
                <a:lnTo>
                  <a:pt x="1112271" y="134563"/>
                </a:lnTo>
                <a:cubicBezTo>
                  <a:pt x="1108795" y="133908"/>
                  <a:pt x="1105269" y="133563"/>
                  <a:pt x="1101731" y="133532"/>
                </a:cubicBezTo>
                <a:cubicBezTo>
                  <a:pt x="1085077" y="133532"/>
                  <a:pt x="1064671" y="139661"/>
                  <a:pt x="1052771" y="164808"/>
                </a:cubicBezTo>
                <a:lnTo>
                  <a:pt x="1052771" y="136266"/>
                </a:lnTo>
                <a:lnTo>
                  <a:pt x="1021481" y="136266"/>
                </a:lnTo>
                <a:lnTo>
                  <a:pt x="1021481" y="299806"/>
                </a:lnTo>
                <a:lnTo>
                  <a:pt x="1053443" y="299806"/>
                </a:lnTo>
                <a:lnTo>
                  <a:pt x="1053443" y="217851"/>
                </a:lnTo>
                <a:cubicBezTo>
                  <a:pt x="1053443" y="181820"/>
                  <a:pt x="1071474" y="167543"/>
                  <a:pt x="1098324" y="167543"/>
                </a:cubicBezTo>
                <a:moveTo>
                  <a:pt x="1263512" y="217865"/>
                </a:moveTo>
                <a:cubicBezTo>
                  <a:pt x="1263512" y="255943"/>
                  <a:pt x="1239712" y="276350"/>
                  <a:pt x="1212518" y="276350"/>
                </a:cubicBezTo>
                <a:cubicBezTo>
                  <a:pt x="1185308" y="276350"/>
                  <a:pt x="1161507" y="255943"/>
                  <a:pt x="1161507" y="217865"/>
                </a:cubicBezTo>
                <a:cubicBezTo>
                  <a:pt x="1161507" y="180116"/>
                  <a:pt x="1185308" y="159709"/>
                  <a:pt x="1212518" y="159709"/>
                </a:cubicBezTo>
                <a:cubicBezTo>
                  <a:pt x="1239712" y="159709"/>
                  <a:pt x="1263512" y="180116"/>
                  <a:pt x="1263512" y="217865"/>
                </a:cubicBezTo>
                <a:moveTo>
                  <a:pt x="1296163" y="217865"/>
                </a:moveTo>
                <a:cubicBezTo>
                  <a:pt x="1296163" y="168230"/>
                  <a:pt x="1261479" y="131169"/>
                  <a:pt x="1212518" y="131169"/>
                </a:cubicBezTo>
                <a:cubicBezTo>
                  <a:pt x="1163557" y="131169"/>
                  <a:pt x="1128871" y="168230"/>
                  <a:pt x="1128871" y="217865"/>
                </a:cubicBezTo>
                <a:cubicBezTo>
                  <a:pt x="1128871" y="267844"/>
                  <a:pt x="1163555" y="304904"/>
                  <a:pt x="1212518" y="304904"/>
                </a:cubicBezTo>
                <a:cubicBezTo>
                  <a:pt x="1261479" y="304904"/>
                  <a:pt x="1296163" y="267844"/>
                  <a:pt x="1296163" y="217865"/>
                </a:cubicBezTo>
                <a:moveTo>
                  <a:pt x="1388657" y="301496"/>
                </a:moveTo>
                <a:cubicBezTo>
                  <a:pt x="1396028" y="301629"/>
                  <a:pt x="1403374" y="300599"/>
                  <a:pt x="1410425" y="298446"/>
                </a:cubicBezTo>
                <a:lnTo>
                  <a:pt x="1410425" y="271237"/>
                </a:lnTo>
                <a:cubicBezTo>
                  <a:pt x="1406285" y="272108"/>
                  <a:pt x="1402068" y="272569"/>
                  <a:pt x="1397836" y="272612"/>
                </a:cubicBezTo>
                <a:cubicBezTo>
                  <a:pt x="1381182" y="272612"/>
                  <a:pt x="1375054" y="265109"/>
                  <a:pt x="1375054" y="250158"/>
                </a:cubicBezTo>
                <a:lnTo>
                  <a:pt x="1375054" y="165152"/>
                </a:lnTo>
                <a:lnTo>
                  <a:pt x="1410423" y="165152"/>
                </a:lnTo>
                <a:lnTo>
                  <a:pt x="1410423" y="136254"/>
                </a:lnTo>
                <a:lnTo>
                  <a:pt x="1375054" y="136254"/>
                </a:lnTo>
                <a:lnTo>
                  <a:pt x="1375054" y="84585"/>
                </a:lnTo>
                <a:lnTo>
                  <a:pt x="1345825" y="84585"/>
                </a:lnTo>
                <a:lnTo>
                  <a:pt x="1345825" y="111092"/>
                </a:lnTo>
                <a:cubicBezTo>
                  <a:pt x="1345825" y="125383"/>
                  <a:pt x="1338335" y="136254"/>
                  <a:pt x="1320665" y="136254"/>
                </a:cubicBezTo>
                <a:lnTo>
                  <a:pt x="1311814" y="136254"/>
                </a:lnTo>
                <a:lnTo>
                  <a:pt x="1311814" y="165152"/>
                </a:lnTo>
                <a:lnTo>
                  <a:pt x="1343105" y="165152"/>
                </a:lnTo>
                <a:lnTo>
                  <a:pt x="1343105" y="254911"/>
                </a:lnTo>
                <a:cubicBezTo>
                  <a:pt x="1343105" y="284512"/>
                  <a:pt x="1360777" y="301496"/>
                  <a:pt x="1388657" y="301496"/>
                </a:cubicBezTo>
                <a:moveTo>
                  <a:pt x="1564344" y="217865"/>
                </a:moveTo>
                <a:cubicBezTo>
                  <a:pt x="1564344" y="255943"/>
                  <a:pt x="1540543" y="276350"/>
                  <a:pt x="1513349" y="276350"/>
                </a:cubicBezTo>
                <a:cubicBezTo>
                  <a:pt x="1486155" y="276350"/>
                  <a:pt x="1462340" y="255943"/>
                  <a:pt x="1462340" y="217865"/>
                </a:cubicBezTo>
                <a:cubicBezTo>
                  <a:pt x="1462340" y="180116"/>
                  <a:pt x="1486155" y="159709"/>
                  <a:pt x="1513349" y="159709"/>
                </a:cubicBezTo>
                <a:cubicBezTo>
                  <a:pt x="1540544" y="159709"/>
                  <a:pt x="1564344" y="180116"/>
                  <a:pt x="1564344" y="217865"/>
                </a:cubicBezTo>
                <a:moveTo>
                  <a:pt x="1596994" y="217865"/>
                </a:moveTo>
                <a:cubicBezTo>
                  <a:pt x="1596994" y="168230"/>
                  <a:pt x="1562310" y="131169"/>
                  <a:pt x="1513349" y="131169"/>
                </a:cubicBezTo>
                <a:cubicBezTo>
                  <a:pt x="1464388" y="131169"/>
                  <a:pt x="1429704" y="168230"/>
                  <a:pt x="1429704" y="217865"/>
                </a:cubicBezTo>
                <a:cubicBezTo>
                  <a:pt x="1429704" y="267844"/>
                  <a:pt x="1464388" y="304904"/>
                  <a:pt x="1513349" y="304904"/>
                </a:cubicBezTo>
                <a:cubicBezTo>
                  <a:pt x="1562310" y="304904"/>
                  <a:pt x="1596994" y="267844"/>
                  <a:pt x="1596994" y="217865"/>
                </a:cubicBezTo>
                <a:moveTo>
                  <a:pt x="1709456" y="167543"/>
                </a:moveTo>
                <a:cubicBezTo>
                  <a:pt x="1714119" y="167552"/>
                  <a:pt x="1718776" y="167893"/>
                  <a:pt x="1723392" y="168560"/>
                </a:cubicBezTo>
                <a:lnTo>
                  <a:pt x="1723392" y="134563"/>
                </a:lnTo>
                <a:cubicBezTo>
                  <a:pt x="1719915" y="133908"/>
                  <a:pt x="1716387" y="133563"/>
                  <a:pt x="1712851" y="133532"/>
                </a:cubicBezTo>
                <a:cubicBezTo>
                  <a:pt x="1696195" y="133532"/>
                  <a:pt x="1675790" y="139661"/>
                  <a:pt x="1663890" y="164808"/>
                </a:cubicBezTo>
                <a:lnTo>
                  <a:pt x="1663890" y="136266"/>
                </a:lnTo>
                <a:lnTo>
                  <a:pt x="1632614" y="136266"/>
                </a:lnTo>
                <a:lnTo>
                  <a:pt x="1632614" y="299806"/>
                </a:lnTo>
                <a:lnTo>
                  <a:pt x="1664564" y="299806"/>
                </a:lnTo>
                <a:lnTo>
                  <a:pt x="1664564" y="217851"/>
                </a:lnTo>
                <a:cubicBezTo>
                  <a:pt x="1664564" y="181820"/>
                  <a:pt x="1682606" y="167543"/>
                  <a:pt x="1709456" y="167543"/>
                </a:cubicBezTo>
                <a:moveTo>
                  <a:pt x="1790286" y="74360"/>
                </a:moveTo>
                <a:cubicBezTo>
                  <a:pt x="1790373" y="61682"/>
                  <a:pt x="1780166" y="51335"/>
                  <a:pt x="1767488" y="51248"/>
                </a:cubicBezTo>
                <a:cubicBezTo>
                  <a:pt x="1754810" y="51160"/>
                  <a:pt x="1744461" y="61367"/>
                  <a:pt x="1744374" y="74045"/>
                </a:cubicBezTo>
                <a:cubicBezTo>
                  <a:pt x="1744288" y="86717"/>
                  <a:pt x="1754486" y="97064"/>
                  <a:pt x="1767159" y="97158"/>
                </a:cubicBezTo>
                <a:cubicBezTo>
                  <a:pt x="1779829" y="97261"/>
                  <a:pt x="1790184" y="87071"/>
                  <a:pt x="1790286" y="74401"/>
                </a:cubicBezTo>
                <a:cubicBezTo>
                  <a:pt x="1790286" y="74389"/>
                  <a:pt x="1790286" y="74374"/>
                  <a:pt x="1790286" y="74362"/>
                </a:cubicBezTo>
                <a:moveTo>
                  <a:pt x="1937899" y="299820"/>
                </a:moveTo>
                <a:lnTo>
                  <a:pt x="1968489" y="299820"/>
                </a:lnTo>
                <a:cubicBezTo>
                  <a:pt x="1967368" y="289767"/>
                  <a:pt x="1966799" y="279662"/>
                  <a:pt x="1966785" y="269547"/>
                </a:cubicBezTo>
                <a:lnTo>
                  <a:pt x="1966785" y="136254"/>
                </a:lnTo>
                <a:lnTo>
                  <a:pt x="1934821" y="136254"/>
                </a:lnTo>
                <a:lnTo>
                  <a:pt x="1934821" y="234863"/>
                </a:lnTo>
                <a:cubicBezTo>
                  <a:pt x="1934821" y="259681"/>
                  <a:pt x="1921917" y="276679"/>
                  <a:pt x="1896069" y="276679"/>
                </a:cubicBezTo>
                <a:cubicBezTo>
                  <a:pt x="1869204" y="276679"/>
                  <a:pt x="1859008" y="256959"/>
                  <a:pt x="1859008" y="234519"/>
                </a:cubicBezTo>
                <a:lnTo>
                  <a:pt x="1859008" y="136254"/>
                </a:lnTo>
                <a:lnTo>
                  <a:pt x="1827032" y="136254"/>
                </a:lnTo>
                <a:lnTo>
                  <a:pt x="1827032" y="239287"/>
                </a:lnTo>
                <a:cubicBezTo>
                  <a:pt x="1827032" y="276348"/>
                  <a:pt x="1850171" y="304903"/>
                  <a:pt x="1888249" y="304903"/>
                </a:cubicBezTo>
                <a:cubicBezTo>
                  <a:pt x="1907282" y="304903"/>
                  <a:pt x="1927689" y="297084"/>
                  <a:pt x="1936524" y="280086"/>
                </a:cubicBezTo>
                <a:cubicBezTo>
                  <a:pt x="1936529" y="286687"/>
                  <a:pt x="1936988" y="293281"/>
                  <a:pt x="1937899" y="299818"/>
                </a:cubicBezTo>
                <a:moveTo>
                  <a:pt x="2253984" y="299806"/>
                </a:moveTo>
                <a:lnTo>
                  <a:pt x="2253984" y="193721"/>
                </a:lnTo>
                <a:cubicBezTo>
                  <a:pt x="2253984" y="150874"/>
                  <a:pt x="2226102" y="131498"/>
                  <a:pt x="2197547" y="131498"/>
                </a:cubicBezTo>
                <a:cubicBezTo>
                  <a:pt x="2176797" y="131498"/>
                  <a:pt x="2155704" y="138974"/>
                  <a:pt x="2142800" y="162431"/>
                </a:cubicBezTo>
                <a:cubicBezTo>
                  <a:pt x="2133951" y="141365"/>
                  <a:pt x="2114231" y="131498"/>
                  <a:pt x="2093839" y="131498"/>
                </a:cubicBezTo>
                <a:cubicBezTo>
                  <a:pt x="2074793" y="131498"/>
                  <a:pt x="2054387" y="139991"/>
                  <a:pt x="2044204" y="158005"/>
                </a:cubicBezTo>
                <a:lnTo>
                  <a:pt x="2044204" y="136254"/>
                </a:lnTo>
                <a:lnTo>
                  <a:pt x="2013588" y="136254"/>
                </a:lnTo>
                <a:lnTo>
                  <a:pt x="2013588" y="299806"/>
                </a:lnTo>
                <a:lnTo>
                  <a:pt x="2045221" y="299806"/>
                </a:lnTo>
                <a:lnTo>
                  <a:pt x="2045221" y="201209"/>
                </a:lnTo>
                <a:cubicBezTo>
                  <a:pt x="2045221" y="176723"/>
                  <a:pt x="2060516" y="159709"/>
                  <a:pt x="2083299" y="159709"/>
                </a:cubicBezTo>
                <a:cubicBezTo>
                  <a:pt x="2107759" y="159709"/>
                  <a:pt x="2117971" y="176035"/>
                  <a:pt x="2117971" y="197115"/>
                </a:cubicBezTo>
                <a:lnTo>
                  <a:pt x="2117971" y="299807"/>
                </a:lnTo>
                <a:lnTo>
                  <a:pt x="2149932" y="299807"/>
                </a:lnTo>
                <a:lnTo>
                  <a:pt x="2149932" y="200867"/>
                </a:lnTo>
                <a:cubicBezTo>
                  <a:pt x="2149932" y="177410"/>
                  <a:pt x="2165242" y="159711"/>
                  <a:pt x="2187682" y="159711"/>
                </a:cubicBezTo>
                <a:cubicBezTo>
                  <a:pt x="2211824" y="159711"/>
                  <a:pt x="2222364" y="175706"/>
                  <a:pt x="2222364" y="197115"/>
                </a:cubicBezTo>
                <a:lnTo>
                  <a:pt x="2222364" y="299807"/>
                </a:lnTo>
                <a:close/>
              </a:path>
            </a:pathLst>
          </a:custGeom>
          <a:solidFill>
            <a:srgbClr val="3F1A01"/>
          </a:solidFill>
          <a:ln w="1586" cap="flat">
            <a:noFill/>
            <a:prstDash val="solid"/>
            <a:miter/>
          </a:ln>
        </p:spPr>
        <p:txBody>
          <a:bodyPr rtlCol="0" anchor="ctr"/>
          <a:lstStyle/>
          <a:p>
            <a:endParaRPr lang="en-GB" dirty="0"/>
          </a:p>
        </p:txBody>
      </p:sp>
      <p:sp>
        <p:nvSpPr>
          <p:cNvPr id="10" name="ExternalLogo" hidden="1">
            <a:extLst>
              <a:ext uri="{FF2B5EF4-FFF2-40B4-BE49-F238E27FC236}">
                <a16:creationId xmlns:a16="http://schemas.microsoft.com/office/drawing/2014/main" id="{D4F1D16A-8D8C-4F72-BCB5-7B9FA4066259}"/>
              </a:ext>
            </a:extLst>
          </p:cNvPr>
          <p:cNvSpPr/>
          <p:nvPr/>
        </p:nvSpPr>
        <p:spPr>
          <a:xfrm>
            <a:off x="10023475" y="4968741"/>
            <a:ext cx="1627188" cy="636980"/>
          </a:xfrm>
          <a:prstGeom prst="rect">
            <a:avLst/>
          </a:prstGeom>
          <a:solidFill>
            <a:srgbClr val="D1D1D1"/>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chorCtr="0">
            <a:noAutofit/>
          </a:bodyPr>
          <a:lstStyle/>
          <a:p>
            <a:pPr algn="ctr"/>
            <a:r>
              <a:rPr lang="en-GB" sz="900" dirty="0">
                <a:solidFill>
                  <a:srgbClr val="FF00FF"/>
                </a:solidFill>
              </a:rPr>
              <a:t>External logo</a:t>
            </a:r>
          </a:p>
        </p:txBody>
      </p:sp>
    </p:spTree>
    <p:extLst>
      <p:ext uri="{BB962C8B-B14F-4D97-AF65-F5344CB8AC3E}">
        <p14:creationId xmlns:p14="http://schemas.microsoft.com/office/powerpoint/2010/main" val="2433117964"/>
      </p:ext>
    </p:extLst>
  </p:cSld>
  <p:clrMapOvr>
    <a:masterClrMapping/>
  </p:clrMapOvr>
  <p:hf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Quote - Dark Grey">
    <p:bg>
      <p:bgPr>
        <a:solidFill>
          <a:srgbClr val="B2B2B2"/>
        </a:solidFill>
        <a:effectLst/>
      </p:bgPr>
    </p:bg>
    <p:spTree>
      <p:nvGrpSpPr>
        <p:cNvPr id="1" name=""/>
        <p:cNvGrpSpPr/>
        <p:nvPr/>
      </p:nvGrpSpPr>
      <p:grpSpPr>
        <a:xfrm>
          <a:off x="0" y="0"/>
          <a:ext cx="0" cy="0"/>
          <a:chOff x="0" y="0"/>
          <a:chExt cx="0" cy="0"/>
        </a:xfrm>
      </p:grpSpPr>
      <p:pic>
        <p:nvPicPr>
          <p:cNvPr id="8" name="Picture 7" descr="Shape&#10;&#10;Description automatically generated with medium confidence">
            <a:extLst>
              <a:ext uri="{FF2B5EF4-FFF2-40B4-BE49-F238E27FC236}">
                <a16:creationId xmlns:a16="http://schemas.microsoft.com/office/drawing/2014/main" id="{CCD7669A-785A-47FC-BD9B-6674939BD7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8464564-6547-498D-A220-7B346E5B1408}"/>
              </a:ext>
            </a:extLst>
          </p:cNvPr>
          <p:cNvSpPr>
            <a:spLocks noGrp="1"/>
          </p:cNvSpPr>
          <p:nvPr>
            <p:ph type="title"/>
          </p:nvPr>
        </p:nvSpPr>
        <p:spPr>
          <a:xfrm>
            <a:off x="1219200" y="1485000"/>
            <a:ext cx="6642100" cy="2429818"/>
          </a:xfrm>
        </p:spPr>
        <p:txBody>
          <a:bodyPr anchor="b">
            <a:normAutofit/>
          </a:bodyPr>
          <a:lstStyle>
            <a:lvl1pPr>
              <a:defRPr sz="6000" b="0" i="1">
                <a:solidFill>
                  <a:srgbClr val="3F1A01"/>
                </a:solidFill>
                <a:latin typeface="Times New Roman" panose="02020603050405020304" pitchFamily="18" charset="0"/>
                <a:cs typeface="Times New Roman" panose="02020603050405020304" pitchFamily="18" charset="0"/>
              </a:defRPr>
            </a:lvl1p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1592638D-BCB6-4F07-9847-FBAA9B3609B5}"/>
              </a:ext>
            </a:extLst>
          </p:cNvPr>
          <p:cNvSpPr>
            <a:spLocks noGrp="1"/>
          </p:cNvSpPr>
          <p:nvPr>
            <p:ph type="body" idx="1"/>
          </p:nvPr>
        </p:nvSpPr>
        <p:spPr>
          <a:xfrm>
            <a:off x="1219200" y="4238818"/>
            <a:ext cx="6642100" cy="1203175"/>
          </a:xfrm>
          <a:prstGeom prst="rect">
            <a:avLst/>
          </a:prstGeom>
        </p:spPr>
        <p:txBody>
          <a:bodyPr/>
          <a:lstStyle>
            <a:lvl1pPr marL="0" indent="0">
              <a:buNone/>
              <a:defRPr sz="1600">
                <a:solidFill>
                  <a:srgbClr val="3F1A01"/>
                </a:solidFill>
                <a:latin typeface="+mn-lt"/>
                <a:cs typeface="Times New Roman" panose="02020603050405020304" pitchFamily="18"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6" name="Freeform 9">
            <a:extLst>
              <a:ext uri="{FF2B5EF4-FFF2-40B4-BE49-F238E27FC236}">
                <a16:creationId xmlns:a16="http://schemas.microsoft.com/office/drawing/2014/main" id="{C2D8A25E-CAAF-4846-8D8A-7A9026C78018}"/>
              </a:ext>
            </a:extLst>
          </p:cNvPr>
          <p:cNvSpPr>
            <a:spLocks noEditPoints="1"/>
          </p:cNvSpPr>
          <p:nvPr/>
        </p:nvSpPr>
        <p:spPr bwMode="auto">
          <a:xfrm>
            <a:off x="8102600" y="-2176101"/>
            <a:ext cx="8385175" cy="9817101"/>
          </a:xfrm>
          <a:custGeom>
            <a:avLst/>
            <a:gdLst>
              <a:gd name="T0" fmla="*/ 276 w 2642"/>
              <a:gd name="T1" fmla="*/ 2871 h 3094"/>
              <a:gd name="T2" fmla="*/ 588 w 2642"/>
              <a:gd name="T3" fmla="*/ 2871 h 3094"/>
              <a:gd name="T4" fmla="*/ 2083 w 2642"/>
              <a:gd name="T5" fmla="*/ 2843 h 3094"/>
              <a:gd name="T6" fmla="*/ 2338 w 2642"/>
              <a:gd name="T7" fmla="*/ 2900 h 3094"/>
              <a:gd name="T8" fmla="*/ 29 w 2642"/>
              <a:gd name="T9" fmla="*/ 1219 h 3094"/>
              <a:gd name="T10" fmla="*/ 29 w 2642"/>
              <a:gd name="T11" fmla="*/ 2444 h 3094"/>
              <a:gd name="T12" fmla="*/ 559 w 2642"/>
              <a:gd name="T13" fmla="*/ 2386 h 3094"/>
              <a:gd name="T14" fmla="*/ 29 w 2642"/>
              <a:gd name="T15" fmla="*/ 1219 h 3094"/>
              <a:gd name="T16" fmla="*/ 2584 w 2642"/>
              <a:gd name="T17" fmla="*/ 2386 h 3094"/>
              <a:gd name="T18" fmla="*/ 2083 w 2642"/>
              <a:gd name="T19" fmla="*/ 2444 h 3094"/>
              <a:gd name="T20" fmla="*/ 2642 w 2642"/>
              <a:gd name="T21" fmla="*/ 1248 h 3094"/>
              <a:gd name="T22" fmla="*/ 210 w 2642"/>
              <a:gd name="T23" fmla="*/ 292 h 3094"/>
              <a:gd name="T24" fmla="*/ 210 w 2642"/>
              <a:gd name="T25" fmla="*/ 970 h 3094"/>
              <a:gd name="T26" fmla="*/ 559 w 2642"/>
              <a:gd name="T27" fmla="*/ 912 h 3094"/>
              <a:gd name="T28" fmla="*/ 658 w 2642"/>
              <a:gd name="T29" fmla="*/ 350 h 3094"/>
              <a:gd name="T30" fmla="*/ 2432 w 2642"/>
              <a:gd name="T31" fmla="*/ 292 h 3094"/>
              <a:gd name="T32" fmla="*/ 1984 w 2642"/>
              <a:gd name="T33" fmla="*/ 350 h 3094"/>
              <a:gd name="T34" fmla="*/ 2083 w 2642"/>
              <a:gd name="T35" fmla="*/ 912 h 3094"/>
              <a:gd name="T36" fmla="*/ 2432 w 2642"/>
              <a:gd name="T37" fmla="*/ 970 h 3094"/>
              <a:gd name="T38" fmla="*/ 2432 w 2642"/>
              <a:gd name="T39" fmla="*/ 292 h 3094"/>
              <a:gd name="T40" fmla="*/ 814 w 2642"/>
              <a:gd name="T41" fmla="*/ 29 h 3094"/>
              <a:gd name="T42" fmla="*/ 1292 w 2642"/>
              <a:gd name="T43" fmla="*/ 602 h 3094"/>
              <a:gd name="T44" fmla="*/ 989 w 2642"/>
              <a:gd name="T45" fmla="*/ 660 h 3094"/>
              <a:gd name="T46" fmla="*/ 801 w 2642"/>
              <a:gd name="T47" fmla="*/ 1311 h 3094"/>
              <a:gd name="T48" fmla="*/ 743 w 2642"/>
              <a:gd name="T49" fmla="*/ 1060 h 3094"/>
              <a:gd name="T50" fmla="*/ 1292 w 2642"/>
              <a:gd name="T51" fmla="*/ 1369 h 3094"/>
              <a:gd name="T52" fmla="*/ 842 w 2642"/>
              <a:gd name="T53" fmla="*/ 1782 h 3094"/>
              <a:gd name="T54" fmla="*/ 433 w 2642"/>
              <a:gd name="T55" fmla="*/ 1476 h 3094"/>
              <a:gd name="T56" fmla="*/ 375 w 2642"/>
              <a:gd name="T57" fmla="*/ 1782 h 3094"/>
              <a:gd name="T58" fmla="*/ 784 w 2642"/>
              <a:gd name="T59" fmla="*/ 2669 h 3094"/>
              <a:gd name="T60" fmla="*/ 842 w 2642"/>
              <a:gd name="T61" fmla="*/ 2181 h 3094"/>
              <a:gd name="T62" fmla="*/ 921 w 2642"/>
              <a:gd name="T63" fmla="*/ 3036 h 3094"/>
              <a:gd name="T64" fmla="*/ 1321 w 2642"/>
              <a:gd name="T65" fmla="*/ 3094 h 3094"/>
              <a:gd name="T66" fmla="*/ 1722 w 2642"/>
              <a:gd name="T67" fmla="*/ 3036 h 3094"/>
              <a:gd name="T68" fmla="*/ 1800 w 2642"/>
              <a:gd name="T69" fmla="*/ 2181 h 3094"/>
              <a:gd name="T70" fmla="*/ 1858 w 2642"/>
              <a:gd name="T71" fmla="*/ 2669 h 3094"/>
              <a:gd name="T72" fmla="*/ 2267 w 2642"/>
              <a:gd name="T73" fmla="*/ 1782 h 3094"/>
              <a:gd name="T74" fmla="*/ 2210 w 2642"/>
              <a:gd name="T75" fmla="*/ 1476 h 3094"/>
              <a:gd name="T76" fmla="*/ 1800 w 2642"/>
              <a:gd name="T77" fmla="*/ 1782 h 3094"/>
              <a:gd name="T78" fmla="*/ 1350 w 2642"/>
              <a:gd name="T79" fmla="*/ 1369 h 3094"/>
              <a:gd name="T80" fmla="*/ 1899 w 2642"/>
              <a:gd name="T81" fmla="*/ 1060 h 3094"/>
              <a:gd name="T82" fmla="*/ 1841 w 2642"/>
              <a:gd name="T83" fmla="*/ 1311 h 3094"/>
              <a:gd name="T84" fmla="*/ 1643 w 2642"/>
              <a:gd name="T85" fmla="*/ 660 h 3094"/>
              <a:gd name="T86" fmla="*/ 1350 w 2642"/>
              <a:gd name="T87" fmla="*/ 602 h 3094"/>
              <a:gd name="T88" fmla="*/ 1828 w 2642"/>
              <a:gd name="T89" fmla="*/ 29 h 30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642" h="3094">
                <a:moveTo>
                  <a:pt x="559" y="2843"/>
                </a:moveTo>
                <a:cubicBezTo>
                  <a:pt x="305" y="2843"/>
                  <a:pt x="305" y="2843"/>
                  <a:pt x="305" y="2843"/>
                </a:cubicBezTo>
                <a:cubicBezTo>
                  <a:pt x="289" y="2843"/>
                  <a:pt x="276" y="2856"/>
                  <a:pt x="276" y="2871"/>
                </a:cubicBezTo>
                <a:cubicBezTo>
                  <a:pt x="276" y="2887"/>
                  <a:pt x="289" y="2900"/>
                  <a:pt x="305" y="2900"/>
                </a:cubicBezTo>
                <a:cubicBezTo>
                  <a:pt x="559" y="2900"/>
                  <a:pt x="559" y="2900"/>
                  <a:pt x="559" y="2900"/>
                </a:cubicBezTo>
                <a:cubicBezTo>
                  <a:pt x="575" y="2900"/>
                  <a:pt x="588" y="2887"/>
                  <a:pt x="588" y="2871"/>
                </a:cubicBezTo>
                <a:cubicBezTo>
                  <a:pt x="588" y="2856"/>
                  <a:pt x="575" y="2843"/>
                  <a:pt x="559" y="2843"/>
                </a:cubicBezTo>
                <a:moveTo>
                  <a:pt x="2338" y="2843"/>
                </a:moveTo>
                <a:cubicBezTo>
                  <a:pt x="2083" y="2843"/>
                  <a:pt x="2083" y="2843"/>
                  <a:pt x="2083" y="2843"/>
                </a:cubicBezTo>
                <a:cubicBezTo>
                  <a:pt x="2068" y="2843"/>
                  <a:pt x="2055" y="2856"/>
                  <a:pt x="2055" y="2871"/>
                </a:cubicBezTo>
                <a:cubicBezTo>
                  <a:pt x="2055" y="2887"/>
                  <a:pt x="2068" y="2900"/>
                  <a:pt x="2083" y="2900"/>
                </a:cubicBezTo>
                <a:cubicBezTo>
                  <a:pt x="2338" y="2900"/>
                  <a:pt x="2338" y="2900"/>
                  <a:pt x="2338" y="2900"/>
                </a:cubicBezTo>
                <a:cubicBezTo>
                  <a:pt x="2354" y="2900"/>
                  <a:pt x="2366" y="2887"/>
                  <a:pt x="2366" y="2871"/>
                </a:cubicBezTo>
                <a:cubicBezTo>
                  <a:pt x="2366" y="2856"/>
                  <a:pt x="2354" y="2843"/>
                  <a:pt x="2338" y="2843"/>
                </a:cubicBezTo>
                <a:moveTo>
                  <a:pt x="29" y="1219"/>
                </a:moveTo>
                <a:cubicBezTo>
                  <a:pt x="13" y="1219"/>
                  <a:pt x="0" y="1232"/>
                  <a:pt x="0" y="1248"/>
                </a:cubicBezTo>
                <a:cubicBezTo>
                  <a:pt x="0" y="2415"/>
                  <a:pt x="0" y="2415"/>
                  <a:pt x="0" y="2415"/>
                </a:cubicBezTo>
                <a:cubicBezTo>
                  <a:pt x="0" y="2431"/>
                  <a:pt x="13" y="2444"/>
                  <a:pt x="29" y="2444"/>
                </a:cubicBezTo>
                <a:cubicBezTo>
                  <a:pt x="559" y="2444"/>
                  <a:pt x="559" y="2444"/>
                  <a:pt x="559" y="2444"/>
                </a:cubicBezTo>
                <a:cubicBezTo>
                  <a:pt x="575" y="2444"/>
                  <a:pt x="588" y="2431"/>
                  <a:pt x="588" y="2415"/>
                </a:cubicBezTo>
                <a:cubicBezTo>
                  <a:pt x="588" y="2399"/>
                  <a:pt x="575" y="2386"/>
                  <a:pt x="559" y="2386"/>
                </a:cubicBezTo>
                <a:cubicBezTo>
                  <a:pt x="58" y="2386"/>
                  <a:pt x="58" y="2386"/>
                  <a:pt x="58" y="2386"/>
                </a:cubicBezTo>
                <a:cubicBezTo>
                  <a:pt x="58" y="1248"/>
                  <a:pt x="58" y="1248"/>
                  <a:pt x="58" y="1248"/>
                </a:cubicBezTo>
                <a:cubicBezTo>
                  <a:pt x="58" y="1232"/>
                  <a:pt x="45" y="1219"/>
                  <a:pt x="29" y="1219"/>
                </a:cubicBezTo>
                <a:moveTo>
                  <a:pt x="2613" y="1219"/>
                </a:moveTo>
                <a:cubicBezTo>
                  <a:pt x="2597" y="1219"/>
                  <a:pt x="2584" y="1232"/>
                  <a:pt x="2584" y="1248"/>
                </a:cubicBezTo>
                <a:cubicBezTo>
                  <a:pt x="2584" y="2386"/>
                  <a:pt x="2584" y="2386"/>
                  <a:pt x="2584" y="2386"/>
                </a:cubicBezTo>
                <a:cubicBezTo>
                  <a:pt x="2083" y="2386"/>
                  <a:pt x="2083" y="2386"/>
                  <a:pt x="2083" y="2386"/>
                </a:cubicBezTo>
                <a:cubicBezTo>
                  <a:pt x="2067" y="2386"/>
                  <a:pt x="2055" y="2399"/>
                  <a:pt x="2055" y="2415"/>
                </a:cubicBezTo>
                <a:cubicBezTo>
                  <a:pt x="2055" y="2431"/>
                  <a:pt x="2067" y="2444"/>
                  <a:pt x="2083" y="2444"/>
                </a:cubicBezTo>
                <a:cubicBezTo>
                  <a:pt x="2613" y="2444"/>
                  <a:pt x="2613" y="2444"/>
                  <a:pt x="2613" y="2444"/>
                </a:cubicBezTo>
                <a:cubicBezTo>
                  <a:pt x="2629" y="2444"/>
                  <a:pt x="2642" y="2431"/>
                  <a:pt x="2642" y="2415"/>
                </a:cubicBezTo>
                <a:cubicBezTo>
                  <a:pt x="2642" y="1248"/>
                  <a:pt x="2642" y="1248"/>
                  <a:pt x="2642" y="1248"/>
                </a:cubicBezTo>
                <a:cubicBezTo>
                  <a:pt x="2642" y="1232"/>
                  <a:pt x="2629" y="1219"/>
                  <a:pt x="2613" y="1219"/>
                </a:cubicBezTo>
                <a:moveTo>
                  <a:pt x="658" y="292"/>
                </a:moveTo>
                <a:cubicBezTo>
                  <a:pt x="210" y="292"/>
                  <a:pt x="210" y="292"/>
                  <a:pt x="210" y="292"/>
                </a:cubicBezTo>
                <a:cubicBezTo>
                  <a:pt x="194" y="292"/>
                  <a:pt x="181" y="305"/>
                  <a:pt x="181" y="321"/>
                </a:cubicBezTo>
                <a:cubicBezTo>
                  <a:pt x="181" y="941"/>
                  <a:pt x="181" y="941"/>
                  <a:pt x="181" y="941"/>
                </a:cubicBezTo>
                <a:cubicBezTo>
                  <a:pt x="181" y="957"/>
                  <a:pt x="194" y="970"/>
                  <a:pt x="210" y="970"/>
                </a:cubicBezTo>
                <a:cubicBezTo>
                  <a:pt x="559" y="970"/>
                  <a:pt x="559" y="970"/>
                  <a:pt x="559" y="970"/>
                </a:cubicBezTo>
                <a:cubicBezTo>
                  <a:pt x="575" y="970"/>
                  <a:pt x="588" y="957"/>
                  <a:pt x="588" y="941"/>
                </a:cubicBezTo>
                <a:cubicBezTo>
                  <a:pt x="588" y="925"/>
                  <a:pt x="575" y="912"/>
                  <a:pt x="559" y="912"/>
                </a:cubicBezTo>
                <a:cubicBezTo>
                  <a:pt x="239" y="912"/>
                  <a:pt x="239" y="912"/>
                  <a:pt x="239" y="912"/>
                </a:cubicBezTo>
                <a:cubicBezTo>
                  <a:pt x="239" y="350"/>
                  <a:pt x="239" y="350"/>
                  <a:pt x="239" y="350"/>
                </a:cubicBezTo>
                <a:cubicBezTo>
                  <a:pt x="658" y="350"/>
                  <a:pt x="658" y="350"/>
                  <a:pt x="658" y="350"/>
                </a:cubicBezTo>
                <a:cubicBezTo>
                  <a:pt x="674" y="350"/>
                  <a:pt x="687" y="337"/>
                  <a:pt x="687" y="321"/>
                </a:cubicBezTo>
                <a:cubicBezTo>
                  <a:pt x="687" y="305"/>
                  <a:pt x="674" y="292"/>
                  <a:pt x="658" y="292"/>
                </a:cubicBezTo>
                <a:moveTo>
                  <a:pt x="2432" y="292"/>
                </a:moveTo>
                <a:cubicBezTo>
                  <a:pt x="1984" y="292"/>
                  <a:pt x="1984" y="292"/>
                  <a:pt x="1984" y="292"/>
                </a:cubicBezTo>
                <a:cubicBezTo>
                  <a:pt x="1968" y="292"/>
                  <a:pt x="1955" y="305"/>
                  <a:pt x="1955" y="321"/>
                </a:cubicBezTo>
                <a:cubicBezTo>
                  <a:pt x="1955" y="337"/>
                  <a:pt x="1968" y="350"/>
                  <a:pt x="1984" y="350"/>
                </a:cubicBezTo>
                <a:cubicBezTo>
                  <a:pt x="2403" y="350"/>
                  <a:pt x="2403" y="350"/>
                  <a:pt x="2403" y="350"/>
                </a:cubicBezTo>
                <a:cubicBezTo>
                  <a:pt x="2403" y="912"/>
                  <a:pt x="2403" y="912"/>
                  <a:pt x="2403" y="912"/>
                </a:cubicBezTo>
                <a:cubicBezTo>
                  <a:pt x="2083" y="912"/>
                  <a:pt x="2083" y="912"/>
                  <a:pt x="2083" y="912"/>
                </a:cubicBezTo>
                <a:cubicBezTo>
                  <a:pt x="2068" y="912"/>
                  <a:pt x="2055" y="925"/>
                  <a:pt x="2055" y="941"/>
                </a:cubicBezTo>
                <a:cubicBezTo>
                  <a:pt x="2055" y="957"/>
                  <a:pt x="2068" y="970"/>
                  <a:pt x="2083" y="970"/>
                </a:cubicBezTo>
                <a:cubicBezTo>
                  <a:pt x="2432" y="970"/>
                  <a:pt x="2432" y="970"/>
                  <a:pt x="2432" y="970"/>
                </a:cubicBezTo>
                <a:cubicBezTo>
                  <a:pt x="2448" y="970"/>
                  <a:pt x="2461" y="957"/>
                  <a:pt x="2461" y="941"/>
                </a:cubicBezTo>
                <a:cubicBezTo>
                  <a:pt x="2461" y="321"/>
                  <a:pt x="2461" y="321"/>
                  <a:pt x="2461" y="321"/>
                </a:cubicBezTo>
                <a:cubicBezTo>
                  <a:pt x="2461" y="305"/>
                  <a:pt x="2448" y="292"/>
                  <a:pt x="2432" y="292"/>
                </a:cubicBezTo>
                <a:moveTo>
                  <a:pt x="1799" y="0"/>
                </a:moveTo>
                <a:cubicBezTo>
                  <a:pt x="843" y="0"/>
                  <a:pt x="843" y="0"/>
                  <a:pt x="843" y="0"/>
                </a:cubicBezTo>
                <a:cubicBezTo>
                  <a:pt x="827" y="0"/>
                  <a:pt x="814" y="13"/>
                  <a:pt x="814" y="29"/>
                </a:cubicBezTo>
                <a:cubicBezTo>
                  <a:pt x="814" y="45"/>
                  <a:pt x="827" y="58"/>
                  <a:pt x="843" y="58"/>
                </a:cubicBezTo>
                <a:cubicBezTo>
                  <a:pt x="1292" y="58"/>
                  <a:pt x="1292" y="58"/>
                  <a:pt x="1292" y="58"/>
                </a:cubicBezTo>
                <a:cubicBezTo>
                  <a:pt x="1292" y="602"/>
                  <a:pt x="1292" y="602"/>
                  <a:pt x="1292" y="602"/>
                </a:cubicBezTo>
                <a:cubicBezTo>
                  <a:pt x="989" y="602"/>
                  <a:pt x="989" y="602"/>
                  <a:pt x="989" y="602"/>
                </a:cubicBezTo>
                <a:cubicBezTo>
                  <a:pt x="973" y="602"/>
                  <a:pt x="960" y="615"/>
                  <a:pt x="960" y="631"/>
                </a:cubicBezTo>
                <a:cubicBezTo>
                  <a:pt x="960" y="647"/>
                  <a:pt x="973" y="660"/>
                  <a:pt x="989" y="660"/>
                </a:cubicBezTo>
                <a:cubicBezTo>
                  <a:pt x="1292" y="660"/>
                  <a:pt x="1292" y="660"/>
                  <a:pt x="1292" y="660"/>
                </a:cubicBezTo>
                <a:cubicBezTo>
                  <a:pt x="1292" y="1311"/>
                  <a:pt x="1292" y="1311"/>
                  <a:pt x="1292" y="1311"/>
                </a:cubicBezTo>
                <a:cubicBezTo>
                  <a:pt x="801" y="1311"/>
                  <a:pt x="801" y="1311"/>
                  <a:pt x="801" y="1311"/>
                </a:cubicBezTo>
                <a:cubicBezTo>
                  <a:pt x="801" y="1060"/>
                  <a:pt x="801" y="1060"/>
                  <a:pt x="801" y="1060"/>
                </a:cubicBezTo>
                <a:cubicBezTo>
                  <a:pt x="801" y="1044"/>
                  <a:pt x="788" y="1031"/>
                  <a:pt x="772" y="1031"/>
                </a:cubicBezTo>
                <a:cubicBezTo>
                  <a:pt x="756" y="1031"/>
                  <a:pt x="743" y="1044"/>
                  <a:pt x="743" y="1060"/>
                </a:cubicBezTo>
                <a:cubicBezTo>
                  <a:pt x="743" y="1340"/>
                  <a:pt x="743" y="1340"/>
                  <a:pt x="743" y="1340"/>
                </a:cubicBezTo>
                <a:cubicBezTo>
                  <a:pt x="743" y="1356"/>
                  <a:pt x="756" y="1369"/>
                  <a:pt x="772" y="1369"/>
                </a:cubicBezTo>
                <a:cubicBezTo>
                  <a:pt x="1292" y="1369"/>
                  <a:pt x="1292" y="1369"/>
                  <a:pt x="1292" y="1369"/>
                </a:cubicBezTo>
                <a:cubicBezTo>
                  <a:pt x="1292" y="2123"/>
                  <a:pt x="1292" y="2123"/>
                  <a:pt x="1292" y="2123"/>
                </a:cubicBezTo>
                <a:cubicBezTo>
                  <a:pt x="842" y="2123"/>
                  <a:pt x="842" y="2123"/>
                  <a:pt x="842" y="2123"/>
                </a:cubicBezTo>
                <a:cubicBezTo>
                  <a:pt x="842" y="1782"/>
                  <a:pt x="842" y="1782"/>
                  <a:pt x="842" y="1782"/>
                </a:cubicBezTo>
                <a:cubicBezTo>
                  <a:pt x="842" y="1766"/>
                  <a:pt x="829" y="1753"/>
                  <a:pt x="813" y="1753"/>
                </a:cubicBezTo>
                <a:cubicBezTo>
                  <a:pt x="433" y="1753"/>
                  <a:pt x="433" y="1753"/>
                  <a:pt x="433" y="1753"/>
                </a:cubicBezTo>
                <a:cubicBezTo>
                  <a:pt x="433" y="1476"/>
                  <a:pt x="433" y="1476"/>
                  <a:pt x="433" y="1476"/>
                </a:cubicBezTo>
                <a:cubicBezTo>
                  <a:pt x="433" y="1460"/>
                  <a:pt x="420" y="1447"/>
                  <a:pt x="404" y="1447"/>
                </a:cubicBezTo>
                <a:cubicBezTo>
                  <a:pt x="388" y="1447"/>
                  <a:pt x="375" y="1460"/>
                  <a:pt x="375" y="1476"/>
                </a:cubicBezTo>
                <a:cubicBezTo>
                  <a:pt x="375" y="1782"/>
                  <a:pt x="375" y="1782"/>
                  <a:pt x="375" y="1782"/>
                </a:cubicBezTo>
                <a:cubicBezTo>
                  <a:pt x="375" y="1798"/>
                  <a:pt x="388" y="1811"/>
                  <a:pt x="404" y="1811"/>
                </a:cubicBezTo>
                <a:cubicBezTo>
                  <a:pt x="784" y="1811"/>
                  <a:pt x="784" y="1811"/>
                  <a:pt x="784" y="1811"/>
                </a:cubicBezTo>
                <a:cubicBezTo>
                  <a:pt x="784" y="2669"/>
                  <a:pt x="784" y="2669"/>
                  <a:pt x="784" y="2669"/>
                </a:cubicBezTo>
                <a:cubicBezTo>
                  <a:pt x="784" y="2685"/>
                  <a:pt x="797" y="2698"/>
                  <a:pt x="813" y="2698"/>
                </a:cubicBezTo>
                <a:cubicBezTo>
                  <a:pt x="829" y="2698"/>
                  <a:pt x="842" y="2685"/>
                  <a:pt x="842" y="2669"/>
                </a:cubicBezTo>
                <a:cubicBezTo>
                  <a:pt x="842" y="2181"/>
                  <a:pt x="842" y="2181"/>
                  <a:pt x="842" y="2181"/>
                </a:cubicBezTo>
                <a:cubicBezTo>
                  <a:pt x="1292" y="2181"/>
                  <a:pt x="1292" y="2181"/>
                  <a:pt x="1292" y="2181"/>
                </a:cubicBezTo>
                <a:cubicBezTo>
                  <a:pt x="1292" y="3036"/>
                  <a:pt x="1292" y="3036"/>
                  <a:pt x="1292" y="3036"/>
                </a:cubicBezTo>
                <a:cubicBezTo>
                  <a:pt x="921" y="3036"/>
                  <a:pt x="921" y="3036"/>
                  <a:pt x="921" y="3036"/>
                </a:cubicBezTo>
                <a:cubicBezTo>
                  <a:pt x="905" y="3036"/>
                  <a:pt x="892" y="3049"/>
                  <a:pt x="892" y="3065"/>
                </a:cubicBezTo>
                <a:cubicBezTo>
                  <a:pt x="892" y="3081"/>
                  <a:pt x="905" y="3094"/>
                  <a:pt x="921" y="3094"/>
                </a:cubicBezTo>
                <a:cubicBezTo>
                  <a:pt x="1321" y="3094"/>
                  <a:pt x="1321" y="3094"/>
                  <a:pt x="1321" y="3094"/>
                </a:cubicBezTo>
                <a:cubicBezTo>
                  <a:pt x="1722" y="3094"/>
                  <a:pt x="1722" y="3094"/>
                  <a:pt x="1722" y="3094"/>
                </a:cubicBezTo>
                <a:cubicBezTo>
                  <a:pt x="1738" y="3094"/>
                  <a:pt x="1751" y="3081"/>
                  <a:pt x="1751" y="3065"/>
                </a:cubicBezTo>
                <a:cubicBezTo>
                  <a:pt x="1751" y="3049"/>
                  <a:pt x="1738" y="3036"/>
                  <a:pt x="1722" y="3036"/>
                </a:cubicBezTo>
                <a:cubicBezTo>
                  <a:pt x="1350" y="3036"/>
                  <a:pt x="1350" y="3036"/>
                  <a:pt x="1350" y="3036"/>
                </a:cubicBezTo>
                <a:cubicBezTo>
                  <a:pt x="1350" y="2181"/>
                  <a:pt x="1350" y="2181"/>
                  <a:pt x="1350" y="2181"/>
                </a:cubicBezTo>
                <a:cubicBezTo>
                  <a:pt x="1800" y="2181"/>
                  <a:pt x="1800" y="2181"/>
                  <a:pt x="1800" y="2181"/>
                </a:cubicBezTo>
                <a:cubicBezTo>
                  <a:pt x="1800" y="2669"/>
                  <a:pt x="1800" y="2669"/>
                  <a:pt x="1800" y="2669"/>
                </a:cubicBezTo>
                <a:cubicBezTo>
                  <a:pt x="1800" y="2685"/>
                  <a:pt x="1813" y="2698"/>
                  <a:pt x="1829" y="2698"/>
                </a:cubicBezTo>
                <a:cubicBezTo>
                  <a:pt x="1845" y="2698"/>
                  <a:pt x="1858" y="2685"/>
                  <a:pt x="1858" y="2669"/>
                </a:cubicBezTo>
                <a:cubicBezTo>
                  <a:pt x="1858" y="1811"/>
                  <a:pt x="1858" y="1811"/>
                  <a:pt x="1858" y="1811"/>
                </a:cubicBezTo>
                <a:cubicBezTo>
                  <a:pt x="2239" y="1811"/>
                  <a:pt x="2239" y="1811"/>
                  <a:pt x="2239" y="1811"/>
                </a:cubicBezTo>
                <a:cubicBezTo>
                  <a:pt x="2254" y="1811"/>
                  <a:pt x="2267" y="1798"/>
                  <a:pt x="2267" y="1782"/>
                </a:cubicBezTo>
                <a:cubicBezTo>
                  <a:pt x="2267" y="1476"/>
                  <a:pt x="2267" y="1476"/>
                  <a:pt x="2267" y="1476"/>
                </a:cubicBezTo>
                <a:cubicBezTo>
                  <a:pt x="2267" y="1460"/>
                  <a:pt x="2254" y="1447"/>
                  <a:pt x="2239" y="1447"/>
                </a:cubicBezTo>
                <a:cubicBezTo>
                  <a:pt x="2223" y="1447"/>
                  <a:pt x="2210" y="1460"/>
                  <a:pt x="2210" y="1476"/>
                </a:cubicBezTo>
                <a:cubicBezTo>
                  <a:pt x="2210" y="1753"/>
                  <a:pt x="2210" y="1753"/>
                  <a:pt x="2210" y="1753"/>
                </a:cubicBezTo>
                <a:cubicBezTo>
                  <a:pt x="1829" y="1753"/>
                  <a:pt x="1829" y="1753"/>
                  <a:pt x="1829" y="1753"/>
                </a:cubicBezTo>
                <a:cubicBezTo>
                  <a:pt x="1813" y="1753"/>
                  <a:pt x="1800" y="1766"/>
                  <a:pt x="1800" y="1782"/>
                </a:cubicBezTo>
                <a:cubicBezTo>
                  <a:pt x="1800" y="2123"/>
                  <a:pt x="1800" y="2123"/>
                  <a:pt x="1800" y="2123"/>
                </a:cubicBezTo>
                <a:cubicBezTo>
                  <a:pt x="1350" y="2123"/>
                  <a:pt x="1350" y="2123"/>
                  <a:pt x="1350" y="2123"/>
                </a:cubicBezTo>
                <a:cubicBezTo>
                  <a:pt x="1350" y="1369"/>
                  <a:pt x="1350" y="1369"/>
                  <a:pt x="1350" y="1369"/>
                </a:cubicBezTo>
                <a:cubicBezTo>
                  <a:pt x="1870" y="1369"/>
                  <a:pt x="1870" y="1369"/>
                  <a:pt x="1870" y="1369"/>
                </a:cubicBezTo>
                <a:cubicBezTo>
                  <a:pt x="1886" y="1369"/>
                  <a:pt x="1899" y="1356"/>
                  <a:pt x="1899" y="1340"/>
                </a:cubicBezTo>
                <a:cubicBezTo>
                  <a:pt x="1899" y="1060"/>
                  <a:pt x="1899" y="1060"/>
                  <a:pt x="1899" y="1060"/>
                </a:cubicBezTo>
                <a:cubicBezTo>
                  <a:pt x="1899" y="1044"/>
                  <a:pt x="1886" y="1031"/>
                  <a:pt x="1870" y="1031"/>
                </a:cubicBezTo>
                <a:cubicBezTo>
                  <a:pt x="1854" y="1031"/>
                  <a:pt x="1841" y="1044"/>
                  <a:pt x="1841" y="1060"/>
                </a:cubicBezTo>
                <a:cubicBezTo>
                  <a:pt x="1841" y="1311"/>
                  <a:pt x="1841" y="1311"/>
                  <a:pt x="1841" y="1311"/>
                </a:cubicBezTo>
                <a:cubicBezTo>
                  <a:pt x="1350" y="1311"/>
                  <a:pt x="1350" y="1311"/>
                  <a:pt x="1350" y="1311"/>
                </a:cubicBezTo>
                <a:cubicBezTo>
                  <a:pt x="1350" y="660"/>
                  <a:pt x="1350" y="660"/>
                  <a:pt x="1350" y="660"/>
                </a:cubicBezTo>
                <a:cubicBezTo>
                  <a:pt x="1643" y="660"/>
                  <a:pt x="1643" y="660"/>
                  <a:pt x="1643" y="660"/>
                </a:cubicBezTo>
                <a:cubicBezTo>
                  <a:pt x="1659" y="660"/>
                  <a:pt x="1672" y="647"/>
                  <a:pt x="1672" y="631"/>
                </a:cubicBezTo>
                <a:cubicBezTo>
                  <a:pt x="1672" y="615"/>
                  <a:pt x="1659" y="602"/>
                  <a:pt x="1643" y="602"/>
                </a:cubicBezTo>
                <a:cubicBezTo>
                  <a:pt x="1350" y="602"/>
                  <a:pt x="1350" y="602"/>
                  <a:pt x="1350" y="602"/>
                </a:cubicBezTo>
                <a:cubicBezTo>
                  <a:pt x="1350" y="58"/>
                  <a:pt x="1350" y="58"/>
                  <a:pt x="1350" y="58"/>
                </a:cubicBezTo>
                <a:cubicBezTo>
                  <a:pt x="1799" y="58"/>
                  <a:pt x="1799" y="58"/>
                  <a:pt x="1799" y="58"/>
                </a:cubicBezTo>
                <a:cubicBezTo>
                  <a:pt x="1815" y="58"/>
                  <a:pt x="1828" y="45"/>
                  <a:pt x="1828" y="29"/>
                </a:cubicBezTo>
                <a:cubicBezTo>
                  <a:pt x="1828" y="13"/>
                  <a:pt x="1815" y="0"/>
                  <a:pt x="1799" y="0"/>
                </a:cubicBezTo>
              </a:path>
            </a:pathLst>
          </a:custGeom>
          <a:solidFill>
            <a:schemeClr val="accent1">
              <a:alpha val="10000"/>
            </a:schemeClr>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12" name="TextBox 11">
            <a:extLst>
              <a:ext uri="{FF2B5EF4-FFF2-40B4-BE49-F238E27FC236}">
                <a16:creationId xmlns:a16="http://schemas.microsoft.com/office/drawing/2014/main" id="{2D286C11-828A-4F0B-B5E1-F318F95635E1}"/>
              </a:ext>
            </a:extLst>
          </p:cNvPr>
          <p:cNvSpPr txBox="1"/>
          <p:nvPr/>
        </p:nvSpPr>
        <p:spPr>
          <a:xfrm>
            <a:off x="546100" y="540000"/>
            <a:ext cx="671457" cy="621000"/>
          </a:xfrm>
          <a:custGeom>
            <a:avLst/>
            <a:gdLst/>
            <a:ahLst/>
            <a:cxnLst/>
            <a:rect l="l" t="t" r="r" b="b"/>
            <a:pathLst>
              <a:path w="444141" h="410766">
                <a:moveTo>
                  <a:pt x="278979" y="0"/>
                </a:moveTo>
                <a:lnTo>
                  <a:pt x="444141" y="0"/>
                </a:lnTo>
                <a:lnTo>
                  <a:pt x="444141" y="141201"/>
                </a:lnTo>
                <a:cubicBezTo>
                  <a:pt x="444141" y="217649"/>
                  <a:pt x="435298" y="272703"/>
                  <a:pt x="417612" y="306363"/>
                </a:cubicBezTo>
                <a:cubicBezTo>
                  <a:pt x="393080" y="352574"/>
                  <a:pt x="354856" y="387375"/>
                  <a:pt x="302940" y="410766"/>
                </a:cubicBezTo>
                <a:lnTo>
                  <a:pt x="265286" y="350007"/>
                </a:lnTo>
                <a:cubicBezTo>
                  <a:pt x="296094" y="337455"/>
                  <a:pt x="319057" y="317630"/>
                  <a:pt x="334175" y="290531"/>
                </a:cubicBezTo>
                <a:cubicBezTo>
                  <a:pt x="349294" y="263432"/>
                  <a:pt x="357709" y="226206"/>
                  <a:pt x="359420" y="178854"/>
                </a:cubicBezTo>
                <a:lnTo>
                  <a:pt x="278979" y="178854"/>
                </a:lnTo>
                <a:close/>
                <a:moveTo>
                  <a:pt x="13692" y="0"/>
                </a:moveTo>
                <a:lnTo>
                  <a:pt x="178854" y="0"/>
                </a:lnTo>
                <a:lnTo>
                  <a:pt x="178854" y="141201"/>
                </a:lnTo>
                <a:cubicBezTo>
                  <a:pt x="178854" y="217649"/>
                  <a:pt x="170012" y="272703"/>
                  <a:pt x="152326" y="306363"/>
                </a:cubicBezTo>
                <a:cubicBezTo>
                  <a:pt x="127794" y="352574"/>
                  <a:pt x="89570" y="387375"/>
                  <a:pt x="37654" y="410766"/>
                </a:cubicBezTo>
                <a:lnTo>
                  <a:pt x="0" y="350007"/>
                </a:lnTo>
                <a:cubicBezTo>
                  <a:pt x="30808" y="337455"/>
                  <a:pt x="53771" y="317630"/>
                  <a:pt x="68889" y="290531"/>
                </a:cubicBezTo>
                <a:cubicBezTo>
                  <a:pt x="84007" y="263432"/>
                  <a:pt x="92422" y="226206"/>
                  <a:pt x="94134" y="178854"/>
                </a:cubicBezTo>
                <a:lnTo>
                  <a:pt x="13692" y="178854"/>
                </a:lnTo>
                <a:close/>
              </a:path>
            </a:pathLst>
          </a:custGeom>
          <a:solidFill>
            <a:schemeClr val="accent1"/>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GB" sz="13800" dirty="0">
              <a:solidFill>
                <a:srgbClr val="B59E5F"/>
              </a:solidFill>
            </a:endParaRPr>
          </a:p>
        </p:txBody>
      </p:sp>
      <p:sp>
        <p:nvSpPr>
          <p:cNvPr id="10" name="Slide Number Placeholder 5">
            <a:extLst>
              <a:ext uri="{FF2B5EF4-FFF2-40B4-BE49-F238E27FC236}">
                <a16:creationId xmlns:a16="http://schemas.microsoft.com/office/drawing/2014/main" id="{EC1452B3-DE1E-4026-AA15-5B9EE12B4B22}"/>
              </a:ext>
            </a:extLst>
          </p:cNvPr>
          <p:cNvSpPr>
            <a:spLocks noGrp="1"/>
          </p:cNvSpPr>
          <p:nvPr>
            <p:ph type="sldNum" sz="quarter" idx="4"/>
          </p:nvPr>
        </p:nvSpPr>
        <p:spPr>
          <a:xfrm>
            <a:off x="11326690" y="6434112"/>
            <a:ext cx="595310" cy="153888"/>
          </a:xfrm>
          <a:prstGeom prst="rect">
            <a:avLst/>
          </a:prstGeom>
        </p:spPr>
        <p:txBody>
          <a:bodyPr lIns="0" tIns="0" rIns="0" bIns="0" anchor="t" anchorCtr="0">
            <a:noAutofit/>
          </a:bodyPr>
          <a:lstStyle>
            <a:lvl1pPr algn="r">
              <a:defRPr sz="900">
                <a:solidFill>
                  <a:srgbClr val="3F1A01"/>
                </a:solidFill>
              </a:defRPr>
            </a:lvl1pPr>
          </a:lstStyle>
          <a:p>
            <a:fld id="{6DBC486D-4FAB-B746-8B02-8D7C842291C6}" type="slidenum">
              <a:rPr lang="en-US" smtClean="0"/>
              <a:pPr/>
              <a:t>‹#›</a:t>
            </a:fld>
            <a:endParaRPr lang="en-US" dirty="0"/>
          </a:p>
        </p:txBody>
      </p:sp>
    </p:spTree>
    <p:extLst>
      <p:ext uri="{BB962C8B-B14F-4D97-AF65-F5344CB8AC3E}">
        <p14:creationId xmlns:p14="http://schemas.microsoft.com/office/powerpoint/2010/main" val="3343663154"/>
      </p:ext>
    </p:extLst>
  </p:cSld>
  <p:clrMapOvr>
    <a:masterClrMapping/>
  </p:clrMapOvr>
  <p:hf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Quote - Light Grey v2">
    <p:bg>
      <p:bgPr>
        <a:solidFill>
          <a:srgbClr val="B2B2B2"/>
        </a:solidFill>
        <a:effectLst/>
      </p:bgPr>
    </p:bg>
    <p:spTree>
      <p:nvGrpSpPr>
        <p:cNvPr id="1" name=""/>
        <p:cNvGrpSpPr/>
        <p:nvPr/>
      </p:nvGrpSpPr>
      <p:grpSpPr>
        <a:xfrm>
          <a:off x="0" y="0"/>
          <a:ext cx="0" cy="0"/>
          <a:chOff x="0" y="0"/>
          <a:chExt cx="0" cy="0"/>
        </a:xfrm>
      </p:grpSpPr>
      <p:pic>
        <p:nvPicPr>
          <p:cNvPr id="8" name="Picture 7" descr="Shape&#10;&#10;Description automatically generated with medium confidence">
            <a:extLst>
              <a:ext uri="{FF2B5EF4-FFF2-40B4-BE49-F238E27FC236}">
                <a16:creationId xmlns:a16="http://schemas.microsoft.com/office/drawing/2014/main" id="{AD0AAC3D-2AA7-42DE-9D30-35663FC7DF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8464564-6547-498D-A220-7B346E5B1408}"/>
              </a:ext>
            </a:extLst>
          </p:cNvPr>
          <p:cNvSpPr>
            <a:spLocks noGrp="1"/>
          </p:cNvSpPr>
          <p:nvPr>
            <p:ph type="title"/>
          </p:nvPr>
        </p:nvSpPr>
        <p:spPr>
          <a:xfrm>
            <a:off x="1219200" y="1485000"/>
            <a:ext cx="6642100" cy="2429818"/>
          </a:xfrm>
        </p:spPr>
        <p:txBody>
          <a:bodyPr anchor="b">
            <a:normAutofit/>
          </a:bodyPr>
          <a:lstStyle>
            <a:lvl1pPr>
              <a:defRPr sz="6000" b="0" i="1">
                <a:solidFill>
                  <a:srgbClr val="3F1A01"/>
                </a:solidFill>
                <a:latin typeface="Times New Roman" panose="02020603050405020304" pitchFamily="18" charset="0"/>
                <a:cs typeface="Times New Roman" panose="02020603050405020304" pitchFamily="18" charset="0"/>
              </a:defRPr>
            </a:lvl1p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1592638D-BCB6-4F07-9847-FBAA9B3609B5}"/>
              </a:ext>
            </a:extLst>
          </p:cNvPr>
          <p:cNvSpPr>
            <a:spLocks noGrp="1"/>
          </p:cNvSpPr>
          <p:nvPr>
            <p:ph type="body" idx="1"/>
          </p:nvPr>
        </p:nvSpPr>
        <p:spPr>
          <a:xfrm>
            <a:off x="1219200" y="4238818"/>
            <a:ext cx="6642100" cy="1203175"/>
          </a:xfrm>
          <a:prstGeom prst="rect">
            <a:avLst/>
          </a:prstGeom>
        </p:spPr>
        <p:txBody>
          <a:bodyPr/>
          <a:lstStyle>
            <a:lvl1pPr marL="0" indent="0">
              <a:buNone/>
              <a:defRPr sz="1600">
                <a:solidFill>
                  <a:srgbClr val="3F1A01"/>
                </a:solidFill>
                <a:latin typeface="+mn-lt"/>
                <a:cs typeface="Times New Roman" panose="02020603050405020304" pitchFamily="18"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6" name="Freeform 9">
            <a:extLst>
              <a:ext uri="{FF2B5EF4-FFF2-40B4-BE49-F238E27FC236}">
                <a16:creationId xmlns:a16="http://schemas.microsoft.com/office/drawing/2014/main" id="{C2D8A25E-CAAF-4846-8D8A-7A9026C78018}"/>
              </a:ext>
            </a:extLst>
          </p:cNvPr>
          <p:cNvSpPr>
            <a:spLocks noEditPoints="1"/>
          </p:cNvSpPr>
          <p:nvPr/>
        </p:nvSpPr>
        <p:spPr bwMode="auto">
          <a:xfrm>
            <a:off x="8102600" y="-2176101"/>
            <a:ext cx="8385175" cy="9817101"/>
          </a:xfrm>
          <a:custGeom>
            <a:avLst/>
            <a:gdLst>
              <a:gd name="T0" fmla="*/ 276 w 2642"/>
              <a:gd name="T1" fmla="*/ 2871 h 3094"/>
              <a:gd name="T2" fmla="*/ 588 w 2642"/>
              <a:gd name="T3" fmla="*/ 2871 h 3094"/>
              <a:gd name="T4" fmla="*/ 2083 w 2642"/>
              <a:gd name="T5" fmla="*/ 2843 h 3094"/>
              <a:gd name="T6" fmla="*/ 2338 w 2642"/>
              <a:gd name="T7" fmla="*/ 2900 h 3094"/>
              <a:gd name="T8" fmla="*/ 29 w 2642"/>
              <a:gd name="T9" fmla="*/ 1219 h 3094"/>
              <a:gd name="T10" fmla="*/ 29 w 2642"/>
              <a:gd name="T11" fmla="*/ 2444 h 3094"/>
              <a:gd name="T12" fmla="*/ 559 w 2642"/>
              <a:gd name="T13" fmla="*/ 2386 h 3094"/>
              <a:gd name="T14" fmla="*/ 29 w 2642"/>
              <a:gd name="T15" fmla="*/ 1219 h 3094"/>
              <a:gd name="T16" fmla="*/ 2584 w 2642"/>
              <a:gd name="T17" fmla="*/ 2386 h 3094"/>
              <a:gd name="T18" fmla="*/ 2083 w 2642"/>
              <a:gd name="T19" fmla="*/ 2444 h 3094"/>
              <a:gd name="T20" fmla="*/ 2642 w 2642"/>
              <a:gd name="T21" fmla="*/ 1248 h 3094"/>
              <a:gd name="T22" fmla="*/ 210 w 2642"/>
              <a:gd name="T23" fmla="*/ 292 h 3094"/>
              <a:gd name="T24" fmla="*/ 210 w 2642"/>
              <a:gd name="T25" fmla="*/ 970 h 3094"/>
              <a:gd name="T26" fmla="*/ 559 w 2642"/>
              <a:gd name="T27" fmla="*/ 912 h 3094"/>
              <a:gd name="T28" fmla="*/ 658 w 2642"/>
              <a:gd name="T29" fmla="*/ 350 h 3094"/>
              <a:gd name="T30" fmla="*/ 2432 w 2642"/>
              <a:gd name="T31" fmla="*/ 292 h 3094"/>
              <a:gd name="T32" fmla="*/ 1984 w 2642"/>
              <a:gd name="T33" fmla="*/ 350 h 3094"/>
              <a:gd name="T34" fmla="*/ 2083 w 2642"/>
              <a:gd name="T35" fmla="*/ 912 h 3094"/>
              <a:gd name="T36" fmla="*/ 2432 w 2642"/>
              <a:gd name="T37" fmla="*/ 970 h 3094"/>
              <a:gd name="T38" fmla="*/ 2432 w 2642"/>
              <a:gd name="T39" fmla="*/ 292 h 3094"/>
              <a:gd name="T40" fmla="*/ 814 w 2642"/>
              <a:gd name="T41" fmla="*/ 29 h 3094"/>
              <a:gd name="T42" fmla="*/ 1292 w 2642"/>
              <a:gd name="T43" fmla="*/ 602 h 3094"/>
              <a:gd name="T44" fmla="*/ 989 w 2642"/>
              <a:gd name="T45" fmla="*/ 660 h 3094"/>
              <a:gd name="T46" fmla="*/ 801 w 2642"/>
              <a:gd name="T47" fmla="*/ 1311 h 3094"/>
              <a:gd name="T48" fmla="*/ 743 w 2642"/>
              <a:gd name="T49" fmla="*/ 1060 h 3094"/>
              <a:gd name="T50" fmla="*/ 1292 w 2642"/>
              <a:gd name="T51" fmla="*/ 1369 h 3094"/>
              <a:gd name="T52" fmla="*/ 842 w 2642"/>
              <a:gd name="T53" fmla="*/ 1782 h 3094"/>
              <a:gd name="T54" fmla="*/ 433 w 2642"/>
              <a:gd name="T55" fmla="*/ 1476 h 3094"/>
              <a:gd name="T56" fmla="*/ 375 w 2642"/>
              <a:gd name="T57" fmla="*/ 1782 h 3094"/>
              <a:gd name="T58" fmla="*/ 784 w 2642"/>
              <a:gd name="T59" fmla="*/ 2669 h 3094"/>
              <a:gd name="T60" fmla="*/ 842 w 2642"/>
              <a:gd name="T61" fmla="*/ 2181 h 3094"/>
              <a:gd name="T62" fmla="*/ 921 w 2642"/>
              <a:gd name="T63" fmla="*/ 3036 h 3094"/>
              <a:gd name="T64" fmla="*/ 1321 w 2642"/>
              <a:gd name="T65" fmla="*/ 3094 h 3094"/>
              <a:gd name="T66" fmla="*/ 1722 w 2642"/>
              <a:gd name="T67" fmla="*/ 3036 h 3094"/>
              <a:gd name="T68" fmla="*/ 1800 w 2642"/>
              <a:gd name="T69" fmla="*/ 2181 h 3094"/>
              <a:gd name="T70" fmla="*/ 1858 w 2642"/>
              <a:gd name="T71" fmla="*/ 2669 h 3094"/>
              <a:gd name="T72" fmla="*/ 2267 w 2642"/>
              <a:gd name="T73" fmla="*/ 1782 h 3094"/>
              <a:gd name="T74" fmla="*/ 2210 w 2642"/>
              <a:gd name="T75" fmla="*/ 1476 h 3094"/>
              <a:gd name="T76" fmla="*/ 1800 w 2642"/>
              <a:gd name="T77" fmla="*/ 1782 h 3094"/>
              <a:gd name="T78" fmla="*/ 1350 w 2642"/>
              <a:gd name="T79" fmla="*/ 1369 h 3094"/>
              <a:gd name="T80" fmla="*/ 1899 w 2642"/>
              <a:gd name="T81" fmla="*/ 1060 h 3094"/>
              <a:gd name="T82" fmla="*/ 1841 w 2642"/>
              <a:gd name="T83" fmla="*/ 1311 h 3094"/>
              <a:gd name="T84" fmla="*/ 1643 w 2642"/>
              <a:gd name="T85" fmla="*/ 660 h 3094"/>
              <a:gd name="T86" fmla="*/ 1350 w 2642"/>
              <a:gd name="T87" fmla="*/ 602 h 3094"/>
              <a:gd name="T88" fmla="*/ 1828 w 2642"/>
              <a:gd name="T89" fmla="*/ 29 h 30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642" h="3094">
                <a:moveTo>
                  <a:pt x="559" y="2843"/>
                </a:moveTo>
                <a:cubicBezTo>
                  <a:pt x="305" y="2843"/>
                  <a:pt x="305" y="2843"/>
                  <a:pt x="305" y="2843"/>
                </a:cubicBezTo>
                <a:cubicBezTo>
                  <a:pt x="289" y="2843"/>
                  <a:pt x="276" y="2856"/>
                  <a:pt x="276" y="2871"/>
                </a:cubicBezTo>
                <a:cubicBezTo>
                  <a:pt x="276" y="2887"/>
                  <a:pt x="289" y="2900"/>
                  <a:pt x="305" y="2900"/>
                </a:cubicBezTo>
                <a:cubicBezTo>
                  <a:pt x="559" y="2900"/>
                  <a:pt x="559" y="2900"/>
                  <a:pt x="559" y="2900"/>
                </a:cubicBezTo>
                <a:cubicBezTo>
                  <a:pt x="575" y="2900"/>
                  <a:pt x="588" y="2887"/>
                  <a:pt x="588" y="2871"/>
                </a:cubicBezTo>
                <a:cubicBezTo>
                  <a:pt x="588" y="2856"/>
                  <a:pt x="575" y="2843"/>
                  <a:pt x="559" y="2843"/>
                </a:cubicBezTo>
                <a:moveTo>
                  <a:pt x="2338" y="2843"/>
                </a:moveTo>
                <a:cubicBezTo>
                  <a:pt x="2083" y="2843"/>
                  <a:pt x="2083" y="2843"/>
                  <a:pt x="2083" y="2843"/>
                </a:cubicBezTo>
                <a:cubicBezTo>
                  <a:pt x="2068" y="2843"/>
                  <a:pt x="2055" y="2856"/>
                  <a:pt x="2055" y="2871"/>
                </a:cubicBezTo>
                <a:cubicBezTo>
                  <a:pt x="2055" y="2887"/>
                  <a:pt x="2068" y="2900"/>
                  <a:pt x="2083" y="2900"/>
                </a:cubicBezTo>
                <a:cubicBezTo>
                  <a:pt x="2338" y="2900"/>
                  <a:pt x="2338" y="2900"/>
                  <a:pt x="2338" y="2900"/>
                </a:cubicBezTo>
                <a:cubicBezTo>
                  <a:pt x="2354" y="2900"/>
                  <a:pt x="2366" y="2887"/>
                  <a:pt x="2366" y="2871"/>
                </a:cubicBezTo>
                <a:cubicBezTo>
                  <a:pt x="2366" y="2856"/>
                  <a:pt x="2354" y="2843"/>
                  <a:pt x="2338" y="2843"/>
                </a:cubicBezTo>
                <a:moveTo>
                  <a:pt x="29" y="1219"/>
                </a:moveTo>
                <a:cubicBezTo>
                  <a:pt x="13" y="1219"/>
                  <a:pt x="0" y="1232"/>
                  <a:pt x="0" y="1248"/>
                </a:cubicBezTo>
                <a:cubicBezTo>
                  <a:pt x="0" y="2415"/>
                  <a:pt x="0" y="2415"/>
                  <a:pt x="0" y="2415"/>
                </a:cubicBezTo>
                <a:cubicBezTo>
                  <a:pt x="0" y="2431"/>
                  <a:pt x="13" y="2444"/>
                  <a:pt x="29" y="2444"/>
                </a:cubicBezTo>
                <a:cubicBezTo>
                  <a:pt x="559" y="2444"/>
                  <a:pt x="559" y="2444"/>
                  <a:pt x="559" y="2444"/>
                </a:cubicBezTo>
                <a:cubicBezTo>
                  <a:pt x="575" y="2444"/>
                  <a:pt x="588" y="2431"/>
                  <a:pt x="588" y="2415"/>
                </a:cubicBezTo>
                <a:cubicBezTo>
                  <a:pt x="588" y="2399"/>
                  <a:pt x="575" y="2386"/>
                  <a:pt x="559" y="2386"/>
                </a:cubicBezTo>
                <a:cubicBezTo>
                  <a:pt x="58" y="2386"/>
                  <a:pt x="58" y="2386"/>
                  <a:pt x="58" y="2386"/>
                </a:cubicBezTo>
                <a:cubicBezTo>
                  <a:pt x="58" y="1248"/>
                  <a:pt x="58" y="1248"/>
                  <a:pt x="58" y="1248"/>
                </a:cubicBezTo>
                <a:cubicBezTo>
                  <a:pt x="58" y="1232"/>
                  <a:pt x="45" y="1219"/>
                  <a:pt x="29" y="1219"/>
                </a:cubicBezTo>
                <a:moveTo>
                  <a:pt x="2613" y="1219"/>
                </a:moveTo>
                <a:cubicBezTo>
                  <a:pt x="2597" y="1219"/>
                  <a:pt x="2584" y="1232"/>
                  <a:pt x="2584" y="1248"/>
                </a:cubicBezTo>
                <a:cubicBezTo>
                  <a:pt x="2584" y="2386"/>
                  <a:pt x="2584" y="2386"/>
                  <a:pt x="2584" y="2386"/>
                </a:cubicBezTo>
                <a:cubicBezTo>
                  <a:pt x="2083" y="2386"/>
                  <a:pt x="2083" y="2386"/>
                  <a:pt x="2083" y="2386"/>
                </a:cubicBezTo>
                <a:cubicBezTo>
                  <a:pt x="2067" y="2386"/>
                  <a:pt x="2055" y="2399"/>
                  <a:pt x="2055" y="2415"/>
                </a:cubicBezTo>
                <a:cubicBezTo>
                  <a:pt x="2055" y="2431"/>
                  <a:pt x="2067" y="2444"/>
                  <a:pt x="2083" y="2444"/>
                </a:cubicBezTo>
                <a:cubicBezTo>
                  <a:pt x="2613" y="2444"/>
                  <a:pt x="2613" y="2444"/>
                  <a:pt x="2613" y="2444"/>
                </a:cubicBezTo>
                <a:cubicBezTo>
                  <a:pt x="2629" y="2444"/>
                  <a:pt x="2642" y="2431"/>
                  <a:pt x="2642" y="2415"/>
                </a:cubicBezTo>
                <a:cubicBezTo>
                  <a:pt x="2642" y="1248"/>
                  <a:pt x="2642" y="1248"/>
                  <a:pt x="2642" y="1248"/>
                </a:cubicBezTo>
                <a:cubicBezTo>
                  <a:pt x="2642" y="1232"/>
                  <a:pt x="2629" y="1219"/>
                  <a:pt x="2613" y="1219"/>
                </a:cubicBezTo>
                <a:moveTo>
                  <a:pt x="658" y="292"/>
                </a:moveTo>
                <a:cubicBezTo>
                  <a:pt x="210" y="292"/>
                  <a:pt x="210" y="292"/>
                  <a:pt x="210" y="292"/>
                </a:cubicBezTo>
                <a:cubicBezTo>
                  <a:pt x="194" y="292"/>
                  <a:pt x="181" y="305"/>
                  <a:pt x="181" y="321"/>
                </a:cubicBezTo>
                <a:cubicBezTo>
                  <a:pt x="181" y="941"/>
                  <a:pt x="181" y="941"/>
                  <a:pt x="181" y="941"/>
                </a:cubicBezTo>
                <a:cubicBezTo>
                  <a:pt x="181" y="957"/>
                  <a:pt x="194" y="970"/>
                  <a:pt x="210" y="970"/>
                </a:cubicBezTo>
                <a:cubicBezTo>
                  <a:pt x="559" y="970"/>
                  <a:pt x="559" y="970"/>
                  <a:pt x="559" y="970"/>
                </a:cubicBezTo>
                <a:cubicBezTo>
                  <a:pt x="575" y="970"/>
                  <a:pt x="588" y="957"/>
                  <a:pt x="588" y="941"/>
                </a:cubicBezTo>
                <a:cubicBezTo>
                  <a:pt x="588" y="925"/>
                  <a:pt x="575" y="912"/>
                  <a:pt x="559" y="912"/>
                </a:cubicBezTo>
                <a:cubicBezTo>
                  <a:pt x="239" y="912"/>
                  <a:pt x="239" y="912"/>
                  <a:pt x="239" y="912"/>
                </a:cubicBezTo>
                <a:cubicBezTo>
                  <a:pt x="239" y="350"/>
                  <a:pt x="239" y="350"/>
                  <a:pt x="239" y="350"/>
                </a:cubicBezTo>
                <a:cubicBezTo>
                  <a:pt x="658" y="350"/>
                  <a:pt x="658" y="350"/>
                  <a:pt x="658" y="350"/>
                </a:cubicBezTo>
                <a:cubicBezTo>
                  <a:pt x="674" y="350"/>
                  <a:pt x="687" y="337"/>
                  <a:pt x="687" y="321"/>
                </a:cubicBezTo>
                <a:cubicBezTo>
                  <a:pt x="687" y="305"/>
                  <a:pt x="674" y="292"/>
                  <a:pt x="658" y="292"/>
                </a:cubicBezTo>
                <a:moveTo>
                  <a:pt x="2432" y="292"/>
                </a:moveTo>
                <a:cubicBezTo>
                  <a:pt x="1984" y="292"/>
                  <a:pt x="1984" y="292"/>
                  <a:pt x="1984" y="292"/>
                </a:cubicBezTo>
                <a:cubicBezTo>
                  <a:pt x="1968" y="292"/>
                  <a:pt x="1955" y="305"/>
                  <a:pt x="1955" y="321"/>
                </a:cubicBezTo>
                <a:cubicBezTo>
                  <a:pt x="1955" y="337"/>
                  <a:pt x="1968" y="350"/>
                  <a:pt x="1984" y="350"/>
                </a:cubicBezTo>
                <a:cubicBezTo>
                  <a:pt x="2403" y="350"/>
                  <a:pt x="2403" y="350"/>
                  <a:pt x="2403" y="350"/>
                </a:cubicBezTo>
                <a:cubicBezTo>
                  <a:pt x="2403" y="912"/>
                  <a:pt x="2403" y="912"/>
                  <a:pt x="2403" y="912"/>
                </a:cubicBezTo>
                <a:cubicBezTo>
                  <a:pt x="2083" y="912"/>
                  <a:pt x="2083" y="912"/>
                  <a:pt x="2083" y="912"/>
                </a:cubicBezTo>
                <a:cubicBezTo>
                  <a:pt x="2068" y="912"/>
                  <a:pt x="2055" y="925"/>
                  <a:pt x="2055" y="941"/>
                </a:cubicBezTo>
                <a:cubicBezTo>
                  <a:pt x="2055" y="957"/>
                  <a:pt x="2068" y="970"/>
                  <a:pt x="2083" y="970"/>
                </a:cubicBezTo>
                <a:cubicBezTo>
                  <a:pt x="2432" y="970"/>
                  <a:pt x="2432" y="970"/>
                  <a:pt x="2432" y="970"/>
                </a:cubicBezTo>
                <a:cubicBezTo>
                  <a:pt x="2448" y="970"/>
                  <a:pt x="2461" y="957"/>
                  <a:pt x="2461" y="941"/>
                </a:cubicBezTo>
                <a:cubicBezTo>
                  <a:pt x="2461" y="321"/>
                  <a:pt x="2461" y="321"/>
                  <a:pt x="2461" y="321"/>
                </a:cubicBezTo>
                <a:cubicBezTo>
                  <a:pt x="2461" y="305"/>
                  <a:pt x="2448" y="292"/>
                  <a:pt x="2432" y="292"/>
                </a:cubicBezTo>
                <a:moveTo>
                  <a:pt x="1799" y="0"/>
                </a:moveTo>
                <a:cubicBezTo>
                  <a:pt x="843" y="0"/>
                  <a:pt x="843" y="0"/>
                  <a:pt x="843" y="0"/>
                </a:cubicBezTo>
                <a:cubicBezTo>
                  <a:pt x="827" y="0"/>
                  <a:pt x="814" y="13"/>
                  <a:pt x="814" y="29"/>
                </a:cubicBezTo>
                <a:cubicBezTo>
                  <a:pt x="814" y="45"/>
                  <a:pt x="827" y="58"/>
                  <a:pt x="843" y="58"/>
                </a:cubicBezTo>
                <a:cubicBezTo>
                  <a:pt x="1292" y="58"/>
                  <a:pt x="1292" y="58"/>
                  <a:pt x="1292" y="58"/>
                </a:cubicBezTo>
                <a:cubicBezTo>
                  <a:pt x="1292" y="602"/>
                  <a:pt x="1292" y="602"/>
                  <a:pt x="1292" y="602"/>
                </a:cubicBezTo>
                <a:cubicBezTo>
                  <a:pt x="989" y="602"/>
                  <a:pt x="989" y="602"/>
                  <a:pt x="989" y="602"/>
                </a:cubicBezTo>
                <a:cubicBezTo>
                  <a:pt x="973" y="602"/>
                  <a:pt x="960" y="615"/>
                  <a:pt x="960" y="631"/>
                </a:cubicBezTo>
                <a:cubicBezTo>
                  <a:pt x="960" y="647"/>
                  <a:pt x="973" y="660"/>
                  <a:pt x="989" y="660"/>
                </a:cubicBezTo>
                <a:cubicBezTo>
                  <a:pt x="1292" y="660"/>
                  <a:pt x="1292" y="660"/>
                  <a:pt x="1292" y="660"/>
                </a:cubicBezTo>
                <a:cubicBezTo>
                  <a:pt x="1292" y="1311"/>
                  <a:pt x="1292" y="1311"/>
                  <a:pt x="1292" y="1311"/>
                </a:cubicBezTo>
                <a:cubicBezTo>
                  <a:pt x="801" y="1311"/>
                  <a:pt x="801" y="1311"/>
                  <a:pt x="801" y="1311"/>
                </a:cubicBezTo>
                <a:cubicBezTo>
                  <a:pt x="801" y="1060"/>
                  <a:pt x="801" y="1060"/>
                  <a:pt x="801" y="1060"/>
                </a:cubicBezTo>
                <a:cubicBezTo>
                  <a:pt x="801" y="1044"/>
                  <a:pt x="788" y="1031"/>
                  <a:pt x="772" y="1031"/>
                </a:cubicBezTo>
                <a:cubicBezTo>
                  <a:pt x="756" y="1031"/>
                  <a:pt x="743" y="1044"/>
                  <a:pt x="743" y="1060"/>
                </a:cubicBezTo>
                <a:cubicBezTo>
                  <a:pt x="743" y="1340"/>
                  <a:pt x="743" y="1340"/>
                  <a:pt x="743" y="1340"/>
                </a:cubicBezTo>
                <a:cubicBezTo>
                  <a:pt x="743" y="1356"/>
                  <a:pt x="756" y="1369"/>
                  <a:pt x="772" y="1369"/>
                </a:cubicBezTo>
                <a:cubicBezTo>
                  <a:pt x="1292" y="1369"/>
                  <a:pt x="1292" y="1369"/>
                  <a:pt x="1292" y="1369"/>
                </a:cubicBezTo>
                <a:cubicBezTo>
                  <a:pt x="1292" y="2123"/>
                  <a:pt x="1292" y="2123"/>
                  <a:pt x="1292" y="2123"/>
                </a:cubicBezTo>
                <a:cubicBezTo>
                  <a:pt x="842" y="2123"/>
                  <a:pt x="842" y="2123"/>
                  <a:pt x="842" y="2123"/>
                </a:cubicBezTo>
                <a:cubicBezTo>
                  <a:pt x="842" y="1782"/>
                  <a:pt x="842" y="1782"/>
                  <a:pt x="842" y="1782"/>
                </a:cubicBezTo>
                <a:cubicBezTo>
                  <a:pt x="842" y="1766"/>
                  <a:pt x="829" y="1753"/>
                  <a:pt x="813" y="1753"/>
                </a:cubicBezTo>
                <a:cubicBezTo>
                  <a:pt x="433" y="1753"/>
                  <a:pt x="433" y="1753"/>
                  <a:pt x="433" y="1753"/>
                </a:cubicBezTo>
                <a:cubicBezTo>
                  <a:pt x="433" y="1476"/>
                  <a:pt x="433" y="1476"/>
                  <a:pt x="433" y="1476"/>
                </a:cubicBezTo>
                <a:cubicBezTo>
                  <a:pt x="433" y="1460"/>
                  <a:pt x="420" y="1447"/>
                  <a:pt x="404" y="1447"/>
                </a:cubicBezTo>
                <a:cubicBezTo>
                  <a:pt x="388" y="1447"/>
                  <a:pt x="375" y="1460"/>
                  <a:pt x="375" y="1476"/>
                </a:cubicBezTo>
                <a:cubicBezTo>
                  <a:pt x="375" y="1782"/>
                  <a:pt x="375" y="1782"/>
                  <a:pt x="375" y="1782"/>
                </a:cubicBezTo>
                <a:cubicBezTo>
                  <a:pt x="375" y="1798"/>
                  <a:pt x="388" y="1811"/>
                  <a:pt x="404" y="1811"/>
                </a:cubicBezTo>
                <a:cubicBezTo>
                  <a:pt x="784" y="1811"/>
                  <a:pt x="784" y="1811"/>
                  <a:pt x="784" y="1811"/>
                </a:cubicBezTo>
                <a:cubicBezTo>
                  <a:pt x="784" y="2669"/>
                  <a:pt x="784" y="2669"/>
                  <a:pt x="784" y="2669"/>
                </a:cubicBezTo>
                <a:cubicBezTo>
                  <a:pt x="784" y="2685"/>
                  <a:pt x="797" y="2698"/>
                  <a:pt x="813" y="2698"/>
                </a:cubicBezTo>
                <a:cubicBezTo>
                  <a:pt x="829" y="2698"/>
                  <a:pt x="842" y="2685"/>
                  <a:pt x="842" y="2669"/>
                </a:cubicBezTo>
                <a:cubicBezTo>
                  <a:pt x="842" y="2181"/>
                  <a:pt x="842" y="2181"/>
                  <a:pt x="842" y="2181"/>
                </a:cubicBezTo>
                <a:cubicBezTo>
                  <a:pt x="1292" y="2181"/>
                  <a:pt x="1292" y="2181"/>
                  <a:pt x="1292" y="2181"/>
                </a:cubicBezTo>
                <a:cubicBezTo>
                  <a:pt x="1292" y="3036"/>
                  <a:pt x="1292" y="3036"/>
                  <a:pt x="1292" y="3036"/>
                </a:cubicBezTo>
                <a:cubicBezTo>
                  <a:pt x="921" y="3036"/>
                  <a:pt x="921" y="3036"/>
                  <a:pt x="921" y="3036"/>
                </a:cubicBezTo>
                <a:cubicBezTo>
                  <a:pt x="905" y="3036"/>
                  <a:pt x="892" y="3049"/>
                  <a:pt x="892" y="3065"/>
                </a:cubicBezTo>
                <a:cubicBezTo>
                  <a:pt x="892" y="3081"/>
                  <a:pt x="905" y="3094"/>
                  <a:pt x="921" y="3094"/>
                </a:cubicBezTo>
                <a:cubicBezTo>
                  <a:pt x="1321" y="3094"/>
                  <a:pt x="1321" y="3094"/>
                  <a:pt x="1321" y="3094"/>
                </a:cubicBezTo>
                <a:cubicBezTo>
                  <a:pt x="1722" y="3094"/>
                  <a:pt x="1722" y="3094"/>
                  <a:pt x="1722" y="3094"/>
                </a:cubicBezTo>
                <a:cubicBezTo>
                  <a:pt x="1738" y="3094"/>
                  <a:pt x="1751" y="3081"/>
                  <a:pt x="1751" y="3065"/>
                </a:cubicBezTo>
                <a:cubicBezTo>
                  <a:pt x="1751" y="3049"/>
                  <a:pt x="1738" y="3036"/>
                  <a:pt x="1722" y="3036"/>
                </a:cubicBezTo>
                <a:cubicBezTo>
                  <a:pt x="1350" y="3036"/>
                  <a:pt x="1350" y="3036"/>
                  <a:pt x="1350" y="3036"/>
                </a:cubicBezTo>
                <a:cubicBezTo>
                  <a:pt x="1350" y="2181"/>
                  <a:pt x="1350" y="2181"/>
                  <a:pt x="1350" y="2181"/>
                </a:cubicBezTo>
                <a:cubicBezTo>
                  <a:pt x="1800" y="2181"/>
                  <a:pt x="1800" y="2181"/>
                  <a:pt x="1800" y="2181"/>
                </a:cubicBezTo>
                <a:cubicBezTo>
                  <a:pt x="1800" y="2669"/>
                  <a:pt x="1800" y="2669"/>
                  <a:pt x="1800" y="2669"/>
                </a:cubicBezTo>
                <a:cubicBezTo>
                  <a:pt x="1800" y="2685"/>
                  <a:pt x="1813" y="2698"/>
                  <a:pt x="1829" y="2698"/>
                </a:cubicBezTo>
                <a:cubicBezTo>
                  <a:pt x="1845" y="2698"/>
                  <a:pt x="1858" y="2685"/>
                  <a:pt x="1858" y="2669"/>
                </a:cubicBezTo>
                <a:cubicBezTo>
                  <a:pt x="1858" y="1811"/>
                  <a:pt x="1858" y="1811"/>
                  <a:pt x="1858" y="1811"/>
                </a:cubicBezTo>
                <a:cubicBezTo>
                  <a:pt x="2239" y="1811"/>
                  <a:pt x="2239" y="1811"/>
                  <a:pt x="2239" y="1811"/>
                </a:cubicBezTo>
                <a:cubicBezTo>
                  <a:pt x="2254" y="1811"/>
                  <a:pt x="2267" y="1798"/>
                  <a:pt x="2267" y="1782"/>
                </a:cubicBezTo>
                <a:cubicBezTo>
                  <a:pt x="2267" y="1476"/>
                  <a:pt x="2267" y="1476"/>
                  <a:pt x="2267" y="1476"/>
                </a:cubicBezTo>
                <a:cubicBezTo>
                  <a:pt x="2267" y="1460"/>
                  <a:pt x="2254" y="1447"/>
                  <a:pt x="2239" y="1447"/>
                </a:cubicBezTo>
                <a:cubicBezTo>
                  <a:pt x="2223" y="1447"/>
                  <a:pt x="2210" y="1460"/>
                  <a:pt x="2210" y="1476"/>
                </a:cubicBezTo>
                <a:cubicBezTo>
                  <a:pt x="2210" y="1753"/>
                  <a:pt x="2210" y="1753"/>
                  <a:pt x="2210" y="1753"/>
                </a:cubicBezTo>
                <a:cubicBezTo>
                  <a:pt x="1829" y="1753"/>
                  <a:pt x="1829" y="1753"/>
                  <a:pt x="1829" y="1753"/>
                </a:cubicBezTo>
                <a:cubicBezTo>
                  <a:pt x="1813" y="1753"/>
                  <a:pt x="1800" y="1766"/>
                  <a:pt x="1800" y="1782"/>
                </a:cubicBezTo>
                <a:cubicBezTo>
                  <a:pt x="1800" y="2123"/>
                  <a:pt x="1800" y="2123"/>
                  <a:pt x="1800" y="2123"/>
                </a:cubicBezTo>
                <a:cubicBezTo>
                  <a:pt x="1350" y="2123"/>
                  <a:pt x="1350" y="2123"/>
                  <a:pt x="1350" y="2123"/>
                </a:cubicBezTo>
                <a:cubicBezTo>
                  <a:pt x="1350" y="1369"/>
                  <a:pt x="1350" y="1369"/>
                  <a:pt x="1350" y="1369"/>
                </a:cubicBezTo>
                <a:cubicBezTo>
                  <a:pt x="1870" y="1369"/>
                  <a:pt x="1870" y="1369"/>
                  <a:pt x="1870" y="1369"/>
                </a:cubicBezTo>
                <a:cubicBezTo>
                  <a:pt x="1886" y="1369"/>
                  <a:pt x="1899" y="1356"/>
                  <a:pt x="1899" y="1340"/>
                </a:cubicBezTo>
                <a:cubicBezTo>
                  <a:pt x="1899" y="1060"/>
                  <a:pt x="1899" y="1060"/>
                  <a:pt x="1899" y="1060"/>
                </a:cubicBezTo>
                <a:cubicBezTo>
                  <a:pt x="1899" y="1044"/>
                  <a:pt x="1886" y="1031"/>
                  <a:pt x="1870" y="1031"/>
                </a:cubicBezTo>
                <a:cubicBezTo>
                  <a:pt x="1854" y="1031"/>
                  <a:pt x="1841" y="1044"/>
                  <a:pt x="1841" y="1060"/>
                </a:cubicBezTo>
                <a:cubicBezTo>
                  <a:pt x="1841" y="1311"/>
                  <a:pt x="1841" y="1311"/>
                  <a:pt x="1841" y="1311"/>
                </a:cubicBezTo>
                <a:cubicBezTo>
                  <a:pt x="1350" y="1311"/>
                  <a:pt x="1350" y="1311"/>
                  <a:pt x="1350" y="1311"/>
                </a:cubicBezTo>
                <a:cubicBezTo>
                  <a:pt x="1350" y="660"/>
                  <a:pt x="1350" y="660"/>
                  <a:pt x="1350" y="660"/>
                </a:cubicBezTo>
                <a:cubicBezTo>
                  <a:pt x="1643" y="660"/>
                  <a:pt x="1643" y="660"/>
                  <a:pt x="1643" y="660"/>
                </a:cubicBezTo>
                <a:cubicBezTo>
                  <a:pt x="1659" y="660"/>
                  <a:pt x="1672" y="647"/>
                  <a:pt x="1672" y="631"/>
                </a:cubicBezTo>
                <a:cubicBezTo>
                  <a:pt x="1672" y="615"/>
                  <a:pt x="1659" y="602"/>
                  <a:pt x="1643" y="602"/>
                </a:cubicBezTo>
                <a:cubicBezTo>
                  <a:pt x="1350" y="602"/>
                  <a:pt x="1350" y="602"/>
                  <a:pt x="1350" y="602"/>
                </a:cubicBezTo>
                <a:cubicBezTo>
                  <a:pt x="1350" y="58"/>
                  <a:pt x="1350" y="58"/>
                  <a:pt x="1350" y="58"/>
                </a:cubicBezTo>
                <a:cubicBezTo>
                  <a:pt x="1799" y="58"/>
                  <a:pt x="1799" y="58"/>
                  <a:pt x="1799" y="58"/>
                </a:cubicBezTo>
                <a:cubicBezTo>
                  <a:pt x="1815" y="58"/>
                  <a:pt x="1828" y="45"/>
                  <a:pt x="1828" y="29"/>
                </a:cubicBezTo>
                <a:cubicBezTo>
                  <a:pt x="1828" y="13"/>
                  <a:pt x="1815" y="0"/>
                  <a:pt x="1799" y="0"/>
                </a:cubicBezTo>
              </a:path>
            </a:pathLst>
          </a:custGeom>
          <a:solidFill>
            <a:srgbClr val="DADADA">
              <a:alpha val="9804"/>
            </a:srgbClr>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12" name="TextBox 11">
            <a:extLst>
              <a:ext uri="{FF2B5EF4-FFF2-40B4-BE49-F238E27FC236}">
                <a16:creationId xmlns:a16="http://schemas.microsoft.com/office/drawing/2014/main" id="{2D286C11-828A-4F0B-B5E1-F318F95635E1}"/>
              </a:ext>
            </a:extLst>
          </p:cNvPr>
          <p:cNvSpPr txBox="1"/>
          <p:nvPr/>
        </p:nvSpPr>
        <p:spPr>
          <a:xfrm>
            <a:off x="546100" y="540000"/>
            <a:ext cx="671457" cy="621000"/>
          </a:xfrm>
          <a:custGeom>
            <a:avLst/>
            <a:gdLst/>
            <a:ahLst/>
            <a:cxnLst/>
            <a:rect l="l" t="t" r="r" b="b"/>
            <a:pathLst>
              <a:path w="444141" h="410766">
                <a:moveTo>
                  <a:pt x="278979" y="0"/>
                </a:moveTo>
                <a:lnTo>
                  <a:pt x="444141" y="0"/>
                </a:lnTo>
                <a:lnTo>
                  <a:pt x="444141" y="141201"/>
                </a:lnTo>
                <a:cubicBezTo>
                  <a:pt x="444141" y="217649"/>
                  <a:pt x="435298" y="272703"/>
                  <a:pt x="417612" y="306363"/>
                </a:cubicBezTo>
                <a:cubicBezTo>
                  <a:pt x="393080" y="352574"/>
                  <a:pt x="354856" y="387375"/>
                  <a:pt x="302940" y="410766"/>
                </a:cubicBezTo>
                <a:lnTo>
                  <a:pt x="265286" y="350007"/>
                </a:lnTo>
                <a:cubicBezTo>
                  <a:pt x="296094" y="337455"/>
                  <a:pt x="319057" y="317630"/>
                  <a:pt x="334175" y="290531"/>
                </a:cubicBezTo>
                <a:cubicBezTo>
                  <a:pt x="349294" y="263432"/>
                  <a:pt x="357709" y="226206"/>
                  <a:pt x="359420" y="178854"/>
                </a:cubicBezTo>
                <a:lnTo>
                  <a:pt x="278979" y="178854"/>
                </a:lnTo>
                <a:close/>
                <a:moveTo>
                  <a:pt x="13692" y="0"/>
                </a:moveTo>
                <a:lnTo>
                  <a:pt x="178854" y="0"/>
                </a:lnTo>
                <a:lnTo>
                  <a:pt x="178854" y="141201"/>
                </a:lnTo>
                <a:cubicBezTo>
                  <a:pt x="178854" y="217649"/>
                  <a:pt x="170012" y="272703"/>
                  <a:pt x="152326" y="306363"/>
                </a:cubicBezTo>
                <a:cubicBezTo>
                  <a:pt x="127794" y="352574"/>
                  <a:pt x="89570" y="387375"/>
                  <a:pt x="37654" y="410766"/>
                </a:cubicBezTo>
                <a:lnTo>
                  <a:pt x="0" y="350007"/>
                </a:lnTo>
                <a:cubicBezTo>
                  <a:pt x="30808" y="337455"/>
                  <a:pt x="53771" y="317630"/>
                  <a:pt x="68889" y="290531"/>
                </a:cubicBezTo>
                <a:cubicBezTo>
                  <a:pt x="84007" y="263432"/>
                  <a:pt x="92422" y="226206"/>
                  <a:pt x="94134" y="178854"/>
                </a:cubicBezTo>
                <a:lnTo>
                  <a:pt x="13692" y="178854"/>
                </a:lnTo>
                <a:close/>
              </a:path>
            </a:pathLst>
          </a:custGeom>
          <a:solidFill>
            <a:srgbClr val="DADADA"/>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GB" sz="13800" dirty="0">
              <a:solidFill>
                <a:srgbClr val="B59E5F"/>
              </a:solidFill>
            </a:endParaRPr>
          </a:p>
        </p:txBody>
      </p:sp>
      <p:sp>
        <p:nvSpPr>
          <p:cNvPr id="10" name="Slide Number Placeholder 5">
            <a:extLst>
              <a:ext uri="{FF2B5EF4-FFF2-40B4-BE49-F238E27FC236}">
                <a16:creationId xmlns:a16="http://schemas.microsoft.com/office/drawing/2014/main" id="{FB61BE42-3C18-404C-8698-70B4CD159AFE}"/>
              </a:ext>
            </a:extLst>
          </p:cNvPr>
          <p:cNvSpPr>
            <a:spLocks noGrp="1"/>
          </p:cNvSpPr>
          <p:nvPr>
            <p:ph type="sldNum" sz="quarter" idx="4"/>
          </p:nvPr>
        </p:nvSpPr>
        <p:spPr>
          <a:xfrm>
            <a:off x="11326690" y="6434112"/>
            <a:ext cx="595310" cy="153888"/>
          </a:xfrm>
          <a:prstGeom prst="rect">
            <a:avLst/>
          </a:prstGeom>
        </p:spPr>
        <p:txBody>
          <a:bodyPr lIns="0" tIns="0" rIns="0" bIns="0" anchor="t" anchorCtr="0">
            <a:noAutofit/>
          </a:bodyPr>
          <a:lstStyle>
            <a:lvl1pPr algn="r">
              <a:defRPr sz="900">
                <a:solidFill>
                  <a:srgbClr val="3F1A01"/>
                </a:solidFill>
              </a:defRPr>
            </a:lvl1pPr>
          </a:lstStyle>
          <a:p>
            <a:fld id="{6DBC486D-4FAB-B746-8B02-8D7C842291C6}" type="slidenum">
              <a:rPr lang="en-US" smtClean="0"/>
              <a:pPr/>
              <a:t>‹#›</a:t>
            </a:fld>
            <a:endParaRPr lang="en-US" dirty="0"/>
          </a:p>
        </p:txBody>
      </p:sp>
    </p:spTree>
    <p:extLst>
      <p:ext uri="{BB962C8B-B14F-4D97-AF65-F5344CB8AC3E}">
        <p14:creationId xmlns:p14="http://schemas.microsoft.com/office/powerpoint/2010/main" val="2934588492"/>
      </p:ext>
    </p:extLst>
  </p:cSld>
  <p:clrMapOvr>
    <a:masterClrMapping/>
  </p:clrMapOvr>
  <p:hf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type="secHead" preserve="1">
  <p:cSld name="Quote - Light Gold">
    <p:bg>
      <p:bgPr>
        <a:solidFill>
          <a:srgbClr val="E1D8BF"/>
        </a:solidFill>
        <a:effectLst/>
      </p:bgPr>
    </p:bg>
    <p:spTree>
      <p:nvGrpSpPr>
        <p:cNvPr id="1" name=""/>
        <p:cNvGrpSpPr/>
        <p:nvPr/>
      </p:nvGrpSpPr>
      <p:grpSpPr>
        <a:xfrm>
          <a:off x="0" y="0"/>
          <a:ext cx="0" cy="0"/>
          <a:chOff x="0" y="0"/>
          <a:chExt cx="0" cy="0"/>
        </a:xfrm>
      </p:grpSpPr>
      <p:pic>
        <p:nvPicPr>
          <p:cNvPr id="8" name="Picture 7" descr="Shape&#10;&#10;Description automatically generated with medium confidence">
            <a:extLst>
              <a:ext uri="{FF2B5EF4-FFF2-40B4-BE49-F238E27FC236}">
                <a16:creationId xmlns:a16="http://schemas.microsoft.com/office/drawing/2014/main" id="{53475331-EC7A-4563-AD55-FE2890A719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8464564-6547-498D-A220-7B346E5B1408}"/>
              </a:ext>
            </a:extLst>
          </p:cNvPr>
          <p:cNvSpPr>
            <a:spLocks noGrp="1"/>
          </p:cNvSpPr>
          <p:nvPr>
            <p:ph type="title"/>
          </p:nvPr>
        </p:nvSpPr>
        <p:spPr>
          <a:xfrm>
            <a:off x="1219200" y="1485000"/>
            <a:ext cx="6642100" cy="2429818"/>
          </a:xfrm>
        </p:spPr>
        <p:txBody>
          <a:bodyPr anchor="b">
            <a:normAutofit/>
          </a:bodyPr>
          <a:lstStyle>
            <a:lvl1pPr>
              <a:defRPr sz="6000" b="0" i="1">
                <a:solidFill>
                  <a:srgbClr val="3F1A01"/>
                </a:solidFill>
                <a:latin typeface="Times New Roman" panose="02020603050405020304" pitchFamily="18" charset="0"/>
                <a:cs typeface="Times New Roman" panose="02020603050405020304" pitchFamily="18" charset="0"/>
              </a:defRPr>
            </a:lvl1p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1592638D-BCB6-4F07-9847-FBAA9B3609B5}"/>
              </a:ext>
            </a:extLst>
          </p:cNvPr>
          <p:cNvSpPr>
            <a:spLocks noGrp="1"/>
          </p:cNvSpPr>
          <p:nvPr>
            <p:ph type="body" idx="1"/>
          </p:nvPr>
        </p:nvSpPr>
        <p:spPr>
          <a:xfrm>
            <a:off x="1219200" y="4238818"/>
            <a:ext cx="6642100" cy="1203175"/>
          </a:xfrm>
          <a:prstGeom prst="rect">
            <a:avLst/>
          </a:prstGeom>
        </p:spPr>
        <p:txBody>
          <a:bodyPr/>
          <a:lstStyle>
            <a:lvl1pPr marL="0" indent="0">
              <a:buNone/>
              <a:defRPr sz="1600">
                <a:solidFill>
                  <a:srgbClr val="3F1A01"/>
                </a:solidFill>
                <a:latin typeface="+mn-lt"/>
                <a:cs typeface="Times New Roman" panose="02020603050405020304" pitchFamily="18"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6" name="Freeform 9">
            <a:extLst>
              <a:ext uri="{FF2B5EF4-FFF2-40B4-BE49-F238E27FC236}">
                <a16:creationId xmlns:a16="http://schemas.microsoft.com/office/drawing/2014/main" id="{C2D8A25E-CAAF-4846-8D8A-7A9026C78018}"/>
              </a:ext>
            </a:extLst>
          </p:cNvPr>
          <p:cNvSpPr>
            <a:spLocks noEditPoints="1"/>
          </p:cNvSpPr>
          <p:nvPr/>
        </p:nvSpPr>
        <p:spPr bwMode="auto">
          <a:xfrm>
            <a:off x="8102600" y="-2176101"/>
            <a:ext cx="8385175" cy="9817101"/>
          </a:xfrm>
          <a:custGeom>
            <a:avLst/>
            <a:gdLst>
              <a:gd name="T0" fmla="*/ 276 w 2642"/>
              <a:gd name="T1" fmla="*/ 2871 h 3094"/>
              <a:gd name="T2" fmla="*/ 588 w 2642"/>
              <a:gd name="T3" fmla="*/ 2871 h 3094"/>
              <a:gd name="T4" fmla="*/ 2083 w 2642"/>
              <a:gd name="T5" fmla="*/ 2843 h 3094"/>
              <a:gd name="T6" fmla="*/ 2338 w 2642"/>
              <a:gd name="T7" fmla="*/ 2900 h 3094"/>
              <a:gd name="T8" fmla="*/ 29 w 2642"/>
              <a:gd name="T9" fmla="*/ 1219 h 3094"/>
              <a:gd name="T10" fmla="*/ 29 w 2642"/>
              <a:gd name="T11" fmla="*/ 2444 h 3094"/>
              <a:gd name="T12" fmla="*/ 559 w 2642"/>
              <a:gd name="T13" fmla="*/ 2386 h 3094"/>
              <a:gd name="T14" fmla="*/ 29 w 2642"/>
              <a:gd name="T15" fmla="*/ 1219 h 3094"/>
              <a:gd name="T16" fmla="*/ 2584 w 2642"/>
              <a:gd name="T17" fmla="*/ 2386 h 3094"/>
              <a:gd name="T18" fmla="*/ 2083 w 2642"/>
              <a:gd name="T19" fmla="*/ 2444 h 3094"/>
              <a:gd name="T20" fmla="*/ 2642 w 2642"/>
              <a:gd name="T21" fmla="*/ 1248 h 3094"/>
              <a:gd name="T22" fmla="*/ 210 w 2642"/>
              <a:gd name="T23" fmla="*/ 292 h 3094"/>
              <a:gd name="T24" fmla="*/ 210 w 2642"/>
              <a:gd name="T25" fmla="*/ 970 h 3094"/>
              <a:gd name="T26" fmla="*/ 559 w 2642"/>
              <a:gd name="T27" fmla="*/ 912 h 3094"/>
              <a:gd name="T28" fmla="*/ 658 w 2642"/>
              <a:gd name="T29" fmla="*/ 350 h 3094"/>
              <a:gd name="T30" fmla="*/ 2432 w 2642"/>
              <a:gd name="T31" fmla="*/ 292 h 3094"/>
              <a:gd name="T32" fmla="*/ 1984 w 2642"/>
              <a:gd name="T33" fmla="*/ 350 h 3094"/>
              <a:gd name="T34" fmla="*/ 2083 w 2642"/>
              <a:gd name="T35" fmla="*/ 912 h 3094"/>
              <a:gd name="T36" fmla="*/ 2432 w 2642"/>
              <a:gd name="T37" fmla="*/ 970 h 3094"/>
              <a:gd name="T38" fmla="*/ 2432 w 2642"/>
              <a:gd name="T39" fmla="*/ 292 h 3094"/>
              <a:gd name="T40" fmla="*/ 814 w 2642"/>
              <a:gd name="T41" fmla="*/ 29 h 3094"/>
              <a:gd name="T42" fmla="*/ 1292 w 2642"/>
              <a:gd name="T43" fmla="*/ 602 h 3094"/>
              <a:gd name="T44" fmla="*/ 989 w 2642"/>
              <a:gd name="T45" fmla="*/ 660 h 3094"/>
              <a:gd name="T46" fmla="*/ 801 w 2642"/>
              <a:gd name="T47" fmla="*/ 1311 h 3094"/>
              <a:gd name="T48" fmla="*/ 743 w 2642"/>
              <a:gd name="T49" fmla="*/ 1060 h 3094"/>
              <a:gd name="T50" fmla="*/ 1292 w 2642"/>
              <a:gd name="T51" fmla="*/ 1369 h 3094"/>
              <a:gd name="T52" fmla="*/ 842 w 2642"/>
              <a:gd name="T53" fmla="*/ 1782 h 3094"/>
              <a:gd name="T54" fmla="*/ 433 w 2642"/>
              <a:gd name="T55" fmla="*/ 1476 h 3094"/>
              <a:gd name="T56" fmla="*/ 375 w 2642"/>
              <a:gd name="T57" fmla="*/ 1782 h 3094"/>
              <a:gd name="T58" fmla="*/ 784 w 2642"/>
              <a:gd name="T59" fmla="*/ 2669 h 3094"/>
              <a:gd name="T60" fmla="*/ 842 w 2642"/>
              <a:gd name="T61" fmla="*/ 2181 h 3094"/>
              <a:gd name="T62" fmla="*/ 921 w 2642"/>
              <a:gd name="T63" fmla="*/ 3036 h 3094"/>
              <a:gd name="T64" fmla="*/ 1321 w 2642"/>
              <a:gd name="T65" fmla="*/ 3094 h 3094"/>
              <a:gd name="T66" fmla="*/ 1722 w 2642"/>
              <a:gd name="T67" fmla="*/ 3036 h 3094"/>
              <a:gd name="T68" fmla="*/ 1800 w 2642"/>
              <a:gd name="T69" fmla="*/ 2181 h 3094"/>
              <a:gd name="T70" fmla="*/ 1858 w 2642"/>
              <a:gd name="T71" fmla="*/ 2669 h 3094"/>
              <a:gd name="T72" fmla="*/ 2267 w 2642"/>
              <a:gd name="T73" fmla="*/ 1782 h 3094"/>
              <a:gd name="T74" fmla="*/ 2210 w 2642"/>
              <a:gd name="T75" fmla="*/ 1476 h 3094"/>
              <a:gd name="T76" fmla="*/ 1800 w 2642"/>
              <a:gd name="T77" fmla="*/ 1782 h 3094"/>
              <a:gd name="T78" fmla="*/ 1350 w 2642"/>
              <a:gd name="T79" fmla="*/ 1369 h 3094"/>
              <a:gd name="T80" fmla="*/ 1899 w 2642"/>
              <a:gd name="T81" fmla="*/ 1060 h 3094"/>
              <a:gd name="T82" fmla="*/ 1841 w 2642"/>
              <a:gd name="T83" fmla="*/ 1311 h 3094"/>
              <a:gd name="T84" fmla="*/ 1643 w 2642"/>
              <a:gd name="T85" fmla="*/ 660 h 3094"/>
              <a:gd name="T86" fmla="*/ 1350 w 2642"/>
              <a:gd name="T87" fmla="*/ 602 h 3094"/>
              <a:gd name="T88" fmla="*/ 1828 w 2642"/>
              <a:gd name="T89" fmla="*/ 29 h 30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642" h="3094">
                <a:moveTo>
                  <a:pt x="559" y="2843"/>
                </a:moveTo>
                <a:cubicBezTo>
                  <a:pt x="305" y="2843"/>
                  <a:pt x="305" y="2843"/>
                  <a:pt x="305" y="2843"/>
                </a:cubicBezTo>
                <a:cubicBezTo>
                  <a:pt x="289" y="2843"/>
                  <a:pt x="276" y="2856"/>
                  <a:pt x="276" y="2871"/>
                </a:cubicBezTo>
                <a:cubicBezTo>
                  <a:pt x="276" y="2887"/>
                  <a:pt x="289" y="2900"/>
                  <a:pt x="305" y="2900"/>
                </a:cubicBezTo>
                <a:cubicBezTo>
                  <a:pt x="559" y="2900"/>
                  <a:pt x="559" y="2900"/>
                  <a:pt x="559" y="2900"/>
                </a:cubicBezTo>
                <a:cubicBezTo>
                  <a:pt x="575" y="2900"/>
                  <a:pt x="588" y="2887"/>
                  <a:pt x="588" y="2871"/>
                </a:cubicBezTo>
                <a:cubicBezTo>
                  <a:pt x="588" y="2856"/>
                  <a:pt x="575" y="2843"/>
                  <a:pt x="559" y="2843"/>
                </a:cubicBezTo>
                <a:moveTo>
                  <a:pt x="2338" y="2843"/>
                </a:moveTo>
                <a:cubicBezTo>
                  <a:pt x="2083" y="2843"/>
                  <a:pt x="2083" y="2843"/>
                  <a:pt x="2083" y="2843"/>
                </a:cubicBezTo>
                <a:cubicBezTo>
                  <a:pt x="2068" y="2843"/>
                  <a:pt x="2055" y="2856"/>
                  <a:pt x="2055" y="2871"/>
                </a:cubicBezTo>
                <a:cubicBezTo>
                  <a:pt x="2055" y="2887"/>
                  <a:pt x="2068" y="2900"/>
                  <a:pt x="2083" y="2900"/>
                </a:cubicBezTo>
                <a:cubicBezTo>
                  <a:pt x="2338" y="2900"/>
                  <a:pt x="2338" y="2900"/>
                  <a:pt x="2338" y="2900"/>
                </a:cubicBezTo>
                <a:cubicBezTo>
                  <a:pt x="2354" y="2900"/>
                  <a:pt x="2366" y="2887"/>
                  <a:pt x="2366" y="2871"/>
                </a:cubicBezTo>
                <a:cubicBezTo>
                  <a:pt x="2366" y="2856"/>
                  <a:pt x="2354" y="2843"/>
                  <a:pt x="2338" y="2843"/>
                </a:cubicBezTo>
                <a:moveTo>
                  <a:pt x="29" y="1219"/>
                </a:moveTo>
                <a:cubicBezTo>
                  <a:pt x="13" y="1219"/>
                  <a:pt x="0" y="1232"/>
                  <a:pt x="0" y="1248"/>
                </a:cubicBezTo>
                <a:cubicBezTo>
                  <a:pt x="0" y="2415"/>
                  <a:pt x="0" y="2415"/>
                  <a:pt x="0" y="2415"/>
                </a:cubicBezTo>
                <a:cubicBezTo>
                  <a:pt x="0" y="2431"/>
                  <a:pt x="13" y="2444"/>
                  <a:pt x="29" y="2444"/>
                </a:cubicBezTo>
                <a:cubicBezTo>
                  <a:pt x="559" y="2444"/>
                  <a:pt x="559" y="2444"/>
                  <a:pt x="559" y="2444"/>
                </a:cubicBezTo>
                <a:cubicBezTo>
                  <a:pt x="575" y="2444"/>
                  <a:pt x="588" y="2431"/>
                  <a:pt x="588" y="2415"/>
                </a:cubicBezTo>
                <a:cubicBezTo>
                  <a:pt x="588" y="2399"/>
                  <a:pt x="575" y="2386"/>
                  <a:pt x="559" y="2386"/>
                </a:cubicBezTo>
                <a:cubicBezTo>
                  <a:pt x="58" y="2386"/>
                  <a:pt x="58" y="2386"/>
                  <a:pt x="58" y="2386"/>
                </a:cubicBezTo>
                <a:cubicBezTo>
                  <a:pt x="58" y="1248"/>
                  <a:pt x="58" y="1248"/>
                  <a:pt x="58" y="1248"/>
                </a:cubicBezTo>
                <a:cubicBezTo>
                  <a:pt x="58" y="1232"/>
                  <a:pt x="45" y="1219"/>
                  <a:pt x="29" y="1219"/>
                </a:cubicBezTo>
                <a:moveTo>
                  <a:pt x="2613" y="1219"/>
                </a:moveTo>
                <a:cubicBezTo>
                  <a:pt x="2597" y="1219"/>
                  <a:pt x="2584" y="1232"/>
                  <a:pt x="2584" y="1248"/>
                </a:cubicBezTo>
                <a:cubicBezTo>
                  <a:pt x="2584" y="2386"/>
                  <a:pt x="2584" y="2386"/>
                  <a:pt x="2584" y="2386"/>
                </a:cubicBezTo>
                <a:cubicBezTo>
                  <a:pt x="2083" y="2386"/>
                  <a:pt x="2083" y="2386"/>
                  <a:pt x="2083" y="2386"/>
                </a:cubicBezTo>
                <a:cubicBezTo>
                  <a:pt x="2067" y="2386"/>
                  <a:pt x="2055" y="2399"/>
                  <a:pt x="2055" y="2415"/>
                </a:cubicBezTo>
                <a:cubicBezTo>
                  <a:pt x="2055" y="2431"/>
                  <a:pt x="2067" y="2444"/>
                  <a:pt x="2083" y="2444"/>
                </a:cubicBezTo>
                <a:cubicBezTo>
                  <a:pt x="2613" y="2444"/>
                  <a:pt x="2613" y="2444"/>
                  <a:pt x="2613" y="2444"/>
                </a:cubicBezTo>
                <a:cubicBezTo>
                  <a:pt x="2629" y="2444"/>
                  <a:pt x="2642" y="2431"/>
                  <a:pt x="2642" y="2415"/>
                </a:cubicBezTo>
                <a:cubicBezTo>
                  <a:pt x="2642" y="1248"/>
                  <a:pt x="2642" y="1248"/>
                  <a:pt x="2642" y="1248"/>
                </a:cubicBezTo>
                <a:cubicBezTo>
                  <a:pt x="2642" y="1232"/>
                  <a:pt x="2629" y="1219"/>
                  <a:pt x="2613" y="1219"/>
                </a:cubicBezTo>
                <a:moveTo>
                  <a:pt x="658" y="292"/>
                </a:moveTo>
                <a:cubicBezTo>
                  <a:pt x="210" y="292"/>
                  <a:pt x="210" y="292"/>
                  <a:pt x="210" y="292"/>
                </a:cubicBezTo>
                <a:cubicBezTo>
                  <a:pt x="194" y="292"/>
                  <a:pt x="181" y="305"/>
                  <a:pt x="181" y="321"/>
                </a:cubicBezTo>
                <a:cubicBezTo>
                  <a:pt x="181" y="941"/>
                  <a:pt x="181" y="941"/>
                  <a:pt x="181" y="941"/>
                </a:cubicBezTo>
                <a:cubicBezTo>
                  <a:pt x="181" y="957"/>
                  <a:pt x="194" y="970"/>
                  <a:pt x="210" y="970"/>
                </a:cubicBezTo>
                <a:cubicBezTo>
                  <a:pt x="559" y="970"/>
                  <a:pt x="559" y="970"/>
                  <a:pt x="559" y="970"/>
                </a:cubicBezTo>
                <a:cubicBezTo>
                  <a:pt x="575" y="970"/>
                  <a:pt x="588" y="957"/>
                  <a:pt x="588" y="941"/>
                </a:cubicBezTo>
                <a:cubicBezTo>
                  <a:pt x="588" y="925"/>
                  <a:pt x="575" y="912"/>
                  <a:pt x="559" y="912"/>
                </a:cubicBezTo>
                <a:cubicBezTo>
                  <a:pt x="239" y="912"/>
                  <a:pt x="239" y="912"/>
                  <a:pt x="239" y="912"/>
                </a:cubicBezTo>
                <a:cubicBezTo>
                  <a:pt x="239" y="350"/>
                  <a:pt x="239" y="350"/>
                  <a:pt x="239" y="350"/>
                </a:cubicBezTo>
                <a:cubicBezTo>
                  <a:pt x="658" y="350"/>
                  <a:pt x="658" y="350"/>
                  <a:pt x="658" y="350"/>
                </a:cubicBezTo>
                <a:cubicBezTo>
                  <a:pt x="674" y="350"/>
                  <a:pt x="687" y="337"/>
                  <a:pt x="687" y="321"/>
                </a:cubicBezTo>
                <a:cubicBezTo>
                  <a:pt x="687" y="305"/>
                  <a:pt x="674" y="292"/>
                  <a:pt x="658" y="292"/>
                </a:cubicBezTo>
                <a:moveTo>
                  <a:pt x="2432" y="292"/>
                </a:moveTo>
                <a:cubicBezTo>
                  <a:pt x="1984" y="292"/>
                  <a:pt x="1984" y="292"/>
                  <a:pt x="1984" y="292"/>
                </a:cubicBezTo>
                <a:cubicBezTo>
                  <a:pt x="1968" y="292"/>
                  <a:pt x="1955" y="305"/>
                  <a:pt x="1955" y="321"/>
                </a:cubicBezTo>
                <a:cubicBezTo>
                  <a:pt x="1955" y="337"/>
                  <a:pt x="1968" y="350"/>
                  <a:pt x="1984" y="350"/>
                </a:cubicBezTo>
                <a:cubicBezTo>
                  <a:pt x="2403" y="350"/>
                  <a:pt x="2403" y="350"/>
                  <a:pt x="2403" y="350"/>
                </a:cubicBezTo>
                <a:cubicBezTo>
                  <a:pt x="2403" y="912"/>
                  <a:pt x="2403" y="912"/>
                  <a:pt x="2403" y="912"/>
                </a:cubicBezTo>
                <a:cubicBezTo>
                  <a:pt x="2083" y="912"/>
                  <a:pt x="2083" y="912"/>
                  <a:pt x="2083" y="912"/>
                </a:cubicBezTo>
                <a:cubicBezTo>
                  <a:pt x="2068" y="912"/>
                  <a:pt x="2055" y="925"/>
                  <a:pt x="2055" y="941"/>
                </a:cubicBezTo>
                <a:cubicBezTo>
                  <a:pt x="2055" y="957"/>
                  <a:pt x="2068" y="970"/>
                  <a:pt x="2083" y="970"/>
                </a:cubicBezTo>
                <a:cubicBezTo>
                  <a:pt x="2432" y="970"/>
                  <a:pt x="2432" y="970"/>
                  <a:pt x="2432" y="970"/>
                </a:cubicBezTo>
                <a:cubicBezTo>
                  <a:pt x="2448" y="970"/>
                  <a:pt x="2461" y="957"/>
                  <a:pt x="2461" y="941"/>
                </a:cubicBezTo>
                <a:cubicBezTo>
                  <a:pt x="2461" y="321"/>
                  <a:pt x="2461" y="321"/>
                  <a:pt x="2461" y="321"/>
                </a:cubicBezTo>
                <a:cubicBezTo>
                  <a:pt x="2461" y="305"/>
                  <a:pt x="2448" y="292"/>
                  <a:pt x="2432" y="292"/>
                </a:cubicBezTo>
                <a:moveTo>
                  <a:pt x="1799" y="0"/>
                </a:moveTo>
                <a:cubicBezTo>
                  <a:pt x="843" y="0"/>
                  <a:pt x="843" y="0"/>
                  <a:pt x="843" y="0"/>
                </a:cubicBezTo>
                <a:cubicBezTo>
                  <a:pt x="827" y="0"/>
                  <a:pt x="814" y="13"/>
                  <a:pt x="814" y="29"/>
                </a:cubicBezTo>
                <a:cubicBezTo>
                  <a:pt x="814" y="45"/>
                  <a:pt x="827" y="58"/>
                  <a:pt x="843" y="58"/>
                </a:cubicBezTo>
                <a:cubicBezTo>
                  <a:pt x="1292" y="58"/>
                  <a:pt x="1292" y="58"/>
                  <a:pt x="1292" y="58"/>
                </a:cubicBezTo>
                <a:cubicBezTo>
                  <a:pt x="1292" y="602"/>
                  <a:pt x="1292" y="602"/>
                  <a:pt x="1292" y="602"/>
                </a:cubicBezTo>
                <a:cubicBezTo>
                  <a:pt x="989" y="602"/>
                  <a:pt x="989" y="602"/>
                  <a:pt x="989" y="602"/>
                </a:cubicBezTo>
                <a:cubicBezTo>
                  <a:pt x="973" y="602"/>
                  <a:pt x="960" y="615"/>
                  <a:pt x="960" y="631"/>
                </a:cubicBezTo>
                <a:cubicBezTo>
                  <a:pt x="960" y="647"/>
                  <a:pt x="973" y="660"/>
                  <a:pt x="989" y="660"/>
                </a:cubicBezTo>
                <a:cubicBezTo>
                  <a:pt x="1292" y="660"/>
                  <a:pt x="1292" y="660"/>
                  <a:pt x="1292" y="660"/>
                </a:cubicBezTo>
                <a:cubicBezTo>
                  <a:pt x="1292" y="1311"/>
                  <a:pt x="1292" y="1311"/>
                  <a:pt x="1292" y="1311"/>
                </a:cubicBezTo>
                <a:cubicBezTo>
                  <a:pt x="801" y="1311"/>
                  <a:pt x="801" y="1311"/>
                  <a:pt x="801" y="1311"/>
                </a:cubicBezTo>
                <a:cubicBezTo>
                  <a:pt x="801" y="1060"/>
                  <a:pt x="801" y="1060"/>
                  <a:pt x="801" y="1060"/>
                </a:cubicBezTo>
                <a:cubicBezTo>
                  <a:pt x="801" y="1044"/>
                  <a:pt x="788" y="1031"/>
                  <a:pt x="772" y="1031"/>
                </a:cubicBezTo>
                <a:cubicBezTo>
                  <a:pt x="756" y="1031"/>
                  <a:pt x="743" y="1044"/>
                  <a:pt x="743" y="1060"/>
                </a:cubicBezTo>
                <a:cubicBezTo>
                  <a:pt x="743" y="1340"/>
                  <a:pt x="743" y="1340"/>
                  <a:pt x="743" y="1340"/>
                </a:cubicBezTo>
                <a:cubicBezTo>
                  <a:pt x="743" y="1356"/>
                  <a:pt x="756" y="1369"/>
                  <a:pt x="772" y="1369"/>
                </a:cubicBezTo>
                <a:cubicBezTo>
                  <a:pt x="1292" y="1369"/>
                  <a:pt x="1292" y="1369"/>
                  <a:pt x="1292" y="1369"/>
                </a:cubicBezTo>
                <a:cubicBezTo>
                  <a:pt x="1292" y="2123"/>
                  <a:pt x="1292" y="2123"/>
                  <a:pt x="1292" y="2123"/>
                </a:cubicBezTo>
                <a:cubicBezTo>
                  <a:pt x="842" y="2123"/>
                  <a:pt x="842" y="2123"/>
                  <a:pt x="842" y="2123"/>
                </a:cubicBezTo>
                <a:cubicBezTo>
                  <a:pt x="842" y="1782"/>
                  <a:pt x="842" y="1782"/>
                  <a:pt x="842" y="1782"/>
                </a:cubicBezTo>
                <a:cubicBezTo>
                  <a:pt x="842" y="1766"/>
                  <a:pt x="829" y="1753"/>
                  <a:pt x="813" y="1753"/>
                </a:cubicBezTo>
                <a:cubicBezTo>
                  <a:pt x="433" y="1753"/>
                  <a:pt x="433" y="1753"/>
                  <a:pt x="433" y="1753"/>
                </a:cubicBezTo>
                <a:cubicBezTo>
                  <a:pt x="433" y="1476"/>
                  <a:pt x="433" y="1476"/>
                  <a:pt x="433" y="1476"/>
                </a:cubicBezTo>
                <a:cubicBezTo>
                  <a:pt x="433" y="1460"/>
                  <a:pt x="420" y="1447"/>
                  <a:pt x="404" y="1447"/>
                </a:cubicBezTo>
                <a:cubicBezTo>
                  <a:pt x="388" y="1447"/>
                  <a:pt x="375" y="1460"/>
                  <a:pt x="375" y="1476"/>
                </a:cubicBezTo>
                <a:cubicBezTo>
                  <a:pt x="375" y="1782"/>
                  <a:pt x="375" y="1782"/>
                  <a:pt x="375" y="1782"/>
                </a:cubicBezTo>
                <a:cubicBezTo>
                  <a:pt x="375" y="1798"/>
                  <a:pt x="388" y="1811"/>
                  <a:pt x="404" y="1811"/>
                </a:cubicBezTo>
                <a:cubicBezTo>
                  <a:pt x="784" y="1811"/>
                  <a:pt x="784" y="1811"/>
                  <a:pt x="784" y="1811"/>
                </a:cubicBezTo>
                <a:cubicBezTo>
                  <a:pt x="784" y="2669"/>
                  <a:pt x="784" y="2669"/>
                  <a:pt x="784" y="2669"/>
                </a:cubicBezTo>
                <a:cubicBezTo>
                  <a:pt x="784" y="2685"/>
                  <a:pt x="797" y="2698"/>
                  <a:pt x="813" y="2698"/>
                </a:cubicBezTo>
                <a:cubicBezTo>
                  <a:pt x="829" y="2698"/>
                  <a:pt x="842" y="2685"/>
                  <a:pt x="842" y="2669"/>
                </a:cubicBezTo>
                <a:cubicBezTo>
                  <a:pt x="842" y="2181"/>
                  <a:pt x="842" y="2181"/>
                  <a:pt x="842" y="2181"/>
                </a:cubicBezTo>
                <a:cubicBezTo>
                  <a:pt x="1292" y="2181"/>
                  <a:pt x="1292" y="2181"/>
                  <a:pt x="1292" y="2181"/>
                </a:cubicBezTo>
                <a:cubicBezTo>
                  <a:pt x="1292" y="3036"/>
                  <a:pt x="1292" y="3036"/>
                  <a:pt x="1292" y="3036"/>
                </a:cubicBezTo>
                <a:cubicBezTo>
                  <a:pt x="921" y="3036"/>
                  <a:pt x="921" y="3036"/>
                  <a:pt x="921" y="3036"/>
                </a:cubicBezTo>
                <a:cubicBezTo>
                  <a:pt x="905" y="3036"/>
                  <a:pt x="892" y="3049"/>
                  <a:pt x="892" y="3065"/>
                </a:cubicBezTo>
                <a:cubicBezTo>
                  <a:pt x="892" y="3081"/>
                  <a:pt x="905" y="3094"/>
                  <a:pt x="921" y="3094"/>
                </a:cubicBezTo>
                <a:cubicBezTo>
                  <a:pt x="1321" y="3094"/>
                  <a:pt x="1321" y="3094"/>
                  <a:pt x="1321" y="3094"/>
                </a:cubicBezTo>
                <a:cubicBezTo>
                  <a:pt x="1722" y="3094"/>
                  <a:pt x="1722" y="3094"/>
                  <a:pt x="1722" y="3094"/>
                </a:cubicBezTo>
                <a:cubicBezTo>
                  <a:pt x="1738" y="3094"/>
                  <a:pt x="1751" y="3081"/>
                  <a:pt x="1751" y="3065"/>
                </a:cubicBezTo>
                <a:cubicBezTo>
                  <a:pt x="1751" y="3049"/>
                  <a:pt x="1738" y="3036"/>
                  <a:pt x="1722" y="3036"/>
                </a:cubicBezTo>
                <a:cubicBezTo>
                  <a:pt x="1350" y="3036"/>
                  <a:pt x="1350" y="3036"/>
                  <a:pt x="1350" y="3036"/>
                </a:cubicBezTo>
                <a:cubicBezTo>
                  <a:pt x="1350" y="2181"/>
                  <a:pt x="1350" y="2181"/>
                  <a:pt x="1350" y="2181"/>
                </a:cubicBezTo>
                <a:cubicBezTo>
                  <a:pt x="1800" y="2181"/>
                  <a:pt x="1800" y="2181"/>
                  <a:pt x="1800" y="2181"/>
                </a:cubicBezTo>
                <a:cubicBezTo>
                  <a:pt x="1800" y="2669"/>
                  <a:pt x="1800" y="2669"/>
                  <a:pt x="1800" y="2669"/>
                </a:cubicBezTo>
                <a:cubicBezTo>
                  <a:pt x="1800" y="2685"/>
                  <a:pt x="1813" y="2698"/>
                  <a:pt x="1829" y="2698"/>
                </a:cubicBezTo>
                <a:cubicBezTo>
                  <a:pt x="1845" y="2698"/>
                  <a:pt x="1858" y="2685"/>
                  <a:pt x="1858" y="2669"/>
                </a:cubicBezTo>
                <a:cubicBezTo>
                  <a:pt x="1858" y="1811"/>
                  <a:pt x="1858" y="1811"/>
                  <a:pt x="1858" y="1811"/>
                </a:cubicBezTo>
                <a:cubicBezTo>
                  <a:pt x="2239" y="1811"/>
                  <a:pt x="2239" y="1811"/>
                  <a:pt x="2239" y="1811"/>
                </a:cubicBezTo>
                <a:cubicBezTo>
                  <a:pt x="2254" y="1811"/>
                  <a:pt x="2267" y="1798"/>
                  <a:pt x="2267" y="1782"/>
                </a:cubicBezTo>
                <a:cubicBezTo>
                  <a:pt x="2267" y="1476"/>
                  <a:pt x="2267" y="1476"/>
                  <a:pt x="2267" y="1476"/>
                </a:cubicBezTo>
                <a:cubicBezTo>
                  <a:pt x="2267" y="1460"/>
                  <a:pt x="2254" y="1447"/>
                  <a:pt x="2239" y="1447"/>
                </a:cubicBezTo>
                <a:cubicBezTo>
                  <a:pt x="2223" y="1447"/>
                  <a:pt x="2210" y="1460"/>
                  <a:pt x="2210" y="1476"/>
                </a:cubicBezTo>
                <a:cubicBezTo>
                  <a:pt x="2210" y="1753"/>
                  <a:pt x="2210" y="1753"/>
                  <a:pt x="2210" y="1753"/>
                </a:cubicBezTo>
                <a:cubicBezTo>
                  <a:pt x="1829" y="1753"/>
                  <a:pt x="1829" y="1753"/>
                  <a:pt x="1829" y="1753"/>
                </a:cubicBezTo>
                <a:cubicBezTo>
                  <a:pt x="1813" y="1753"/>
                  <a:pt x="1800" y="1766"/>
                  <a:pt x="1800" y="1782"/>
                </a:cubicBezTo>
                <a:cubicBezTo>
                  <a:pt x="1800" y="2123"/>
                  <a:pt x="1800" y="2123"/>
                  <a:pt x="1800" y="2123"/>
                </a:cubicBezTo>
                <a:cubicBezTo>
                  <a:pt x="1350" y="2123"/>
                  <a:pt x="1350" y="2123"/>
                  <a:pt x="1350" y="2123"/>
                </a:cubicBezTo>
                <a:cubicBezTo>
                  <a:pt x="1350" y="1369"/>
                  <a:pt x="1350" y="1369"/>
                  <a:pt x="1350" y="1369"/>
                </a:cubicBezTo>
                <a:cubicBezTo>
                  <a:pt x="1870" y="1369"/>
                  <a:pt x="1870" y="1369"/>
                  <a:pt x="1870" y="1369"/>
                </a:cubicBezTo>
                <a:cubicBezTo>
                  <a:pt x="1886" y="1369"/>
                  <a:pt x="1899" y="1356"/>
                  <a:pt x="1899" y="1340"/>
                </a:cubicBezTo>
                <a:cubicBezTo>
                  <a:pt x="1899" y="1060"/>
                  <a:pt x="1899" y="1060"/>
                  <a:pt x="1899" y="1060"/>
                </a:cubicBezTo>
                <a:cubicBezTo>
                  <a:pt x="1899" y="1044"/>
                  <a:pt x="1886" y="1031"/>
                  <a:pt x="1870" y="1031"/>
                </a:cubicBezTo>
                <a:cubicBezTo>
                  <a:pt x="1854" y="1031"/>
                  <a:pt x="1841" y="1044"/>
                  <a:pt x="1841" y="1060"/>
                </a:cubicBezTo>
                <a:cubicBezTo>
                  <a:pt x="1841" y="1311"/>
                  <a:pt x="1841" y="1311"/>
                  <a:pt x="1841" y="1311"/>
                </a:cubicBezTo>
                <a:cubicBezTo>
                  <a:pt x="1350" y="1311"/>
                  <a:pt x="1350" y="1311"/>
                  <a:pt x="1350" y="1311"/>
                </a:cubicBezTo>
                <a:cubicBezTo>
                  <a:pt x="1350" y="660"/>
                  <a:pt x="1350" y="660"/>
                  <a:pt x="1350" y="660"/>
                </a:cubicBezTo>
                <a:cubicBezTo>
                  <a:pt x="1643" y="660"/>
                  <a:pt x="1643" y="660"/>
                  <a:pt x="1643" y="660"/>
                </a:cubicBezTo>
                <a:cubicBezTo>
                  <a:pt x="1659" y="660"/>
                  <a:pt x="1672" y="647"/>
                  <a:pt x="1672" y="631"/>
                </a:cubicBezTo>
                <a:cubicBezTo>
                  <a:pt x="1672" y="615"/>
                  <a:pt x="1659" y="602"/>
                  <a:pt x="1643" y="602"/>
                </a:cubicBezTo>
                <a:cubicBezTo>
                  <a:pt x="1350" y="602"/>
                  <a:pt x="1350" y="602"/>
                  <a:pt x="1350" y="602"/>
                </a:cubicBezTo>
                <a:cubicBezTo>
                  <a:pt x="1350" y="58"/>
                  <a:pt x="1350" y="58"/>
                  <a:pt x="1350" y="58"/>
                </a:cubicBezTo>
                <a:cubicBezTo>
                  <a:pt x="1799" y="58"/>
                  <a:pt x="1799" y="58"/>
                  <a:pt x="1799" y="58"/>
                </a:cubicBezTo>
                <a:cubicBezTo>
                  <a:pt x="1815" y="58"/>
                  <a:pt x="1828" y="45"/>
                  <a:pt x="1828" y="29"/>
                </a:cubicBezTo>
                <a:cubicBezTo>
                  <a:pt x="1828" y="13"/>
                  <a:pt x="1815" y="0"/>
                  <a:pt x="1799" y="0"/>
                </a:cubicBezTo>
              </a:path>
            </a:pathLst>
          </a:custGeom>
          <a:solidFill>
            <a:schemeClr val="accent2">
              <a:alpha val="10000"/>
            </a:schemeClr>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12" name="TextBox 11">
            <a:extLst>
              <a:ext uri="{FF2B5EF4-FFF2-40B4-BE49-F238E27FC236}">
                <a16:creationId xmlns:a16="http://schemas.microsoft.com/office/drawing/2014/main" id="{2D286C11-828A-4F0B-B5E1-F318F95635E1}"/>
              </a:ext>
            </a:extLst>
          </p:cNvPr>
          <p:cNvSpPr txBox="1"/>
          <p:nvPr/>
        </p:nvSpPr>
        <p:spPr>
          <a:xfrm>
            <a:off x="546100" y="540000"/>
            <a:ext cx="671457" cy="621000"/>
          </a:xfrm>
          <a:custGeom>
            <a:avLst/>
            <a:gdLst/>
            <a:ahLst/>
            <a:cxnLst/>
            <a:rect l="l" t="t" r="r" b="b"/>
            <a:pathLst>
              <a:path w="444141" h="410766">
                <a:moveTo>
                  <a:pt x="278979" y="0"/>
                </a:moveTo>
                <a:lnTo>
                  <a:pt x="444141" y="0"/>
                </a:lnTo>
                <a:lnTo>
                  <a:pt x="444141" y="141201"/>
                </a:lnTo>
                <a:cubicBezTo>
                  <a:pt x="444141" y="217649"/>
                  <a:pt x="435298" y="272703"/>
                  <a:pt x="417612" y="306363"/>
                </a:cubicBezTo>
                <a:cubicBezTo>
                  <a:pt x="393080" y="352574"/>
                  <a:pt x="354856" y="387375"/>
                  <a:pt x="302940" y="410766"/>
                </a:cubicBezTo>
                <a:lnTo>
                  <a:pt x="265286" y="350007"/>
                </a:lnTo>
                <a:cubicBezTo>
                  <a:pt x="296094" y="337455"/>
                  <a:pt x="319057" y="317630"/>
                  <a:pt x="334175" y="290531"/>
                </a:cubicBezTo>
                <a:cubicBezTo>
                  <a:pt x="349294" y="263432"/>
                  <a:pt x="357709" y="226206"/>
                  <a:pt x="359420" y="178854"/>
                </a:cubicBezTo>
                <a:lnTo>
                  <a:pt x="278979" y="178854"/>
                </a:lnTo>
                <a:close/>
                <a:moveTo>
                  <a:pt x="13692" y="0"/>
                </a:moveTo>
                <a:lnTo>
                  <a:pt x="178854" y="0"/>
                </a:lnTo>
                <a:lnTo>
                  <a:pt x="178854" y="141201"/>
                </a:lnTo>
                <a:cubicBezTo>
                  <a:pt x="178854" y="217649"/>
                  <a:pt x="170012" y="272703"/>
                  <a:pt x="152326" y="306363"/>
                </a:cubicBezTo>
                <a:cubicBezTo>
                  <a:pt x="127794" y="352574"/>
                  <a:pt x="89570" y="387375"/>
                  <a:pt x="37654" y="410766"/>
                </a:cubicBezTo>
                <a:lnTo>
                  <a:pt x="0" y="350007"/>
                </a:lnTo>
                <a:cubicBezTo>
                  <a:pt x="30808" y="337455"/>
                  <a:pt x="53771" y="317630"/>
                  <a:pt x="68889" y="290531"/>
                </a:cubicBezTo>
                <a:cubicBezTo>
                  <a:pt x="84007" y="263432"/>
                  <a:pt x="92422" y="226206"/>
                  <a:pt x="94134" y="178854"/>
                </a:cubicBezTo>
                <a:lnTo>
                  <a:pt x="13692" y="178854"/>
                </a:lnTo>
                <a:close/>
              </a:path>
            </a:pathLst>
          </a:custGeom>
          <a:solidFill>
            <a:schemeClr val="accent2"/>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GB" sz="13800" dirty="0">
              <a:solidFill>
                <a:srgbClr val="B59E5F"/>
              </a:solidFill>
            </a:endParaRPr>
          </a:p>
        </p:txBody>
      </p:sp>
      <p:sp>
        <p:nvSpPr>
          <p:cNvPr id="10" name="Slide Number Placeholder 5">
            <a:extLst>
              <a:ext uri="{FF2B5EF4-FFF2-40B4-BE49-F238E27FC236}">
                <a16:creationId xmlns:a16="http://schemas.microsoft.com/office/drawing/2014/main" id="{8233D69F-7A60-4C2E-8201-E58069E62980}"/>
              </a:ext>
            </a:extLst>
          </p:cNvPr>
          <p:cNvSpPr>
            <a:spLocks noGrp="1"/>
          </p:cNvSpPr>
          <p:nvPr>
            <p:ph type="sldNum" sz="quarter" idx="4"/>
          </p:nvPr>
        </p:nvSpPr>
        <p:spPr>
          <a:xfrm>
            <a:off x="11326690" y="6434112"/>
            <a:ext cx="595310" cy="153888"/>
          </a:xfrm>
          <a:prstGeom prst="rect">
            <a:avLst/>
          </a:prstGeom>
        </p:spPr>
        <p:txBody>
          <a:bodyPr lIns="0" tIns="0" rIns="0" bIns="0" anchor="t" anchorCtr="0">
            <a:noAutofit/>
          </a:bodyPr>
          <a:lstStyle>
            <a:lvl1pPr algn="r">
              <a:defRPr sz="900">
                <a:solidFill>
                  <a:srgbClr val="3F1A01"/>
                </a:solidFill>
              </a:defRPr>
            </a:lvl1pPr>
          </a:lstStyle>
          <a:p>
            <a:fld id="{6DBC486D-4FAB-B746-8B02-8D7C842291C6}" type="slidenum">
              <a:rPr lang="en-US" smtClean="0"/>
              <a:pPr/>
              <a:t>‹#›</a:t>
            </a:fld>
            <a:endParaRPr lang="en-US" dirty="0"/>
          </a:p>
        </p:txBody>
      </p:sp>
    </p:spTree>
    <p:extLst>
      <p:ext uri="{BB962C8B-B14F-4D97-AF65-F5344CB8AC3E}">
        <p14:creationId xmlns:p14="http://schemas.microsoft.com/office/powerpoint/2010/main" val="1475994009"/>
      </p:ext>
    </p:extLst>
  </p:cSld>
  <p:clrMapOvr>
    <a:masterClrMapping/>
  </p:clrMapOvr>
  <p:hf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type="secHead" preserve="1">
  <p:cSld name="Quote - Light Green">
    <p:bg>
      <p:bgPr>
        <a:solidFill>
          <a:srgbClr val="CCD9D3"/>
        </a:solidFill>
        <a:effectLst/>
      </p:bgPr>
    </p:bg>
    <p:spTree>
      <p:nvGrpSpPr>
        <p:cNvPr id="1" name=""/>
        <p:cNvGrpSpPr/>
        <p:nvPr/>
      </p:nvGrpSpPr>
      <p:grpSpPr>
        <a:xfrm>
          <a:off x="0" y="0"/>
          <a:ext cx="0" cy="0"/>
          <a:chOff x="0" y="0"/>
          <a:chExt cx="0" cy="0"/>
        </a:xfrm>
      </p:grpSpPr>
      <p:pic>
        <p:nvPicPr>
          <p:cNvPr id="8" name="Picture 7" descr="Shape&#10;&#10;Description automatically generated with medium confidence">
            <a:extLst>
              <a:ext uri="{FF2B5EF4-FFF2-40B4-BE49-F238E27FC236}">
                <a16:creationId xmlns:a16="http://schemas.microsoft.com/office/drawing/2014/main" id="{DCAC8086-ACFA-44CC-91A6-C81B4EDFEB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8464564-6547-498D-A220-7B346E5B1408}"/>
              </a:ext>
            </a:extLst>
          </p:cNvPr>
          <p:cNvSpPr>
            <a:spLocks noGrp="1"/>
          </p:cNvSpPr>
          <p:nvPr>
            <p:ph type="title"/>
          </p:nvPr>
        </p:nvSpPr>
        <p:spPr>
          <a:xfrm>
            <a:off x="1219200" y="1485000"/>
            <a:ext cx="6642100" cy="2429818"/>
          </a:xfrm>
        </p:spPr>
        <p:txBody>
          <a:bodyPr anchor="b">
            <a:normAutofit/>
          </a:bodyPr>
          <a:lstStyle>
            <a:lvl1pPr>
              <a:defRPr sz="6000" b="0" i="1">
                <a:solidFill>
                  <a:srgbClr val="3F1A01"/>
                </a:solidFill>
                <a:latin typeface="Times New Roman" panose="02020603050405020304" pitchFamily="18" charset="0"/>
                <a:cs typeface="Times New Roman" panose="02020603050405020304" pitchFamily="18" charset="0"/>
              </a:defRPr>
            </a:lvl1p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1592638D-BCB6-4F07-9847-FBAA9B3609B5}"/>
              </a:ext>
            </a:extLst>
          </p:cNvPr>
          <p:cNvSpPr>
            <a:spLocks noGrp="1"/>
          </p:cNvSpPr>
          <p:nvPr>
            <p:ph type="body" idx="1"/>
          </p:nvPr>
        </p:nvSpPr>
        <p:spPr>
          <a:xfrm>
            <a:off x="1219200" y="4238818"/>
            <a:ext cx="6642100" cy="1203175"/>
          </a:xfrm>
          <a:prstGeom prst="rect">
            <a:avLst/>
          </a:prstGeom>
        </p:spPr>
        <p:txBody>
          <a:bodyPr/>
          <a:lstStyle>
            <a:lvl1pPr marL="0" indent="0">
              <a:buNone/>
              <a:defRPr sz="1600">
                <a:solidFill>
                  <a:srgbClr val="3F1A01"/>
                </a:solidFill>
                <a:latin typeface="+mn-lt"/>
                <a:cs typeface="Times New Roman" panose="02020603050405020304" pitchFamily="18"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6" name="Freeform 9">
            <a:extLst>
              <a:ext uri="{FF2B5EF4-FFF2-40B4-BE49-F238E27FC236}">
                <a16:creationId xmlns:a16="http://schemas.microsoft.com/office/drawing/2014/main" id="{C2D8A25E-CAAF-4846-8D8A-7A9026C78018}"/>
              </a:ext>
            </a:extLst>
          </p:cNvPr>
          <p:cNvSpPr>
            <a:spLocks noEditPoints="1"/>
          </p:cNvSpPr>
          <p:nvPr/>
        </p:nvSpPr>
        <p:spPr bwMode="auto">
          <a:xfrm>
            <a:off x="8102600" y="-2176101"/>
            <a:ext cx="8385175" cy="9817101"/>
          </a:xfrm>
          <a:custGeom>
            <a:avLst/>
            <a:gdLst>
              <a:gd name="T0" fmla="*/ 276 w 2642"/>
              <a:gd name="T1" fmla="*/ 2871 h 3094"/>
              <a:gd name="T2" fmla="*/ 588 w 2642"/>
              <a:gd name="T3" fmla="*/ 2871 h 3094"/>
              <a:gd name="T4" fmla="*/ 2083 w 2642"/>
              <a:gd name="T5" fmla="*/ 2843 h 3094"/>
              <a:gd name="T6" fmla="*/ 2338 w 2642"/>
              <a:gd name="T7" fmla="*/ 2900 h 3094"/>
              <a:gd name="T8" fmla="*/ 29 w 2642"/>
              <a:gd name="T9" fmla="*/ 1219 h 3094"/>
              <a:gd name="T10" fmla="*/ 29 w 2642"/>
              <a:gd name="T11" fmla="*/ 2444 h 3094"/>
              <a:gd name="T12" fmla="*/ 559 w 2642"/>
              <a:gd name="T13" fmla="*/ 2386 h 3094"/>
              <a:gd name="T14" fmla="*/ 29 w 2642"/>
              <a:gd name="T15" fmla="*/ 1219 h 3094"/>
              <a:gd name="T16" fmla="*/ 2584 w 2642"/>
              <a:gd name="T17" fmla="*/ 2386 h 3094"/>
              <a:gd name="T18" fmla="*/ 2083 w 2642"/>
              <a:gd name="T19" fmla="*/ 2444 h 3094"/>
              <a:gd name="T20" fmla="*/ 2642 w 2642"/>
              <a:gd name="T21" fmla="*/ 1248 h 3094"/>
              <a:gd name="T22" fmla="*/ 210 w 2642"/>
              <a:gd name="T23" fmla="*/ 292 h 3094"/>
              <a:gd name="T24" fmla="*/ 210 w 2642"/>
              <a:gd name="T25" fmla="*/ 970 h 3094"/>
              <a:gd name="T26" fmla="*/ 559 w 2642"/>
              <a:gd name="T27" fmla="*/ 912 h 3094"/>
              <a:gd name="T28" fmla="*/ 658 w 2642"/>
              <a:gd name="T29" fmla="*/ 350 h 3094"/>
              <a:gd name="T30" fmla="*/ 2432 w 2642"/>
              <a:gd name="T31" fmla="*/ 292 h 3094"/>
              <a:gd name="T32" fmla="*/ 1984 w 2642"/>
              <a:gd name="T33" fmla="*/ 350 h 3094"/>
              <a:gd name="T34" fmla="*/ 2083 w 2642"/>
              <a:gd name="T35" fmla="*/ 912 h 3094"/>
              <a:gd name="T36" fmla="*/ 2432 w 2642"/>
              <a:gd name="T37" fmla="*/ 970 h 3094"/>
              <a:gd name="T38" fmla="*/ 2432 w 2642"/>
              <a:gd name="T39" fmla="*/ 292 h 3094"/>
              <a:gd name="T40" fmla="*/ 814 w 2642"/>
              <a:gd name="T41" fmla="*/ 29 h 3094"/>
              <a:gd name="T42" fmla="*/ 1292 w 2642"/>
              <a:gd name="T43" fmla="*/ 602 h 3094"/>
              <a:gd name="T44" fmla="*/ 989 w 2642"/>
              <a:gd name="T45" fmla="*/ 660 h 3094"/>
              <a:gd name="T46" fmla="*/ 801 w 2642"/>
              <a:gd name="T47" fmla="*/ 1311 h 3094"/>
              <a:gd name="T48" fmla="*/ 743 w 2642"/>
              <a:gd name="T49" fmla="*/ 1060 h 3094"/>
              <a:gd name="T50" fmla="*/ 1292 w 2642"/>
              <a:gd name="T51" fmla="*/ 1369 h 3094"/>
              <a:gd name="T52" fmla="*/ 842 w 2642"/>
              <a:gd name="T53" fmla="*/ 1782 h 3094"/>
              <a:gd name="T54" fmla="*/ 433 w 2642"/>
              <a:gd name="T55" fmla="*/ 1476 h 3094"/>
              <a:gd name="T56" fmla="*/ 375 w 2642"/>
              <a:gd name="T57" fmla="*/ 1782 h 3094"/>
              <a:gd name="T58" fmla="*/ 784 w 2642"/>
              <a:gd name="T59" fmla="*/ 2669 h 3094"/>
              <a:gd name="T60" fmla="*/ 842 w 2642"/>
              <a:gd name="T61" fmla="*/ 2181 h 3094"/>
              <a:gd name="T62" fmla="*/ 921 w 2642"/>
              <a:gd name="T63" fmla="*/ 3036 h 3094"/>
              <a:gd name="T64" fmla="*/ 1321 w 2642"/>
              <a:gd name="T65" fmla="*/ 3094 h 3094"/>
              <a:gd name="T66" fmla="*/ 1722 w 2642"/>
              <a:gd name="T67" fmla="*/ 3036 h 3094"/>
              <a:gd name="T68" fmla="*/ 1800 w 2642"/>
              <a:gd name="T69" fmla="*/ 2181 h 3094"/>
              <a:gd name="T70" fmla="*/ 1858 w 2642"/>
              <a:gd name="T71" fmla="*/ 2669 h 3094"/>
              <a:gd name="T72" fmla="*/ 2267 w 2642"/>
              <a:gd name="T73" fmla="*/ 1782 h 3094"/>
              <a:gd name="T74" fmla="*/ 2210 w 2642"/>
              <a:gd name="T75" fmla="*/ 1476 h 3094"/>
              <a:gd name="T76" fmla="*/ 1800 w 2642"/>
              <a:gd name="T77" fmla="*/ 1782 h 3094"/>
              <a:gd name="T78" fmla="*/ 1350 w 2642"/>
              <a:gd name="T79" fmla="*/ 1369 h 3094"/>
              <a:gd name="T80" fmla="*/ 1899 w 2642"/>
              <a:gd name="T81" fmla="*/ 1060 h 3094"/>
              <a:gd name="T82" fmla="*/ 1841 w 2642"/>
              <a:gd name="T83" fmla="*/ 1311 h 3094"/>
              <a:gd name="T84" fmla="*/ 1643 w 2642"/>
              <a:gd name="T85" fmla="*/ 660 h 3094"/>
              <a:gd name="T86" fmla="*/ 1350 w 2642"/>
              <a:gd name="T87" fmla="*/ 602 h 3094"/>
              <a:gd name="T88" fmla="*/ 1828 w 2642"/>
              <a:gd name="T89" fmla="*/ 29 h 30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642" h="3094">
                <a:moveTo>
                  <a:pt x="559" y="2843"/>
                </a:moveTo>
                <a:cubicBezTo>
                  <a:pt x="305" y="2843"/>
                  <a:pt x="305" y="2843"/>
                  <a:pt x="305" y="2843"/>
                </a:cubicBezTo>
                <a:cubicBezTo>
                  <a:pt x="289" y="2843"/>
                  <a:pt x="276" y="2856"/>
                  <a:pt x="276" y="2871"/>
                </a:cubicBezTo>
                <a:cubicBezTo>
                  <a:pt x="276" y="2887"/>
                  <a:pt x="289" y="2900"/>
                  <a:pt x="305" y="2900"/>
                </a:cubicBezTo>
                <a:cubicBezTo>
                  <a:pt x="559" y="2900"/>
                  <a:pt x="559" y="2900"/>
                  <a:pt x="559" y="2900"/>
                </a:cubicBezTo>
                <a:cubicBezTo>
                  <a:pt x="575" y="2900"/>
                  <a:pt x="588" y="2887"/>
                  <a:pt x="588" y="2871"/>
                </a:cubicBezTo>
                <a:cubicBezTo>
                  <a:pt x="588" y="2856"/>
                  <a:pt x="575" y="2843"/>
                  <a:pt x="559" y="2843"/>
                </a:cubicBezTo>
                <a:moveTo>
                  <a:pt x="2338" y="2843"/>
                </a:moveTo>
                <a:cubicBezTo>
                  <a:pt x="2083" y="2843"/>
                  <a:pt x="2083" y="2843"/>
                  <a:pt x="2083" y="2843"/>
                </a:cubicBezTo>
                <a:cubicBezTo>
                  <a:pt x="2068" y="2843"/>
                  <a:pt x="2055" y="2856"/>
                  <a:pt x="2055" y="2871"/>
                </a:cubicBezTo>
                <a:cubicBezTo>
                  <a:pt x="2055" y="2887"/>
                  <a:pt x="2068" y="2900"/>
                  <a:pt x="2083" y="2900"/>
                </a:cubicBezTo>
                <a:cubicBezTo>
                  <a:pt x="2338" y="2900"/>
                  <a:pt x="2338" y="2900"/>
                  <a:pt x="2338" y="2900"/>
                </a:cubicBezTo>
                <a:cubicBezTo>
                  <a:pt x="2354" y="2900"/>
                  <a:pt x="2366" y="2887"/>
                  <a:pt x="2366" y="2871"/>
                </a:cubicBezTo>
                <a:cubicBezTo>
                  <a:pt x="2366" y="2856"/>
                  <a:pt x="2354" y="2843"/>
                  <a:pt x="2338" y="2843"/>
                </a:cubicBezTo>
                <a:moveTo>
                  <a:pt x="29" y="1219"/>
                </a:moveTo>
                <a:cubicBezTo>
                  <a:pt x="13" y="1219"/>
                  <a:pt x="0" y="1232"/>
                  <a:pt x="0" y="1248"/>
                </a:cubicBezTo>
                <a:cubicBezTo>
                  <a:pt x="0" y="2415"/>
                  <a:pt x="0" y="2415"/>
                  <a:pt x="0" y="2415"/>
                </a:cubicBezTo>
                <a:cubicBezTo>
                  <a:pt x="0" y="2431"/>
                  <a:pt x="13" y="2444"/>
                  <a:pt x="29" y="2444"/>
                </a:cubicBezTo>
                <a:cubicBezTo>
                  <a:pt x="559" y="2444"/>
                  <a:pt x="559" y="2444"/>
                  <a:pt x="559" y="2444"/>
                </a:cubicBezTo>
                <a:cubicBezTo>
                  <a:pt x="575" y="2444"/>
                  <a:pt x="588" y="2431"/>
                  <a:pt x="588" y="2415"/>
                </a:cubicBezTo>
                <a:cubicBezTo>
                  <a:pt x="588" y="2399"/>
                  <a:pt x="575" y="2386"/>
                  <a:pt x="559" y="2386"/>
                </a:cubicBezTo>
                <a:cubicBezTo>
                  <a:pt x="58" y="2386"/>
                  <a:pt x="58" y="2386"/>
                  <a:pt x="58" y="2386"/>
                </a:cubicBezTo>
                <a:cubicBezTo>
                  <a:pt x="58" y="1248"/>
                  <a:pt x="58" y="1248"/>
                  <a:pt x="58" y="1248"/>
                </a:cubicBezTo>
                <a:cubicBezTo>
                  <a:pt x="58" y="1232"/>
                  <a:pt x="45" y="1219"/>
                  <a:pt x="29" y="1219"/>
                </a:cubicBezTo>
                <a:moveTo>
                  <a:pt x="2613" y="1219"/>
                </a:moveTo>
                <a:cubicBezTo>
                  <a:pt x="2597" y="1219"/>
                  <a:pt x="2584" y="1232"/>
                  <a:pt x="2584" y="1248"/>
                </a:cubicBezTo>
                <a:cubicBezTo>
                  <a:pt x="2584" y="2386"/>
                  <a:pt x="2584" y="2386"/>
                  <a:pt x="2584" y="2386"/>
                </a:cubicBezTo>
                <a:cubicBezTo>
                  <a:pt x="2083" y="2386"/>
                  <a:pt x="2083" y="2386"/>
                  <a:pt x="2083" y="2386"/>
                </a:cubicBezTo>
                <a:cubicBezTo>
                  <a:pt x="2067" y="2386"/>
                  <a:pt x="2055" y="2399"/>
                  <a:pt x="2055" y="2415"/>
                </a:cubicBezTo>
                <a:cubicBezTo>
                  <a:pt x="2055" y="2431"/>
                  <a:pt x="2067" y="2444"/>
                  <a:pt x="2083" y="2444"/>
                </a:cubicBezTo>
                <a:cubicBezTo>
                  <a:pt x="2613" y="2444"/>
                  <a:pt x="2613" y="2444"/>
                  <a:pt x="2613" y="2444"/>
                </a:cubicBezTo>
                <a:cubicBezTo>
                  <a:pt x="2629" y="2444"/>
                  <a:pt x="2642" y="2431"/>
                  <a:pt x="2642" y="2415"/>
                </a:cubicBezTo>
                <a:cubicBezTo>
                  <a:pt x="2642" y="1248"/>
                  <a:pt x="2642" y="1248"/>
                  <a:pt x="2642" y="1248"/>
                </a:cubicBezTo>
                <a:cubicBezTo>
                  <a:pt x="2642" y="1232"/>
                  <a:pt x="2629" y="1219"/>
                  <a:pt x="2613" y="1219"/>
                </a:cubicBezTo>
                <a:moveTo>
                  <a:pt x="658" y="292"/>
                </a:moveTo>
                <a:cubicBezTo>
                  <a:pt x="210" y="292"/>
                  <a:pt x="210" y="292"/>
                  <a:pt x="210" y="292"/>
                </a:cubicBezTo>
                <a:cubicBezTo>
                  <a:pt x="194" y="292"/>
                  <a:pt x="181" y="305"/>
                  <a:pt x="181" y="321"/>
                </a:cubicBezTo>
                <a:cubicBezTo>
                  <a:pt x="181" y="941"/>
                  <a:pt x="181" y="941"/>
                  <a:pt x="181" y="941"/>
                </a:cubicBezTo>
                <a:cubicBezTo>
                  <a:pt x="181" y="957"/>
                  <a:pt x="194" y="970"/>
                  <a:pt x="210" y="970"/>
                </a:cubicBezTo>
                <a:cubicBezTo>
                  <a:pt x="559" y="970"/>
                  <a:pt x="559" y="970"/>
                  <a:pt x="559" y="970"/>
                </a:cubicBezTo>
                <a:cubicBezTo>
                  <a:pt x="575" y="970"/>
                  <a:pt x="588" y="957"/>
                  <a:pt x="588" y="941"/>
                </a:cubicBezTo>
                <a:cubicBezTo>
                  <a:pt x="588" y="925"/>
                  <a:pt x="575" y="912"/>
                  <a:pt x="559" y="912"/>
                </a:cubicBezTo>
                <a:cubicBezTo>
                  <a:pt x="239" y="912"/>
                  <a:pt x="239" y="912"/>
                  <a:pt x="239" y="912"/>
                </a:cubicBezTo>
                <a:cubicBezTo>
                  <a:pt x="239" y="350"/>
                  <a:pt x="239" y="350"/>
                  <a:pt x="239" y="350"/>
                </a:cubicBezTo>
                <a:cubicBezTo>
                  <a:pt x="658" y="350"/>
                  <a:pt x="658" y="350"/>
                  <a:pt x="658" y="350"/>
                </a:cubicBezTo>
                <a:cubicBezTo>
                  <a:pt x="674" y="350"/>
                  <a:pt x="687" y="337"/>
                  <a:pt x="687" y="321"/>
                </a:cubicBezTo>
                <a:cubicBezTo>
                  <a:pt x="687" y="305"/>
                  <a:pt x="674" y="292"/>
                  <a:pt x="658" y="292"/>
                </a:cubicBezTo>
                <a:moveTo>
                  <a:pt x="2432" y="292"/>
                </a:moveTo>
                <a:cubicBezTo>
                  <a:pt x="1984" y="292"/>
                  <a:pt x="1984" y="292"/>
                  <a:pt x="1984" y="292"/>
                </a:cubicBezTo>
                <a:cubicBezTo>
                  <a:pt x="1968" y="292"/>
                  <a:pt x="1955" y="305"/>
                  <a:pt x="1955" y="321"/>
                </a:cubicBezTo>
                <a:cubicBezTo>
                  <a:pt x="1955" y="337"/>
                  <a:pt x="1968" y="350"/>
                  <a:pt x="1984" y="350"/>
                </a:cubicBezTo>
                <a:cubicBezTo>
                  <a:pt x="2403" y="350"/>
                  <a:pt x="2403" y="350"/>
                  <a:pt x="2403" y="350"/>
                </a:cubicBezTo>
                <a:cubicBezTo>
                  <a:pt x="2403" y="912"/>
                  <a:pt x="2403" y="912"/>
                  <a:pt x="2403" y="912"/>
                </a:cubicBezTo>
                <a:cubicBezTo>
                  <a:pt x="2083" y="912"/>
                  <a:pt x="2083" y="912"/>
                  <a:pt x="2083" y="912"/>
                </a:cubicBezTo>
                <a:cubicBezTo>
                  <a:pt x="2068" y="912"/>
                  <a:pt x="2055" y="925"/>
                  <a:pt x="2055" y="941"/>
                </a:cubicBezTo>
                <a:cubicBezTo>
                  <a:pt x="2055" y="957"/>
                  <a:pt x="2068" y="970"/>
                  <a:pt x="2083" y="970"/>
                </a:cubicBezTo>
                <a:cubicBezTo>
                  <a:pt x="2432" y="970"/>
                  <a:pt x="2432" y="970"/>
                  <a:pt x="2432" y="970"/>
                </a:cubicBezTo>
                <a:cubicBezTo>
                  <a:pt x="2448" y="970"/>
                  <a:pt x="2461" y="957"/>
                  <a:pt x="2461" y="941"/>
                </a:cubicBezTo>
                <a:cubicBezTo>
                  <a:pt x="2461" y="321"/>
                  <a:pt x="2461" y="321"/>
                  <a:pt x="2461" y="321"/>
                </a:cubicBezTo>
                <a:cubicBezTo>
                  <a:pt x="2461" y="305"/>
                  <a:pt x="2448" y="292"/>
                  <a:pt x="2432" y="292"/>
                </a:cubicBezTo>
                <a:moveTo>
                  <a:pt x="1799" y="0"/>
                </a:moveTo>
                <a:cubicBezTo>
                  <a:pt x="843" y="0"/>
                  <a:pt x="843" y="0"/>
                  <a:pt x="843" y="0"/>
                </a:cubicBezTo>
                <a:cubicBezTo>
                  <a:pt x="827" y="0"/>
                  <a:pt x="814" y="13"/>
                  <a:pt x="814" y="29"/>
                </a:cubicBezTo>
                <a:cubicBezTo>
                  <a:pt x="814" y="45"/>
                  <a:pt x="827" y="58"/>
                  <a:pt x="843" y="58"/>
                </a:cubicBezTo>
                <a:cubicBezTo>
                  <a:pt x="1292" y="58"/>
                  <a:pt x="1292" y="58"/>
                  <a:pt x="1292" y="58"/>
                </a:cubicBezTo>
                <a:cubicBezTo>
                  <a:pt x="1292" y="602"/>
                  <a:pt x="1292" y="602"/>
                  <a:pt x="1292" y="602"/>
                </a:cubicBezTo>
                <a:cubicBezTo>
                  <a:pt x="989" y="602"/>
                  <a:pt x="989" y="602"/>
                  <a:pt x="989" y="602"/>
                </a:cubicBezTo>
                <a:cubicBezTo>
                  <a:pt x="973" y="602"/>
                  <a:pt x="960" y="615"/>
                  <a:pt x="960" y="631"/>
                </a:cubicBezTo>
                <a:cubicBezTo>
                  <a:pt x="960" y="647"/>
                  <a:pt x="973" y="660"/>
                  <a:pt x="989" y="660"/>
                </a:cubicBezTo>
                <a:cubicBezTo>
                  <a:pt x="1292" y="660"/>
                  <a:pt x="1292" y="660"/>
                  <a:pt x="1292" y="660"/>
                </a:cubicBezTo>
                <a:cubicBezTo>
                  <a:pt x="1292" y="1311"/>
                  <a:pt x="1292" y="1311"/>
                  <a:pt x="1292" y="1311"/>
                </a:cubicBezTo>
                <a:cubicBezTo>
                  <a:pt x="801" y="1311"/>
                  <a:pt x="801" y="1311"/>
                  <a:pt x="801" y="1311"/>
                </a:cubicBezTo>
                <a:cubicBezTo>
                  <a:pt x="801" y="1060"/>
                  <a:pt x="801" y="1060"/>
                  <a:pt x="801" y="1060"/>
                </a:cubicBezTo>
                <a:cubicBezTo>
                  <a:pt x="801" y="1044"/>
                  <a:pt x="788" y="1031"/>
                  <a:pt x="772" y="1031"/>
                </a:cubicBezTo>
                <a:cubicBezTo>
                  <a:pt x="756" y="1031"/>
                  <a:pt x="743" y="1044"/>
                  <a:pt x="743" y="1060"/>
                </a:cubicBezTo>
                <a:cubicBezTo>
                  <a:pt x="743" y="1340"/>
                  <a:pt x="743" y="1340"/>
                  <a:pt x="743" y="1340"/>
                </a:cubicBezTo>
                <a:cubicBezTo>
                  <a:pt x="743" y="1356"/>
                  <a:pt x="756" y="1369"/>
                  <a:pt x="772" y="1369"/>
                </a:cubicBezTo>
                <a:cubicBezTo>
                  <a:pt x="1292" y="1369"/>
                  <a:pt x="1292" y="1369"/>
                  <a:pt x="1292" y="1369"/>
                </a:cubicBezTo>
                <a:cubicBezTo>
                  <a:pt x="1292" y="2123"/>
                  <a:pt x="1292" y="2123"/>
                  <a:pt x="1292" y="2123"/>
                </a:cubicBezTo>
                <a:cubicBezTo>
                  <a:pt x="842" y="2123"/>
                  <a:pt x="842" y="2123"/>
                  <a:pt x="842" y="2123"/>
                </a:cubicBezTo>
                <a:cubicBezTo>
                  <a:pt x="842" y="1782"/>
                  <a:pt x="842" y="1782"/>
                  <a:pt x="842" y="1782"/>
                </a:cubicBezTo>
                <a:cubicBezTo>
                  <a:pt x="842" y="1766"/>
                  <a:pt x="829" y="1753"/>
                  <a:pt x="813" y="1753"/>
                </a:cubicBezTo>
                <a:cubicBezTo>
                  <a:pt x="433" y="1753"/>
                  <a:pt x="433" y="1753"/>
                  <a:pt x="433" y="1753"/>
                </a:cubicBezTo>
                <a:cubicBezTo>
                  <a:pt x="433" y="1476"/>
                  <a:pt x="433" y="1476"/>
                  <a:pt x="433" y="1476"/>
                </a:cubicBezTo>
                <a:cubicBezTo>
                  <a:pt x="433" y="1460"/>
                  <a:pt x="420" y="1447"/>
                  <a:pt x="404" y="1447"/>
                </a:cubicBezTo>
                <a:cubicBezTo>
                  <a:pt x="388" y="1447"/>
                  <a:pt x="375" y="1460"/>
                  <a:pt x="375" y="1476"/>
                </a:cubicBezTo>
                <a:cubicBezTo>
                  <a:pt x="375" y="1782"/>
                  <a:pt x="375" y="1782"/>
                  <a:pt x="375" y="1782"/>
                </a:cubicBezTo>
                <a:cubicBezTo>
                  <a:pt x="375" y="1798"/>
                  <a:pt x="388" y="1811"/>
                  <a:pt x="404" y="1811"/>
                </a:cubicBezTo>
                <a:cubicBezTo>
                  <a:pt x="784" y="1811"/>
                  <a:pt x="784" y="1811"/>
                  <a:pt x="784" y="1811"/>
                </a:cubicBezTo>
                <a:cubicBezTo>
                  <a:pt x="784" y="2669"/>
                  <a:pt x="784" y="2669"/>
                  <a:pt x="784" y="2669"/>
                </a:cubicBezTo>
                <a:cubicBezTo>
                  <a:pt x="784" y="2685"/>
                  <a:pt x="797" y="2698"/>
                  <a:pt x="813" y="2698"/>
                </a:cubicBezTo>
                <a:cubicBezTo>
                  <a:pt x="829" y="2698"/>
                  <a:pt x="842" y="2685"/>
                  <a:pt x="842" y="2669"/>
                </a:cubicBezTo>
                <a:cubicBezTo>
                  <a:pt x="842" y="2181"/>
                  <a:pt x="842" y="2181"/>
                  <a:pt x="842" y="2181"/>
                </a:cubicBezTo>
                <a:cubicBezTo>
                  <a:pt x="1292" y="2181"/>
                  <a:pt x="1292" y="2181"/>
                  <a:pt x="1292" y="2181"/>
                </a:cubicBezTo>
                <a:cubicBezTo>
                  <a:pt x="1292" y="3036"/>
                  <a:pt x="1292" y="3036"/>
                  <a:pt x="1292" y="3036"/>
                </a:cubicBezTo>
                <a:cubicBezTo>
                  <a:pt x="921" y="3036"/>
                  <a:pt x="921" y="3036"/>
                  <a:pt x="921" y="3036"/>
                </a:cubicBezTo>
                <a:cubicBezTo>
                  <a:pt x="905" y="3036"/>
                  <a:pt x="892" y="3049"/>
                  <a:pt x="892" y="3065"/>
                </a:cubicBezTo>
                <a:cubicBezTo>
                  <a:pt x="892" y="3081"/>
                  <a:pt x="905" y="3094"/>
                  <a:pt x="921" y="3094"/>
                </a:cubicBezTo>
                <a:cubicBezTo>
                  <a:pt x="1321" y="3094"/>
                  <a:pt x="1321" y="3094"/>
                  <a:pt x="1321" y="3094"/>
                </a:cubicBezTo>
                <a:cubicBezTo>
                  <a:pt x="1722" y="3094"/>
                  <a:pt x="1722" y="3094"/>
                  <a:pt x="1722" y="3094"/>
                </a:cubicBezTo>
                <a:cubicBezTo>
                  <a:pt x="1738" y="3094"/>
                  <a:pt x="1751" y="3081"/>
                  <a:pt x="1751" y="3065"/>
                </a:cubicBezTo>
                <a:cubicBezTo>
                  <a:pt x="1751" y="3049"/>
                  <a:pt x="1738" y="3036"/>
                  <a:pt x="1722" y="3036"/>
                </a:cubicBezTo>
                <a:cubicBezTo>
                  <a:pt x="1350" y="3036"/>
                  <a:pt x="1350" y="3036"/>
                  <a:pt x="1350" y="3036"/>
                </a:cubicBezTo>
                <a:cubicBezTo>
                  <a:pt x="1350" y="2181"/>
                  <a:pt x="1350" y="2181"/>
                  <a:pt x="1350" y="2181"/>
                </a:cubicBezTo>
                <a:cubicBezTo>
                  <a:pt x="1800" y="2181"/>
                  <a:pt x="1800" y="2181"/>
                  <a:pt x="1800" y="2181"/>
                </a:cubicBezTo>
                <a:cubicBezTo>
                  <a:pt x="1800" y="2669"/>
                  <a:pt x="1800" y="2669"/>
                  <a:pt x="1800" y="2669"/>
                </a:cubicBezTo>
                <a:cubicBezTo>
                  <a:pt x="1800" y="2685"/>
                  <a:pt x="1813" y="2698"/>
                  <a:pt x="1829" y="2698"/>
                </a:cubicBezTo>
                <a:cubicBezTo>
                  <a:pt x="1845" y="2698"/>
                  <a:pt x="1858" y="2685"/>
                  <a:pt x="1858" y="2669"/>
                </a:cubicBezTo>
                <a:cubicBezTo>
                  <a:pt x="1858" y="1811"/>
                  <a:pt x="1858" y="1811"/>
                  <a:pt x="1858" y="1811"/>
                </a:cubicBezTo>
                <a:cubicBezTo>
                  <a:pt x="2239" y="1811"/>
                  <a:pt x="2239" y="1811"/>
                  <a:pt x="2239" y="1811"/>
                </a:cubicBezTo>
                <a:cubicBezTo>
                  <a:pt x="2254" y="1811"/>
                  <a:pt x="2267" y="1798"/>
                  <a:pt x="2267" y="1782"/>
                </a:cubicBezTo>
                <a:cubicBezTo>
                  <a:pt x="2267" y="1476"/>
                  <a:pt x="2267" y="1476"/>
                  <a:pt x="2267" y="1476"/>
                </a:cubicBezTo>
                <a:cubicBezTo>
                  <a:pt x="2267" y="1460"/>
                  <a:pt x="2254" y="1447"/>
                  <a:pt x="2239" y="1447"/>
                </a:cubicBezTo>
                <a:cubicBezTo>
                  <a:pt x="2223" y="1447"/>
                  <a:pt x="2210" y="1460"/>
                  <a:pt x="2210" y="1476"/>
                </a:cubicBezTo>
                <a:cubicBezTo>
                  <a:pt x="2210" y="1753"/>
                  <a:pt x="2210" y="1753"/>
                  <a:pt x="2210" y="1753"/>
                </a:cubicBezTo>
                <a:cubicBezTo>
                  <a:pt x="1829" y="1753"/>
                  <a:pt x="1829" y="1753"/>
                  <a:pt x="1829" y="1753"/>
                </a:cubicBezTo>
                <a:cubicBezTo>
                  <a:pt x="1813" y="1753"/>
                  <a:pt x="1800" y="1766"/>
                  <a:pt x="1800" y="1782"/>
                </a:cubicBezTo>
                <a:cubicBezTo>
                  <a:pt x="1800" y="2123"/>
                  <a:pt x="1800" y="2123"/>
                  <a:pt x="1800" y="2123"/>
                </a:cubicBezTo>
                <a:cubicBezTo>
                  <a:pt x="1350" y="2123"/>
                  <a:pt x="1350" y="2123"/>
                  <a:pt x="1350" y="2123"/>
                </a:cubicBezTo>
                <a:cubicBezTo>
                  <a:pt x="1350" y="1369"/>
                  <a:pt x="1350" y="1369"/>
                  <a:pt x="1350" y="1369"/>
                </a:cubicBezTo>
                <a:cubicBezTo>
                  <a:pt x="1870" y="1369"/>
                  <a:pt x="1870" y="1369"/>
                  <a:pt x="1870" y="1369"/>
                </a:cubicBezTo>
                <a:cubicBezTo>
                  <a:pt x="1886" y="1369"/>
                  <a:pt x="1899" y="1356"/>
                  <a:pt x="1899" y="1340"/>
                </a:cubicBezTo>
                <a:cubicBezTo>
                  <a:pt x="1899" y="1060"/>
                  <a:pt x="1899" y="1060"/>
                  <a:pt x="1899" y="1060"/>
                </a:cubicBezTo>
                <a:cubicBezTo>
                  <a:pt x="1899" y="1044"/>
                  <a:pt x="1886" y="1031"/>
                  <a:pt x="1870" y="1031"/>
                </a:cubicBezTo>
                <a:cubicBezTo>
                  <a:pt x="1854" y="1031"/>
                  <a:pt x="1841" y="1044"/>
                  <a:pt x="1841" y="1060"/>
                </a:cubicBezTo>
                <a:cubicBezTo>
                  <a:pt x="1841" y="1311"/>
                  <a:pt x="1841" y="1311"/>
                  <a:pt x="1841" y="1311"/>
                </a:cubicBezTo>
                <a:cubicBezTo>
                  <a:pt x="1350" y="1311"/>
                  <a:pt x="1350" y="1311"/>
                  <a:pt x="1350" y="1311"/>
                </a:cubicBezTo>
                <a:cubicBezTo>
                  <a:pt x="1350" y="660"/>
                  <a:pt x="1350" y="660"/>
                  <a:pt x="1350" y="660"/>
                </a:cubicBezTo>
                <a:cubicBezTo>
                  <a:pt x="1643" y="660"/>
                  <a:pt x="1643" y="660"/>
                  <a:pt x="1643" y="660"/>
                </a:cubicBezTo>
                <a:cubicBezTo>
                  <a:pt x="1659" y="660"/>
                  <a:pt x="1672" y="647"/>
                  <a:pt x="1672" y="631"/>
                </a:cubicBezTo>
                <a:cubicBezTo>
                  <a:pt x="1672" y="615"/>
                  <a:pt x="1659" y="602"/>
                  <a:pt x="1643" y="602"/>
                </a:cubicBezTo>
                <a:cubicBezTo>
                  <a:pt x="1350" y="602"/>
                  <a:pt x="1350" y="602"/>
                  <a:pt x="1350" y="602"/>
                </a:cubicBezTo>
                <a:cubicBezTo>
                  <a:pt x="1350" y="58"/>
                  <a:pt x="1350" y="58"/>
                  <a:pt x="1350" y="58"/>
                </a:cubicBezTo>
                <a:cubicBezTo>
                  <a:pt x="1799" y="58"/>
                  <a:pt x="1799" y="58"/>
                  <a:pt x="1799" y="58"/>
                </a:cubicBezTo>
                <a:cubicBezTo>
                  <a:pt x="1815" y="58"/>
                  <a:pt x="1828" y="45"/>
                  <a:pt x="1828" y="29"/>
                </a:cubicBezTo>
                <a:cubicBezTo>
                  <a:pt x="1828" y="13"/>
                  <a:pt x="1815" y="0"/>
                  <a:pt x="1799" y="0"/>
                </a:cubicBezTo>
              </a:path>
            </a:pathLst>
          </a:custGeom>
          <a:solidFill>
            <a:schemeClr val="accent3">
              <a:alpha val="10000"/>
            </a:schemeClr>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12" name="TextBox 11">
            <a:extLst>
              <a:ext uri="{FF2B5EF4-FFF2-40B4-BE49-F238E27FC236}">
                <a16:creationId xmlns:a16="http://schemas.microsoft.com/office/drawing/2014/main" id="{2D286C11-828A-4F0B-B5E1-F318F95635E1}"/>
              </a:ext>
            </a:extLst>
          </p:cNvPr>
          <p:cNvSpPr txBox="1"/>
          <p:nvPr/>
        </p:nvSpPr>
        <p:spPr>
          <a:xfrm>
            <a:off x="546100" y="540000"/>
            <a:ext cx="671457" cy="621000"/>
          </a:xfrm>
          <a:custGeom>
            <a:avLst/>
            <a:gdLst/>
            <a:ahLst/>
            <a:cxnLst/>
            <a:rect l="l" t="t" r="r" b="b"/>
            <a:pathLst>
              <a:path w="444141" h="410766">
                <a:moveTo>
                  <a:pt x="278979" y="0"/>
                </a:moveTo>
                <a:lnTo>
                  <a:pt x="444141" y="0"/>
                </a:lnTo>
                <a:lnTo>
                  <a:pt x="444141" y="141201"/>
                </a:lnTo>
                <a:cubicBezTo>
                  <a:pt x="444141" y="217649"/>
                  <a:pt x="435298" y="272703"/>
                  <a:pt x="417612" y="306363"/>
                </a:cubicBezTo>
                <a:cubicBezTo>
                  <a:pt x="393080" y="352574"/>
                  <a:pt x="354856" y="387375"/>
                  <a:pt x="302940" y="410766"/>
                </a:cubicBezTo>
                <a:lnTo>
                  <a:pt x="265286" y="350007"/>
                </a:lnTo>
                <a:cubicBezTo>
                  <a:pt x="296094" y="337455"/>
                  <a:pt x="319057" y="317630"/>
                  <a:pt x="334175" y="290531"/>
                </a:cubicBezTo>
                <a:cubicBezTo>
                  <a:pt x="349294" y="263432"/>
                  <a:pt x="357709" y="226206"/>
                  <a:pt x="359420" y="178854"/>
                </a:cubicBezTo>
                <a:lnTo>
                  <a:pt x="278979" y="178854"/>
                </a:lnTo>
                <a:close/>
                <a:moveTo>
                  <a:pt x="13692" y="0"/>
                </a:moveTo>
                <a:lnTo>
                  <a:pt x="178854" y="0"/>
                </a:lnTo>
                <a:lnTo>
                  <a:pt x="178854" y="141201"/>
                </a:lnTo>
                <a:cubicBezTo>
                  <a:pt x="178854" y="217649"/>
                  <a:pt x="170012" y="272703"/>
                  <a:pt x="152326" y="306363"/>
                </a:cubicBezTo>
                <a:cubicBezTo>
                  <a:pt x="127794" y="352574"/>
                  <a:pt x="89570" y="387375"/>
                  <a:pt x="37654" y="410766"/>
                </a:cubicBezTo>
                <a:lnTo>
                  <a:pt x="0" y="350007"/>
                </a:lnTo>
                <a:cubicBezTo>
                  <a:pt x="30808" y="337455"/>
                  <a:pt x="53771" y="317630"/>
                  <a:pt x="68889" y="290531"/>
                </a:cubicBezTo>
                <a:cubicBezTo>
                  <a:pt x="84007" y="263432"/>
                  <a:pt x="92422" y="226206"/>
                  <a:pt x="94134" y="178854"/>
                </a:cubicBezTo>
                <a:lnTo>
                  <a:pt x="13692" y="178854"/>
                </a:lnTo>
                <a:close/>
              </a:path>
            </a:pathLst>
          </a:custGeom>
          <a:solidFill>
            <a:schemeClr val="accent3"/>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GB" sz="13800" dirty="0">
              <a:solidFill>
                <a:srgbClr val="B59E5F"/>
              </a:solidFill>
            </a:endParaRPr>
          </a:p>
        </p:txBody>
      </p:sp>
      <p:sp>
        <p:nvSpPr>
          <p:cNvPr id="10" name="Slide Number Placeholder 5">
            <a:extLst>
              <a:ext uri="{FF2B5EF4-FFF2-40B4-BE49-F238E27FC236}">
                <a16:creationId xmlns:a16="http://schemas.microsoft.com/office/drawing/2014/main" id="{C75DE84A-9B5C-4EC6-942D-E4A1D174DD8E}"/>
              </a:ext>
            </a:extLst>
          </p:cNvPr>
          <p:cNvSpPr>
            <a:spLocks noGrp="1"/>
          </p:cNvSpPr>
          <p:nvPr>
            <p:ph type="sldNum" sz="quarter" idx="4"/>
          </p:nvPr>
        </p:nvSpPr>
        <p:spPr>
          <a:xfrm>
            <a:off x="11326690" y="6434112"/>
            <a:ext cx="595310" cy="153888"/>
          </a:xfrm>
          <a:prstGeom prst="rect">
            <a:avLst/>
          </a:prstGeom>
        </p:spPr>
        <p:txBody>
          <a:bodyPr lIns="0" tIns="0" rIns="0" bIns="0" anchor="t" anchorCtr="0">
            <a:noAutofit/>
          </a:bodyPr>
          <a:lstStyle>
            <a:lvl1pPr algn="r">
              <a:defRPr sz="900">
                <a:solidFill>
                  <a:srgbClr val="3F1A01"/>
                </a:solidFill>
              </a:defRPr>
            </a:lvl1pPr>
          </a:lstStyle>
          <a:p>
            <a:fld id="{6DBC486D-4FAB-B746-8B02-8D7C842291C6}" type="slidenum">
              <a:rPr lang="en-US" smtClean="0"/>
              <a:pPr/>
              <a:t>‹#›</a:t>
            </a:fld>
            <a:endParaRPr lang="en-US" dirty="0"/>
          </a:p>
        </p:txBody>
      </p:sp>
    </p:spTree>
    <p:extLst>
      <p:ext uri="{BB962C8B-B14F-4D97-AF65-F5344CB8AC3E}">
        <p14:creationId xmlns:p14="http://schemas.microsoft.com/office/powerpoint/2010/main" val="936355169"/>
      </p:ext>
    </p:extLst>
  </p:cSld>
  <p:clrMapOvr>
    <a:masterClrMapping/>
  </p:clrMapOvr>
  <p:hf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type="secHead" preserve="1">
  <p:cSld name="Quote - Light Brown">
    <p:bg>
      <p:bgPr>
        <a:solidFill>
          <a:srgbClr val="D9D1CC"/>
        </a:solidFill>
        <a:effectLst/>
      </p:bgPr>
    </p:bg>
    <p:spTree>
      <p:nvGrpSpPr>
        <p:cNvPr id="1" name=""/>
        <p:cNvGrpSpPr/>
        <p:nvPr/>
      </p:nvGrpSpPr>
      <p:grpSpPr>
        <a:xfrm>
          <a:off x="0" y="0"/>
          <a:ext cx="0" cy="0"/>
          <a:chOff x="0" y="0"/>
          <a:chExt cx="0" cy="0"/>
        </a:xfrm>
      </p:grpSpPr>
      <p:pic>
        <p:nvPicPr>
          <p:cNvPr id="8" name="Picture 7" descr="Shape&#10;&#10;Description automatically generated with medium confidence">
            <a:extLst>
              <a:ext uri="{FF2B5EF4-FFF2-40B4-BE49-F238E27FC236}">
                <a16:creationId xmlns:a16="http://schemas.microsoft.com/office/drawing/2014/main" id="{8F783354-686D-4F95-A2C7-375026C51A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8464564-6547-498D-A220-7B346E5B1408}"/>
              </a:ext>
            </a:extLst>
          </p:cNvPr>
          <p:cNvSpPr>
            <a:spLocks noGrp="1"/>
          </p:cNvSpPr>
          <p:nvPr>
            <p:ph type="title"/>
          </p:nvPr>
        </p:nvSpPr>
        <p:spPr>
          <a:xfrm>
            <a:off x="1219200" y="1485000"/>
            <a:ext cx="6642100" cy="2429818"/>
          </a:xfrm>
        </p:spPr>
        <p:txBody>
          <a:bodyPr anchor="b">
            <a:normAutofit/>
          </a:bodyPr>
          <a:lstStyle>
            <a:lvl1pPr>
              <a:defRPr sz="6000" b="0" i="1">
                <a:solidFill>
                  <a:srgbClr val="3F1A01"/>
                </a:solidFill>
                <a:latin typeface="Times New Roman" panose="02020603050405020304" pitchFamily="18" charset="0"/>
                <a:cs typeface="Times New Roman" panose="02020603050405020304" pitchFamily="18" charset="0"/>
              </a:defRPr>
            </a:lvl1p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1592638D-BCB6-4F07-9847-FBAA9B3609B5}"/>
              </a:ext>
            </a:extLst>
          </p:cNvPr>
          <p:cNvSpPr>
            <a:spLocks noGrp="1"/>
          </p:cNvSpPr>
          <p:nvPr>
            <p:ph type="body" idx="1"/>
          </p:nvPr>
        </p:nvSpPr>
        <p:spPr>
          <a:xfrm>
            <a:off x="1219200" y="4238818"/>
            <a:ext cx="6642100" cy="1203175"/>
          </a:xfrm>
          <a:prstGeom prst="rect">
            <a:avLst/>
          </a:prstGeom>
        </p:spPr>
        <p:txBody>
          <a:bodyPr/>
          <a:lstStyle>
            <a:lvl1pPr marL="0" indent="0">
              <a:buNone/>
              <a:defRPr sz="1600">
                <a:solidFill>
                  <a:srgbClr val="3F1A01"/>
                </a:solidFill>
                <a:latin typeface="+mn-lt"/>
                <a:cs typeface="Times New Roman" panose="02020603050405020304" pitchFamily="18"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6" name="Freeform 9">
            <a:extLst>
              <a:ext uri="{FF2B5EF4-FFF2-40B4-BE49-F238E27FC236}">
                <a16:creationId xmlns:a16="http://schemas.microsoft.com/office/drawing/2014/main" id="{C2D8A25E-CAAF-4846-8D8A-7A9026C78018}"/>
              </a:ext>
            </a:extLst>
          </p:cNvPr>
          <p:cNvSpPr>
            <a:spLocks noEditPoints="1"/>
          </p:cNvSpPr>
          <p:nvPr/>
        </p:nvSpPr>
        <p:spPr bwMode="auto">
          <a:xfrm>
            <a:off x="8102600" y="-2176101"/>
            <a:ext cx="8385175" cy="9817101"/>
          </a:xfrm>
          <a:custGeom>
            <a:avLst/>
            <a:gdLst>
              <a:gd name="T0" fmla="*/ 276 w 2642"/>
              <a:gd name="T1" fmla="*/ 2871 h 3094"/>
              <a:gd name="T2" fmla="*/ 588 w 2642"/>
              <a:gd name="T3" fmla="*/ 2871 h 3094"/>
              <a:gd name="T4" fmla="*/ 2083 w 2642"/>
              <a:gd name="T5" fmla="*/ 2843 h 3094"/>
              <a:gd name="T6" fmla="*/ 2338 w 2642"/>
              <a:gd name="T7" fmla="*/ 2900 h 3094"/>
              <a:gd name="T8" fmla="*/ 29 w 2642"/>
              <a:gd name="T9" fmla="*/ 1219 h 3094"/>
              <a:gd name="T10" fmla="*/ 29 w 2642"/>
              <a:gd name="T11" fmla="*/ 2444 h 3094"/>
              <a:gd name="T12" fmla="*/ 559 w 2642"/>
              <a:gd name="T13" fmla="*/ 2386 h 3094"/>
              <a:gd name="T14" fmla="*/ 29 w 2642"/>
              <a:gd name="T15" fmla="*/ 1219 h 3094"/>
              <a:gd name="T16" fmla="*/ 2584 w 2642"/>
              <a:gd name="T17" fmla="*/ 2386 h 3094"/>
              <a:gd name="T18" fmla="*/ 2083 w 2642"/>
              <a:gd name="T19" fmla="*/ 2444 h 3094"/>
              <a:gd name="T20" fmla="*/ 2642 w 2642"/>
              <a:gd name="T21" fmla="*/ 1248 h 3094"/>
              <a:gd name="T22" fmla="*/ 210 w 2642"/>
              <a:gd name="T23" fmla="*/ 292 h 3094"/>
              <a:gd name="T24" fmla="*/ 210 w 2642"/>
              <a:gd name="T25" fmla="*/ 970 h 3094"/>
              <a:gd name="T26" fmla="*/ 559 w 2642"/>
              <a:gd name="T27" fmla="*/ 912 h 3094"/>
              <a:gd name="T28" fmla="*/ 658 w 2642"/>
              <a:gd name="T29" fmla="*/ 350 h 3094"/>
              <a:gd name="T30" fmla="*/ 2432 w 2642"/>
              <a:gd name="T31" fmla="*/ 292 h 3094"/>
              <a:gd name="T32" fmla="*/ 1984 w 2642"/>
              <a:gd name="T33" fmla="*/ 350 h 3094"/>
              <a:gd name="T34" fmla="*/ 2083 w 2642"/>
              <a:gd name="T35" fmla="*/ 912 h 3094"/>
              <a:gd name="T36" fmla="*/ 2432 w 2642"/>
              <a:gd name="T37" fmla="*/ 970 h 3094"/>
              <a:gd name="T38" fmla="*/ 2432 w 2642"/>
              <a:gd name="T39" fmla="*/ 292 h 3094"/>
              <a:gd name="T40" fmla="*/ 814 w 2642"/>
              <a:gd name="T41" fmla="*/ 29 h 3094"/>
              <a:gd name="T42" fmla="*/ 1292 w 2642"/>
              <a:gd name="T43" fmla="*/ 602 h 3094"/>
              <a:gd name="T44" fmla="*/ 989 w 2642"/>
              <a:gd name="T45" fmla="*/ 660 h 3094"/>
              <a:gd name="T46" fmla="*/ 801 w 2642"/>
              <a:gd name="T47" fmla="*/ 1311 h 3094"/>
              <a:gd name="T48" fmla="*/ 743 w 2642"/>
              <a:gd name="T49" fmla="*/ 1060 h 3094"/>
              <a:gd name="T50" fmla="*/ 1292 w 2642"/>
              <a:gd name="T51" fmla="*/ 1369 h 3094"/>
              <a:gd name="T52" fmla="*/ 842 w 2642"/>
              <a:gd name="T53" fmla="*/ 1782 h 3094"/>
              <a:gd name="T54" fmla="*/ 433 w 2642"/>
              <a:gd name="T55" fmla="*/ 1476 h 3094"/>
              <a:gd name="T56" fmla="*/ 375 w 2642"/>
              <a:gd name="T57" fmla="*/ 1782 h 3094"/>
              <a:gd name="T58" fmla="*/ 784 w 2642"/>
              <a:gd name="T59" fmla="*/ 2669 h 3094"/>
              <a:gd name="T60" fmla="*/ 842 w 2642"/>
              <a:gd name="T61" fmla="*/ 2181 h 3094"/>
              <a:gd name="T62" fmla="*/ 921 w 2642"/>
              <a:gd name="T63" fmla="*/ 3036 h 3094"/>
              <a:gd name="T64" fmla="*/ 1321 w 2642"/>
              <a:gd name="T65" fmla="*/ 3094 h 3094"/>
              <a:gd name="T66" fmla="*/ 1722 w 2642"/>
              <a:gd name="T67" fmla="*/ 3036 h 3094"/>
              <a:gd name="T68" fmla="*/ 1800 w 2642"/>
              <a:gd name="T69" fmla="*/ 2181 h 3094"/>
              <a:gd name="T70" fmla="*/ 1858 w 2642"/>
              <a:gd name="T71" fmla="*/ 2669 h 3094"/>
              <a:gd name="T72" fmla="*/ 2267 w 2642"/>
              <a:gd name="T73" fmla="*/ 1782 h 3094"/>
              <a:gd name="T74" fmla="*/ 2210 w 2642"/>
              <a:gd name="T75" fmla="*/ 1476 h 3094"/>
              <a:gd name="T76" fmla="*/ 1800 w 2642"/>
              <a:gd name="T77" fmla="*/ 1782 h 3094"/>
              <a:gd name="T78" fmla="*/ 1350 w 2642"/>
              <a:gd name="T79" fmla="*/ 1369 h 3094"/>
              <a:gd name="T80" fmla="*/ 1899 w 2642"/>
              <a:gd name="T81" fmla="*/ 1060 h 3094"/>
              <a:gd name="T82" fmla="*/ 1841 w 2642"/>
              <a:gd name="T83" fmla="*/ 1311 h 3094"/>
              <a:gd name="T84" fmla="*/ 1643 w 2642"/>
              <a:gd name="T85" fmla="*/ 660 h 3094"/>
              <a:gd name="T86" fmla="*/ 1350 w 2642"/>
              <a:gd name="T87" fmla="*/ 602 h 3094"/>
              <a:gd name="T88" fmla="*/ 1828 w 2642"/>
              <a:gd name="T89" fmla="*/ 29 h 30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642" h="3094">
                <a:moveTo>
                  <a:pt x="559" y="2843"/>
                </a:moveTo>
                <a:cubicBezTo>
                  <a:pt x="305" y="2843"/>
                  <a:pt x="305" y="2843"/>
                  <a:pt x="305" y="2843"/>
                </a:cubicBezTo>
                <a:cubicBezTo>
                  <a:pt x="289" y="2843"/>
                  <a:pt x="276" y="2856"/>
                  <a:pt x="276" y="2871"/>
                </a:cubicBezTo>
                <a:cubicBezTo>
                  <a:pt x="276" y="2887"/>
                  <a:pt x="289" y="2900"/>
                  <a:pt x="305" y="2900"/>
                </a:cubicBezTo>
                <a:cubicBezTo>
                  <a:pt x="559" y="2900"/>
                  <a:pt x="559" y="2900"/>
                  <a:pt x="559" y="2900"/>
                </a:cubicBezTo>
                <a:cubicBezTo>
                  <a:pt x="575" y="2900"/>
                  <a:pt x="588" y="2887"/>
                  <a:pt x="588" y="2871"/>
                </a:cubicBezTo>
                <a:cubicBezTo>
                  <a:pt x="588" y="2856"/>
                  <a:pt x="575" y="2843"/>
                  <a:pt x="559" y="2843"/>
                </a:cubicBezTo>
                <a:moveTo>
                  <a:pt x="2338" y="2843"/>
                </a:moveTo>
                <a:cubicBezTo>
                  <a:pt x="2083" y="2843"/>
                  <a:pt x="2083" y="2843"/>
                  <a:pt x="2083" y="2843"/>
                </a:cubicBezTo>
                <a:cubicBezTo>
                  <a:pt x="2068" y="2843"/>
                  <a:pt x="2055" y="2856"/>
                  <a:pt x="2055" y="2871"/>
                </a:cubicBezTo>
                <a:cubicBezTo>
                  <a:pt x="2055" y="2887"/>
                  <a:pt x="2068" y="2900"/>
                  <a:pt x="2083" y="2900"/>
                </a:cubicBezTo>
                <a:cubicBezTo>
                  <a:pt x="2338" y="2900"/>
                  <a:pt x="2338" y="2900"/>
                  <a:pt x="2338" y="2900"/>
                </a:cubicBezTo>
                <a:cubicBezTo>
                  <a:pt x="2354" y="2900"/>
                  <a:pt x="2366" y="2887"/>
                  <a:pt x="2366" y="2871"/>
                </a:cubicBezTo>
                <a:cubicBezTo>
                  <a:pt x="2366" y="2856"/>
                  <a:pt x="2354" y="2843"/>
                  <a:pt x="2338" y="2843"/>
                </a:cubicBezTo>
                <a:moveTo>
                  <a:pt x="29" y="1219"/>
                </a:moveTo>
                <a:cubicBezTo>
                  <a:pt x="13" y="1219"/>
                  <a:pt x="0" y="1232"/>
                  <a:pt x="0" y="1248"/>
                </a:cubicBezTo>
                <a:cubicBezTo>
                  <a:pt x="0" y="2415"/>
                  <a:pt x="0" y="2415"/>
                  <a:pt x="0" y="2415"/>
                </a:cubicBezTo>
                <a:cubicBezTo>
                  <a:pt x="0" y="2431"/>
                  <a:pt x="13" y="2444"/>
                  <a:pt x="29" y="2444"/>
                </a:cubicBezTo>
                <a:cubicBezTo>
                  <a:pt x="559" y="2444"/>
                  <a:pt x="559" y="2444"/>
                  <a:pt x="559" y="2444"/>
                </a:cubicBezTo>
                <a:cubicBezTo>
                  <a:pt x="575" y="2444"/>
                  <a:pt x="588" y="2431"/>
                  <a:pt x="588" y="2415"/>
                </a:cubicBezTo>
                <a:cubicBezTo>
                  <a:pt x="588" y="2399"/>
                  <a:pt x="575" y="2386"/>
                  <a:pt x="559" y="2386"/>
                </a:cubicBezTo>
                <a:cubicBezTo>
                  <a:pt x="58" y="2386"/>
                  <a:pt x="58" y="2386"/>
                  <a:pt x="58" y="2386"/>
                </a:cubicBezTo>
                <a:cubicBezTo>
                  <a:pt x="58" y="1248"/>
                  <a:pt x="58" y="1248"/>
                  <a:pt x="58" y="1248"/>
                </a:cubicBezTo>
                <a:cubicBezTo>
                  <a:pt x="58" y="1232"/>
                  <a:pt x="45" y="1219"/>
                  <a:pt x="29" y="1219"/>
                </a:cubicBezTo>
                <a:moveTo>
                  <a:pt x="2613" y="1219"/>
                </a:moveTo>
                <a:cubicBezTo>
                  <a:pt x="2597" y="1219"/>
                  <a:pt x="2584" y="1232"/>
                  <a:pt x="2584" y="1248"/>
                </a:cubicBezTo>
                <a:cubicBezTo>
                  <a:pt x="2584" y="2386"/>
                  <a:pt x="2584" y="2386"/>
                  <a:pt x="2584" y="2386"/>
                </a:cubicBezTo>
                <a:cubicBezTo>
                  <a:pt x="2083" y="2386"/>
                  <a:pt x="2083" y="2386"/>
                  <a:pt x="2083" y="2386"/>
                </a:cubicBezTo>
                <a:cubicBezTo>
                  <a:pt x="2067" y="2386"/>
                  <a:pt x="2055" y="2399"/>
                  <a:pt x="2055" y="2415"/>
                </a:cubicBezTo>
                <a:cubicBezTo>
                  <a:pt x="2055" y="2431"/>
                  <a:pt x="2067" y="2444"/>
                  <a:pt x="2083" y="2444"/>
                </a:cubicBezTo>
                <a:cubicBezTo>
                  <a:pt x="2613" y="2444"/>
                  <a:pt x="2613" y="2444"/>
                  <a:pt x="2613" y="2444"/>
                </a:cubicBezTo>
                <a:cubicBezTo>
                  <a:pt x="2629" y="2444"/>
                  <a:pt x="2642" y="2431"/>
                  <a:pt x="2642" y="2415"/>
                </a:cubicBezTo>
                <a:cubicBezTo>
                  <a:pt x="2642" y="1248"/>
                  <a:pt x="2642" y="1248"/>
                  <a:pt x="2642" y="1248"/>
                </a:cubicBezTo>
                <a:cubicBezTo>
                  <a:pt x="2642" y="1232"/>
                  <a:pt x="2629" y="1219"/>
                  <a:pt x="2613" y="1219"/>
                </a:cubicBezTo>
                <a:moveTo>
                  <a:pt x="658" y="292"/>
                </a:moveTo>
                <a:cubicBezTo>
                  <a:pt x="210" y="292"/>
                  <a:pt x="210" y="292"/>
                  <a:pt x="210" y="292"/>
                </a:cubicBezTo>
                <a:cubicBezTo>
                  <a:pt x="194" y="292"/>
                  <a:pt x="181" y="305"/>
                  <a:pt x="181" y="321"/>
                </a:cubicBezTo>
                <a:cubicBezTo>
                  <a:pt x="181" y="941"/>
                  <a:pt x="181" y="941"/>
                  <a:pt x="181" y="941"/>
                </a:cubicBezTo>
                <a:cubicBezTo>
                  <a:pt x="181" y="957"/>
                  <a:pt x="194" y="970"/>
                  <a:pt x="210" y="970"/>
                </a:cubicBezTo>
                <a:cubicBezTo>
                  <a:pt x="559" y="970"/>
                  <a:pt x="559" y="970"/>
                  <a:pt x="559" y="970"/>
                </a:cubicBezTo>
                <a:cubicBezTo>
                  <a:pt x="575" y="970"/>
                  <a:pt x="588" y="957"/>
                  <a:pt x="588" y="941"/>
                </a:cubicBezTo>
                <a:cubicBezTo>
                  <a:pt x="588" y="925"/>
                  <a:pt x="575" y="912"/>
                  <a:pt x="559" y="912"/>
                </a:cubicBezTo>
                <a:cubicBezTo>
                  <a:pt x="239" y="912"/>
                  <a:pt x="239" y="912"/>
                  <a:pt x="239" y="912"/>
                </a:cubicBezTo>
                <a:cubicBezTo>
                  <a:pt x="239" y="350"/>
                  <a:pt x="239" y="350"/>
                  <a:pt x="239" y="350"/>
                </a:cubicBezTo>
                <a:cubicBezTo>
                  <a:pt x="658" y="350"/>
                  <a:pt x="658" y="350"/>
                  <a:pt x="658" y="350"/>
                </a:cubicBezTo>
                <a:cubicBezTo>
                  <a:pt x="674" y="350"/>
                  <a:pt x="687" y="337"/>
                  <a:pt x="687" y="321"/>
                </a:cubicBezTo>
                <a:cubicBezTo>
                  <a:pt x="687" y="305"/>
                  <a:pt x="674" y="292"/>
                  <a:pt x="658" y="292"/>
                </a:cubicBezTo>
                <a:moveTo>
                  <a:pt x="2432" y="292"/>
                </a:moveTo>
                <a:cubicBezTo>
                  <a:pt x="1984" y="292"/>
                  <a:pt x="1984" y="292"/>
                  <a:pt x="1984" y="292"/>
                </a:cubicBezTo>
                <a:cubicBezTo>
                  <a:pt x="1968" y="292"/>
                  <a:pt x="1955" y="305"/>
                  <a:pt x="1955" y="321"/>
                </a:cubicBezTo>
                <a:cubicBezTo>
                  <a:pt x="1955" y="337"/>
                  <a:pt x="1968" y="350"/>
                  <a:pt x="1984" y="350"/>
                </a:cubicBezTo>
                <a:cubicBezTo>
                  <a:pt x="2403" y="350"/>
                  <a:pt x="2403" y="350"/>
                  <a:pt x="2403" y="350"/>
                </a:cubicBezTo>
                <a:cubicBezTo>
                  <a:pt x="2403" y="912"/>
                  <a:pt x="2403" y="912"/>
                  <a:pt x="2403" y="912"/>
                </a:cubicBezTo>
                <a:cubicBezTo>
                  <a:pt x="2083" y="912"/>
                  <a:pt x="2083" y="912"/>
                  <a:pt x="2083" y="912"/>
                </a:cubicBezTo>
                <a:cubicBezTo>
                  <a:pt x="2068" y="912"/>
                  <a:pt x="2055" y="925"/>
                  <a:pt x="2055" y="941"/>
                </a:cubicBezTo>
                <a:cubicBezTo>
                  <a:pt x="2055" y="957"/>
                  <a:pt x="2068" y="970"/>
                  <a:pt x="2083" y="970"/>
                </a:cubicBezTo>
                <a:cubicBezTo>
                  <a:pt x="2432" y="970"/>
                  <a:pt x="2432" y="970"/>
                  <a:pt x="2432" y="970"/>
                </a:cubicBezTo>
                <a:cubicBezTo>
                  <a:pt x="2448" y="970"/>
                  <a:pt x="2461" y="957"/>
                  <a:pt x="2461" y="941"/>
                </a:cubicBezTo>
                <a:cubicBezTo>
                  <a:pt x="2461" y="321"/>
                  <a:pt x="2461" y="321"/>
                  <a:pt x="2461" y="321"/>
                </a:cubicBezTo>
                <a:cubicBezTo>
                  <a:pt x="2461" y="305"/>
                  <a:pt x="2448" y="292"/>
                  <a:pt x="2432" y="292"/>
                </a:cubicBezTo>
                <a:moveTo>
                  <a:pt x="1799" y="0"/>
                </a:moveTo>
                <a:cubicBezTo>
                  <a:pt x="843" y="0"/>
                  <a:pt x="843" y="0"/>
                  <a:pt x="843" y="0"/>
                </a:cubicBezTo>
                <a:cubicBezTo>
                  <a:pt x="827" y="0"/>
                  <a:pt x="814" y="13"/>
                  <a:pt x="814" y="29"/>
                </a:cubicBezTo>
                <a:cubicBezTo>
                  <a:pt x="814" y="45"/>
                  <a:pt x="827" y="58"/>
                  <a:pt x="843" y="58"/>
                </a:cubicBezTo>
                <a:cubicBezTo>
                  <a:pt x="1292" y="58"/>
                  <a:pt x="1292" y="58"/>
                  <a:pt x="1292" y="58"/>
                </a:cubicBezTo>
                <a:cubicBezTo>
                  <a:pt x="1292" y="602"/>
                  <a:pt x="1292" y="602"/>
                  <a:pt x="1292" y="602"/>
                </a:cubicBezTo>
                <a:cubicBezTo>
                  <a:pt x="989" y="602"/>
                  <a:pt x="989" y="602"/>
                  <a:pt x="989" y="602"/>
                </a:cubicBezTo>
                <a:cubicBezTo>
                  <a:pt x="973" y="602"/>
                  <a:pt x="960" y="615"/>
                  <a:pt x="960" y="631"/>
                </a:cubicBezTo>
                <a:cubicBezTo>
                  <a:pt x="960" y="647"/>
                  <a:pt x="973" y="660"/>
                  <a:pt x="989" y="660"/>
                </a:cubicBezTo>
                <a:cubicBezTo>
                  <a:pt x="1292" y="660"/>
                  <a:pt x="1292" y="660"/>
                  <a:pt x="1292" y="660"/>
                </a:cubicBezTo>
                <a:cubicBezTo>
                  <a:pt x="1292" y="1311"/>
                  <a:pt x="1292" y="1311"/>
                  <a:pt x="1292" y="1311"/>
                </a:cubicBezTo>
                <a:cubicBezTo>
                  <a:pt x="801" y="1311"/>
                  <a:pt x="801" y="1311"/>
                  <a:pt x="801" y="1311"/>
                </a:cubicBezTo>
                <a:cubicBezTo>
                  <a:pt x="801" y="1060"/>
                  <a:pt x="801" y="1060"/>
                  <a:pt x="801" y="1060"/>
                </a:cubicBezTo>
                <a:cubicBezTo>
                  <a:pt x="801" y="1044"/>
                  <a:pt x="788" y="1031"/>
                  <a:pt x="772" y="1031"/>
                </a:cubicBezTo>
                <a:cubicBezTo>
                  <a:pt x="756" y="1031"/>
                  <a:pt x="743" y="1044"/>
                  <a:pt x="743" y="1060"/>
                </a:cubicBezTo>
                <a:cubicBezTo>
                  <a:pt x="743" y="1340"/>
                  <a:pt x="743" y="1340"/>
                  <a:pt x="743" y="1340"/>
                </a:cubicBezTo>
                <a:cubicBezTo>
                  <a:pt x="743" y="1356"/>
                  <a:pt x="756" y="1369"/>
                  <a:pt x="772" y="1369"/>
                </a:cubicBezTo>
                <a:cubicBezTo>
                  <a:pt x="1292" y="1369"/>
                  <a:pt x="1292" y="1369"/>
                  <a:pt x="1292" y="1369"/>
                </a:cubicBezTo>
                <a:cubicBezTo>
                  <a:pt x="1292" y="2123"/>
                  <a:pt x="1292" y="2123"/>
                  <a:pt x="1292" y="2123"/>
                </a:cubicBezTo>
                <a:cubicBezTo>
                  <a:pt x="842" y="2123"/>
                  <a:pt x="842" y="2123"/>
                  <a:pt x="842" y="2123"/>
                </a:cubicBezTo>
                <a:cubicBezTo>
                  <a:pt x="842" y="1782"/>
                  <a:pt x="842" y="1782"/>
                  <a:pt x="842" y="1782"/>
                </a:cubicBezTo>
                <a:cubicBezTo>
                  <a:pt x="842" y="1766"/>
                  <a:pt x="829" y="1753"/>
                  <a:pt x="813" y="1753"/>
                </a:cubicBezTo>
                <a:cubicBezTo>
                  <a:pt x="433" y="1753"/>
                  <a:pt x="433" y="1753"/>
                  <a:pt x="433" y="1753"/>
                </a:cubicBezTo>
                <a:cubicBezTo>
                  <a:pt x="433" y="1476"/>
                  <a:pt x="433" y="1476"/>
                  <a:pt x="433" y="1476"/>
                </a:cubicBezTo>
                <a:cubicBezTo>
                  <a:pt x="433" y="1460"/>
                  <a:pt x="420" y="1447"/>
                  <a:pt x="404" y="1447"/>
                </a:cubicBezTo>
                <a:cubicBezTo>
                  <a:pt x="388" y="1447"/>
                  <a:pt x="375" y="1460"/>
                  <a:pt x="375" y="1476"/>
                </a:cubicBezTo>
                <a:cubicBezTo>
                  <a:pt x="375" y="1782"/>
                  <a:pt x="375" y="1782"/>
                  <a:pt x="375" y="1782"/>
                </a:cubicBezTo>
                <a:cubicBezTo>
                  <a:pt x="375" y="1798"/>
                  <a:pt x="388" y="1811"/>
                  <a:pt x="404" y="1811"/>
                </a:cubicBezTo>
                <a:cubicBezTo>
                  <a:pt x="784" y="1811"/>
                  <a:pt x="784" y="1811"/>
                  <a:pt x="784" y="1811"/>
                </a:cubicBezTo>
                <a:cubicBezTo>
                  <a:pt x="784" y="2669"/>
                  <a:pt x="784" y="2669"/>
                  <a:pt x="784" y="2669"/>
                </a:cubicBezTo>
                <a:cubicBezTo>
                  <a:pt x="784" y="2685"/>
                  <a:pt x="797" y="2698"/>
                  <a:pt x="813" y="2698"/>
                </a:cubicBezTo>
                <a:cubicBezTo>
                  <a:pt x="829" y="2698"/>
                  <a:pt x="842" y="2685"/>
                  <a:pt x="842" y="2669"/>
                </a:cubicBezTo>
                <a:cubicBezTo>
                  <a:pt x="842" y="2181"/>
                  <a:pt x="842" y="2181"/>
                  <a:pt x="842" y="2181"/>
                </a:cubicBezTo>
                <a:cubicBezTo>
                  <a:pt x="1292" y="2181"/>
                  <a:pt x="1292" y="2181"/>
                  <a:pt x="1292" y="2181"/>
                </a:cubicBezTo>
                <a:cubicBezTo>
                  <a:pt x="1292" y="3036"/>
                  <a:pt x="1292" y="3036"/>
                  <a:pt x="1292" y="3036"/>
                </a:cubicBezTo>
                <a:cubicBezTo>
                  <a:pt x="921" y="3036"/>
                  <a:pt x="921" y="3036"/>
                  <a:pt x="921" y="3036"/>
                </a:cubicBezTo>
                <a:cubicBezTo>
                  <a:pt x="905" y="3036"/>
                  <a:pt x="892" y="3049"/>
                  <a:pt x="892" y="3065"/>
                </a:cubicBezTo>
                <a:cubicBezTo>
                  <a:pt x="892" y="3081"/>
                  <a:pt x="905" y="3094"/>
                  <a:pt x="921" y="3094"/>
                </a:cubicBezTo>
                <a:cubicBezTo>
                  <a:pt x="1321" y="3094"/>
                  <a:pt x="1321" y="3094"/>
                  <a:pt x="1321" y="3094"/>
                </a:cubicBezTo>
                <a:cubicBezTo>
                  <a:pt x="1722" y="3094"/>
                  <a:pt x="1722" y="3094"/>
                  <a:pt x="1722" y="3094"/>
                </a:cubicBezTo>
                <a:cubicBezTo>
                  <a:pt x="1738" y="3094"/>
                  <a:pt x="1751" y="3081"/>
                  <a:pt x="1751" y="3065"/>
                </a:cubicBezTo>
                <a:cubicBezTo>
                  <a:pt x="1751" y="3049"/>
                  <a:pt x="1738" y="3036"/>
                  <a:pt x="1722" y="3036"/>
                </a:cubicBezTo>
                <a:cubicBezTo>
                  <a:pt x="1350" y="3036"/>
                  <a:pt x="1350" y="3036"/>
                  <a:pt x="1350" y="3036"/>
                </a:cubicBezTo>
                <a:cubicBezTo>
                  <a:pt x="1350" y="2181"/>
                  <a:pt x="1350" y="2181"/>
                  <a:pt x="1350" y="2181"/>
                </a:cubicBezTo>
                <a:cubicBezTo>
                  <a:pt x="1800" y="2181"/>
                  <a:pt x="1800" y="2181"/>
                  <a:pt x="1800" y="2181"/>
                </a:cubicBezTo>
                <a:cubicBezTo>
                  <a:pt x="1800" y="2669"/>
                  <a:pt x="1800" y="2669"/>
                  <a:pt x="1800" y="2669"/>
                </a:cubicBezTo>
                <a:cubicBezTo>
                  <a:pt x="1800" y="2685"/>
                  <a:pt x="1813" y="2698"/>
                  <a:pt x="1829" y="2698"/>
                </a:cubicBezTo>
                <a:cubicBezTo>
                  <a:pt x="1845" y="2698"/>
                  <a:pt x="1858" y="2685"/>
                  <a:pt x="1858" y="2669"/>
                </a:cubicBezTo>
                <a:cubicBezTo>
                  <a:pt x="1858" y="1811"/>
                  <a:pt x="1858" y="1811"/>
                  <a:pt x="1858" y="1811"/>
                </a:cubicBezTo>
                <a:cubicBezTo>
                  <a:pt x="2239" y="1811"/>
                  <a:pt x="2239" y="1811"/>
                  <a:pt x="2239" y="1811"/>
                </a:cubicBezTo>
                <a:cubicBezTo>
                  <a:pt x="2254" y="1811"/>
                  <a:pt x="2267" y="1798"/>
                  <a:pt x="2267" y="1782"/>
                </a:cubicBezTo>
                <a:cubicBezTo>
                  <a:pt x="2267" y="1476"/>
                  <a:pt x="2267" y="1476"/>
                  <a:pt x="2267" y="1476"/>
                </a:cubicBezTo>
                <a:cubicBezTo>
                  <a:pt x="2267" y="1460"/>
                  <a:pt x="2254" y="1447"/>
                  <a:pt x="2239" y="1447"/>
                </a:cubicBezTo>
                <a:cubicBezTo>
                  <a:pt x="2223" y="1447"/>
                  <a:pt x="2210" y="1460"/>
                  <a:pt x="2210" y="1476"/>
                </a:cubicBezTo>
                <a:cubicBezTo>
                  <a:pt x="2210" y="1753"/>
                  <a:pt x="2210" y="1753"/>
                  <a:pt x="2210" y="1753"/>
                </a:cubicBezTo>
                <a:cubicBezTo>
                  <a:pt x="1829" y="1753"/>
                  <a:pt x="1829" y="1753"/>
                  <a:pt x="1829" y="1753"/>
                </a:cubicBezTo>
                <a:cubicBezTo>
                  <a:pt x="1813" y="1753"/>
                  <a:pt x="1800" y="1766"/>
                  <a:pt x="1800" y="1782"/>
                </a:cubicBezTo>
                <a:cubicBezTo>
                  <a:pt x="1800" y="2123"/>
                  <a:pt x="1800" y="2123"/>
                  <a:pt x="1800" y="2123"/>
                </a:cubicBezTo>
                <a:cubicBezTo>
                  <a:pt x="1350" y="2123"/>
                  <a:pt x="1350" y="2123"/>
                  <a:pt x="1350" y="2123"/>
                </a:cubicBezTo>
                <a:cubicBezTo>
                  <a:pt x="1350" y="1369"/>
                  <a:pt x="1350" y="1369"/>
                  <a:pt x="1350" y="1369"/>
                </a:cubicBezTo>
                <a:cubicBezTo>
                  <a:pt x="1870" y="1369"/>
                  <a:pt x="1870" y="1369"/>
                  <a:pt x="1870" y="1369"/>
                </a:cubicBezTo>
                <a:cubicBezTo>
                  <a:pt x="1886" y="1369"/>
                  <a:pt x="1899" y="1356"/>
                  <a:pt x="1899" y="1340"/>
                </a:cubicBezTo>
                <a:cubicBezTo>
                  <a:pt x="1899" y="1060"/>
                  <a:pt x="1899" y="1060"/>
                  <a:pt x="1899" y="1060"/>
                </a:cubicBezTo>
                <a:cubicBezTo>
                  <a:pt x="1899" y="1044"/>
                  <a:pt x="1886" y="1031"/>
                  <a:pt x="1870" y="1031"/>
                </a:cubicBezTo>
                <a:cubicBezTo>
                  <a:pt x="1854" y="1031"/>
                  <a:pt x="1841" y="1044"/>
                  <a:pt x="1841" y="1060"/>
                </a:cubicBezTo>
                <a:cubicBezTo>
                  <a:pt x="1841" y="1311"/>
                  <a:pt x="1841" y="1311"/>
                  <a:pt x="1841" y="1311"/>
                </a:cubicBezTo>
                <a:cubicBezTo>
                  <a:pt x="1350" y="1311"/>
                  <a:pt x="1350" y="1311"/>
                  <a:pt x="1350" y="1311"/>
                </a:cubicBezTo>
                <a:cubicBezTo>
                  <a:pt x="1350" y="660"/>
                  <a:pt x="1350" y="660"/>
                  <a:pt x="1350" y="660"/>
                </a:cubicBezTo>
                <a:cubicBezTo>
                  <a:pt x="1643" y="660"/>
                  <a:pt x="1643" y="660"/>
                  <a:pt x="1643" y="660"/>
                </a:cubicBezTo>
                <a:cubicBezTo>
                  <a:pt x="1659" y="660"/>
                  <a:pt x="1672" y="647"/>
                  <a:pt x="1672" y="631"/>
                </a:cubicBezTo>
                <a:cubicBezTo>
                  <a:pt x="1672" y="615"/>
                  <a:pt x="1659" y="602"/>
                  <a:pt x="1643" y="602"/>
                </a:cubicBezTo>
                <a:cubicBezTo>
                  <a:pt x="1350" y="602"/>
                  <a:pt x="1350" y="602"/>
                  <a:pt x="1350" y="602"/>
                </a:cubicBezTo>
                <a:cubicBezTo>
                  <a:pt x="1350" y="58"/>
                  <a:pt x="1350" y="58"/>
                  <a:pt x="1350" y="58"/>
                </a:cubicBezTo>
                <a:cubicBezTo>
                  <a:pt x="1799" y="58"/>
                  <a:pt x="1799" y="58"/>
                  <a:pt x="1799" y="58"/>
                </a:cubicBezTo>
                <a:cubicBezTo>
                  <a:pt x="1815" y="58"/>
                  <a:pt x="1828" y="45"/>
                  <a:pt x="1828" y="29"/>
                </a:cubicBezTo>
                <a:cubicBezTo>
                  <a:pt x="1828" y="13"/>
                  <a:pt x="1815" y="0"/>
                  <a:pt x="1799" y="0"/>
                </a:cubicBezTo>
              </a:path>
            </a:pathLst>
          </a:custGeom>
          <a:solidFill>
            <a:schemeClr val="accent4">
              <a:alpha val="10000"/>
            </a:schemeClr>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12" name="TextBox 11">
            <a:extLst>
              <a:ext uri="{FF2B5EF4-FFF2-40B4-BE49-F238E27FC236}">
                <a16:creationId xmlns:a16="http://schemas.microsoft.com/office/drawing/2014/main" id="{2D286C11-828A-4F0B-B5E1-F318F95635E1}"/>
              </a:ext>
            </a:extLst>
          </p:cNvPr>
          <p:cNvSpPr txBox="1"/>
          <p:nvPr/>
        </p:nvSpPr>
        <p:spPr>
          <a:xfrm>
            <a:off x="546100" y="540000"/>
            <a:ext cx="671457" cy="621000"/>
          </a:xfrm>
          <a:custGeom>
            <a:avLst/>
            <a:gdLst/>
            <a:ahLst/>
            <a:cxnLst/>
            <a:rect l="l" t="t" r="r" b="b"/>
            <a:pathLst>
              <a:path w="444141" h="410766">
                <a:moveTo>
                  <a:pt x="278979" y="0"/>
                </a:moveTo>
                <a:lnTo>
                  <a:pt x="444141" y="0"/>
                </a:lnTo>
                <a:lnTo>
                  <a:pt x="444141" y="141201"/>
                </a:lnTo>
                <a:cubicBezTo>
                  <a:pt x="444141" y="217649"/>
                  <a:pt x="435298" y="272703"/>
                  <a:pt x="417612" y="306363"/>
                </a:cubicBezTo>
                <a:cubicBezTo>
                  <a:pt x="393080" y="352574"/>
                  <a:pt x="354856" y="387375"/>
                  <a:pt x="302940" y="410766"/>
                </a:cubicBezTo>
                <a:lnTo>
                  <a:pt x="265286" y="350007"/>
                </a:lnTo>
                <a:cubicBezTo>
                  <a:pt x="296094" y="337455"/>
                  <a:pt x="319057" y="317630"/>
                  <a:pt x="334175" y="290531"/>
                </a:cubicBezTo>
                <a:cubicBezTo>
                  <a:pt x="349294" y="263432"/>
                  <a:pt x="357709" y="226206"/>
                  <a:pt x="359420" y="178854"/>
                </a:cubicBezTo>
                <a:lnTo>
                  <a:pt x="278979" y="178854"/>
                </a:lnTo>
                <a:close/>
                <a:moveTo>
                  <a:pt x="13692" y="0"/>
                </a:moveTo>
                <a:lnTo>
                  <a:pt x="178854" y="0"/>
                </a:lnTo>
                <a:lnTo>
                  <a:pt x="178854" y="141201"/>
                </a:lnTo>
                <a:cubicBezTo>
                  <a:pt x="178854" y="217649"/>
                  <a:pt x="170012" y="272703"/>
                  <a:pt x="152326" y="306363"/>
                </a:cubicBezTo>
                <a:cubicBezTo>
                  <a:pt x="127794" y="352574"/>
                  <a:pt x="89570" y="387375"/>
                  <a:pt x="37654" y="410766"/>
                </a:cubicBezTo>
                <a:lnTo>
                  <a:pt x="0" y="350007"/>
                </a:lnTo>
                <a:cubicBezTo>
                  <a:pt x="30808" y="337455"/>
                  <a:pt x="53771" y="317630"/>
                  <a:pt x="68889" y="290531"/>
                </a:cubicBezTo>
                <a:cubicBezTo>
                  <a:pt x="84007" y="263432"/>
                  <a:pt x="92422" y="226206"/>
                  <a:pt x="94134" y="178854"/>
                </a:cubicBezTo>
                <a:lnTo>
                  <a:pt x="13692" y="178854"/>
                </a:lnTo>
                <a:close/>
              </a:path>
            </a:pathLst>
          </a:custGeom>
          <a:solidFill>
            <a:schemeClr val="accent4"/>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GB" sz="13800" dirty="0">
              <a:solidFill>
                <a:srgbClr val="B59E5F"/>
              </a:solidFill>
            </a:endParaRPr>
          </a:p>
        </p:txBody>
      </p:sp>
      <p:sp>
        <p:nvSpPr>
          <p:cNvPr id="10" name="Slide Number Placeholder 5">
            <a:extLst>
              <a:ext uri="{FF2B5EF4-FFF2-40B4-BE49-F238E27FC236}">
                <a16:creationId xmlns:a16="http://schemas.microsoft.com/office/drawing/2014/main" id="{B4FE89CE-5CDB-4DE9-B059-4719B2563F26}"/>
              </a:ext>
            </a:extLst>
          </p:cNvPr>
          <p:cNvSpPr>
            <a:spLocks noGrp="1"/>
          </p:cNvSpPr>
          <p:nvPr>
            <p:ph type="sldNum" sz="quarter" idx="4"/>
          </p:nvPr>
        </p:nvSpPr>
        <p:spPr>
          <a:xfrm>
            <a:off x="11326690" y="6434112"/>
            <a:ext cx="595310" cy="153888"/>
          </a:xfrm>
          <a:prstGeom prst="rect">
            <a:avLst/>
          </a:prstGeom>
        </p:spPr>
        <p:txBody>
          <a:bodyPr lIns="0" tIns="0" rIns="0" bIns="0" anchor="t" anchorCtr="0">
            <a:noAutofit/>
          </a:bodyPr>
          <a:lstStyle>
            <a:lvl1pPr algn="r">
              <a:defRPr sz="900">
                <a:solidFill>
                  <a:srgbClr val="3F1A01"/>
                </a:solidFill>
              </a:defRPr>
            </a:lvl1pPr>
          </a:lstStyle>
          <a:p>
            <a:fld id="{6DBC486D-4FAB-B746-8B02-8D7C842291C6}" type="slidenum">
              <a:rPr lang="en-US" smtClean="0"/>
              <a:pPr/>
              <a:t>‹#›</a:t>
            </a:fld>
            <a:endParaRPr lang="en-US" dirty="0"/>
          </a:p>
        </p:txBody>
      </p:sp>
    </p:spTree>
    <p:extLst>
      <p:ext uri="{BB962C8B-B14F-4D97-AF65-F5344CB8AC3E}">
        <p14:creationId xmlns:p14="http://schemas.microsoft.com/office/powerpoint/2010/main" val="2338834484"/>
      </p:ext>
    </p:extLst>
  </p:cSld>
  <p:clrMapOvr>
    <a:masterClrMapping/>
  </p:clrMapOvr>
  <p:hf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type="secHead" preserve="1">
  <p:cSld name="Quote - Light Blue">
    <p:bg>
      <p:bgPr>
        <a:solidFill>
          <a:srgbClr val="CAD8E4"/>
        </a:solidFill>
        <a:effectLst/>
      </p:bgPr>
    </p:bg>
    <p:spTree>
      <p:nvGrpSpPr>
        <p:cNvPr id="1" name=""/>
        <p:cNvGrpSpPr/>
        <p:nvPr/>
      </p:nvGrpSpPr>
      <p:grpSpPr>
        <a:xfrm>
          <a:off x="0" y="0"/>
          <a:ext cx="0" cy="0"/>
          <a:chOff x="0" y="0"/>
          <a:chExt cx="0" cy="0"/>
        </a:xfrm>
      </p:grpSpPr>
      <p:pic>
        <p:nvPicPr>
          <p:cNvPr id="8" name="Picture 7" descr="Shape&#10;&#10;Description automatically generated with medium confidence">
            <a:extLst>
              <a:ext uri="{FF2B5EF4-FFF2-40B4-BE49-F238E27FC236}">
                <a16:creationId xmlns:a16="http://schemas.microsoft.com/office/drawing/2014/main" id="{EF1EC179-E635-4D48-8EBF-C7A43205B6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8464564-6547-498D-A220-7B346E5B1408}"/>
              </a:ext>
            </a:extLst>
          </p:cNvPr>
          <p:cNvSpPr>
            <a:spLocks noGrp="1"/>
          </p:cNvSpPr>
          <p:nvPr>
            <p:ph type="title"/>
          </p:nvPr>
        </p:nvSpPr>
        <p:spPr>
          <a:xfrm>
            <a:off x="1219200" y="1485000"/>
            <a:ext cx="6642100" cy="2429818"/>
          </a:xfrm>
        </p:spPr>
        <p:txBody>
          <a:bodyPr anchor="b">
            <a:normAutofit/>
          </a:bodyPr>
          <a:lstStyle>
            <a:lvl1pPr>
              <a:defRPr sz="6000" b="0" i="1">
                <a:solidFill>
                  <a:srgbClr val="3F1A01"/>
                </a:solidFill>
                <a:latin typeface="Times New Roman" panose="02020603050405020304" pitchFamily="18" charset="0"/>
                <a:cs typeface="Times New Roman" panose="02020603050405020304" pitchFamily="18" charset="0"/>
              </a:defRPr>
            </a:lvl1p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1592638D-BCB6-4F07-9847-FBAA9B3609B5}"/>
              </a:ext>
            </a:extLst>
          </p:cNvPr>
          <p:cNvSpPr>
            <a:spLocks noGrp="1"/>
          </p:cNvSpPr>
          <p:nvPr>
            <p:ph type="body" idx="1"/>
          </p:nvPr>
        </p:nvSpPr>
        <p:spPr>
          <a:xfrm>
            <a:off x="1219200" y="4238818"/>
            <a:ext cx="6642100" cy="1203175"/>
          </a:xfrm>
          <a:prstGeom prst="rect">
            <a:avLst/>
          </a:prstGeom>
        </p:spPr>
        <p:txBody>
          <a:bodyPr/>
          <a:lstStyle>
            <a:lvl1pPr marL="0" indent="0">
              <a:buNone/>
              <a:defRPr sz="1600">
                <a:solidFill>
                  <a:srgbClr val="3F1A01"/>
                </a:solidFill>
                <a:latin typeface="+mn-lt"/>
                <a:cs typeface="Times New Roman" panose="02020603050405020304" pitchFamily="18"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6" name="Freeform 9">
            <a:extLst>
              <a:ext uri="{FF2B5EF4-FFF2-40B4-BE49-F238E27FC236}">
                <a16:creationId xmlns:a16="http://schemas.microsoft.com/office/drawing/2014/main" id="{C2D8A25E-CAAF-4846-8D8A-7A9026C78018}"/>
              </a:ext>
            </a:extLst>
          </p:cNvPr>
          <p:cNvSpPr>
            <a:spLocks noEditPoints="1"/>
          </p:cNvSpPr>
          <p:nvPr/>
        </p:nvSpPr>
        <p:spPr bwMode="auto">
          <a:xfrm>
            <a:off x="8102600" y="-2176101"/>
            <a:ext cx="8385175" cy="9817101"/>
          </a:xfrm>
          <a:custGeom>
            <a:avLst/>
            <a:gdLst>
              <a:gd name="T0" fmla="*/ 276 w 2642"/>
              <a:gd name="T1" fmla="*/ 2871 h 3094"/>
              <a:gd name="T2" fmla="*/ 588 w 2642"/>
              <a:gd name="T3" fmla="*/ 2871 h 3094"/>
              <a:gd name="T4" fmla="*/ 2083 w 2642"/>
              <a:gd name="T5" fmla="*/ 2843 h 3094"/>
              <a:gd name="T6" fmla="*/ 2338 w 2642"/>
              <a:gd name="T7" fmla="*/ 2900 h 3094"/>
              <a:gd name="T8" fmla="*/ 29 w 2642"/>
              <a:gd name="T9" fmla="*/ 1219 h 3094"/>
              <a:gd name="T10" fmla="*/ 29 w 2642"/>
              <a:gd name="T11" fmla="*/ 2444 h 3094"/>
              <a:gd name="T12" fmla="*/ 559 w 2642"/>
              <a:gd name="T13" fmla="*/ 2386 h 3094"/>
              <a:gd name="T14" fmla="*/ 29 w 2642"/>
              <a:gd name="T15" fmla="*/ 1219 h 3094"/>
              <a:gd name="T16" fmla="*/ 2584 w 2642"/>
              <a:gd name="T17" fmla="*/ 2386 h 3094"/>
              <a:gd name="T18" fmla="*/ 2083 w 2642"/>
              <a:gd name="T19" fmla="*/ 2444 h 3094"/>
              <a:gd name="T20" fmla="*/ 2642 w 2642"/>
              <a:gd name="T21" fmla="*/ 1248 h 3094"/>
              <a:gd name="T22" fmla="*/ 210 w 2642"/>
              <a:gd name="T23" fmla="*/ 292 h 3094"/>
              <a:gd name="T24" fmla="*/ 210 w 2642"/>
              <a:gd name="T25" fmla="*/ 970 h 3094"/>
              <a:gd name="T26" fmla="*/ 559 w 2642"/>
              <a:gd name="T27" fmla="*/ 912 h 3094"/>
              <a:gd name="T28" fmla="*/ 658 w 2642"/>
              <a:gd name="T29" fmla="*/ 350 h 3094"/>
              <a:gd name="T30" fmla="*/ 2432 w 2642"/>
              <a:gd name="T31" fmla="*/ 292 h 3094"/>
              <a:gd name="T32" fmla="*/ 1984 w 2642"/>
              <a:gd name="T33" fmla="*/ 350 h 3094"/>
              <a:gd name="T34" fmla="*/ 2083 w 2642"/>
              <a:gd name="T35" fmla="*/ 912 h 3094"/>
              <a:gd name="T36" fmla="*/ 2432 w 2642"/>
              <a:gd name="T37" fmla="*/ 970 h 3094"/>
              <a:gd name="T38" fmla="*/ 2432 w 2642"/>
              <a:gd name="T39" fmla="*/ 292 h 3094"/>
              <a:gd name="T40" fmla="*/ 814 w 2642"/>
              <a:gd name="T41" fmla="*/ 29 h 3094"/>
              <a:gd name="T42" fmla="*/ 1292 w 2642"/>
              <a:gd name="T43" fmla="*/ 602 h 3094"/>
              <a:gd name="T44" fmla="*/ 989 w 2642"/>
              <a:gd name="T45" fmla="*/ 660 h 3094"/>
              <a:gd name="T46" fmla="*/ 801 w 2642"/>
              <a:gd name="T47" fmla="*/ 1311 h 3094"/>
              <a:gd name="T48" fmla="*/ 743 w 2642"/>
              <a:gd name="T49" fmla="*/ 1060 h 3094"/>
              <a:gd name="T50" fmla="*/ 1292 w 2642"/>
              <a:gd name="T51" fmla="*/ 1369 h 3094"/>
              <a:gd name="T52" fmla="*/ 842 w 2642"/>
              <a:gd name="T53" fmla="*/ 1782 h 3094"/>
              <a:gd name="T54" fmla="*/ 433 w 2642"/>
              <a:gd name="T55" fmla="*/ 1476 h 3094"/>
              <a:gd name="T56" fmla="*/ 375 w 2642"/>
              <a:gd name="T57" fmla="*/ 1782 h 3094"/>
              <a:gd name="T58" fmla="*/ 784 w 2642"/>
              <a:gd name="T59" fmla="*/ 2669 h 3094"/>
              <a:gd name="T60" fmla="*/ 842 w 2642"/>
              <a:gd name="T61" fmla="*/ 2181 h 3094"/>
              <a:gd name="T62" fmla="*/ 921 w 2642"/>
              <a:gd name="T63" fmla="*/ 3036 h 3094"/>
              <a:gd name="T64" fmla="*/ 1321 w 2642"/>
              <a:gd name="T65" fmla="*/ 3094 h 3094"/>
              <a:gd name="T66" fmla="*/ 1722 w 2642"/>
              <a:gd name="T67" fmla="*/ 3036 h 3094"/>
              <a:gd name="T68" fmla="*/ 1800 w 2642"/>
              <a:gd name="T69" fmla="*/ 2181 h 3094"/>
              <a:gd name="T70" fmla="*/ 1858 w 2642"/>
              <a:gd name="T71" fmla="*/ 2669 h 3094"/>
              <a:gd name="T72" fmla="*/ 2267 w 2642"/>
              <a:gd name="T73" fmla="*/ 1782 h 3094"/>
              <a:gd name="T74" fmla="*/ 2210 w 2642"/>
              <a:gd name="T75" fmla="*/ 1476 h 3094"/>
              <a:gd name="T76" fmla="*/ 1800 w 2642"/>
              <a:gd name="T77" fmla="*/ 1782 h 3094"/>
              <a:gd name="T78" fmla="*/ 1350 w 2642"/>
              <a:gd name="T79" fmla="*/ 1369 h 3094"/>
              <a:gd name="T80" fmla="*/ 1899 w 2642"/>
              <a:gd name="T81" fmla="*/ 1060 h 3094"/>
              <a:gd name="T82" fmla="*/ 1841 w 2642"/>
              <a:gd name="T83" fmla="*/ 1311 h 3094"/>
              <a:gd name="T84" fmla="*/ 1643 w 2642"/>
              <a:gd name="T85" fmla="*/ 660 h 3094"/>
              <a:gd name="T86" fmla="*/ 1350 w 2642"/>
              <a:gd name="T87" fmla="*/ 602 h 3094"/>
              <a:gd name="T88" fmla="*/ 1828 w 2642"/>
              <a:gd name="T89" fmla="*/ 29 h 30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642" h="3094">
                <a:moveTo>
                  <a:pt x="559" y="2843"/>
                </a:moveTo>
                <a:cubicBezTo>
                  <a:pt x="305" y="2843"/>
                  <a:pt x="305" y="2843"/>
                  <a:pt x="305" y="2843"/>
                </a:cubicBezTo>
                <a:cubicBezTo>
                  <a:pt x="289" y="2843"/>
                  <a:pt x="276" y="2856"/>
                  <a:pt x="276" y="2871"/>
                </a:cubicBezTo>
                <a:cubicBezTo>
                  <a:pt x="276" y="2887"/>
                  <a:pt x="289" y="2900"/>
                  <a:pt x="305" y="2900"/>
                </a:cubicBezTo>
                <a:cubicBezTo>
                  <a:pt x="559" y="2900"/>
                  <a:pt x="559" y="2900"/>
                  <a:pt x="559" y="2900"/>
                </a:cubicBezTo>
                <a:cubicBezTo>
                  <a:pt x="575" y="2900"/>
                  <a:pt x="588" y="2887"/>
                  <a:pt x="588" y="2871"/>
                </a:cubicBezTo>
                <a:cubicBezTo>
                  <a:pt x="588" y="2856"/>
                  <a:pt x="575" y="2843"/>
                  <a:pt x="559" y="2843"/>
                </a:cubicBezTo>
                <a:moveTo>
                  <a:pt x="2338" y="2843"/>
                </a:moveTo>
                <a:cubicBezTo>
                  <a:pt x="2083" y="2843"/>
                  <a:pt x="2083" y="2843"/>
                  <a:pt x="2083" y="2843"/>
                </a:cubicBezTo>
                <a:cubicBezTo>
                  <a:pt x="2068" y="2843"/>
                  <a:pt x="2055" y="2856"/>
                  <a:pt x="2055" y="2871"/>
                </a:cubicBezTo>
                <a:cubicBezTo>
                  <a:pt x="2055" y="2887"/>
                  <a:pt x="2068" y="2900"/>
                  <a:pt x="2083" y="2900"/>
                </a:cubicBezTo>
                <a:cubicBezTo>
                  <a:pt x="2338" y="2900"/>
                  <a:pt x="2338" y="2900"/>
                  <a:pt x="2338" y="2900"/>
                </a:cubicBezTo>
                <a:cubicBezTo>
                  <a:pt x="2354" y="2900"/>
                  <a:pt x="2366" y="2887"/>
                  <a:pt x="2366" y="2871"/>
                </a:cubicBezTo>
                <a:cubicBezTo>
                  <a:pt x="2366" y="2856"/>
                  <a:pt x="2354" y="2843"/>
                  <a:pt x="2338" y="2843"/>
                </a:cubicBezTo>
                <a:moveTo>
                  <a:pt x="29" y="1219"/>
                </a:moveTo>
                <a:cubicBezTo>
                  <a:pt x="13" y="1219"/>
                  <a:pt x="0" y="1232"/>
                  <a:pt x="0" y="1248"/>
                </a:cubicBezTo>
                <a:cubicBezTo>
                  <a:pt x="0" y="2415"/>
                  <a:pt x="0" y="2415"/>
                  <a:pt x="0" y="2415"/>
                </a:cubicBezTo>
                <a:cubicBezTo>
                  <a:pt x="0" y="2431"/>
                  <a:pt x="13" y="2444"/>
                  <a:pt x="29" y="2444"/>
                </a:cubicBezTo>
                <a:cubicBezTo>
                  <a:pt x="559" y="2444"/>
                  <a:pt x="559" y="2444"/>
                  <a:pt x="559" y="2444"/>
                </a:cubicBezTo>
                <a:cubicBezTo>
                  <a:pt x="575" y="2444"/>
                  <a:pt x="588" y="2431"/>
                  <a:pt x="588" y="2415"/>
                </a:cubicBezTo>
                <a:cubicBezTo>
                  <a:pt x="588" y="2399"/>
                  <a:pt x="575" y="2386"/>
                  <a:pt x="559" y="2386"/>
                </a:cubicBezTo>
                <a:cubicBezTo>
                  <a:pt x="58" y="2386"/>
                  <a:pt x="58" y="2386"/>
                  <a:pt x="58" y="2386"/>
                </a:cubicBezTo>
                <a:cubicBezTo>
                  <a:pt x="58" y="1248"/>
                  <a:pt x="58" y="1248"/>
                  <a:pt x="58" y="1248"/>
                </a:cubicBezTo>
                <a:cubicBezTo>
                  <a:pt x="58" y="1232"/>
                  <a:pt x="45" y="1219"/>
                  <a:pt x="29" y="1219"/>
                </a:cubicBezTo>
                <a:moveTo>
                  <a:pt x="2613" y="1219"/>
                </a:moveTo>
                <a:cubicBezTo>
                  <a:pt x="2597" y="1219"/>
                  <a:pt x="2584" y="1232"/>
                  <a:pt x="2584" y="1248"/>
                </a:cubicBezTo>
                <a:cubicBezTo>
                  <a:pt x="2584" y="2386"/>
                  <a:pt x="2584" y="2386"/>
                  <a:pt x="2584" y="2386"/>
                </a:cubicBezTo>
                <a:cubicBezTo>
                  <a:pt x="2083" y="2386"/>
                  <a:pt x="2083" y="2386"/>
                  <a:pt x="2083" y="2386"/>
                </a:cubicBezTo>
                <a:cubicBezTo>
                  <a:pt x="2067" y="2386"/>
                  <a:pt x="2055" y="2399"/>
                  <a:pt x="2055" y="2415"/>
                </a:cubicBezTo>
                <a:cubicBezTo>
                  <a:pt x="2055" y="2431"/>
                  <a:pt x="2067" y="2444"/>
                  <a:pt x="2083" y="2444"/>
                </a:cubicBezTo>
                <a:cubicBezTo>
                  <a:pt x="2613" y="2444"/>
                  <a:pt x="2613" y="2444"/>
                  <a:pt x="2613" y="2444"/>
                </a:cubicBezTo>
                <a:cubicBezTo>
                  <a:pt x="2629" y="2444"/>
                  <a:pt x="2642" y="2431"/>
                  <a:pt x="2642" y="2415"/>
                </a:cubicBezTo>
                <a:cubicBezTo>
                  <a:pt x="2642" y="1248"/>
                  <a:pt x="2642" y="1248"/>
                  <a:pt x="2642" y="1248"/>
                </a:cubicBezTo>
                <a:cubicBezTo>
                  <a:pt x="2642" y="1232"/>
                  <a:pt x="2629" y="1219"/>
                  <a:pt x="2613" y="1219"/>
                </a:cubicBezTo>
                <a:moveTo>
                  <a:pt x="658" y="292"/>
                </a:moveTo>
                <a:cubicBezTo>
                  <a:pt x="210" y="292"/>
                  <a:pt x="210" y="292"/>
                  <a:pt x="210" y="292"/>
                </a:cubicBezTo>
                <a:cubicBezTo>
                  <a:pt x="194" y="292"/>
                  <a:pt x="181" y="305"/>
                  <a:pt x="181" y="321"/>
                </a:cubicBezTo>
                <a:cubicBezTo>
                  <a:pt x="181" y="941"/>
                  <a:pt x="181" y="941"/>
                  <a:pt x="181" y="941"/>
                </a:cubicBezTo>
                <a:cubicBezTo>
                  <a:pt x="181" y="957"/>
                  <a:pt x="194" y="970"/>
                  <a:pt x="210" y="970"/>
                </a:cubicBezTo>
                <a:cubicBezTo>
                  <a:pt x="559" y="970"/>
                  <a:pt x="559" y="970"/>
                  <a:pt x="559" y="970"/>
                </a:cubicBezTo>
                <a:cubicBezTo>
                  <a:pt x="575" y="970"/>
                  <a:pt x="588" y="957"/>
                  <a:pt x="588" y="941"/>
                </a:cubicBezTo>
                <a:cubicBezTo>
                  <a:pt x="588" y="925"/>
                  <a:pt x="575" y="912"/>
                  <a:pt x="559" y="912"/>
                </a:cubicBezTo>
                <a:cubicBezTo>
                  <a:pt x="239" y="912"/>
                  <a:pt x="239" y="912"/>
                  <a:pt x="239" y="912"/>
                </a:cubicBezTo>
                <a:cubicBezTo>
                  <a:pt x="239" y="350"/>
                  <a:pt x="239" y="350"/>
                  <a:pt x="239" y="350"/>
                </a:cubicBezTo>
                <a:cubicBezTo>
                  <a:pt x="658" y="350"/>
                  <a:pt x="658" y="350"/>
                  <a:pt x="658" y="350"/>
                </a:cubicBezTo>
                <a:cubicBezTo>
                  <a:pt x="674" y="350"/>
                  <a:pt x="687" y="337"/>
                  <a:pt x="687" y="321"/>
                </a:cubicBezTo>
                <a:cubicBezTo>
                  <a:pt x="687" y="305"/>
                  <a:pt x="674" y="292"/>
                  <a:pt x="658" y="292"/>
                </a:cubicBezTo>
                <a:moveTo>
                  <a:pt x="2432" y="292"/>
                </a:moveTo>
                <a:cubicBezTo>
                  <a:pt x="1984" y="292"/>
                  <a:pt x="1984" y="292"/>
                  <a:pt x="1984" y="292"/>
                </a:cubicBezTo>
                <a:cubicBezTo>
                  <a:pt x="1968" y="292"/>
                  <a:pt x="1955" y="305"/>
                  <a:pt x="1955" y="321"/>
                </a:cubicBezTo>
                <a:cubicBezTo>
                  <a:pt x="1955" y="337"/>
                  <a:pt x="1968" y="350"/>
                  <a:pt x="1984" y="350"/>
                </a:cubicBezTo>
                <a:cubicBezTo>
                  <a:pt x="2403" y="350"/>
                  <a:pt x="2403" y="350"/>
                  <a:pt x="2403" y="350"/>
                </a:cubicBezTo>
                <a:cubicBezTo>
                  <a:pt x="2403" y="912"/>
                  <a:pt x="2403" y="912"/>
                  <a:pt x="2403" y="912"/>
                </a:cubicBezTo>
                <a:cubicBezTo>
                  <a:pt x="2083" y="912"/>
                  <a:pt x="2083" y="912"/>
                  <a:pt x="2083" y="912"/>
                </a:cubicBezTo>
                <a:cubicBezTo>
                  <a:pt x="2068" y="912"/>
                  <a:pt x="2055" y="925"/>
                  <a:pt x="2055" y="941"/>
                </a:cubicBezTo>
                <a:cubicBezTo>
                  <a:pt x="2055" y="957"/>
                  <a:pt x="2068" y="970"/>
                  <a:pt x="2083" y="970"/>
                </a:cubicBezTo>
                <a:cubicBezTo>
                  <a:pt x="2432" y="970"/>
                  <a:pt x="2432" y="970"/>
                  <a:pt x="2432" y="970"/>
                </a:cubicBezTo>
                <a:cubicBezTo>
                  <a:pt x="2448" y="970"/>
                  <a:pt x="2461" y="957"/>
                  <a:pt x="2461" y="941"/>
                </a:cubicBezTo>
                <a:cubicBezTo>
                  <a:pt x="2461" y="321"/>
                  <a:pt x="2461" y="321"/>
                  <a:pt x="2461" y="321"/>
                </a:cubicBezTo>
                <a:cubicBezTo>
                  <a:pt x="2461" y="305"/>
                  <a:pt x="2448" y="292"/>
                  <a:pt x="2432" y="292"/>
                </a:cubicBezTo>
                <a:moveTo>
                  <a:pt x="1799" y="0"/>
                </a:moveTo>
                <a:cubicBezTo>
                  <a:pt x="843" y="0"/>
                  <a:pt x="843" y="0"/>
                  <a:pt x="843" y="0"/>
                </a:cubicBezTo>
                <a:cubicBezTo>
                  <a:pt x="827" y="0"/>
                  <a:pt x="814" y="13"/>
                  <a:pt x="814" y="29"/>
                </a:cubicBezTo>
                <a:cubicBezTo>
                  <a:pt x="814" y="45"/>
                  <a:pt x="827" y="58"/>
                  <a:pt x="843" y="58"/>
                </a:cubicBezTo>
                <a:cubicBezTo>
                  <a:pt x="1292" y="58"/>
                  <a:pt x="1292" y="58"/>
                  <a:pt x="1292" y="58"/>
                </a:cubicBezTo>
                <a:cubicBezTo>
                  <a:pt x="1292" y="602"/>
                  <a:pt x="1292" y="602"/>
                  <a:pt x="1292" y="602"/>
                </a:cubicBezTo>
                <a:cubicBezTo>
                  <a:pt x="989" y="602"/>
                  <a:pt x="989" y="602"/>
                  <a:pt x="989" y="602"/>
                </a:cubicBezTo>
                <a:cubicBezTo>
                  <a:pt x="973" y="602"/>
                  <a:pt x="960" y="615"/>
                  <a:pt x="960" y="631"/>
                </a:cubicBezTo>
                <a:cubicBezTo>
                  <a:pt x="960" y="647"/>
                  <a:pt x="973" y="660"/>
                  <a:pt x="989" y="660"/>
                </a:cubicBezTo>
                <a:cubicBezTo>
                  <a:pt x="1292" y="660"/>
                  <a:pt x="1292" y="660"/>
                  <a:pt x="1292" y="660"/>
                </a:cubicBezTo>
                <a:cubicBezTo>
                  <a:pt x="1292" y="1311"/>
                  <a:pt x="1292" y="1311"/>
                  <a:pt x="1292" y="1311"/>
                </a:cubicBezTo>
                <a:cubicBezTo>
                  <a:pt x="801" y="1311"/>
                  <a:pt x="801" y="1311"/>
                  <a:pt x="801" y="1311"/>
                </a:cubicBezTo>
                <a:cubicBezTo>
                  <a:pt x="801" y="1060"/>
                  <a:pt x="801" y="1060"/>
                  <a:pt x="801" y="1060"/>
                </a:cubicBezTo>
                <a:cubicBezTo>
                  <a:pt x="801" y="1044"/>
                  <a:pt x="788" y="1031"/>
                  <a:pt x="772" y="1031"/>
                </a:cubicBezTo>
                <a:cubicBezTo>
                  <a:pt x="756" y="1031"/>
                  <a:pt x="743" y="1044"/>
                  <a:pt x="743" y="1060"/>
                </a:cubicBezTo>
                <a:cubicBezTo>
                  <a:pt x="743" y="1340"/>
                  <a:pt x="743" y="1340"/>
                  <a:pt x="743" y="1340"/>
                </a:cubicBezTo>
                <a:cubicBezTo>
                  <a:pt x="743" y="1356"/>
                  <a:pt x="756" y="1369"/>
                  <a:pt x="772" y="1369"/>
                </a:cubicBezTo>
                <a:cubicBezTo>
                  <a:pt x="1292" y="1369"/>
                  <a:pt x="1292" y="1369"/>
                  <a:pt x="1292" y="1369"/>
                </a:cubicBezTo>
                <a:cubicBezTo>
                  <a:pt x="1292" y="2123"/>
                  <a:pt x="1292" y="2123"/>
                  <a:pt x="1292" y="2123"/>
                </a:cubicBezTo>
                <a:cubicBezTo>
                  <a:pt x="842" y="2123"/>
                  <a:pt x="842" y="2123"/>
                  <a:pt x="842" y="2123"/>
                </a:cubicBezTo>
                <a:cubicBezTo>
                  <a:pt x="842" y="1782"/>
                  <a:pt x="842" y="1782"/>
                  <a:pt x="842" y="1782"/>
                </a:cubicBezTo>
                <a:cubicBezTo>
                  <a:pt x="842" y="1766"/>
                  <a:pt x="829" y="1753"/>
                  <a:pt x="813" y="1753"/>
                </a:cubicBezTo>
                <a:cubicBezTo>
                  <a:pt x="433" y="1753"/>
                  <a:pt x="433" y="1753"/>
                  <a:pt x="433" y="1753"/>
                </a:cubicBezTo>
                <a:cubicBezTo>
                  <a:pt x="433" y="1476"/>
                  <a:pt x="433" y="1476"/>
                  <a:pt x="433" y="1476"/>
                </a:cubicBezTo>
                <a:cubicBezTo>
                  <a:pt x="433" y="1460"/>
                  <a:pt x="420" y="1447"/>
                  <a:pt x="404" y="1447"/>
                </a:cubicBezTo>
                <a:cubicBezTo>
                  <a:pt x="388" y="1447"/>
                  <a:pt x="375" y="1460"/>
                  <a:pt x="375" y="1476"/>
                </a:cubicBezTo>
                <a:cubicBezTo>
                  <a:pt x="375" y="1782"/>
                  <a:pt x="375" y="1782"/>
                  <a:pt x="375" y="1782"/>
                </a:cubicBezTo>
                <a:cubicBezTo>
                  <a:pt x="375" y="1798"/>
                  <a:pt x="388" y="1811"/>
                  <a:pt x="404" y="1811"/>
                </a:cubicBezTo>
                <a:cubicBezTo>
                  <a:pt x="784" y="1811"/>
                  <a:pt x="784" y="1811"/>
                  <a:pt x="784" y="1811"/>
                </a:cubicBezTo>
                <a:cubicBezTo>
                  <a:pt x="784" y="2669"/>
                  <a:pt x="784" y="2669"/>
                  <a:pt x="784" y="2669"/>
                </a:cubicBezTo>
                <a:cubicBezTo>
                  <a:pt x="784" y="2685"/>
                  <a:pt x="797" y="2698"/>
                  <a:pt x="813" y="2698"/>
                </a:cubicBezTo>
                <a:cubicBezTo>
                  <a:pt x="829" y="2698"/>
                  <a:pt x="842" y="2685"/>
                  <a:pt x="842" y="2669"/>
                </a:cubicBezTo>
                <a:cubicBezTo>
                  <a:pt x="842" y="2181"/>
                  <a:pt x="842" y="2181"/>
                  <a:pt x="842" y="2181"/>
                </a:cubicBezTo>
                <a:cubicBezTo>
                  <a:pt x="1292" y="2181"/>
                  <a:pt x="1292" y="2181"/>
                  <a:pt x="1292" y="2181"/>
                </a:cubicBezTo>
                <a:cubicBezTo>
                  <a:pt x="1292" y="3036"/>
                  <a:pt x="1292" y="3036"/>
                  <a:pt x="1292" y="3036"/>
                </a:cubicBezTo>
                <a:cubicBezTo>
                  <a:pt x="921" y="3036"/>
                  <a:pt x="921" y="3036"/>
                  <a:pt x="921" y="3036"/>
                </a:cubicBezTo>
                <a:cubicBezTo>
                  <a:pt x="905" y="3036"/>
                  <a:pt x="892" y="3049"/>
                  <a:pt x="892" y="3065"/>
                </a:cubicBezTo>
                <a:cubicBezTo>
                  <a:pt x="892" y="3081"/>
                  <a:pt x="905" y="3094"/>
                  <a:pt x="921" y="3094"/>
                </a:cubicBezTo>
                <a:cubicBezTo>
                  <a:pt x="1321" y="3094"/>
                  <a:pt x="1321" y="3094"/>
                  <a:pt x="1321" y="3094"/>
                </a:cubicBezTo>
                <a:cubicBezTo>
                  <a:pt x="1722" y="3094"/>
                  <a:pt x="1722" y="3094"/>
                  <a:pt x="1722" y="3094"/>
                </a:cubicBezTo>
                <a:cubicBezTo>
                  <a:pt x="1738" y="3094"/>
                  <a:pt x="1751" y="3081"/>
                  <a:pt x="1751" y="3065"/>
                </a:cubicBezTo>
                <a:cubicBezTo>
                  <a:pt x="1751" y="3049"/>
                  <a:pt x="1738" y="3036"/>
                  <a:pt x="1722" y="3036"/>
                </a:cubicBezTo>
                <a:cubicBezTo>
                  <a:pt x="1350" y="3036"/>
                  <a:pt x="1350" y="3036"/>
                  <a:pt x="1350" y="3036"/>
                </a:cubicBezTo>
                <a:cubicBezTo>
                  <a:pt x="1350" y="2181"/>
                  <a:pt x="1350" y="2181"/>
                  <a:pt x="1350" y="2181"/>
                </a:cubicBezTo>
                <a:cubicBezTo>
                  <a:pt x="1800" y="2181"/>
                  <a:pt x="1800" y="2181"/>
                  <a:pt x="1800" y="2181"/>
                </a:cubicBezTo>
                <a:cubicBezTo>
                  <a:pt x="1800" y="2669"/>
                  <a:pt x="1800" y="2669"/>
                  <a:pt x="1800" y="2669"/>
                </a:cubicBezTo>
                <a:cubicBezTo>
                  <a:pt x="1800" y="2685"/>
                  <a:pt x="1813" y="2698"/>
                  <a:pt x="1829" y="2698"/>
                </a:cubicBezTo>
                <a:cubicBezTo>
                  <a:pt x="1845" y="2698"/>
                  <a:pt x="1858" y="2685"/>
                  <a:pt x="1858" y="2669"/>
                </a:cubicBezTo>
                <a:cubicBezTo>
                  <a:pt x="1858" y="1811"/>
                  <a:pt x="1858" y="1811"/>
                  <a:pt x="1858" y="1811"/>
                </a:cubicBezTo>
                <a:cubicBezTo>
                  <a:pt x="2239" y="1811"/>
                  <a:pt x="2239" y="1811"/>
                  <a:pt x="2239" y="1811"/>
                </a:cubicBezTo>
                <a:cubicBezTo>
                  <a:pt x="2254" y="1811"/>
                  <a:pt x="2267" y="1798"/>
                  <a:pt x="2267" y="1782"/>
                </a:cubicBezTo>
                <a:cubicBezTo>
                  <a:pt x="2267" y="1476"/>
                  <a:pt x="2267" y="1476"/>
                  <a:pt x="2267" y="1476"/>
                </a:cubicBezTo>
                <a:cubicBezTo>
                  <a:pt x="2267" y="1460"/>
                  <a:pt x="2254" y="1447"/>
                  <a:pt x="2239" y="1447"/>
                </a:cubicBezTo>
                <a:cubicBezTo>
                  <a:pt x="2223" y="1447"/>
                  <a:pt x="2210" y="1460"/>
                  <a:pt x="2210" y="1476"/>
                </a:cubicBezTo>
                <a:cubicBezTo>
                  <a:pt x="2210" y="1753"/>
                  <a:pt x="2210" y="1753"/>
                  <a:pt x="2210" y="1753"/>
                </a:cubicBezTo>
                <a:cubicBezTo>
                  <a:pt x="1829" y="1753"/>
                  <a:pt x="1829" y="1753"/>
                  <a:pt x="1829" y="1753"/>
                </a:cubicBezTo>
                <a:cubicBezTo>
                  <a:pt x="1813" y="1753"/>
                  <a:pt x="1800" y="1766"/>
                  <a:pt x="1800" y="1782"/>
                </a:cubicBezTo>
                <a:cubicBezTo>
                  <a:pt x="1800" y="2123"/>
                  <a:pt x="1800" y="2123"/>
                  <a:pt x="1800" y="2123"/>
                </a:cubicBezTo>
                <a:cubicBezTo>
                  <a:pt x="1350" y="2123"/>
                  <a:pt x="1350" y="2123"/>
                  <a:pt x="1350" y="2123"/>
                </a:cubicBezTo>
                <a:cubicBezTo>
                  <a:pt x="1350" y="1369"/>
                  <a:pt x="1350" y="1369"/>
                  <a:pt x="1350" y="1369"/>
                </a:cubicBezTo>
                <a:cubicBezTo>
                  <a:pt x="1870" y="1369"/>
                  <a:pt x="1870" y="1369"/>
                  <a:pt x="1870" y="1369"/>
                </a:cubicBezTo>
                <a:cubicBezTo>
                  <a:pt x="1886" y="1369"/>
                  <a:pt x="1899" y="1356"/>
                  <a:pt x="1899" y="1340"/>
                </a:cubicBezTo>
                <a:cubicBezTo>
                  <a:pt x="1899" y="1060"/>
                  <a:pt x="1899" y="1060"/>
                  <a:pt x="1899" y="1060"/>
                </a:cubicBezTo>
                <a:cubicBezTo>
                  <a:pt x="1899" y="1044"/>
                  <a:pt x="1886" y="1031"/>
                  <a:pt x="1870" y="1031"/>
                </a:cubicBezTo>
                <a:cubicBezTo>
                  <a:pt x="1854" y="1031"/>
                  <a:pt x="1841" y="1044"/>
                  <a:pt x="1841" y="1060"/>
                </a:cubicBezTo>
                <a:cubicBezTo>
                  <a:pt x="1841" y="1311"/>
                  <a:pt x="1841" y="1311"/>
                  <a:pt x="1841" y="1311"/>
                </a:cubicBezTo>
                <a:cubicBezTo>
                  <a:pt x="1350" y="1311"/>
                  <a:pt x="1350" y="1311"/>
                  <a:pt x="1350" y="1311"/>
                </a:cubicBezTo>
                <a:cubicBezTo>
                  <a:pt x="1350" y="660"/>
                  <a:pt x="1350" y="660"/>
                  <a:pt x="1350" y="660"/>
                </a:cubicBezTo>
                <a:cubicBezTo>
                  <a:pt x="1643" y="660"/>
                  <a:pt x="1643" y="660"/>
                  <a:pt x="1643" y="660"/>
                </a:cubicBezTo>
                <a:cubicBezTo>
                  <a:pt x="1659" y="660"/>
                  <a:pt x="1672" y="647"/>
                  <a:pt x="1672" y="631"/>
                </a:cubicBezTo>
                <a:cubicBezTo>
                  <a:pt x="1672" y="615"/>
                  <a:pt x="1659" y="602"/>
                  <a:pt x="1643" y="602"/>
                </a:cubicBezTo>
                <a:cubicBezTo>
                  <a:pt x="1350" y="602"/>
                  <a:pt x="1350" y="602"/>
                  <a:pt x="1350" y="602"/>
                </a:cubicBezTo>
                <a:cubicBezTo>
                  <a:pt x="1350" y="58"/>
                  <a:pt x="1350" y="58"/>
                  <a:pt x="1350" y="58"/>
                </a:cubicBezTo>
                <a:cubicBezTo>
                  <a:pt x="1799" y="58"/>
                  <a:pt x="1799" y="58"/>
                  <a:pt x="1799" y="58"/>
                </a:cubicBezTo>
                <a:cubicBezTo>
                  <a:pt x="1815" y="58"/>
                  <a:pt x="1828" y="45"/>
                  <a:pt x="1828" y="29"/>
                </a:cubicBezTo>
                <a:cubicBezTo>
                  <a:pt x="1828" y="13"/>
                  <a:pt x="1815" y="0"/>
                  <a:pt x="1799" y="0"/>
                </a:cubicBezTo>
              </a:path>
            </a:pathLst>
          </a:custGeom>
          <a:solidFill>
            <a:schemeClr val="accent5">
              <a:alpha val="10000"/>
            </a:schemeClr>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12" name="TextBox 11">
            <a:extLst>
              <a:ext uri="{FF2B5EF4-FFF2-40B4-BE49-F238E27FC236}">
                <a16:creationId xmlns:a16="http://schemas.microsoft.com/office/drawing/2014/main" id="{2D286C11-828A-4F0B-B5E1-F318F95635E1}"/>
              </a:ext>
            </a:extLst>
          </p:cNvPr>
          <p:cNvSpPr txBox="1"/>
          <p:nvPr/>
        </p:nvSpPr>
        <p:spPr>
          <a:xfrm>
            <a:off x="546100" y="540000"/>
            <a:ext cx="671457" cy="621000"/>
          </a:xfrm>
          <a:custGeom>
            <a:avLst/>
            <a:gdLst/>
            <a:ahLst/>
            <a:cxnLst/>
            <a:rect l="l" t="t" r="r" b="b"/>
            <a:pathLst>
              <a:path w="444141" h="410766">
                <a:moveTo>
                  <a:pt x="278979" y="0"/>
                </a:moveTo>
                <a:lnTo>
                  <a:pt x="444141" y="0"/>
                </a:lnTo>
                <a:lnTo>
                  <a:pt x="444141" y="141201"/>
                </a:lnTo>
                <a:cubicBezTo>
                  <a:pt x="444141" y="217649"/>
                  <a:pt x="435298" y="272703"/>
                  <a:pt x="417612" y="306363"/>
                </a:cubicBezTo>
                <a:cubicBezTo>
                  <a:pt x="393080" y="352574"/>
                  <a:pt x="354856" y="387375"/>
                  <a:pt x="302940" y="410766"/>
                </a:cubicBezTo>
                <a:lnTo>
                  <a:pt x="265286" y="350007"/>
                </a:lnTo>
                <a:cubicBezTo>
                  <a:pt x="296094" y="337455"/>
                  <a:pt x="319057" y="317630"/>
                  <a:pt x="334175" y="290531"/>
                </a:cubicBezTo>
                <a:cubicBezTo>
                  <a:pt x="349294" y="263432"/>
                  <a:pt x="357709" y="226206"/>
                  <a:pt x="359420" y="178854"/>
                </a:cubicBezTo>
                <a:lnTo>
                  <a:pt x="278979" y="178854"/>
                </a:lnTo>
                <a:close/>
                <a:moveTo>
                  <a:pt x="13692" y="0"/>
                </a:moveTo>
                <a:lnTo>
                  <a:pt x="178854" y="0"/>
                </a:lnTo>
                <a:lnTo>
                  <a:pt x="178854" y="141201"/>
                </a:lnTo>
                <a:cubicBezTo>
                  <a:pt x="178854" y="217649"/>
                  <a:pt x="170012" y="272703"/>
                  <a:pt x="152326" y="306363"/>
                </a:cubicBezTo>
                <a:cubicBezTo>
                  <a:pt x="127794" y="352574"/>
                  <a:pt x="89570" y="387375"/>
                  <a:pt x="37654" y="410766"/>
                </a:cubicBezTo>
                <a:lnTo>
                  <a:pt x="0" y="350007"/>
                </a:lnTo>
                <a:cubicBezTo>
                  <a:pt x="30808" y="337455"/>
                  <a:pt x="53771" y="317630"/>
                  <a:pt x="68889" y="290531"/>
                </a:cubicBezTo>
                <a:cubicBezTo>
                  <a:pt x="84007" y="263432"/>
                  <a:pt x="92422" y="226206"/>
                  <a:pt x="94134" y="178854"/>
                </a:cubicBezTo>
                <a:lnTo>
                  <a:pt x="13692" y="178854"/>
                </a:lnTo>
                <a:close/>
              </a:path>
            </a:pathLst>
          </a:custGeom>
          <a:solidFill>
            <a:schemeClr val="accent5"/>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GB" sz="13800" dirty="0">
              <a:solidFill>
                <a:srgbClr val="B59E5F"/>
              </a:solidFill>
            </a:endParaRPr>
          </a:p>
        </p:txBody>
      </p:sp>
      <p:sp>
        <p:nvSpPr>
          <p:cNvPr id="10" name="Slide Number Placeholder 5">
            <a:extLst>
              <a:ext uri="{FF2B5EF4-FFF2-40B4-BE49-F238E27FC236}">
                <a16:creationId xmlns:a16="http://schemas.microsoft.com/office/drawing/2014/main" id="{CA4B47A1-8FE3-40D1-8D69-CC9AD2863E78}"/>
              </a:ext>
            </a:extLst>
          </p:cNvPr>
          <p:cNvSpPr>
            <a:spLocks noGrp="1"/>
          </p:cNvSpPr>
          <p:nvPr>
            <p:ph type="sldNum" sz="quarter" idx="4"/>
          </p:nvPr>
        </p:nvSpPr>
        <p:spPr>
          <a:xfrm>
            <a:off x="11326690" y="6434112"/>
            <a:ext cx="595310" cy="153888"/>
          </a:xfrm>
          <a:prstGeom prst="rect">
            <a:avLst/>
          </a:prstGeom>
        </p:spPr>
        <p:txBody>
          <a:bodyPr lIns="0" tIns="0" rIns="0" bIns="0" anchor="t" anchorCtr="0">
            <a:noAutofit/>
          </a:bodyPr>
          <a:lstStyle>
            <a:lvl1pPr algn="r">
              <a:defRPr sz="900">
                <a:solidFill>
                  <a:srgbClr val="3F1A01"/>
                </a:solidFill>
              </a:defRPr>
            </a:lvl1pPr>
          </a:lstStyle>
          <a:p>
            <a:fld id="{6DBC486D-4FAB-B746-8B02-8D7C842291C6}" type="slidenum">
              <a:rPr lang="en-US" smtClean="0"/>
              <a:pPr/>
              <a:t>‹#›</a:t>
            </a:fld>
            <a:endParaRPr lang="en-US" dirty="0"/>
          </a:p>
        </p:txBody>
      </p:sp>
    </p:spTree>
    <p:extLst>
      <p:ext uri="{BB962C8B-B14F-4D97-AF65-F5344CB8AC3E}">
        <p14:creationId xmlns:p14="http://schemas.microsoft.com/office/powerpoint/2010/main" val="914413729"/>
      </p:ext>
    </p:extLst>
  </p:cSld>
  <p:clrMapOvr>
    <a:masterClrMapping/>
  </p:clrMapOvr>
  <p:hf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1_Title and Content">
    <p:spTree>
      <p:nvGrpSpPr>
        <p:cNvPr id="1" name=""/>
        <p:cNvGrpSpPr/>
        <p:nvPr/>
      </p:nvGrpSpPr>
      <p:grpSpPr>
        <a:xfrm>
          <a:off x="0" y="0"/>
          <a:ext cx="0" cy="0"/>
          <a:chOff x="0" y="0"/>
          <a:chExt cx="0" cy="0"/>
        </a:xfrm>
      </p:grpSpPr>
      <p:sp>
        <p:nvSpPr>
          <p:cNvPr id="35" name="TextBox 34">
            <a:extLst>
              <a:ext uri="{FF2B5EF4-FFF2-40B4-BE49-F238E27FC236}">
                <a16:creationId xmlns:a16="http://schemas.microsoft.com/office/drawing/2014/main" id="{C4F08730-DBA8-4007-A284-175B2F954A12}"/>
              </a:ext>
            </a:extLst>
          </p:cNvPr>
          <p:cNvSpPr txBox="1"/>
          <p:nvPr/>
        </p:nvSpPr>
        <p:spPr>
          <a:xfrm>
            <a:off x="3318324" y="4444235"/>
            <a:ext cx="2651995" cy="1400383"/>
          </a:xfrm>
          <a:prstGeom prst="rect">
            <a:avLst/>
          </a:prstGeom>
          <a:noFill/>
        </p:spPr>
        <p:txBody>
          <a:bodyPr wrap="square">
            <a:spAutoFit/>
          </a:bodyPr>
          <a:lstStyle/>
          <a:p>
            <a:pPr fontAlgn="auto">
              <a:spcBef>
                <a:spcPts val="1200"/>
              </a:spcBef>
              <a:spcAft>
                <a:spcPts val="600"/>
              </a:spcAft>
              <a:buFont typeface="+mj-lt"/>
              <a:buNone/>
              <a:defRPr/>
            </a:pPr>
            <a:r>
              <a:rPr lang="en-GB" sz="1000" b="1" noProof="1">
                <a:solidFill>
                  <a:schemeClr val="tx1"/>
                </a:solidFill>
                <a:latin typeface="Arial" panose="020B0604020202020204" pitchFamily="34" charset="0"/>
                <a:cs typeface="Arial" panose="020B0604020202020204" pitchFamily="34" charset="0"/>
              </a:rPr>
              <a:t>Reset slide</a:t>
            </a:r>
          </a:p>
          <a:p>
            <a:pPr fontAlgn="auto">
              <a:spcBef>
                <a:spcPts val="1200"/>
              </a:spcBef>
              <a:spcAft>
                <a:spcPts val="600"/>
              </a:spcAft>
              <a:buFont typeface="+mj-lt"/>
              <a:buNone/>
              <a:defRPr/>
            </a:pPr>
            <a:endParaRPr lang="en-GB" sz="1000" b="1" noProof="1">
              <a:solidFill>
                <a:schemeClr val="tx1"/>
              </a:solidFill>
              <a:latin typeface="Arial" panose="020B0604020202020204" pitchFamily="34" charset="0"/>
              <a:cs typeface="Arial" panose="020B0604020202020204" pitchFamily="34" charset="0"/>
            </a:endParaRPr>
          </a:p>
          <a:p>
            <a:pPr marL="228600" marR="0" indent="-228600" algn="l" defTabSz="914400" rtl="0" eaLnBrk="1" fontAlgn="auto" latinLnBrk="0" hangingPunct="1">
              <a:lnSpc>
                <a:spcPct val="100000"/>
              </a:lnSpc>
              <a:spcBef>
                <a:spcPts val="0"/>
              </a:spcBef>
              <a:spcAft>
                <a:spcPts val="600"/>
              </a:spcAft>
              <a:buClrTx/>
              <a:buSzTx/>
              <a:buFont typeface="+mj-lt"/>
              <a:buAutoNum type="arabicPeriod"/>
              <a:tabLst/>
              <a:defRPr/>
            </a:pPr>
            <a:r>
              <a:rPr lang="en-GB" altLang="da-DK" sz="1000" noProof="1">
                <a:solidFill>
                  <a:schemeClr val="tx1"/>
                </a:solidFill>
                <a:latin typeface="Arial" panose="020B0604020202020204" pitchFamily="34" charset="0"/>
                <a:cs typeface="Arial" panose="020B0604020202020204" pitchFamily="34" charset="0"/>
              </a:rPr>
              <a:t>Click the </a:t>
            </a:r>
            <a:r>
              <a:rPr lang="en-GB" altLang="da-DK" sz="1000" b="1" noProof="1">
                <a:solidFill>
                  <a:schemeClr val="tx1"/>
                </a:solidFill>
                <a:latin typeface="Arial" panose="020B0604020202020204" pitchFamily="34" charset="0"/>
                <a:cs typeface="Arial" panose="020B0604020202020204" pitchFamily="34" charset="0"/>
              </a:rPr>
              <a:t>Home - Tab</a:t>
            </a:r>
            <a:endParaRPr lang="en-GB" altLang="da-DK" sz="1000" b="1" strike="sngStrike" noProof="1">
              <a:solidFill>
                <a:schemeClr val="tx1"/>
              </a:solidFill>
              <a:latin typeface="Arial" panose="020B0604020202020204" pitchFamily="34" charset="0"/>
              <a:cs typeface="Arial" panose="020B0604020202020204" pitchFamily="34" charset="0"/>
            </a:endParaRPr>
          </a:p>
          <a:p>
            <a:pPr marL="228600" marR="0" indent="-228600" algn="l" defTabSz="914400" rtl="0" eaLnBrk="1" fontAlgn="auto" latinLnBrk="0" hangingPunct="1">
              <a:lnSpc>
                <a:spcPct val="100000"/>
              </a:lnSpc>
              <a:spcBef>
                <a:spcPts val="0"/>
              </a:spcBef>
              <a:spcAft>
                <a:spcPts val="600"/>
              </a:spcAft>
              <a:buClrTx/>
              <a:buSzTx/>
              <a:buFont typeface="+mj-lt"/>
              <a:buAutoNum type="arabicPeriod"/>
              <a:tabLst/>
              <a:defRPr/>
            </a:pPr>
            <a:r>
              <a:rPr lang="en-GB" altLang="da-DK" sz="1000" noProof="1">
                <a:solidFill>
                  <a:schemeClr val="tx1"/>
                </a:solidFill>
                <a:latin typeface="Arial" panose="020B0604020202020204" pitchFamily="34" charset="0"/>
                <a:cs typeface="Arial" panose="020B0604020202020204" pitchFamily="34" charset="0"/>
              </a:rPr>
              <a:t>Click the </a:t>
            </a:r>
            <a:r>
              <a:rPr lang="en-GB" altLang="da-DK" sz="1000" b="1" baseline="0" noProof="1">
                <a:solidFill>
                  <a:schemeClr val="tx1"/>
                </a:solidFill>
                <a:latin typeface="Arial" panose="020B0604020202020204" pitchFamily="34" charset="0"/>
                <a:cs typeface="Arial" panose="020B0604020202020204" pitchFamily="34" charset="0"/>
              </a:rPr>
              <a:t>Reset </a:t>
            </a:r>
            <a:r>
              <a:rPr lang="en-GB" altLang="da-DK" sz="1000" noProof="1">
                <a:solidFill>
                  <a:schemeClr val="tx1"/>
                </a:solidFill>
                <a:latin typeface="Arial" panose="020B0604020202020204" pitchFamily="34" charset="0"/>
                <a:cs typeface="Arial" panose="020B0604020202020204" pitchFamily="34" charset="0"/>
              </a:rPr>
              <a:t>menu to reset position, size</a:t>
            </a:r>
            <a:r>
              <a:rPr lang="en-GB" altLang="da-DK" sz="1000" baseline="0" noProof="1">
                <a:solidFill>
                  <a:schemeClr val="tx1"/>
                </a:solidFill>
                <a:latin typeface="Arial" panose="020B0604020202020204" pitchFamily="34" charset="0"/>
                <a:cs typeface="Arial" panose="020B0604020202020204" pitchFamily="34" charset="0"/>
              </a:rPr>
              <a:t> and formatting of the slide placeholders to their default settings</a:t>
            </a:r>
            <a:endParaRPr lang="en-GB" altLang="da-DK" sz="1000" noProof="1">
              <a:solidFill>
                <a:schemeClr val="tx1"/>
              </a:solidFill>
              <a:latin typeface="Arial" panose="020B0604020202020204" pitchFamily="34" charset="0"/>
              <a:cs typeface="Arial" panose="020B0604020202020204" pitchFamily="34" charset="0"/>
            </a:endParaRPr>
          </a:p>
        </p:txBody>
      </p:sp>
      <p:sp>
        <p:nvSpPr>
          <p:cNvPr id="48" name="TextBox 47">
            <a:extLst>
              <a:ext uri="{FF2B5EF4-FFF2-40B4-BE49-F238E27FC236}">
                <a16:creationId xmlns:a16="http://schemas.microsoft.com/office/drawing/2014/main" id="{29B69258-0759-4F9D-8A5C-C6B044632BCA}"/>
              </a:ext>
            </a:extLst>
          </p:cNvPr>
          <p:cNvSpPr txBox="1"/>
          <p:nvPr/>
        </p:nvSpPr>
        <p:spPr>
          <a:xfrm>
            <a:off x="6221682" y="2645246"/>
            <a:ext cx="2576512" cy="3000821"/>
          </a:xfrm>
          <a:prstGeom prst="rect">
            <a:avLst/>
          </a:prstGeom>
          <a:noFill/>
        </p:spPr>
        <p:txBody>
          <a:bodyPr wrap="square" lIns="0" tIns="0" rIns="0" bIns="0">
            <a:spAutoFit/>
          </a:bodyPr>
          <a:lstStyle/>
          <a:p>
            <a:pPr eaLnBrk="1" hangingPunct="1">
              <a:spcAft>
                <a:spcPts val="600"/>
              </a:spcAft>
              <a:defRPr/>
            </a:pPr>
            <a:r>
              <a:rPr lang="en-GB" altLang="da-DK" sz="1000" b="1" noProof="1">
                <a:solidFill>
                  <a:schemeClr val="tx1"/>
                </a:solidFill>
                <a:latin typeface="Arial" panose="020B0604020202020204" pitchFamily="34" charset="0"/>
                <a:cs typeface="Arial" panose="020B0604020202020204" pitchFamily="34" charset="0"/>
              </a:rPr>
              <a:t>Change / edit picture</a:t>
            </a:r>
          </a:p>
          <a:p>
            <a:pPr eaLnBrk="1" hangingPunct="1">
              <a:spcAft>
                <a:spcPts val="600"/>
              </a:spcAft>
              <a:defRPr/>
            </a:pPr>
            <a:endParaRPr lang="en-GB" altLang="da-DK" sz="1000" b="1" noProof="1">
              <a:solidFill>
                <a:schemeClr val="tx1"/>
              </a:solidFill>
              <a:latin typeface="Arial" panose="020B0604020202020204" pitchFamily="34" charset="0"/>
              <a:cs typeface="Arial" panose="020B0604020202020204" pitchFamily="34" charset="0"/>
            </a:endParaRPr>
          </a:p>
          <a:p>
            <a:pPr eaLnBrk="1" hangingPunct="1">
              <a:spcAft>
                <a:spcPts val="600"/>
              </a:spcAft>
              <a:defRPr/>
            </a:pPr>
            <a:endParaRPr lang="en-GB" altLang="da-DK" sz="1000" b="1" noProof="1">
              <a:solidFill>
                <a:schemeClr val="tx1"/>
              </a:solidFill>
              <a:latin typeface="Arial" panose="020B0604020202020204" pitchFamily="34" charset="0"/>
              <a:cs typeface="Arial" panose="020B0604020202020204" pitchFamily="34" charset="0"/>
            </a:endParaRPr>
          </a:p>
          <a:p>
            <a:pPr eaLnBrk="1" hangingPunct="1">
              <a:spcAft>
                <a:spcPts val="600"/>
              </a:spcAft>
              <a:defRPr/>
            </a:pPr>
            <a:endParaRPr lang="en-GB" altLang="da-DK" sz="1000" b="1" noProof="1">
              <a:solidFill>
                <a:schemeClr val="tx1"/>
              </a:solidFill>
              <a:latin typeface="Arial" panose="020B0604020202020204" pitchFamily="34" charset="0"/>
              <a:cs typeface="Arial" panose="020B0604020202020204" pitchFamily="34" charset="0"/>
            </a:endParaRPr>
          </a:p>
          <a:p>
            <a:pPr eaLnBrk="1" hangingPunct="1">
              <a:spcAft>
                <a:spcPts val="600"/>
              </a:spcAft>
              <a:defRPr/>
            </a:pPr>
            <a:endParaRPr lang="en-GB" altLang="da-DK" sz="1000" b="1" noProof="1">
              <a:solidFill>
                <a:schemeClr val="tx1"/>
              </a:solidFill>
              <a:latin typeface="Arial" panose="020B0604020202020204" pitchFamily="34" charset="0"/>
              <a:cs typeface="Arial" panose="020B0604020202020204" pitchFamily="34" charset="0"/>
            </a:endParaRPr>
          </a:p>
          <a:p>
            <a:pPr marL="228600" indent="-228600" eaLnBrk="1" hangingPunct="1">
              <a:spcAft>
                <a:spcPts val="600"/>
              </a:spcAft>
              <a:buFont typeface="+mj-lt"/>
              <a:buAutoNum type="arabicPeriod"/>
              <a:defRPr/>
            </a:pPr>
            <a:r>
              <a:rPr lang="en-GB" altLang="da-DK" sz="1000" b="0" noProof="1">
                <a:solidFill>
                  <a:schemeClr val="tx1"/>
                </a:solidFill>
                <a:latin typeface="Arial" panose="020B0604020202020204" pitchFamily="34" charset="0"/>
                <a:cs typeface="Arial" panose="020B0604020202020204" pitchFamily="34" charset="0"/>
              </a:rPr>
              <a:t>To change picture </a:t>
            </a:r>
            <a:r>
              <a:rPr lang="en-GB" altLang="da-DK" sz="1000" b="1" noProof="1">
                <a:solidFill>
                  <a:schemeClr val="tx1"/>
                </a:solidFill>
                <a:latin typeface="Arial" panose="020B0604020202020204" pitchFamily="34" charset="0"/>
                <a:cs typeface="Arial" panose="020B0604020202020204" pitchFamily="34" charset="0"/>
              </a:rPr>
              <a:t>RIGHT-CLICK</a:t>
            </a:r>
            <a:r>
              <a:rPr lang="en-GB" altLang="da-DK" sz="1000" b="0" noProof="1">
                <a:solidFill>
                  <a:schemeClr val="tx1"/>
                </a:solidFill>
                <a:latin typeface="Arial" panose="020B0604020202020204" pitchFamily="34" charset="0"/>
                <a:cs typeface="Arial" panose="020B0604020202020204" pitchFamily="34" charset="0"/>
              </a:rPr>
              <a:t> on the picture and click “</a:t>
            </a:r>
            <a:r>
              <a:rPr lang="en-GB" altLang="da-DK" sz="1000" b="1" noProof="1">
                <a:solidFill>
                  <a:schemeClr val="tx1"/>
                </a:solidFill>
                <a:latin typeface="Arial" panose="020B0604020202020204" pitchFamily="34" charset="0"/>
                <a:cs typeface="Arial" panose="020B0604020202020204" pitchFamily="34" charset="0"/>
              </a:rPr>
              <a:t>Change Picture</a:t>
            </a:r>
            <a:r>
              <a:rPr lang="en-GB" altLang="da-DK" sz="1000" b="0" noProof="1">
                <a:solidFill>
                  <a:schemeClr val="tx1"/>
                </a:solidFill>
                <a:latin typeface="Arial" panose="020B0604020202020204" pitchFamily="34" charset="0"/>
                <a:cs typeface="Arial" panose="020B0604020202020204" pitchFamily="34" charset="0"/>
              </a:rPr>
              <a:t>”</a:t>
            </a:r>
          </a:p>
          <a:p>
            <a:pPr marL="228600" indent="-228600" eaLnBrk="1" hangingPunct="1">
              <a:spcAft>
                <a:spcPts val="600"/>
              </a:spcAft>
              <a:buFont typeface="+mj-lt"/>
              <a:buAutoNum type="arabicPeriod"/>
              <a:defRPr/>
            </a:pPr>
            <a:r>
              <a:rPr lang="en-GB" altLang="da-DK" sz="1000" b="0" noProof="1">
                <a:solidFill>
                  <a:schemeClr val="tx1"/>
                </a:solidFill>
                <a:latin typeface="Arial" panose="020B0604020202020204" pitchFamily="34" charset="0"/>
                <a:cs typeface="Arial" panose="020B0604020202020204" pitchFamily="34" charset="0"/>
              </a:rPr>
              <a:t>To change size or focus of the picture - </a:t>
            </a:r>
            <a:r>
              <a:rPr lang="en-GB" altLang="da-DK" sz="1000" b="1" noProof="1">
                <a:solidFill>
                  <a:schemeClr val="tx1"/>
                </a:solidFill>
                <a:latin typeface="Arial" panose="020B0604020202020204" pitchFamily="34" charset="0"/>
                <a:cs typeface="Arial" panose="020B0604020202020204" pitchFamily="34" charset="0"/>
              </a:rPr>
              <a:t>Select the picture</a:t>
            </a:r>
            <a:r>
              <a:rPr lang="en-GB" altLang="da-DK" sz="1000" b="0" noProof="1">
                <a:solidFill>
                  <a:schemeClr val="tx1"/>
                </a:solidFill>
                <a:latin typeface="Arial" panose="020B0604020202020204" pitchFamily="34" charset="0"/>
                <a:cs typeface="Arial" panose="020B0604020202020204" pitchFamily="34" charset="0"/>
              </a:rPr>
              <a:t>, click </a:t>
            </a:r>
            <a:r>
              <a:rPr lang="en-GB" altLang="da-DK" sz="1000" b="1" noProof="1">
                <a:solidFill>
                  <a:schemeClr val="tx1"/>
                </a:solidFill>
                <a:latin typeface="Arial" panose="020B0604020202020204" pitchFamily="34" charset="0"/>
                <a:cs typeface="Arial" panose="020B0604020202020204" pitchFamily="34" charset="0"/>
              </a:rPr>
              <a:t>CROP</a:t>
            </a:r>
            <a:r>
              <a:rPr lang="en-GB" altLang="da-DK" sz="1000" b="0" noProof="1">
                <a:solidFill>
                  <a:schemeClr val="tx1"/>
                </a:solidFill>
                <a:latin typeface="Arial" panose="020B0604020202020204" pitchFamily="34" charset="0"/>
                <a:cs typeface="Arial" panose="020B0604020202020204" pitchFamily="34" charset="0"/>
              </a:rPr>
              <a:t> from “The Picture Format menu”</a:t>
            </a:r>
          </a:p>
          <a:p>
            <a:pPr marL="228600" indent="-228600" eaLnBrk="1" hangingPunct="1">
              <a:spcAft>
                <a:spcPts val="600"/>
              </a:spcAft>
              <a:buFont typeface="+mj-lt"/>
              <a:buAutoNum type="arabicPeriod"/>
              <a:defRPr/>
            </a:pPr>
            <a:r>
              <a:rPr lang="en-GB" altLang="da-DK" sz="1000" b="0" noProof="1">
                <a:solidFill>
                  <a:schemeClr val="tx1"/>
                </a:solidFill>
                <a:latin typeface="Arial" panose="020B0604020202020204" pitchFamily="34" charset="0"/>
                <a:cs typeface="Arial" panose="020B0604020202020204" pitchFamily="34" charset="0"/>
              </a:rPr>
              <a:t>To scale the picture, hold SHIFT-key down while dragging the corners of the picture</a:t>
            </a:r>
          </a:p>
          <a:p>
            <a:pPr eaLnBrk="1" hangingPunct="1">
              <a:spcAft>
                <a:spcPts val="600"/>
              </a:spcAft>
              <a:defRPr/>
            </a:pPr>
            <a:endParaRPr lang="en-GB" altLang="da-DK" sz="1000" b="1" noProof="1">
              <a:solidFill>
                <a:schemeClr val="tx1"/>
              </a:solidFill>
              <a:latin typeface="Arial" panose="020B0604020202020204" pitchFamily="34" charset="0"/>
              <a:cs typeface="Arial" panose="020B0604020202020204" pitchFamily="34" charset="0"/>
            </a:endParaRPr>
          </a:p>
          <a:p>
            <a:pPr eaLnBrk="1" hangingPunct="1">
              <a:spcAft>
                <a:spcPts val="600"/>
              </a:spcAft>
              <a:defRPr/>
            </a:pPr>
            <a:endParaRPr lang="en-GB" altLang="da-DK" sz="1000" b="1" noProof="1">
              <a:solidFill>
                <a:schemeClr val="tx1"/>
              </a:solidFill>
              <a:latin typeface="Arial" panose="020B0604020202020204" pitchFamily="34" charset="0"/>
              <a:cs typeface="Arial" panose="020B0604020202020204" pitchFamily="34" charset="0"/>
            </a:endParaRPr>
          </a:p>
        </p:txBody>
      </p:sp>
      <p:pic>
        <p:nvPicPr>
          <p:cNvPr id="22" name="Picture 21">
            <a:extLst>
              <a:ext uri="{FF2B5EF4-FFF2-40B4-BE49-F238E27FC236}">
                <a16:creationId xmlns:a16="http://schemas.microsoft.com/office/drawing/2014/main" id="{A0CF4DB0-EA3A-4922-ACBA-C0B74CF861E3}"/>
              </a:ext>
            </a:extLst>
          </p:cNvPr>
          <p:cNvPicPr>
            <a:picLocks noChangeAspect="1"/>
          </p:cNvPicPr>
          <p:nvPr/>
        </p:nvPicPr>
        <p:blipFill>
          <a:blip r:embed="rId2">
            <a:extLst>
              <a:ext uri="{28A0092B-C50C-407E-A947-70E740481C1C}">
                <a14:useLocalDpi xmlns:a14="http://schemas.microsoft.com/office/drawing/2010/main" val="0"/>
              </a:ext>
            </a:extLst>
          </a:blip>
          <a:srcRect l="461" r="461"/>
          <a:stretch/>
        </p:blipFill>
        <p:spPr>
          <a:xfrm>
            <a:off x="539750" y="4526557"/>
            <a:ext cx="2574925" cy="1458968"/>
          </a:xfrm>
          <a:prstGeom prst="rect">
            <a:avLst/>
          </a:prstGeom>
          <a:effectLst>
            <a:outerShdw blurRad="50800" dist="38100" dir="5400000" algn="t" rotWithShape="0">
              <a:prstClr val="black">
                <a:alpha val="40000"/>
              </a:prstClr>
            </a:outerShdw>
          </a:effectLst>
        </p:spPr>
      </p:pic>
      <p:sp>
        <p:nvSpPr>
          <p:cNvPr id="11" name="Title 4">
            <a:extLst>
              <a:ext uri="{FF2B5EF4-FFF2-40B4-BE49-F238E27FC236}">
                <a16:creationId xmlns:a16="http://schemas.microsoft.com/office/drawing/2014/main" id="{78DE8C21-512C-45D7-AF5D-2791E225B7EB}"/>
              </a:ext>
            </a:extLst>
          </p:cNvPr>
          <p:cNvSpPr txBox="1">
            <a:spLocks/>
          </p:cNvSpPr>
          <p:nvPr/>
        </p:nvSpPr>
        <p:spPr>
          <a:xfrm>
            <a:off x="539749" y="814386"/>
            <a:ext cx="9213851" cy="332399"/>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2400" b="1" kern="1200">
                <a:solidFill>
                  <a:srgbClr val="3F1A01"/>
                </a:solidFill>
                <a:latin typeface="+mj-lt"/>
                <a:ea typeface="+mj-ea"/>
                <a:cs typeface="+mj-cs"/>
              </a:defRPr>
            </a:lvl1pPr>
          </a:lstStyle>
          <a:p>
            <a:r>
              <a:rPr lang="en-GB" dirty="0"/>
              <a:t>Start here</a:t>
            </a:r>
          </a:p>
        </p:txBody>
      </p:sp>
      <p:sp>
        <p:nvSpPr>
          <p:cNvPr id="13" name="Slide Number Placeholder 2">
            <a:extLst>
              <a:ext uri="{FF2B5EF4-FFF2-40B4-BE49-F238E27FC236}">
                <a16:creationId xmlns:a16="http://schemas.microsoft.com/office/drawing/2014/main" id="{638AF027-CA0D-41A5-BE09-74C8B45BC9AF}"/>
              </a:ext>
            </a:extLst>
          </p:cNvPr>
          <p:cNvSpPr txBox="1">
            <a:spLocks/>
          </p:cNvSpPr>
          <p:nvPr/>
        </p:nvSpPr>
        <p:spPr>
          <a:xfrm>
            <a:off x="11326690" y="6434112"/>
            <a:ext cx="595310" cy="153888"/>
          </a:xfrm>
          <a:prstGeom prst="rect">
            <a:avLst/>
          </a:prstGeom>
        </p:spPr>
        <p:txBody>
          <a:bodyPr lIns="0" tIns="0" rIns="0" bIns="0" anchor="t" anchorCtr="0">
            <a:noAutofit/>
          </a:bodyPr>
          <a:lstStyle>
            <a:defPPr>
              <a:defRPr lang="da-DK"/>
            </a:defPPr>
            <a:lvl1pPr marL="0" algn="r" defTabSz="914400" rtl="0" eaLnBrk="1" latinLnBrk="0" hangingPunct="1">
              <a:defRPr sz="900" kern="1200">
                <a:solidFill>
                  <a:srgbClr val="3F1A0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4F92315-F790-4E00-A189-2894250684D7}" type="slidenum">
              <a:rPr lang="en-GB" smtClean="0"/>
              <a:pPr/>
              <a:t>‹#›</a:t>
            </a:fld>
            <a:endParaRPr lang="en-GB" dirty="0"/>
          </a:p>
        </p:txBody>
      </p:sp>
      <p:sp>
        <p:nvSpPr>
          <p:cNvPr id="15" name="Content Placeholder 7">
            <a:extLst>
              <a:ext uri="{FF2B5EF4-FFF2-40B4-BE49-F238E27FC236}">
                <a16:creationId xmlns:a16="http://schemas.microsoft.com/office/drawing/2014/main" id="{48445BAE-D8A3-4827-AC54-6EA8BA6F766B}"/>
              </a:ext>
            </a:extLst>
          </p:cNvPr>
          <p:cNvSpPr txBox="1">
            <a:spLocks/>
          </p:cNvSpPr>
          <p:nvPr/>
        </p:nvSpPr>
        <p:spPr>
          <a:xfrm>
            <a:off x="539750" y="1409700"/>
            <a:ext cx="2574926" cy="2539157"/>
          </a:xfrm>
          <a:prstGeom prst="rect">
            <a:avLst/>
          </a:prstGeom>
        </p:spPr>
        <p:txBody>
          <a:bodyPr wrap="square" lIns="0" tIns="0" rIns="0" bIns="0">
            <a:spAutoFit/>
          </a:bodyPr>
          <a:lstStyle>
            <a:lvl1pPr marL="252000" indent="-252000" algn="l" defTabSz="914400" rtl="0" eaLnBrk="1" latinLnBrk="0" hangingPunct="1">
              <a:lnSpc>
                <a:spcPct val="100000"/>
              </a:lnSpc>
              <a:spcBef>
                <a:spcPts val="1800"/>
              </a:spcBef>
              <a:buFont typeface="Arial" panose="020B0604020202020204" pitchFamily="34" charset="0"/>
              <a:buChar char="•"/>
              <a:defRPr sz="2000" kern="1200">
                <a:solidFill>
                  <a:schemeClr val="tx1"/>
                </a:solidFill>
                <a:latin typeface="+mn-lt"/>
                <a:ea typeface="+mn-ea"/>
                <a:cs typeface="+mn-cs"/>
              </a:defRPr>
            </a:lvl1pPr>
            <a:lvl2pPr marL="504000" indent="-252000" algn="l" defTabSz="914400" rtl="0" eaLnBrk="1" latinLnBrk="0" hangingPunct="1">
              <a:lnSpc>
                <a:spcPct val="100000"/>
              </a:lnSpc>
              <a:spcBef>
                <a:spcPts val="600"/>
              </a:spcBef>
              <a:buFont typeface="Arial" panose="020B0604020202020204" pitchFamily="34" charset="0"/>
              <a:buChar char="•"/>
              <a:defRPr sz="1600" kern="1200">
                <a:solidFill>
                  <a:schemeClr val="tx1"/>
                </a:solidFill>
                <a:latin typeface="+mn-lt"/>
                <a:ea typeface="+mn-ea"/>
                <a:cs typeface="+mn-cs"/>
              </a:defRPr>
            </a:lvl2pPr>
            <a:lvl3pPr marL="756000" indent="-252000" algn="l" defTabSz="914400" rtl="0" eaLnBrk="1" latinLnBrk="0" hangingPunct="1">
              <a:lnSpc>
                <a:spcPct val="100000"/>
              </a:lnSpc>
              <a:spcBef>
                <a:spcPts val="600"/>
              </a:spcBef>
              <a:buFont typeface="Arial" panose="020B0604020202020204" pitchFamily="34" charset="0"/>
              <a:buChar char="•"/>
              <a:defRPr sz="1200" kern="1200">
                <a:solidFill>
                  <a:schemeClr val="tx1"/>
                </a:solidFill>
                <a:latin typeface="+mn-lt"/>
                <a:ea typeface="+mn-ea"/>
                <a:cs typeface="+mn-cs"/>
              </a:defRPr>
            </a:lvl3pPr>
            <a:lvl4pPr marL="1008000" indent="-252000" algn="l" defTabSz="914400" rtl="0" eaLnBrk="1" latinLnBrk="0" hangingPunct="1">
              <a:lnSpc>
                <a:spcPct val="100000"/>
              </a:lnSpc>
              <a:spcBef>
                <a:spcPts val="600"/>
              </a:spcBef>
              <a:buFont typeface="Arial" panose="020B0604020202020204" pitchFamily="34" charset="0"/>
              <a:buChar char="•"/>
              <a:defRPr sz="1000" kern="1200">
                <a:solidFill>
                  <a:schemeClr val="tx1"/>
                </a:solidFill>
                <a:latin typeface="+mn-lt"/>
                <a:ea typeface="+mn-ea"/>
                <a:cs typeface="+mn-cs"/>
              </a:defRPr>
            </a:lvl4pPr>
            <a:lvl5pPr marL="1260000" indent="-252000" algn="l" defTabSz="914400" rtl="0" eaLnBrk="1" latinLnBrk="0" hangingPunct="1">
              <a:lnSpc>
                <a:spcPct val="100000"/>
              </a:lnSpc>
              <a:spcBef>
                <a:spcPts val="600"/>
              </a:spcBef>
              <a:buFont typeface="Arial" panose="020B0604020202020204" pitchFamily="34" charset="0"/>
              <a:buChar char="•"/>
              <a:defRPr sz="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en-GB" sz="1000" b="1" dirty="0">
                <a:solidFill>
                  <a:srgbClr val="3F1A01"/>
                </a:solidFill>
                <a:latin typeface="+mn-lt"/>
              </a:rPr>
              <a:t>Copy &amp; Paste</a:t>
            </a:r>
          </a:p>
          <a:p>
            <a:pPr marL="0" indent="0">
              <a:spcBef>
                <a:spcPts val="0"/>
              </a:spcBef>
              <a:buNone/>
            </a:pPr>
            <a:endParaRPr lang="en-GB" sz="1000" b="1" dirty="0">
              <a:solidFill>
                <a:srgbClr val="3F1A01"/>
              </a:solidFill>
              <a:latin typeface="+mn-lt"/>
            </a:endParaRPr>
          </a:p>
          <a:p>
            <a:pPr marL="0" indent="0">
              <a:spcBef>
                <a:spcPts val="0"/>
              </a:spcBef>
              <a:buNone/>
            </a:pPr>
            <a:endParaRPr lang="en-GB" sz="1000" b="1" dirty="0">
              <a:solidFill>
                <a:srgbClr val="3F1A01"/>
              </a:solidFill>
              <a:latin typeface="+mn-lt"/>
            </a:endParaRPr>
          </a:p>
          <a:p>
            <a:pPr marL="0" indent="0">
              <a:spcBef>
                <a:spcPts val="0"/>
              </a:spcBef>
              <a:buNone/>
            </a:pPr>
            <a:endParaRPr lang="en-GB" sz="1000" b="1" dirty="0">
              <a:solidFill>
                <a:srgbClr val="3F1A01"/>
              </a:solidFill>
              <a:latin typeface="+mn-lt"/>
            </a:endParaRPr>
          </a:p>
          <a:p>
            <a:pPr marL="0" indent="0">
              <a:spcBef>
                <a:spcPts val="0"/>
              </a:spcBef>
              <a:buNone/>
            </a:pPr>
            <a:endParaRPr lang="en-GB" sz="1000" b="1" dirty="0">
              <a:solidFill>
                <a:srgbClr val="3F1A01"/>
              </a:solidFill>
              <a:latin typeface="+mn-lt"/>
            </a:endParaRPr>
          </a:p>
          <a:p>
            <a:pPr marL="0" indent="0">
              <a:spcBef>
                <a:spcPts val="0"/>
              </a:spcBef>
              <a:buFont typeface="Arial" panose="020B0604020202020204" pitchFamily="34" charset="0"/>
              <a:buNone/>
            </a:pPr>
            <a:r>
              <a:rPr lang="en-GB" sz="1000" dirty="0">
                <a:solidFill>
                  <a:srgbClr val="3F1A01"/>
                </a:solidFill>
                <a:latin typeface="+mn-lt"/>
              </a:rPr>
              <a:t>When you need to paste text into the presentation </a:t>
            </a:r>
            <a:r>
              <a:rPr lang="en-GB" sz="1000" b="1" dirty="0">
                <a:solidFill>
                  <a:srgbClr val="3F1A01"/>
                </a:solidFill>
                <a:latin typeface="+mn-lt"/>
              </a:rPr>
              <a:t>– Right-Click</a:t>
            </a:r>
            <a:r>
              <a:rPr lang="en-GB" sz="1000" dirty="0">
                <a:solidFill>
                  <a:srgbClr val="3F1A01"/>
                </a:solidFill>
                <a:latin typeface="+mn-lt"/>
              </a:rPr>
              <a:t> and choose </a:t>
            </a:r>
            <a:br>
              <a:rPr lang="en-GB" sz="1000" dirty="0">
                <a:solidFill>
                  <a:srgbClr val="3F1A01"/>
                </a:solidFill>
                <a:latin typeface="+mn-lt"/>
              </a:rPr>
            </a:br>
            <a:r>
              <a:rPr lang="en-GB" sz="1000" dirty="0">
                <a:solidFill>
                  <a:srgbClr val="3F1A01"/>
                </a:solidFill>
                <a:latin typeface="+mn-lt"/>
              </a:rPr>
              <a:t>”</a:t>
            </a:r>
            <a:r>
              <a:rPr lang="en-GB" sz="1000" b="1" dirty="0">
                <a:solidFill>
                  <a:srgbClr val="3F1A01"/>
                </a:solidFill>
                <a:latin typeface="+mn-lt"/>
              </a:rPr>
              <a:t>Keep text only</a:t>
            </a:r>
            <a:r>
              <a:rPr lang="en-GB" sz="1000" dirty="0">
                <a:solidFill>
                  <a:srgbClr val="3F1A01"/>
                </a:solidFill>
                <a:latin typeface="+mn-lt"/>
              </a:rPr>
              <a:t>”.</a:t>
            </a:r>
          </a:p>
          <a:p>
            <a:pPr marL="0" indent="0">
              <a:spcBef>
                <a:spcPts val="0"/>
              </a:spcBef>
              <a:buFont typeface="Arial" panose="020B0604020202020204" pitchFamily="34" charset="0"/>
              <a:buNone/>
            </a:pPr>
            <a:endParaRPr lang="en-GB" sz="1000" dirty="0">
              <a:solidFill>
                <a:srgbClr val="3F1A01"/>
              </a:solidFill>
              <a:latin typeface="+mn-lt"/>
            </a:endParaRPr>
          </a:p>
          <a:p>
            <a:pPr marL="0" indent="0">
              <a:spcBef>
                <a:spcPts val="0"/>
              </a:spcBef>
              <a:buFont typeface="Arial" panose="020B0604020202020204" pitchFamily="34" charset="0"/>
              <a:buNone/>
            </a:pPr>
            <a:endParaRPr lang="en-GB" sz="1000" dirty="0">
              <a:solidFill>
                <a:srgbClr val="3F1A01"/>
              </a:solidFill>
              <a:latin typeface="+mn-lt"/>
            </a:endParaRPr>
          </a:p>
          <a:p>
            <a:pPr marL="0" indent="0">
              <a:spcBef>
                <a:spcPts val="0"/>
              </a:spcBef>
              <a:spcAft>
                <a:spcPts val="600"/>
              </a:spcAft>
              <a:buFont typeface="Arial" panose="020B0604020202020204" pitchFamily="34" charset="0"/>
              <a:buNone/>
            </a:pPr>
            <a:r>
              <a:rPr lang="en-GB" sz="1000" b="1" dirty="0">
                <a:solidFill>
                  <a:srgbClr val="3F1A01"/>
                </a:solidFill>
                <a:latin typeface="+mn-lt"/>
              </a:rPr>
              <a:t>Text styles</a:t>
            </a:r>
          </a:p>
          <a:p>
            <a:pPr marL="0" indent="0">
              <a:spcBef>
                <a:spcPts val="0"/>
              </a:spcBef>
              <a:buFont typeface="Arial" panose="020B0604020202020204" pitchFamily="34" charset="0"/>
              <a:buNone/>
            </a:pPr>
            <a:r>
              <a:rPr lang="en-GB" sz="1000" dirty="0">
                <a:solidFill>
                  <a:srgbClr val="3F1A01"/>
                </a:solidFill>
                <a:latin typeface="+mn-lt"/>
              </a:rPr>
              <a:t>Use the </a:t>
            </a:r>
            <a:r>
              <a:rPr lang="en-GB" sz="1000" b="1" dirty="0">
                <a:solidFill>
                  <a:srgbClr val="3F1A01"/>
                </a:solidFill>
                <a:latin typeface="+mn-lt"/>
              </a:rPr>
              <a:t>TAB-key</a:t>
            </a:r>
            <a:r>
              <a:rPr lang="en-GB" sz="1000" dirty="0">
                <a:solidFill>
                  <a:srgbClr val="3F1A01"/>
                </a:solidFill>
                <a:latin typeface="+mn-lt"/>
              </a:rPr>
              <a:t> to jump through </a:t>
            </a:r>
            <a:br>
              <a:rPr lang="en-GB" sz="1000" dirty="0">
                <a:solidFill>
                  <a:srgbClr val="3F1A01"/>
                </a:solidFill>
                <a:latin typeface="+mn-lt"/>
              </a:rPr>
            </a:br>
            <a:r>
              <a:rPr lang="en-GB" sz="1000" dirty="0">
                <a:solidFill>
                  <a:srgbClr val="3F1A01"/>
                </a:solidFill>
                <a:latin typeface="+mn-lt"/>
              </a:rPr>
              <a:t>levels. Click </a:t>
            </a:r>
            <a:r>
              <a:rPr lang="en-GB" sz="1000" b="1" dirty="0">
                <a:solidFill>
                  <a:srgbClr val="3F1A01"/>
                </a:solidFill>
                <a:latin typeface="+mn-lt"/>
              </a:rPr>
              <a:t>ENTER</a:t>
            </a:r>
            <a:r>
              <a:rPr lang="en-GB" sz="1000" dirty="0">
                <a:solidFill>
                  <a:srgbClr val="3F1A01"/>
                </a:solidFill>
                <a:latin typeface="+mn-lt"/>
              </a:rPr>
              <a:t>, then </a:t>
            </a:r>
            <a:r>
              <a:rPr lang="en-GB" sz="1000" b="1" dirty="0">
                <a:solidFill>
                  <a:srgbClr val="3F1A01"/>
                </a:solidFill>
                <a:latin typeface="+mn-lt"/>
              </a:rPr>
              <a:t>TAB</a:t>
            </a:r>
            <a:r>
              <a:rPr lang="en-GB" sz="1000" dirty="0">
                <a:solidFill>
                  <a:srgbClr val="3F1A01"/>
                </a:solidFill>
                <a:latin typeface="+mn-lt"/>
              </a:rPr>
              <a:t> to switch from one level to the next level</a:t>
            </a:r>
          </a:p>
          <a:p>
            <a:pPr marL="0" indent="0">
              <a:spcBef>
                <a:spcPts val="0"/>
              </a:spcBef>
              <a:buFont typeface="Arial" panose="020B0604020202020204" pitchFamily="34" charset="0"/>
              <a:buNone/>
            </a:pPr>
            <a:r>
              <a:rPr lang="en-GB" sz="1000" dirty="0">
                <a:solidFill>
                  <a:srgbClr val="3F1A01"/>
                </a:solidFill>
                <a:latin typeface="+mn-lt"/>
              </a:rPr>
              <a:t>To go back in levels use </a:t>
            </a:r>
            <a:r>
              <a:rPr lang="en-GB" sz="1000" b="1" dirty="0">
                <a:solidFill>
                  <a:srgbClr val="3F1A01"/>
                </a:solidFill>
                <a:latin typeface="+mn-lt"/>
              </a:rPr>
              <a:t>SHIFT-TAB</a:t>
            </a:r>
          </a:p>
          <a:p>
            <a:pPr marL="0" indent="0">
              <a:spcBef>
                <a:spcPts val="0"/>
              </a:spcBef>
              <a:buFont typeface="Arial" panose="020B0604020202020204" pitchFamily="34" charset="0"/>
              <a:buNone/>
            </a:pPr>
            <a:endParaRPr lang="en-GB" sz="1000" dirty="0">
              <a:solidFill>
                <a:srgbClr val="3F1A01"/>
              </a:solidFill>
              <a:latin typeface="+mn-lt"/>
            </a:endParaRPr>
          </a:p>
        </p:txBody>
      </p:sp>
      <p:pic>
        <p:nvPicPr>
          <p:cNvPr id="17" name="Picture 16">
            <a:extLst>
              <a:ext uri="{FF2B5EF4-FFF2-40B4-BE49-F238E27FC236}">
                <a16:creationId xmlns:a16="http://schemas.microsoft.com/office/drawing/2014/main" id="{EE217F0E-1690-4201-BD4A-054136C2E899}"/>
              </a:ext>
            </a:extLst>
          </p:cNvPr>
          <p:cNvPicPr>
            <a:picLocks noChangeAspect="1"/>
          </p:cNvPicPr>
          <p:nvPr/>
        </p:nvPicPr>
        <p:blipFill>
          <a:blip r:embed="rId3"/>
          <a:stretch>
            <a:fillRect/>
          </a:stretch>
        </p:blipFill>
        <p:spPr>
          <a:xfrm>
            <a:off x="510947" y="1635936"/>
            <a:ext cx="1057778" cy="433516"/>
          </a:xfrm>
          <a:prstGeom prst="rect">
            <a:avLst/>
          </a:prstGeom>
        </p:spPr>
      </p:pic>
      <p:sp>
        <p:nvSpPr>
          <p:cNvPr id="20" name="Content Placeholder 34">
            <a:extLst>
              <a:ext uri="{FF2B5EF4-FFF2-40B4-BE49-F238E27FC236}">
                <a16:creationId xmlns:a16="http://schemas.microsoft.com/office/drawing/2014/main" id="{6D001AD2-4250-4663-91F1-29AD0A53FA92}"/>
              </a:ext>
            </a:extLst>
          </p:cNvPr>
          <p:cNvSpPr txBox="1">
            <a:spLocks/>
          </p:cNvSpPr>
          <p:nvPr/>
        </p:nvSpPr>
        <p:spPr>
          <a:xfrm>
            <a:off x="9088588" y="1397909"/>
            <a:ext cx="1355724" cy="2616101"/>
          </a:xfrm>
          <a:prstGeom prst="rect">
            <a:avLst/>
          </a:prstGeom>
        </p:spPr>
        <p:txBody>
          <a:bodyPr vert="horz" wrap="square" lIns="0" tIns="0" rIns="0" bIns="0" rtlCol="0">
            <a:spAutoFit/>
          </a:bodyPr>
          <a:lstStyle>
            <a:lvl1pPr marL="252000" indent="-252000" algn="l" defTabSz="914400" rtl="0" eaLnBrk="1" latinLnBrk="0" hangingPunct="1">
              <a:lnSpc>
                <a:spcPct val="100000"/>
              </a:lnSpc>
              <a:spcBef>
                <a:spcPts val="1800"/>
              </a:spcBef>
              <a:buFont typeface="Arial" panose="020B0604020202020204" pitchFamily="34" charset="0"/>
              <a:buChar char="•"/>
              <a:defRPr sz="2000" kern="1200">
                <a:solidFill>
                  <a:schemeClr val="tx1"/>
                </a:solidFill>
                <a:latin typeface="+mn-lt"/>
                <a:ea typeface="+mn-ea"/>
                <a:cs typeface="+mn-cs"/>
              </a:defRPr>
            </a:lvl1pPr>
            <a:lvl2pPr marL="504000" indent="-252000" algn="l" defTabSz="914400" rtl="0" eaLnBrk="1" latinLnBrk="0" hangingPunct="1">
              <a:lnSpc>
                <a:spcPct val="100000"/>
              </a:lnSpc>
              <a:spcBef>
                <a:spcPts val="600"/>
              </a:spcBef>
              <a:buFont typeface="Arial" panose="020B0604020202020204" pitchFamily="34" charset="0"/>
              <a:buChar char="•"/>
              <a:defRPr sz="1600" kern="1200">
                <a:solidFill>
                  <a:schemeClr val="tx1"/>
                </a:solidFill>
                <a:latin typeface="+mn-lt"/>
                <a:ea typeface="+mn-ea"/>
                <a:cs typeface="+mn-cs"/>
              </a:defRPr>
            </a:lvl2pPr>
            <a:lvl3pPr marL="756000" indent="-252000" algn="l" defTabSz="914400" rtl="0" eaLnBrk="1" latinLnBrk="0" hangingPunct="1">
              <a:lnSpc>
                <a:spcPct val="100000"/>
              </a:lnSpc>
              <a:spcBef>
                <a:spcPts val="600"/>
              </a:spcBef>
              <a:buFont typeface="Arial" panose="020B0604020202020204" pitchFamily="34" charset="0"/>
              <a:buChar char="•"/>
              <a:defRPr sz="1200" kern="1200">
                <a:solidFill>
                  <a:schemeClr val="tx1"/>
                </a:solidFill>
                <a:latin typeface="+mn-lt"/>
                <a:ea typeface="+mn-ea"/>
                <a:cs typeface="+mn-cs"/>
              </a:defRPr>
            </a:lvl3pPr>
            <a:lvl4pPr marL="1008000" indent="-252000" algn="l" defTabSz="914400" rtl="0" eaLnBrk="1" latinLnBrk="0" hangingPunct="1">
              <a:lnSpc>
                <a:spcPct val="100000"/>
              </a:lnSpc>
              <a:spcBef>
                <a:spcPts val="600"/>
              </a:spcBef>
              <a:buFont typeface="Arial" panose="020B0604020202020204" pitchFamily="34" charset="0"/>
              <a:buChar char="•"/>
              <a:defRPr sz="1000" kern="1200">
                <a:solidFill>
                  <a:schemeClr val="tx1"/>
                </a:solidFill>
                <a:latin typeface="+mn-lt"/>
                <a:ea typeface="+mn-ea"/>
                <a:cs typeface="+mn-cs"/>
              </a:defRPr>
            </a:lvl4pPr>
            <a:lvl5pPr marL="1260000" indent="-252000" algn="l" defTabSz="914400" rtl="0" eaLnBrk="1" latinLnBrk="0" hangingPunct="1">
              <a:lnSpc>
                <a:spcPct val="100000"/>
              </a:lnSpc>
              <a:spcBef>
                <a:spcPts val="600"/>
              </a:spcBef>
              <a:buFont typeface="Arial" panose="020B0604020202020204" pitchFamily="34" charset="0"/>
              <a:buChar char="•"/>
              <a:defRPr sz="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en-GB" sz="1000" b="1" dirty="0">
                <a:solidFill>
                  <a:srgbClr val="3F1A01"/>
                </a:solidFill>
              </a:rPr>
              <a:t>Building blocks</a:t>
            </a:r>
          </a:p>
          <a:p>
            <a:pPr marL="0" indent="0">
              <a:spcBef>
                <a:spcPts val="0"/>
              </a:spcBef>
              <a:buNone/>
            </a:pPr>
            <a:r>
              <a:rPr lang="en-GB" sz="1000" dirty="0">
                <a:solidFill>
                  <a:srgbClr val="3F1A01"/>
                </a:solidFill>
              </a:rPr>
              <a:t>The building block slides are made to help you build the presentation. You find them after this slide</a:t>
            </a:r>
          </a:p>
          <a:p>
            <a:pPr marL="0" indent="0">
              <a:spcBef>
                <a:spcPts val="0"/>
              </a:spcBef>
              <a:buNone/>
            </a:pPr>
            <a:endParaRPr lang="en-GB" sz="1000" dirty="0">
              <a:solidFill>
                <a:srgbClr val="3F1A01"/>
              </a:solidFill>
            </a:endParaRPr>
          </a:p>
          <a:p>
            <a:pPr marL="0" indent="0">
              <a:spcBef>
                <a:spcPts val="0"/>
              </a:spcBef>
              <a:buNone/>
            </a:pPr>
            <a:r>
              <a:rPr lang="en-GB" sz="1000" dirty="0">
                <a:solidFill>
                  <a:srgbClr val="3F1A01"/>
                </a:solidFill>
              </a:rPr>
              <a:t>Among the building blocks you find, </a:t>
            </a:r>
            <a:r>
              <a:rPr lang="en-GB" sz="1000" dirty="0" err="1">
                <a:solidFill>
                  <a:srgbClr val="3F1A01"/>
                </a:solidFill>
              </a:rPr>
              <a:t>colorguides</a:t>
            </a:r>
            <a:r>
              <a:rPr lang="en-GB" sz="1000" dirty="0">
                <a:solidFill>
                  <a:srgbClr val="3F1A01"/>
                </a:solidFill>
              </a:rPr>
              <a:t>, Tables and elements that you can pick from when you need to build your presentation.</a:t>
            </a:r>
          </a:p>
          <a:p>
            <a:pPr marL="0" indent="0">
              <a:spcBef>
                <a:spcPts val="0"/>
              </a:spcBef>
              <a:buNone/>
            </a:pPr>
            <a:endParaRPr lang="en-GB" sz="1000" dirty="0">
              <a:solidFill>
                <a:srgbClr val="3F1A01"/>
              </a:solidFill>
            </a:endParaRPr>
          </a:p>
          <a:p>
            <a:pPr marL="0" indent="0">
              <a:spcBef>
                <a:spcPts val="0"/>
              </a:spcBef>
              <a:buNone/>
            </a:pPr>
            <a:r>
              <a:rPr lang="en-GB" sz="1000" dirty="0">
                <a:solidFill>
                  <a:srgbClr val="3F1A01"/>
                </a:solidFill>
              </a:rPr>
              <a:t>Delete these slides after use. </a:t>
            </a:r>
            <a:r>
              <a:rPr lang="en-GB" sz="1000" b="1" dirty="0">
                <a:solidFill>
                  <a:srgbClr val="3F1A01"/>
                </a:solidFill>
              </a:rPr>
              <a:t> </a:t>
            </a:r>
          </a:p>
        </p:txBody>
      </p:sp>
      <p:sp>
        <p:nvSpPr>
          <p:cNvPr id="21" name="Content Placeholder 34">
            <a:extLst>
              <a:ext uri="{FF2B5EF4-FFF2-40B4-BE49-F238E27FC236}">
                <a16:creationId xmlns:a16="http://schemas.microsoft.com/office/drawing/2014/main" id="{DBAA186A-13CF-4C55-8ED1-3E1EFC7A2F90}"/>
              </a:ext>
            </a:extLst>
          </p:cNvPr>
          <p:cNvSpPr txBox="1">
            <a:spLocks/>
          </p:cNvSpPr>
          <p:nvPr/>
        </p:nvSpPr>
        <p:spPr>
          <a:xfrm>
            <a:off x="1015206" y="5102153"/>
            <a:ext cx="1624013" cy="615553"/>
          </a:xfrm>
          <a:prstGeom prst="rect">
            <a:avLst/>
          </a:prstGeom>
        </p:spPr>
        <p:txBody>
          <a:bodyPr vert="horz" wrap="square" lIns="0" tIns="0" rIns="0" bIns="0" rtlCol="0">
            <a:spAutoFit/>
          </a:bodyPr>
          <a:lstStyle>
            <a:lvl1pPr marL="252000" indent="-252000" algn="l" defTabSz="914400" rtl="0" eaLnBrk="1" latinLnBrk="0" hangingPunct="1">
              <a:lnSpc>
                <a:spcPct val="100000"/>
              </a:lnSpc>
              <a:spcBef>
                <a:spcPts val="1800"/>
              </a:spcBef>
              <a:buFont typeface="Arial" panose="020B0604020202020204" pitchFamily="34" charset="0"/>
              <a:buChar char="•"/>
              <a:defRPr sz="2000" kern="1200">
                <a:solidFill>
                  <a:schemeClr val="tx1"/>
                </a:solidFill>
                <a:latin typeface="+mn-lt"/>
                <a:ea typeface="+mn-ea"/>
                <a:cs typeface="+mn-cs"/>
              </a:defRPr>
            </a:lvl1pPr>
            <a:lvl2pPr marL="504000" indent="-252000" algn="l" defTabSz="914400" rtl="0" eaLnBrk="1" latinLnBrk="0" hangingPunct="1">
              <a:lnSpc>
                <a:spcPct val="100000"/>
              </a:lnSpc>
              <a:spcBef>
                <a:spcPts val="600"/>
              </a:spcBef>
              <a:buFont typeface="Arial" panose="020B0604020202020204" pitchFamily="34" charset="0"/>
              <a:buChar char="•"/>
              <a:defRPr sz="1600" kern="1200">
                <a:solidFill>
                  <a:schemeClr val="tx1"/>
                </a:solidFill>
                <a:latin typeface="+mn-lt"/>
                <a:ea typeface="+mn-ea"/>
                <a:cs typeface="+mn-cs"/>
              </a:defRPr>
            </a:lvl2pPr>
            <a:lvl3pPr marL="756000" indent="-252000" algn="l" defTabSz="914400" rtl="0" eaLnBrk="1" latinLnBrk="0" hangingPunct="1">
              <a:lnSpc>
                <a:spcPct val="100000"/>
              </a:lnSpc>
              <a:spcBef>
                <a:spcPts val="600"/>
              </a:spcBef>
              <a:buFont typeface="Arial" panose="020B0604020202020204" pitchFamily="34" charset="0"/>
              <a:buChar char="•"/>
              <a:defRPr sz="1200" kern="1200">
                <a:solidFill>
                  <a:schemeClr val="tx1"/>
                </a:solidFill>
                <a:latin typeface="+mn-lt"/>
                <a:ea typeface="+mn-ea"/>
                <a:cs typeface="+mn-cs"/>
              </a:defRPr>
            </a:lvl3pPr>
            <a:lvl4pPr marL="1008000" indent="-252000" algn="l" defTabSz="914400" rtl="0" eaLnBrk="1" latinLnBrk="0" hangingPunct="1">
              <a:lnSpc>
                <a:spcPct val="100000"/>
              </a:lnSpc>
              <a:spcBef>
                <a:spcPts val="600"/>
              </a:spcBef>
              <a:buFont typeface="Arial" panose="020B0604020202020204" pitchFamily="34" charset="0"/>
              <a:buChar char="•"/>
              <a:defRPr sz="1000" kern="1200">
                <a:solidFill>
                  <a:schemeClr val="tx1"/>
                </a:solidFill>
                <a:latin typeface="+mn-lt"/>
                <a:ea typeface="+mn-ea"/>
                <a:cs typeface="+mn-cs"/>
              </a:defRPr>
            </a:lvl4pPr>
            <a:lvl5pPr marL="1260000" indent="-252000" algn="l" defTabSz="914400" rtl="0" eaLnBrk="1" latinLnBrk="0" hangingPunct="1">
              <a:lnSpc>
                <a:spcPct val="100000"/>
              </a:lnSpc>
              <a:spcBef>
                <a:spcPts val="600"/>
              </a:spcBef>
              <a:buFont typeface="Arial" panose="020B0604020202020204" pitchFamily="34" charset="0"/>
              <a:buChar char="•"/>
              <a:defRPr sz="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en-GB" sz="1000" b="1" dirty="0">
                <a:solidFill>
                  <a:srgbClr val="3F1A01"/>
                </a:solidFill>
              </a:rPr>
              <a:t>Guides – Show / Hide</a:t>
            </a:r>
          </a:p>
          <a:p>
            <a:pPr marL="0" indent="0">
              <a:spcBef>
                <a:spcPts val="0"/>
              </a:spcBef>
              <a:buNone/>
            </a:pPr>
            <a:r>
              <a:rPr lang="en-GB" sz="1000" b="0" dirty="0">
                <a:solidFill>
                  <a:srgbClr val="3F1A01"/>
                </a:solidFill>
              </a:rPr>
              <a:t>From the View-tab </a:t>
            </a:r>
          </a:p>
          <a:p>
            <a:pPr marL="0" indent="0">
              <a:spcBef>
                <a:spcPts val="0"/>
              </a:spcBef>
              <a:buNone/>
            </a:pPr>
            <a:r>
              <a:rPr lang="en-GB" sz="1000" b="0" dirty="0">
                <a:solidFill>
                  <a:srgbClr val="3F1A01"/>
                </a:solidFill>
              </a:rPr>
              <a:t>or Alt + F9</a:t>
            </a:r>
          </a:p>
          <a:p>
            <a:pPr marL="0" indent="0">
              <a:spcBef>
                <a:spcPts val="0"/>
              </a:spcBef>
              <a:buNone/>
            </a:pPr>
            <a:endParaRPr lang="en-GB" sz="1000" b="0" dirty="0">
              <a:solidFill>
                <a:srgbClr val="3F1A01"/>
              </a:solidFill>
            </a:endParaRPr>
          </a:p>
        </p:txBody>
      </p:sp>
      <p:sp>
        <p:nvSpPr>
          <p:cNvPr id="2" name="TextBox 1">
            <a:extLst>
              <a:ext uri="{FF2B5EF4-FFF2-40B4-BE49-F238E27FC236}">
                <a16:creationId xmlns:a16="http://schemas.microsoft.com/office/drawing/2014/main" id="{CFB97746-AB0C-416F-8995-6F74E0EF0EFE}"/>
              </a:ext>
            </a:extLst>
          </p:cNvPr>
          <p:cNvSpPr txBox="1"/>
          <p:nvPr/>
        </p:nvSpPr>
        <p:spPr>
          <a:xfrm>
            <a:off x="539750" y="540000"/>
            <a:ext cx="9213850" cy="215444"/>
          </a:xfrm>
          <a:prstGeom prst="rect">
            <a:avLst/>
          </a:prstGeom>
          <a:noFill/>
        </p:spPr>
        <p:txBody>
          <a:bodyPr wrap="square" lIns="0" tIns="0" rIns="0" bIns="0" rtlCol="0">
            <a:spAutoFit/>
          </a:bodyPr>
          <a:lstStyle/>
          <a:p>
            <a:r>
              <a:rPr lang="en-GB" sz="1400">
                <a:solidFill>
                  <a:schemeClr val="accent2"/>
                </a:solidFill>
                <a:latin typeface="Times New Roman" panose="02020603050405020304" pitchFamily="18" charset="0"/>
                <a:cs typeface="Times New Roman" panose="02020603050405020304" pitchFamily="18" charset="0"/>
              </a:rPr>
              <a:t>Delete this slide after use</a:t>
            </a:r>
            <a:endParaRPr lang="en-GB" sz="1400" dirty="0">
              <a:solidFill>
                <a:schemeClr val="accent2"/>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E8DC192D-15E7-44CD-B477-C881E0E6D990}"/>
              </a:ext>
            </a:extLst>
          </p:cNvPr>
          <p:cNvPicPr>
            <a:picLocks noChangeAspect="1"/>
          </p:cNvPicPr>
          <p:nvPr/>
        </p:nvPicPr>
        <p:blipFill rotWithShape="1">
          <a:blip r:embed="rId4"/>
          <a:srcRect l="4483" r="1"/>
          <a:stretch/>
        </p:blipFill>
        <p:spPr>
          <a:xfrm>
            <a:off x="539750" y="3879102"/>
            <a:ext cx="502364" cy="306000"/>
          </a:xfrm>
          <a:prstGeom prst="rect">
            <a:avLst/>
          </a:prstGeom>
        </p:spPr>
      </p:pic>
      <p:pic>
        <p:nvPicPr>
          <p:cNvPr id="25" name="Picture 24">
            <a:extLst>
              <a:ext uri="{FF2B5EF4-FFF2-40B4-BE49-F238E27FC236}">
                <a16:creationId xmlns:a16="http://schemas.microsoft.com/office/drawing/2014/main" id="{61C5AB06-467F-4D53-8D9A-1C0D14254FE5}"/>
              </a:ext>
            </a:extLst>
          </p:cNvPr>
          <p:cNvPicPr>
            <a:picLocks noChangeAspect="1"/>
          </p:cNvPicPr>
          <p:nvPr/>
        </p:nvPicPr>
        <p:blipFill>
          <a:blip r:embed="rId5"/>
          <a:stretch>
            <a:fillRect/>
          </a:stretch>
        </p:blipFill>
        <p:spPr>
          <a:xfrm>
            <a:off x="6182034" y="2847599"/>
            <a:ext cx="1053671" cy="847781"/>
          </a:xfrm>
          <a:prstGeom prst="rect">
            <a:avLst/>
          </a:prstGeom>
        </p:spPr>
      </p:pic>
      <p:pic>
        <p:nvPicPr>
          <p:cNvPr id="26" name="Picture 25">
            <a:extLst>
              <a:ext uri="{FF2B5EF4-FFF2-40B4-BE49-F238E27FC236}">
                <a16:creationId xmlns:a16="http://schemas.microsoft.com/office/drawing/2014/main" id="{23E3D7D1-8B06-4822-B042-9E0013DC5ABD}"/>
              </a:ext>
            </a:extLst>
          </p:cNvPr>
          <p:cNvPicPr>
            <a:picLocks noChangeAspect="1"/>
          </p:cNvPicPr>
          <p:nvPr/>
        </p:nvPicPr>
        <p:blipFill>
          <a:blip r:embed="rId6"/>
          <a:stretch>
            <a:fillRect/>
          </a:stretch>
        </p:blipFill>
        <p:spPr>
          <a:xfrm>
            <a:off x="3342618" y="4737710"/>
            <a:ext cx="721382" cy="310749"/>
          </a:xfrm>
          <a:prstGeom prst="rect">
            <a:avLst/>
          </a:prstGeom>
        </p:spPr>
      </p:pic>
      <p:pic>
        <p:nvPicPr>
          <p:cNvPr id="6" name="Picture 5">
            <a:extLst>
              <a:ext uri="{FF2B5EF4-FFF2-40B4-BE49-F238E27FC236}">
                <a16:creationId xmlns:a16="http://schemas.microsoft.com/office/drawing/2014/main" id="{E69E3A62-6048-4098-92E9-31D1A7DA6A31}"/>
              </a:ext>
            </a:extLst>
          </p:cNvPr>
          <p:cNvPicPr>
            <a:picLocks noChangeAspect="1"/>
          </p:cNvPicPr>
          <p:nvPr/>
        </p:nvPicPr>
        <p:blipFill>
          <a:blip r:embed="rId7"/>
          <a:stretch>
            <a:fillRect/>
          </a:stretch>
        </p:blipFill>
        <p:spPr>
          <a:xfrm>
            <a:off x="10713191" y="1409700"/>
            <a:ext cx="937472" cy="3173789"/>
          </a:xfrm>
          <a:prstGeom prst="rect">
            <a:avLst/>
          </a:prstGeom>
        </p:spPr>
      </p:pic>
      <p:sp>
        <p:nvSpPr>
          <p:cNvPr id="28" name="TextBox 27">
            <a:extLst>
              <a:ext uri="{FF2B5EF4-FFF2-40B4-BE49-F238E27FC236}">
                <a16:creationId xmlns:a16="http://schemas.microsoft.com/office/drawing/2014/main" id="{1CF0A521-6AD8-4FA2-ABD7-4B156695725B}"/>
              </a:ext>
            </a:extLst>
          </p:cNvPr>
          <p:cNvSpPr txBox="1"/>
          <p:nvPr/>
        </p:nvSpPr>
        <p:spPr>
          <a:xfrm>
            <a:off x="1217613" y="3880138"/>
            <a:ext cx="1897062" cy="307777"/>
          </a:xfrm>
          <a:prstGeom prst="rect">
            <a:avLst/>
          </a:prstGeom>
          <a:noFill/>
        </p:spPr>
        <p:txBody>
          <a:bodyPr wrap="square" lIns="0" tIns="0" rIns="0" bIns="0">
            <a:spAutoFit/>
          </a:bodyPr>
          <a:lstStyle/>
          <a:p>
            <a:pPr eaLnBrk="1" hangingPunct="1">
              <a:spcAft>
                <a:spcPts val="600"/>
              </a:spcAft>
              <a:defRPr/>
            </a:pPr>
            <a:r>
              <a:rPr lang="en-GB" sz="1000" noProof="1">
                <a:solidFill>
                  <a:schemeClr val="tx1"/>
                </a:solidFill>
                <a:latin typeface="Arial" panose="020B0604020202020204" pitchFamily="34" charset="0"/>
                <a:cs typeface="Arial" panose="020B0604020202020204" pitchFamily="34" charset="0"/>
              </a:rPr>
              <a:t>Alternatively, </a:t>
            </a:r>
            <a:r>
              <a:rPr lang="en-GB" sz="1000" b="1" noProof="1">
                <a:solidFill>
                  <a:schemeClr val="tx1"/>
                </a:solidFill>
                <a:latin typeface="Arial" panose="020B0604020202020204" pitchFamily="34" charset="0"/>
                <a:cs typeface="Arial" panose="020B0604020202020204" pitchFamily="34" charset="0"/>
              </a:rPr>
              <a:t>Increase</a:t>
            </a:r>
            <a:r>
              <a:rPr lang="en-GB" sz="1000" baseline="0" noProof="1">
                <a:solidFill>
                  <a:schemeClr val="tx1"/>
                </a:solidFill>
                <a:latin typeface="Arial" panose="020B0604020202020204" pitchFamily="34" charset="0"/>
                <a:cs typeface="Arial" panose="020B0604020202020204" pitchFamily="34" charset="0"/>
              </a:rPr>
              <a:t> and</a:t>
            </a:r>
            <a:br>
              <a:rPr lang="en-GB" sz="1000" baseline="0" noProof="1">
                <a:solidFill>
                  <a:schemeClr val="tx1"/>
                </a:solidFill>
                <a:latin typeface="Arial" panose="020B0604020202020204" pitchFamily="34" charset="0"/>
                <a:cs typeface="Arial" panose="020B0604020202020204" pitchFamily="34" charset="0"/>
              </a:rPr>
            </a:br>
            <a:r>
              <a:rPr lang="en-GB" sz="1000" b="1" baseline="0" noProof="1">
                <a:solidFill>
                  <a:schemeClr val="tx1"/>
                </a:solidFill>
                <a:latin typeface="Arial" panose="020B0604020202020204" pitchFamily="34" charset="0"/>
                <a:cs typeface="Arial" panose="020B0604020202020204" pitchFamily="34" charset="0"/>
              </a:rPr>
              <a:t>Decrease </a:t>
            </a:r>
            <a:r>
              <a:rPr lang="en-GB" sz="1000" baseline="0" noProof="1">
                <a:solidFill>
                  <a:schemeClr val="tx1"/>
                </a:solidFill>
                <a:latin typeface="Arial" panose="020B0604020202020204" pitchFamily="34" charset="0"/>
                <a:cs typeface="Arial" panose="020B0604020202020204" pitchFamily="34" charset="0"/>
              </a:rPr>
              <a:t>list level can be used</a:t>
            </a:r>
          </a:p>
        </p:txBody>
      </p:sp>
      <p:pic>
        <p:nvPicPr>
          <p:cNvPr id="29" name="Picture 28">
            <a:extLst>
              <a:ext uri="{FF2B5EF4-FFF2-40B4-BE49-F238E27FC236}">
                <a16:creationId xmlns:a16="http://schemas.microsoft.com/office/drawing/2014/main" id="{D5AAD879-4417-455C-BF76-7F1D8FC43DAF}"/>
              </a:ext>
            </a:extLst>
          </p:cNvPr>
          <p:cNvPicPr>
            <a:picLocks noChangeAspect="1"/>
          </p:cNvPicPr>
          <p:nvPr/>
        </p:nvPicPr>
        <p:blipFill>
          <a:blip r:embed="rId8"/>
          <a:stretch>
            <a:fillRect/>
          </a:stretch>
        </p:blipFill>
        <p:spPr>
          <a:xfrm>
            <a:off x="6230938" y="1601536"/>
            <a:ext cx="439902" cy="447295"/>
          </a:xfrm>
          <a:prstGeom prst="rect">
            <a:avLst/>
          </a:prstGeom>
        </p:spPr>
      </p:pic>
      <p:sp>
        <p:nvSpPr>
          <p:cNvPr id="37" name="TextBox 36">
            <a:extLst>
              <a:ext uri="{FF2B5EF4-FFF2-40B4-BE49-F238E27FC236}">
                <a16:creationId xmlns:a16="http://schemas.microsoft.com/office/drawing/2014/main" id="{81C181B1-8DE5-4B6C-9648-F234EE5015BF}"/>
              </a:ext>
            </a:extLst>
          </p:cNvPr>
          <p:cNvSpPr txBox="1"/>
          <p:nvPr/>
        </p:nvSpPr>
        <p:spPr>
          <a:xfrm>
            <a:off x="4064000" y="1411500"/>
            <a:ext cx="1897061" cy="923330"/>
          </a:xfrm>
          <a:prstGeom prst="rect">
            <a:avLst/>
          </a:prstGeom>
          <a:noFill/>
        </p:spPr>
        <p:txBody>
          <a:bodyPr wrap="square" lIns="0" tIns="0" rIns="0" bIns="0">
            <a:spAutoFit/>
          </a:bodyPr>
          <a:lstStyle/>
          <a:p>
            <a:pPr eaLnBrk="1" hangingPunct="1">
              <a:spcBef>
                <a:spcPts val="0"/>
              </a:spcBef>
              <a:spcAft>
                <a:spcPts val="600"/>
              </a:spcAft>
              <a:defRPr/>
            </a:pPr>
            <a:r>
              <a:rPr lang="en-GB" sz="1000" b="1" dirty="0">
                <a:solidFill>
                  <a:srgbClr val="000000"/>
                </a:solidFill>
                <a:latin typeface="Arial" panose="020B0604020202020204" pitchFamily="34" charset="0"/>
                <a:ea typeface="Times New Roman" panose="02020603050405020304" pitchFamily="18" charset="0"/>
              </a:rPr>
              <a:t>Insert a New Slide</a:t>
            </a:r>
            <a:endParaRPr lang="en-GB" sz="1000" b="1" noProof="1">
              <a:solidFill>
                <a:schemeClr val="tx1"/>
              </a:solidFill>
              <a:latin typeface="Arial" panose="020B0604020202020204" pitchFamily="34" charset="0"/>
              <a:cs typeface="Arial" panose="020B0604020202020204" pitchFamily="34" charset="0"/>
            </a:endParaRPr>
          </a:p>
          <a:p>
            <a:pPr marL="228600" indent="-228600" eaLnBrk="1" hangingPunct="1">
              <a:spcAft>
                <a:spcPts val="600"/>
              </a:spcAft>
              <a:buFont typeface="+mj-lt"/>
              <a:buAutoNum type="arabicPeriod"/>
              <a:defRPr/>
            </a:pPr>
            <a:r>
              <a:rPr lang="en-GB" altLang="da-DK" sz="1000" noProof="1">
                <a:solidFill>
                  <a:schemeClr val="tx1"/>
                </a:solidFill>
                <a:latin typeface="Arial" panose="020B0604020202020204" pitchFamily="34" charset="0"/>
                <a:cs typeface="Arial" panose="020B0604020202020204" pitchFamily="34" charset="0"/>
              </a:rPr>
              <a:t>Click on the </a:t>
            </a:r>
            <a:r>
              <a:rPr lang="en-GB" altLang="da-DK" sz="1000" b="1" noProof="1">
                <a:solidFill>
                  <a:schemeClr val="tx1"/>
                </a:solidFill>
                <a:latin typeface="Arial" panose="020B0604020202020204" pitchFamily="34" charset="0"/>
                <a:cs typeface="Arial" panose="020B0604020202020204" pitchFamily="34" charset="0"/>
              </a:rPr>
              <a:t>Home </a:t>
            </a:r>
            <a:r>
              <a:rPr lang="en-GB" altLang="da-DK" sz="1000" b="0" noProof="1">
                <a:solidFill>
                  <a:schemeClr val="tx1"/>
                </a:solidFill>
                <a:latin typeface="Arial" panose="020B0604020202020204" pitchFamily="34" charset="0"/>
                <a:cs typeface="Arial" panose="020B0604020202020204" pitchFamily="34" charset="0"/>
              </a:rPr>
              <a:t>tab</a:t>
            </a:r>
            <a:endParaRPr lang="en-GB" altLang="da-DK" sz="1000" b="0" strike="sngStrike" noProof="1">
              <a:solidFill>
                <a:schemeClr val="tx1"/>
              </a:solidFill>
              <a:latin typeface="Arial" panose="020B0604020202020204" pitchFamily="34" charset="0"/>
              <a:cs typeface="Arial" panose="020B0604020202020204" pitchFamily="34" charset="0"/>
            </a:endParaRPr>
          </a:p>
          <a:p>
            <a:pPr marL="228600" indent="-228600" eaLnBrk="1" hangingPunct="1">
              <a:spcAft>
                <a:spcPts val="600"/>
              </a:spcAft>
              <a:buFont typeface="+mj-lt"/>
              <a:buAutoNum type="arabicPeriod"/>
              <a:defRPr/>
            </a:pPr>
            <a:r>
              <a:rPr lang="en-GB" altLang="da-DK" sz="1000" noProof="1">
                <a:solidFill>
                  <a:schemeClr val="tx1"/>
                </a:solidFill>
                <a:latin typeface="Arial" panose="020B0604020202020204" pitchFamily="34" charset="0"/>
                <a:cs typeface="Arial" panose="020B0604020202020204" pitchFamily="34" charset="0"/>
              </a:rPr>
              <a:t>Click on the </a:t>
            </a:r>
            <a:r>
              <a:rPr lang="en-GB" altLang="da-DK" sz="1000" b="1" baseline="0" noProof="1">
                <a:solidFill>
                  <a:schemeClr val="tx1"/>
                </a:solidFill>
                <a:latin typeface="Arial" panose="020B0604020202020204" pitchFamily="34" charset="0"/>
                <a:cs typeface="Arial" panose="020B0604020202020204" pitchFamily="34" charset="0"/>
              </a:rPr>
              <a:t>New Slide </a:t>
            </a:r>
            <a:r>
              <a:rPr lang="en-GB" altLang="da-DK" sz="1000" noProof="1">
                <a:solidFill>
                  <a:schemeClr val="tx1"/>
                </a:solidFill>
                <a:latin typeface="Arial" panose="020B0604020202020204" pitchFamily="34" charset="0"/>
                <a:cs typeface="Arial" panose="020B0604020202020204" pitchFamily="34" charset="0"/>
              </a:rPr>
              <a:t>to insert </a:t>
            </a:r>
            <a:br>
              <a:rPr lang="en-GB" altLang="da-DK" sz="1000" noProof="1">
                <a:solidFill>
                  <a:schemeClr val="tx1"/>
                </a:solidFill>
                <a:latin typeface="Arial" panose="020B0604020202020204" pitchFamily="34" charset="0"/>
                <a:cs typeface="Arial" panose="020B0604020202020204" pitchFamily="34" charset="0"/>
              </a:rPr>
            </a:br>
            <a:r>
              <a:rPr lang="en-GB" altLang="da-DK" sz="1000" noProof="1">
                <a:solidFill>
                  <a:schemeClr val="tx1"/>
                </a:solidFill>
                <a:latin typeface="Arial" panose="020B0604020202020204" pitchFamily="34" charset="0"/>
                <a:cs typeface="Arial" panose="020B0604020202020204" pitchFamily="34" charset="0"/>
              </a:rPr>
              <a:t>new slide</a:t>
            </a:r>
          </a:p>
        </p:txBody>
      </p:sp>
      <p:sp>
        <p:nvSpPr>
          <p:cNvPr id="38" name="TextBox 37">
            <a:extLst>
              <a:ext uri="{FF2B5EF4-FFF2-40B4-BE49-F238E27FC236}">
                <a16:creationId xmlns:a16="http://schemas.microsoft.com/office/drawing/2014/main" id="{B70D80B7-E226-4F61-9EA0-8793D82C705D}"/>
              </a:ext>
            </a:extLst>
          </p:cNvPr>
          <p:cNvSpPr txBox="1"/>
          <p:nvPr/>
        </p:nvSpPr>
        <p:spPr>
          <a:xfrm>
            <a:off x="6232944" y="1401342"/>
            <a:ext cx="2576512" cy="1000274"/>
          </a:xfrm>
          <a:prstGeom prst="rect">
            <a:avLst/>
          </a:prstGeom>
          <a:noFill/>
        </p:spPr>
        <p:txBody>
          <a:bodyPr wrap="square" lIns="0" tIns="0" rIns="0" bIns="0">
            <a:spAutoFit/>
          </a:bodyPr>
          <a:lstStyle/>
          <a:p>
            <a:pPr eaLnBrk="1" hangingPunct="1">
              <a:spcAft>
                <a:spcPts val="600"/>
              </a:spcAft>
              <a:defRPr/>
            </a:pPr>
            <a:r>
              <a:rPr lang="en-GB" sz="1000" b="1" noProof="1">
                <a:solidFill>
                  <a:schemeClr val="tx1"/>
                </a:solidFill>
                <a:latin typeface="Arial" panose="020B0604020202020204" pitchFamily="34" charset="0"/>
                <a:cs typeface="Arial" panose="020B0604020202020204" pitchFamily="34" charset="0"/>
              </a:rPr>
              <a:t>Insert picture</a:t>
            </a:r>
          </a:p>
          <a:p>
            <a:pPr eaLnBrk="1" hangingPunct="1">
              <a:spcAft>
                <a:spcPts val="600"/>
              </a:spcAft>
              <a:defRPr/>
            </a:pPr>
            <a:endParaRPr lang="en-GB" sz="1000" b="1" noProof="1">
              <a:solidFill>
                <a:schemeClr val="tx1"/>
              </a:solidFill>
              <a:latin typeface="Arial" panose="020B0604020202020204" pitchFamily="34" charset="0"/>
              <a:cs typeface="Arial" panose="020B0604020202020204" pitchFamily="34" charset="0"/>
            </a:endParaRPr>
          </a:p>
          <a:p>
            <a:pPr eaLnBrk="1" hangingPunct="1">
              <a:spcAft>
                <a:spcPts val="600"/>
              </a:spcAft>
              <a:defRPr/>
            </a:pPr>
            <a:endParaRPr lang="en-GB" sz="1000" b="1" noProof="1">
              <a:solidFill>
                <a:schemeClr val="tx1"/>
              </a:solidFill>
              <a:latin typeface="Arial" panose="020B0604020202020204" pitchFamily="34" charset="0"/>
              <a:cs typeface="Arial" panose="020B0604020202020204" pitchFamily="34" charset="0"/>
            </a:endParaRPr>
          </a:p>
          <a:p>
            <a:pPr eaLnBrk="1" hangingPunct="1">
              <a:spcAft>
                <a:spcPts val="600"/>
              </a:spcAft>
              <a:defRPr/>
            </a:pPr>
            <a:r>
              <a:rPr lang="en-GB" altLang="da-DK" sz="1000" b="0" noProof="1">
                <a:solidFill>
                  <a:schemeClr val="tx1"/>
                </a:solidFill>
                <a:latin typeface="Arial" panose="020B0604020202020204" pitchFamily="34" charset="0"/>
                <a:cs typeface="Arial" panose="020B0604020202020204" pitchFamily="34" charset="0"/>
              </a:rPr>
              <a:t>On slides with picture placeholder, </a:t>
            </a:r>
            <a:br>
              <a:rPr lang="en-GB" altLang="da-DK" sz="1000" b="0" noProof="1">
                <a:solidFill>
                  <a:schemeClr val="tx1"/>
                </a:solidFill>
                <a:latin typeface="Arial" panose="020B0604020202020204" pitchFamily="34" charset="0"/>
                <a:cs typeface="Arial" panose="020B0604020202020204" pitchFamily="34" charset="0"/>
              </a:rPr>
            </a:br>
            <a:r>
              <a:rPr lang="en-GB" altLang="da-DK" sz="1000" b="0" noProof="1">
                <a:solidFill>
                  <a:schemeClr val="tx1"/>
                </a:solidFill>
                <a:latin typeface="Arial" panose="020B0604020202020204" pitchFamily="34" charset="0"/>
                <a:cs typeface="Arial" panose="020B0604020202020204" pitchFamily="34" charset="0"/>
              </a:rPr>
              <a:t>click on the icon and choose </a:t>
            </a:r>
            <a:r>
              <a:rPr lang="en-GB" altLang="da-DK" sz="1000" b="1" noProof="1">
                <a:solidFill>
                  <a:schemeClr val="tx1"/>
                </a:solidFill>
                <a:latin typeface="Arial" panose="020B0604020202020204" pitchFamily="34" charset="0"/>
                <a:cs typeface="Arial" panose="020B0604020202020204" pitchFamily="34" charset="0"/>
              </a:rPr>
              <a:t>Insert</a:t>
            </a:r>
          </a:p>
        </p:txBody>
      </p:sp>
      <p:pic>
        <p:nvPicPr>
          <p:cNvPr id="44" name="Picture 43">
            <a:extLst>
              <a:ext uri="{FF2B5EF4-FFF2-40B4-BE49-F238E27FC236}">
                <a16:creationId xmlns:a16="http://schemas.microsoft.com/office/drawing/2014/main" id="{4CF1FFD3-4CFE-4643-82B2-6E865F91BE0A}"/>
              </a:ext>
            </a:extLst>
          </p:cNvPr>
          <p:cNvPicPr>
            <a:picLocks noChangeAspect="1"/>
          </p:cNvPicPr>
          <p:nvPr/>
        </p:nvPicPr>
        <p:blipFill>
          <a:blip r:embed="rId9"/>
          <a:stretch>
            <a:fillRect/>
          </a:stretch>
        </p:blipFill>
        <p:spPr>
          <a:xfrm>
            <a:off x="3377366" y="1411500"/>
            <a:ext cx="457264" cy="743054"/>
          </a:xfrm>
          <a:prstGeom prst="rect">
            <a:avLst/>
          </a:prstGeom>
        </p:spPr>
      </p:pic>
      <p:pic>
        <p:nvPicPr>
          <p:cNvPr id="46" name="Picture 45">
            <a:extLst>
              <a:ext uri="{FF2B5EF4-FFF2-40B4-BE49-F238E27FC236}">
                <a16:creationId xmlns:a16="http://schemas.microsoft.com/office/drawing/2014/main" id="{5B827A9C-2570-4A3E-AE07-6B19AAC7D44A}"/>
              </a:ext>
            </a:extLst>
          </p:cNvPr>
          <p:cNvPicPr>
            <a:picLocks noChangeAspect="1"/>
          </p:cNvPicPr>
          <p:nvPr/>
        </p:nvPicPr>
        <p:blipFill>
          <a:blip r:embed="rId10"/>
          <a:stretch>
            <a:fillRect/>
          </a:stretch>
        </p:blipFill>
        <p:spPr>
          <a:xfrm>
            <a:off x="3376881" y="2749214"/>
            <a:ext cx="980294" cy="291753"/>
          </a:xfrm>
          <a:prstGeom prst="rect">
            <a:avLst/>
          </a:prstGeom>
        </p:spPr>
      </p:pic>
      <p:sp>
        <p:nvSpPr>
          <p:cNvPr id="47" name="TextBox 46">
            <a:extLst>
              <a:ext uri="{FF2B5EF4-FFF2-40B4-BE49-F238E27FC236}">
                <a16:creationId xmlns:a16="http://schemas.microsoft.com/office/drawing/2014/main" id="{934E07CD-9CA8-4274-A486-A45921C0A566}"/>
              </a:ext>
            </a:extLst>
          </p:cNvPr>
          <p:cNvSpPr txBox="1"/>
          <p:nvPr/>
        </p:nvSpPr>
        <p:spPr>
          <a:xfrm>
            <a:off x="3393809" y="2510449"/>
            <a:ext cx="2576511" cy="1769715"/>
          </a:xfrm>
          <a:prstGeom prst="rect">
            <a:avLst/>
          </a:prstGeom>
          <a:noFill/>
        </p:spPr>
        <p:txBody>
          <a:bodyPr wrap="square" lIns="0" tIns="0" rIns="0" bIns="0">
            <a:spAutoFit/>
          </a:bodyPr>
          <a:lstStyle/>
          <a:p>
            <a:pPr eaLnBrk="1" hangingPunct="1">
              <a:spcBef>
                <a:spcPts val="1200"/>
              </a:spcBef>
              <a:spcAft>
                <a:spcPts val="600"/>
              </a:spcAft>
              <a:defRPr/>
            </a:pPr>
            <a:r>
              <a:rPr lang="en-GB" sz="1000" b="1" dirty="0">
                <a:solidFill>
                  <a:srgbClr val="000000"/>
                </a:solidFill>
                <a:latin typeface="Arial" panose="020B0604020202020204" pitchFamily="34" charset="0"/>
                <a:ea typeface="Times New Roman" panose="02020603050405020304" pitchFamily="18" charset="0"/>
              </a:rPr>
              <a:t>Change Slide Layout</a:t>
            </a:r>
          </a:p>
          <a:p>
            <a:pPr eaLnBrk="1" hangingPunct="1">
              <a:spcBef>
                <a:spcPts val="0"/>
              </a:spcBef>
              <a:spcAft>
                <a:spcPts val="0"/>
              </a:spcAft>
              <a:defRPr/>
            </a:pPr>
            <a:endParaRPr lang="en-GB" sz="1000" b="1" dirty="0">
              <a:solidFill>
                <a:srgbClr val="000000"/>
              </a:solidFill>
              <a:latin typeface="Arial" panose="020B0604020202020204" pitchFamily="34" charset="0"/>
              <a:ea typeface="Times New Roman" panose="02020603050405020304" pitchFamily="18" charset="0"/>
            </a:endParaRPr>
          </a:p>
          <a:p>
            <a:pPr eaLnBrk="1" hangingPunct="1">
              <a:spcBef>
                <a:spcPts val="0"/>
              </a:spcBef>
              <a:spcAft>
                <a:spcPts val="0"/>
              </a:spcAft>
              <a:defRPr/>
            </a:pPr>
            <a:endParaRPr lang="en-GB" sz="1000" b="1" dirty="0">
              <a:solidFill>
                <a:srgbClr val="000000"/>
              </a:solidFill>
              <a:latin typeface="Arial" panose="020B0604020202020204" pitchFamily="34" charset="0"/>
              <a:ea typeface="Times New Roman" panose="02020603050405020304" pitchFamily="18" charset="0"/>
            </a:endParaRPr>
          </a:p>
          <a:p>
            <a:pPr eaLnBrk="1" hangingPunct="1">
              <a:spcBef>
                <a:spcPts val="0"/>
              </a:spcBef>
              <a:spcAft>
                <a:spcPts val="0"/>
              </a:spcAft>
              <a:defRPr/>
            </a:pPr>
            <a:endParaRPr lang="en-GB" sz="1000" b="1" dirty="0">
              <a:solidFill>
                <a:srgbClr val="000000"/>
              </a:solidFill>
              <a:latin typeface="Arial" panose="020B0604020202020204" pitchFamily="34" charset="0"/>
              <a:ea typeface="Times New Roman" panose="02020603050405020304" pitchFamily="18" charset="0"/>
            </a:endParaRPr>
          </a:p>
          <a:p>
            <a:pPr eaLnBrk="1" hangingPunct="1">
              <a:spcBef>
                <a:spcPts val="0"/>
              </a:spcBef>
              <a:spcAft>
                <a:spcPts val="600"/>
              </a:spcAft>
              <a:defRPr/>
            </a:pPr>
            <a:r>
              <a:rPr lang="en-GB" altLang="da-DK" sz="1000" noProof="1">
                <a:solidFill>
                  <a:schemeClr val="tx1"/>
                </a:solidFill>
                <a:latin typeface="Arial" panose="020B0604020202020204" pitchFamily="34" charset="0"/>
                <a:cs typeface="Arial" panose="020B0604020202020204" pitchFamily="34" charset="0"/>
              </a:rPr>
              <a:t>From the </a:t>
            </a:r>
            <a:r>
              <a:rPr lang="en-GB" altLang="da-DK" sz="1000" b="1" noProof="1">
                <a:solidFill>
                  <a:schemeClr val="tx1"/>
                </a:solidFill>
                <a:latin typeface="Arial" panose="020B0604020202020204" pitchFamily="34" charset="0"/>
                <a:cs typeface="Arial" panose="020B0604020202020204" pitchFamily="34" charset="0"/>
              </a:rPr>
              <a:t>Home - Tab</a:t>
            </a:r>
          </a:p>
          <a:p>
            <a:pPr marL="228600" indent="-228600">
              <a:spcAft>
                <a:spcPts val="600"/>
              </a:spcAft>
              <a:buFont typeface="+mj-lt"/>
              <a:buAutoNum type="arabicPeriod"/>
            </a:pPr>
            <a:r>
              <a:rPr lang="en-GB" sz="1000" dirty="0">
                <a:solidFill>
                  <a:srgbClr val="000000"/>
                </a:solidFill>
                <a:latin typeface="Arial" panose="020B0604020202020204" pitchFamily="34" charset="0"/>
                <a:ea typeface="Times New Roman" panose="02020603050405020304" pitchFamily="18" charset="0"/>
              </a:rPr>
              <a:t>Click on the arrow next to </a:t>
            </a:r>
            <a:r>
              <a:rPr lang="en-GB" sz="1000" b="1" dirty="0">
                <a:solidFill>
                  <a:srgbClr val="000000"/>
                </a:solidFill>
                <a:latin typeface="Arial" panose="020B0604020202020204" pitchFamily="34" charset="0"/>
                <a:ea typeface="Times New Roman" panose="02020603050405020304" pitchFamily="18" charset="0"/>
              </a:rPr>
              <a:t>Layout</a:t>
            </a:r>
            <a:br>
              <a:rPr lang="en-GB" sz="1000" b="1" dirty="0">
                <a:solidFill>
                  <a:srgbClr val="000000"/>
                </a:solidFill>
                <a:latin typeface="Arial" panose="020B0604020202020204" pitchFamily="34" charset="0"/>
                <a:ea typeface="Times New Roman" panose="02020603050405020304" pitchFamily="18" charset="0"/>
              </a:rPr>
            </a:br>
            <a:r>
              <a:rPr lang="en-GB" sz="1000" dirty="0">
                <a:solidFill>
                  <a:srgbClr val="000000"/>
                </a:solidFill>
                <a:latin typeface="Arial" panose="020B0604020202020204" pitchFamily="34" charset="0"/>
                <a:ea typeface="Times New Roman" panose="02020603050405020304" pitchFamily="18" charset="0"/>
              </a:rPr>
              <a:t>to view a dropdown menu of possible slide layouts</a:t>
            </a:r>
            <a:endParaRPr lang="en-GB" sz="1000" dirty="0">
              <a:solidFill>
                <a:schemeClr val="tx1"/>
              </a:solidFill>
              <a:latin typeface="Times New Roman" panose="02020603050405020304" pitchFamily="18" charset="0"/>
              <a:ea typeface="Times New Roman" panose="02020603050405020304" pitchFamily="18" charset="0"/>
            </a:endParaRPr>
          </a:p>
          <a:p>
            <a:pPr marL="228600" indent="-228600">
              <a:spcAft>
                <a:spcPts val="600"/>
              </a:spcAft>
              <a:buFont typeface="+mj-lt"/>
              <a:buAutoNum type="arabicPeriod"/>
            </a:pPr>
            <a:r>
              <a:rPr lang="en-GB" sz="1000" dirty="0">
                <a:solidFill>
                  <a:srgbClr val="000000"/>
                </a:solidFill>
                <a:latin typeface="Arial" panose="020B0604020202020204" pitchFamily="34" charset="0"/>
                <a:ea typeface="Times New Roman" panose="02020603050405020304" pitchFamily="18" charset="0"/>
              </a:rPr>
              <a:t>Click on the layout you prefer and it will be applied to the new slide</a:t>
            </a:r>
            <a:endParaRPr lang="en-GB" sz="1000" dirty="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112230797"/>
      </p:ext>
    </p:extLst>
  </p:cSld>
  <p:clrMapOvr>
    <a:masterClrMapping/>
  </p:clrMapOvr>
  <p:hf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DELETE ALL LAYOYTS AFTER THIS">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EA96A6D-1E2F-4ADB-BDC1-E728CFCEC771}"/>
              </a:ext>
            </a:extLst>
          </p:cNvPr>
          <p:cNvSpPr txBox="1"/>
          <p:nvPr/>
        </p:nvSpPr>
        <p:spPr>
          <a:xfrm>
            <a:off x="1485900" y="2781000"/>
            <a:ext cx="9220200" cy="1077218"/>
          </a:xfrm>
          <a:prstGeom prst="rect">
            <a:avLst/>
          </a:prstGeom>
          <a:noFill/>
        </p:spPr>
        <p:txBody>
          <a:bodyPr wrap="square" rtlCol="0">
            <a:spAutoFit/>
          </a:bodyPr>
          <a:lstStyle/>
          <a:p>
            <a:r>
              <a:rPr lang="en-GB" sz="3600" b="1">
                <a:solidFill>
                  <a:srgbClr val="3F1A01"/>
                </a:solidFill>
                <a:latin typeface="+mj-lt"/>
                <a:cs typeface="Times New Roman" panose="02020603050405020304" pitchFamily="18" charset="0"/>
              </a:rPr>
              <a:t>Delete all masterslides after this slide.</a:t>
            </a:r>
          </a:p>
          <a:p>
            <a:r>
              <a:rPr lang="en-GB" sz="2800">
                <a:solidFill>
                  <a:srgbClr val="B59E5F"/>
                </a:solidFill>
                <a:latin typeface="Times New Roman" panose="02020603050405020304" pitchFamily="18" charset="0"/>
                <a:cs typeface="Times New Roman" panose="02020603050405020304" pitchFamily="18" charset="0"/>
              </a:rPr>
              <a:t>They are not part of this presentation.</a:t>
            </a:r>
            <a:endParaRPr lang="en-GB" sz="2800" dirty="0">
              <a:solidFill>
                <a:srgbClr val="B59E5F"/>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38251644"/>
      </p:ext>
    </p:extLst>
  </p:cSld>
  <p:clrMapOvr>
    <a:masterClrMapping/>
  </p:clrMapOvr>
  <p:hf hdr="0" ftr="0" dt="0"/>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image" Target="../media/image2.svg"/><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8163406-5D68-413D-AFDF-90D68FD02AB8}"/>
              </a:ext>
            </a:extLst>
          </p:cNvPr>
          <p:cNvSpPr>
            <a:spLocks noGrp="1"/>
          </p:cNvSpPr>
          <p:nvPr>
            <p:ph type="title"/>
          </p:nvPr>
        </p:nvSpPr>
        <p:spPr>
          <a:xfrm>
            <a:off x="539749" y="539750"/>
            <a:ext cx="9213851" cy="332399"/>
          </a:xfrm>
          <a:prstGeom prst="rect">
            <a:avLst/>
          </a:prstGeom>
        </p:spPr>
        <p:txBody>
          <a:bodyPr vert="horz" lIns="0" tIns="0" rIns="0" bIns="0" rtlCol="0" anchor="t" anchorCtr="0">
            <a:no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D0AFFE85-39C0-4335-A66F-8029022AA9A6}"/>
              </a:ext>
            </a:extLst>
          </p:cNvPr>
          <p:cNvSpPr>
            <a:spLocks noGrp="1"/>
          </p:cNvSpPr>
          <p:nvPr>
            <p:ph type="body" idx="1"/>
          </p:nvPr>
        </p:nvSpPr>
        <p:spPr>
          <a:xfrm>
            <a:off x="539749" y="1142150"/>
            <a:ext cx="9213851" cy="4691914"/>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Slide Number Placeholder 5">
            <a:extLst>
              <a:ext uri="{FF2B5EF4-FFF2-40B4-BE49-F238E27FC236}">
                <a16:creationId xmlns:a16="http://schemas.microsoft.com/office/drawing/2014/main" id="{C42D07B5-4BF6-4499-8E0F-9D762B6DEEF8}"/>
              </a:ext>
            </a:extLst>
          </p:cNvPr>
          <p:cNvSpPr>
            <a:spLocks noGrp="1"/>
          </p:cNvSpPr>
          <p:nvPr>
            <p:ph type="sldNum" sz="quarter" idx="4"/>
          </p:nvPr>
        </p:nvSpPr>
        <p:spPr>
          <a:xfrm>
            <a:off x="11650662" y="6434112"/>
            <a:ext cx="271337" cy="153888"/>
          </a:xfrm>
          <a:prstGeom prst="rect">
            <a:avLst/>
          </a:prstGeom>
        </p:spPr>
        <p:txBody>
          <a:bodyPr lIns="0" tIns="0" rIns="0" bIns="0" anchor="t" anchorCtr="0">
            <a:noAutofit/>
          </a:bodyPr>
          <a:lstStyle>
            <a:lvl1pPr algn="r">
              <a:defRPr sz="900">
                <a:solidFill>
                  <a:srgbClr val="3F1A01"/>
                </a:solidFill>
              </a:defRPr>
            </a:lvl1pPr>
          </a:lstStyle>
          <a:p>
            <a:fld id="{6DBC486D-4FAB-B746-8B02-8D7C842291C6}" type="slidenum">
              <a:rPr lang="en-US" smtClean="0"/>
              <a:pPr/>
              <a:t>‹#›</a:t>
            </a:fld>
            <a:endParaRPr lang="en-US" dirty="0"/>
          </a:p>
        </p:txBody>
      </p:sp>
      <p:pic>
        <p:nvPicPr>
          <p:cNvPr id="8" name="Logo">
            <a:extLst>
              <a:ext uri="{FF2B5EF4-FFF2-40B4-BE49-F238E27FC236}">
                <a16:creationId xmlns:a16="http://schemas.microsoft.com/office/drawing/2014/main" id="{34F9AA81-9D35-4E0D-9E78-3F5C44655638}"/>
              </a:ext>
            </a:extLst>
          </p:cNvPr>
          <p:cNvPicPr>
            <a:picLocks noChangeAspect="1"/>
          </p:cNvPicPr>
          <p:nvPr/>
        </p:nvPicPr>
        <p:blipFill>
          <a:blip r:embed="rId38">
            <a:extLst>
              <a:ext uri="{96DAC541-7B7A-43D3-8B79-37D633B846F1}">
                <asvg:svgBlip xmlns:asvg="http://schemas.microsoft.com/office/drawing/2016/SVG/main" r:embed="rId39"/>
              </a:ext>
            </a:extLst>
          </a:blip>
          <a:stretch>
            <a:fillRect/>
          </a:stretch>
        </p:blipFill>
        <p:spPr>
          <a:xfrm>
            <a:off x="10210663" y="524930"/>
            <a:ext cx="1440000" cy="281496"/>
          </a:xfrm>
          <a:prstGeom prst="rect">
            <a:avLst/>
          </a:prstGeom>
        </p:spPr>
      </p:pic>
      <p:sp>
        <p:nvSpPr>
          <p:cNvPr id="9" name="ExternalLogo" hidden="1">
            <a:extLst>
              <a:ext uri="{FF2B5EF4-FFF2-40B4-BE49-F238E27FC236}">
                <a16:creationId xmlns:a16="http://schemas.microsoft.com/office/drawing/2014/main" id="{48088308-7A9E-4E84-BCA0-2394FBDDB9C5}"/>
              </a:ext>
            </a:extLst>
          </p:cNvPr>
          <p:cNvSpPr/>
          <p:nvPr/>
        </p:nvSpPr>
        <p:spPr>
          <a:xfrm>
            <a:off x="10023475" y="6102001"/>
            <a:ext cx="1627188" cy="636980"/>
          </a:xfrm>
          <a:prstGeom prst="rect">
            <a:avLst/>
          </a:prstGeom>
          <a:solidFill>
            <a:srgbClr val="D1D1D1"/>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chorCtr="0">
            <a:noAutofit/>
          </a:bodyPr>
          <a:lstStyle/>
          <a:p>
            <a:pPr algn="ctr"/>
            <a:r>
              <a:rPr lang="en-GB" sz="900" dirty="0">
                <a:solidFill>
                  <a:srgbClr val="FF00FF"/>
                </a:solidFill>
              </a:rPr>
              <a:t>External logo</a:t>
            </a:r>
          </a:p>
        </p:txBody>
      </p:sp>
    </p:spTree>
    <p:extLst>
      <p:ext uri="{BB962C8B-B14F-4D97-AF65-F5344CB8AC3E}">
        <p14:creationId xmlns:p14="http://schemas.microsoft.com/office/powerpoint/2010/main" val="1430452650"/>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 id="2147483684" r:id="rId14"/>
    <p:sldLayoutId id="2147483685" r:id="rId15"/>
    <p:sldLayoutId id="2147483686" r:id="rId16"/>
    <p:sldLayoutId id="2147483687" r:id="rId17"/>
    <p:sldLayoutId id="2147483688" r:id="rId18"/>
    <p:sldLayoutId id="2147483689" r:id="rId19"/>
    <p:sldLayoutId id="2147483690" r:id="rId20"/>
    <p:sldLayoutId id="2147483691" r:id="rId21"/>
    <p:sldLayoutId id="2147483692" r:id="rId22"/>
    <p:sldLayoutId id="2147483693" r:id="rId23"/>
    <p:sldLayoutId id="2147483694" r:id="rId24"/>
    <p:sldLayoutId id="2147483695" r:id="rId25"/>
    <p:sldLayoutId id="2147483696" r:id="rId26"/>
    <p:sldLayoutId id="2147483697" r:id="rId27"/>
    <p:sldLayoutId id="2147483698" r:id="rId28"/>
    <p:sldLayoutId id="2147483699" r:id="rId29"/>
    <p:sldLayoutId id="2147483700" r:id="rId30"/>
    <p:sldLayoutId id="2147483701" r:id="rId31"/>
    <p:sldLayoutId id="2147483702" r:id="rId32"/>
    <p:sldLayoutId id="2147483703" r:id="rId33"/>
    <p:sldLayoutId id="2147483704" r:id="rId34"/>
    <p:sldLayoutId id="2147483705" r:id="rId35"/>
    <p:sldLayoutId id="2147483706" r:id="rId36"/>
  </p:sldLayoutIdLst>
  <p:hf hdr="0" ftr="0" dt="0"/>
  <p:txStyles>
    <p:titleStyle>
      <a:lvl1pPr algn="l" defTabSz="914400" rtl="0" eaLnBrk="1" latinLnBrk="0" hangingPunct="1">
        <a:lnSpc>
          <a:spcPct val="90000"/>
        </a:lnSpc>
        <a:spcBef>
          <a:spcPct val="0"/>
        </a:spcBef>
        <a:buNone/>
        <a:defRPr sz="2400" b="1" kern="1200">
          <a:solidFill>
            <a:srgbClr val="3F1A01"/>
          </a:solidFill>
          <a:latin typeface="+mj-lt"/>
          <a:ea typeface="+mj-ea"/>
          <a:cs typeface="+mj-cs"/>
        </a:defRPr>
      </a:lvl1pPr>
    </p:titleStyle>
    <p:bodyStyle>
      <a:lvl1pPr marL="180000" indent="-180000" algn="l" defTabSz="914400" rtl="0" eaLnBrk="1" latinLnBrk="0" hangingPunct="1">
        <a:lnSpc>
          <a:spcPct val="100000"/>
        </a:lnSpc>
        <a:spcBef>
          <a:spcPts val="1800"/>
        </a:spcBef>
        <a:buFont typeface="Arial" panose="020B0604020202020204" pitchFamily="34" charset="0"/>
        <a:buChar char="•"/>
        <a:defRPr sz="1600" kern="1200">
          <a:solidFill>
            <a:srgbClr val="3F1A01"/>
          </a:solidFill>
          <a:latin typeface="+mn-lt"/>
          <a:ea typeface="+mn-ea"/>
          <a:cs typeface="+mn-cs"/>
        </a:defRPr>
      </a:lvl1pPr>
      <a:lvl2pPr marL="360000" indent="-180000" algn="l" defTabSz="914400" rtl="0" eaLnBrk="1" latinLnBrk="0" hangingPunct="1">
        <a:lnSpc>
          <a:spcPct val="100000"/>
        </a:lnSpc>
        <a:spcBef>
          <a:spcPts val="600"/>
        </a:spcBef>
        <a:buFont typeface="Arial" panose="020B0604020202020204" pitchFamily="34" charset="0"/>
        <a:buChar char="•"/>
        <a:defRPr sz="1400" kern="1200">
          <a:solidFill>
            <a:srgbClr val="3F1A01"/>
          </a:solidFill>
          <a:latin typeface="+mn-lt"/>
          <a:ea typeface="+mn-ea"/>
          <a:cs typeface="+mn-cs"/>
        </a:defRPr>
      </a:lvl2pPr>
      <a:lvl3pPr marL="540000" indent="-180000" algn="l" defTabSz="914400" rtl="0" eaLnBrk="1" latinLnBrk="0" hangingPunct="1">
        <a:lnSpc>
          <a:spcPct val="100000"/>
        </a:lnSpc>
        <a:spcBef>
          <a:spcPts val="600"/>
        </a:spcBef>
        <a:buFont typeface="Arial" panose="020B0604020202020204" pitchFamily="34" charset="0"/>
        <a:buChar char="•"/>
        <a:defRPr sz="1200" kern="1200">
          <a:solidFill>
            <a:srgbClr val="3F1A01"/>
          </a:solidFill>
          <a:latin typeface="+mn-lt"/>
          <a:ea typeface="+mn-ea"/>
          <a:cs typeface="+mn-cs"/>
        </a:defRPr>
      </a:lvl3pPr>
      <a:lvl4pPr marL="720000" indent="-180000" algn="l" defTabSz="914400" rtl="0" eaLnBrk="1" latinLnBrk="0" hangingPunct="1">
        <a:lnSpc>
          <a:spcPct val="100000"/>
        </a:lnSpc>
        <a:spcBef>
          <a:spcPts val="600"/>
        </a:spcBef>
        <a:buFont typeface="Arial" panose="020B0604020202020204" pitchFamily="34" charset="0"/>
        <a:buChar char="•"/>
        <a:defRPr sz="1000" kern="1200">
          <a:solidFill>
            <a:srgbClr val="3F1A01"/>
          </a:solidFill>
          <a:latin typeface="+mn-lt"/>
          <a:ea typeface="+mn-ea"/>
          <a:cs typeface="+mn-cs"/>
        </a:defRPr>
      </a:lvl4pPr>
      <a:lvl5pPr marL="900000" indent="-180000" algn="l" defTabSz="914400" rtl="0" eaLnBrk="1" latinLnBrk="0" hangingPunct="1">
        <a:lnSpc>
          <a:spcPct val="100000"/>
        </a:lnSpc>
        <a:spcBef>
          <a:spcPts val="600"/>
        </a:spcBef>
        <a:buFont typeface="Arial" panose="020B0604020202020204" pitchFamily="34" charset="0"/>
        <a:buChar char="•"/>
        <a:defRPr sz="800" kern="1200">
          <a:solidFill>
            <a:srgbClr val="3F1A0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F26B43"/>
          </p15:clr>
        </p15:guide>
        <p15:guide id="2" pos="7680">
          <p15:clr>
            <a:srgbClr val="F26B43"/>
          </p15:clr>
        </p15:guide>
        <p15:guide id="3" pos="340">
          <p15:clr>
            <a:srgbClr val="F26B43"/>
          </p15:clr>
        </p15:guide>
        <p15:guide id="4" pos="767">
          <p15:clr>
            <a:srgbClr val="F26B43"/>
          </p15:clr>
        </p15:guide>
        <p15:guide id="5" pos="937">
          <p15:clr>
            <a:srgbClr val="F26B43"/>
          </p15:clr>
        </p15:guide>
        <p15:guide id="6" pos="1365">
          <p15:clr>
            <a:srgbClr val="F26B43"/>
          </p15:clr>
        </p15:guide>
        <p15:guide id="7" pos="1535">
          <p15:clr>
            <a:srgbClr val="F26B43"/>
          </p15:clr>
        </p15:guide>
        <p15:guide id="8" pos="1962">
          <p15:clr>
            <a:srgbClr val="F26B43"/>
          </p15:clr>
        </p15:guide>
        <p15:guide id="9" pos="2132">
          <p15:clr>
            <a:srgbClr val="F26B43"/>
          </p15:clr>
        </p15:guide>
        <p15:guide id="10" pos="2560">
          <p15:clr>
            <a:srgbClr val="F26B43"/>
          </p15:clr>
        </p15:guide>
        <p15:guide id="11" pos="2730">
          <p15:clr>
            <a:srgbClr val="F26B43"/>
          </p15:clr>
        </p15:guide>
        <p15:guide id="12" pos="3157">
          <p15:clr>
            <a:srgbClr val="F26B43"/>
          </p15:clr>
        </p15:guide>
        <p15:guide id="13" pos="3327">
          <p15:clr>
            <a:srgbClr val="F26B43"/>
          </p15:clr>
        </p15:guide>
        <p15:guide id="14" pos="3754">
          <p15:clr>
            <a:srgbClr val="F26B43"/>
          </p15:clr>
        </p15:guide>
        <p15:guide id="15" pos="3925">
          <p15:clr>
            <a:srgbClr val="F26B43"/>
          </p15:clr>
        </p15:guide>
        <p15:guide id="16" pos="4352">
          <p15:clr>
            <a:srgbClr val="F26B43"/>
          </p15:clr>
        </p15:guide>
        <p15:guide id="17" pos="4522">
          <p15:clr>
            <a:srgbClr val="F26B43"/>
          </p15:clr>
        </p15:guide>
        <p15:guide id="18" pos="4949">
          <p15:clr>
            <a:srgbClr val="F26B43"/>
          </p15:clr>
        </p15:guide>
        <p15:guide id="19" pos="5120">
          <p15:clr>
            <a:srgbClr val="F26B43"/>
          </p15:clr>
        </p15:guide>
        <p15:guide id="20" pos="5547">
          <p15:clr>
            <a:srgbClr val="F26B43"/>
          </p15:clr>
        </p15:guide>
        <p15:guide id="21" pos="5717">
          <p15:clr>
            <a:srgbClr val="F26B43"/>
          </p15:clr>
        </p15:guide>
        <p15:guide id="22" pos="6144">
          <p15:clr>
            <a:srgbClr val="F26B43"/>
          </p15:clr>
        </p15:guide>
        <p15:guide id="23" pos="6314">
          <p15:clr>
            <a:srgbClr val="F26B43"/>
          </p15:clr>
        </p15:guide>
        <p15:guide id="24" pos="6742">
          <p15:clr>
            <a:srgbClr val="F26B43"/>
          </p15:clr>
        </p15:guide>
        <p15:guide id="25" pos="6912">
          <p15:clr>
            <a:srgbClr val="F26B43"/>
          </p15:clr>
        </p15:guide>
        <p15:guide id="26" pos="7339">
          <p15:clr>
            <a:srgbClr val="F26B43"/>
          </p15:clr>
        </p15:guide>
        <p15:guide id="27" orient="horz">
          <p15:clr>
            <a:srgbClr val="F26B43"/>
          </p15:clr>
        </p15:guide>
        <p15:guide id="28" orient="horz" pos="4320">
          <p15:clr>
            <a:srgbClr val="F26B43"/>
          </p15:clr>
        </p15:guide>
        <p15:guide id="29" orient="horz" pos="340">
          <p15:clr>
            <a:srgbClr val="F26B43"/>
          </p15:clr>
        </p15:guide>
        <p15:guide id="32" orient="horz" pos="3675">
          <p15:clr>
            <a:srgbClr val="F26B43"/>
          </p15:clr>
        </p15:guide>
        <p15:guide id="33" orient="horz" pos="3793">
          <p15:clr>
            <a:srgbClr val="F26B43"/>
          </p15:clr>
        </p15:guide>
        <p15:guide id="34" orient="horz" pos="4235">
          <p15:clr>
            <a:srgbClr val="F26B43"/>
          </p15:clr>
        </p15:guide>
        <p15:guide id="36" orient="horz" pos="504">
          <p15:clr>
            <a:srgbClr val="F26B43"/>
          </p15:clr>
        </p15:guide>
        <p15:guide id="37" orient="horz" pos="720">
          <p15:clr>
            <a:srgbClr val="F26B43"/>
          </p15:clr>
        </p15:guide>
        <p15:guide id="38" orient="horz" pos="88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13.jp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8.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4.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4.xml"/><Relationship Id="rId1" Type="http://schemas.openxmlformats.org/officeDocument/2006/relationships/tags" Target="../tags/tag8.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4.xml"/><Relationship Id="rId1" Type="http://schemas.openxmlformats.org/officeDocument/2006/relationships/tags" Target="../tags/tag9.xml"/><Relationship Id="rId4" Type="http://schemas.openxmlformats.org/officeDocument/2006/relationships/chart" Target="../charts/chart1.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xml"/><Relationship Id="rId1" Type="http://schemas.openxmlformats.org/officeDocument/2006/relationships/tags" Target="../tags/tag10.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4.xml"/><Relationship Id="rId1" Type="http://schemas.openxmlformats.org/officeDocument/2006/relationships/tags" Target="../tags/tag11.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34.xml"/><Relationship Id="rId1" Type="http://schemas.openxmlformats.org/officeDocument/2006/relationships/tags" Target="../tags/tag1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8.xml"/><Relationship Id="rId1" Type="http://schemas.openxmlformats.org/officeDocument/2006/relationships/tags" Target="../tags/tag13.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5.xml"/><Relationship Id="rId1" Type="http://schemas.openxmlformats.org/officeDocument/2006/relationships/tags" Target="../tags/tag15.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5.xml"/><Relationship Id="rId1" Type="http://schemas.openxmlformats.org/officeDocument/2006/relationships/tags" Target="../tags/tag16.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5.xml"/><Relationship Id="rId1" Type="http://schemas.openxmlformats.org/officeDocument/2006/relationships/tags" Target="../tags/tag17.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8.xml"/><Relationship Id="rId1" Type="http://schemas.openxmlformats.org/officeDocument/2006/relationships/tags" Target="../tags/tag18.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4.xml"/><Relationship Id="rId1" Type="http://schemas.openxmlformats.org/officeDocument/2006/relationships/tags" Target="../tags/tag19.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4.xml"/><Relationship Id="rId1" Type="http://schemas.openxmlformats.org/officeDocument/2006/relationships/tags" Target="../tags/tag20.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tags" Target="../tags/tag21.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8.xml"/><Relationship Id="rId1" Type="http://schemas.openxmlformats.org/officeDocument/2006/relationships/tags" Target="../tags/tag22.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5.xml"/><Relationship Id="rId1" Type="http://schemas.openxmlformats.org/officeDocument/2006/relationships/tags" Target="../tags/tag23.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4.xml"/><Relationship Id="rId1" Type="http://schemas.openxmlformats.org/officeDocument/2006/relationships/tags" Target="../tags/tag24.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4.xml"/><Relationship Id="rId1" Type="http://schemas.openxmlformats.org/officeDocument/2006/relationships/tags" Target="../tags/tag25.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4.xml"/><Relationship Id="rId1" Type="http://schemas.openxmlformats.org/officeDocument/2006/relationships/tags" Target="../tags/tag26.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4.xml"/><Relationship Id="rId1" Type="http://schemas.openxmlformats.org/officeDocument/2006/relationships/tags" Target="../tags/tag27.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8.xml"/><Relationship Id="rId1" Type="http://schemas.openxmlformats.org/officeDocument/2006/relationships/tags" Target="../tags/tag28.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4.xml"/><Relationship Id="rId1" Type="http://schemas.openxmlformats.org/officeDocument/2006/relationships/tags" Target="../tags/tag29.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tags" Target="../tags/tag30.xml"/><Relationship Id="rId4" Type="http://schemas.openxmlformats.org/officeDocument/2006/relationships/image" Target="../media/image14.jpeg"/></Relationships>
</file>

<file path=ppt/slides/_rels/slide30.xml.rels><?xml version="1.0" encoding="UTF-8" standalone="yes"?>
<Relationships xmlns="http://schemas.openxmlformats.org/package/2006/relationships"><Relationship Id="rId8" Type="http://schemas.openxmlformats.org/officeDocument/2006/relationships/chart" Target="../charts/chart6.xml"/><Relationship Id="rId3" Type="http://schemas.openxmlformats.org/officeDocument/2006/relationships/notesSlide" Target="../notesSlides/notesSlide30.xml"/><Relationship Id="rId7" Type="http://schemas.openxmlformats.org/officeDocument/2006/relationships/chart" Target="../charts/chart5.xml"/><Relationship Id="rId2" Type="http://schemas.openxmlformats.org/officeDocument/2006/relationships/slideLayout" Target="../slideLayouts/slideLayout4.xml"/><Relationship Id="rId1" Type="http://schemas.openxmlformats.org/officeDocument/2006/relationships/tags" Target="../tags/tag31.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4.xml"/><Relationship Id="rId1" Type="http://schemas.openxmlformats.org/officeDocument/2006/relationships/tags" Target="../tags/tag32.xml"/><Relationship Id="rId4" Type="http://schemas.openxmlformats.org/officeDocument/2006/relationships/chart" Target="../charts/chart7.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7" Type="http://schemas.openxmlformats.org/officeDocument/2006/relationships/image" Target="../media/image18.svg"/><Relationship Id="rId2" Type="http://schemas.openxmlformats.org/officeDocument/2006/relationships/slideLayout" Target="../slideLayouts/slideLayout4.xml"/><Relationship Id="rId1" Type="http://schemas.openxmlformats.org/officeDocument/2006/relationships/tags" Target="../tags/tag33.xml"/><Relationship Id="rId6" Type="http://schemas.openxmlformats.org/officeDocument/2006/relationships/image" Target="../media/image17.png"/><Relationship Id="rId5" Type="http://schemas.openxmlformats.org/officeDocument/2006/relationships/image" Target="../media/image16.svg"/><Relationship Id="rId4" Type="http://schemas.openxmlformats.org/officeDocument/2006/relationships/image" Target="../media/image15.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8.xml"/><Relationship Id="rId1" Type="http://schemas.openxmlformats.org/officeDocument/2006/relationships/tags" Target="../tags/tag34.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tags" Target="../tags/tag35.xml"/><Relationship Id="rId4" Type="http://schemas.openxmlformats.org/officeDocument/2006/relationships/chart" Target="../charts/chart8.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34.xml"/><Relationship Id="rId1" Type="http://schemas.openxmlformats.org/officeDocument/2006/relationships/tags" Target="../tags/tag3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8.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body" sz="quarter" idx="17"/>
          </p:nvPr>
        </p:nvSpPr>
        <p:spPr/>
        <p:txBody>
          <a:bodyPr/>
          <a:lstStyle/>
          <a:p>
            <a:r>
              <a:rPr lang="en-GB" dirty="0"/>
              <a:t>Parkinson’s disease</a:t>
            </a:r>
            <a:br>
              <a:rPr lang="en-GB" dirty="0"/>
            </a:br>
            <a:endParaRPr lang="en-GB" dirty="0"/>
          </a:p>
        </p:txBody>
      </p:sp>
      <p:sp>
        <p:nvSpPr>
          <p:cNvPr id="6" name="Text Placeholder 5">
            <a:extLst>
              <a:ext uri="{FF2B5EF4-FFF2-40B4-BE49-F238E27FC236}">
                <a16:creationId xmlns:a16="http://schemas.microsoft.com/office/drawing/2014/main" id="{1EC55AAA-1D66-4291-8F15-34B82597B32A}"/>
              </a:ext>
            </a:extLst>
          </p:cNvPr>
          <p:cNvSpPr>
            <a:spLocks noGrp="1"/>
          </p:cNvSpPr>
          <p:nvPr>
            <p:ph type="body" sz="quarter" idx="18"/>
          </p:nvPr>
        </p:nvSpPr>
        <p:spPr/>
        <p:txBody>
          <a:bodyPr/>
          <a:lstStyle/>
          <a:p>
            <a:r>
              <a:rPr lang="en-GB" dirty="0"/>
              <a:t>Non-motor symptom complex and comorbidities</a:t>
            </a:r>
            <a:endParaRPr lang="da-DK" dirty="0"/>
          </a:p>
        </p:txBody>
      </p:sp>
      <p:pic>
        <p:nvPicPr>
          <p:cNvPr id="22" name="Picture Placeholder 21" descr="A jellyfish in the water&#10;&#10;Description automatically generated with low confidence">
            <a:extLst>
              <a:ext uri="{FF2B5EF4-FFF2-40B4-BE49-F238E27FC236}">
                <a16:creationId xmlns:a16="http://schemas.microsoft.com/office/drawing/2014/main" id="{50F17054-C98F-4C4D-971A-439CE029EEBB}"/>
              </a:ext>
            </a:extLst>
          </p:cNvPr>
          <p:cNvPicPr>
            <a:picLocks noGrp="1" noChangeAspect="1"/>
          </p:cNvPicPr>
          <p:nvPr>
            <p:ph type="pic" sz="quarter" idx="16"/>
          </p:nvPr>
        </p:nvPicPr>
        <p:blipFill>
          <a:blip r:embed="rId4"/>
          <a:srcRect l="5741" r="5741"/>
          <a:stretch>
            <a:fillRect/>
          </a:stretch>
        </p:blipFill>
        <p:spPr>
          <a:xfrm>
            <a:off x="0" y="-1"/>
            <a:ext cx="7649633" cy="6858001"/>
          </a:xfrm>
        </p:spPr>
      </p:pic>
    </p:spTree>
    <p:custDataLst>
      <p:tags r:id="rId1"/>
    </p:custDataLst>
    <p:extLst>
      <p:ext uri="{BB962C8B-B14F-4D97-AF65-F5344CB8AC3E}">
        <p14:creationId xmlns:p14="http://schemas.microsoft.com/office/powerpoint/2010/main" val="24822403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7"/>
          </p:nvPr>
        </p:nvSpPr>
        <p:spPr/>
        <p:txBody>
          <a:bodyPr/>
          <a:lstStyle/>
          <a:p>
            <a:r>
              <a:rPr lang="en-GB" dirty="0"/>
              <a:t>Parkinson’s disease – </a:t>
            </a:r>
            <a:r>
              <a:rPr lang="en-US" dirty="0"/>
              <a:t>Non-motor symptom complex and comorbidities</a:t>
            </a:r>
          </a:p>
        </p:txBody>
      </p:sp>
      <p:sp>
        <p:nvSpPr>
          <p:cNvPr id="2" name="Title 1"/>
          <p:cNvSpPr>
            <a:spLocks noGrp="1"/>
          </p:cNvSpPr>
          <p:nvPr>
            <p:ph type="title"/>
          </p:nvPr>
        </p:nvSpPr>
        <p:spPr/>
        <p:txBody>
          <a:bodyPr>
            <a:normAutofit/>
          </a:bodyPr>
          <a:lstStyle/>
          <a:p>
            <a:r>
              <a:rPr lang="en-GB" dirty="0"/>
              <a:t>Non-motor symptom complex of Parkinson’s disease</a:t>
            </a:r>
          </a:p>
        </p:txBody>
      </p:sp>
      <p:sp>
        <p:nvSpPr>
          <p:cNvPr id="3" name="Content Placeholder 2"/>
          <p:cNvSpPr>
            <a:spLocks noGrp="1"/>
          </p:cNvSpPr>
          <p:nvPr>
            <p:ph idx="19"/>
          </p:nvPr>
        </p:nvSpPr>
        <p:spPr/>
        <p:txBody>
          <a:bodyPr>
            <a:normAutofit/>
          </a:bodyPr>
          <a:lstStyle/>
          <a:p>
            <a:r>
              <a:rPr lang="en-GB" sz="1800" dirty="0">
                <a:solidFill>
                  <a:schemeClr val="tx1"/>
                </a:solidFill>
              </a:rPr>
              <a:t>Non-motor symptoms are reported by nearly all patients with Parkinson’s disease (PD)</a:t>
            </a:r>
            <a:r>
              <a:rPr lang="en-GB" sz="1800" baseline="30000" dirty="0">
                <a:solidFill>
                  <a:schemeClr val="tx1"/>
                </a:solidFill>
              </a:rPr>
              <a:t>1-3</a:t>
            </a:r>
            <a:r>
              <a:rPr lang="en-GB" sz="1800" dirty="0">
                <a:solidFill>
                  <a:schemeClr val="tx1"/>
                </a:solidFill>
              </a:rPr>
              <a:t> </a:t>
            </a:r>
          </a:p>
          <a:p>
            <a:r>
              <a:rPr lang="en-GB" sz="1800" dirty="0">
                <a:solidFill>
                  <a:schemeClr val="tx1"/>
                </a:solidFill>
              </a:rPr>
              <a:t>The PRIAMO study interviewed 1,072 individuals being treated for PD at several centres across Italy:</a:t>
            </a:r>
            <a:r>
              <a:rPr lang="en-GB" sz="1800" baseline="30000" dirty="0">
                <a:solidFill>
                  <a:schemeClr val="tx1"/>
                </a:solidFill>
              </a:rPr>
              <a:t>1</a:t>
            </a:r>
            <a:endParaRPr lang="en-GB" sz="1800" dirty="0">
              <a:solidFill>
                <a:schemeClr val="tx1"/>
              </a:solidFill>
            </a:endParaRPr>
          </a:p>
          <a:p>
            <a:pPr lvl="1"/>
            <a:r>
              <a:rPr lang="en-GB" sz="1600" dirty="0">
                <a:solidFill>
                  <a:schemeClr val="tx1"/>
                </a:solidFill>
              </a:rPr>
              <a:t>Almost all patients with PD reported non-motor symptoms (98.6%)</a:t>
            </a:r>
          </a:p>
          <a:p>
            <a:pPr lvl="1"/>
            <a:r>
              <a:rPr lang="en-GB" sz="1600" dirty="0">
                <a:solidFill>
                  <a:schemeClr val="tx1"/>
                </a:solidFill>
              </a:rPr>
              <a:t>On average, </a:t>
            </a:r>
            <a:r>
              <a:rPr lang="en-GB" sz="1600" b="1" dirty="0">
                <a:solidFill>
                  <a:schemeClr val="tx1"/>
                </a:solidFill>
              </a:rPr>
              <a:t>7.8 non-motor symptoms per patient </a:t>
            </a:r>
            <a:r>
              <a:rPr lang="en-GB" sz="1600" dirty="0">
                <a:solidFill>
                  <a:schemeClr val="tx1"/>
                </a:solidFill>
              </a:rPr>
              <a:t>were reported at the time of the interview</a:t>
            </a:r>
            <a:endParaRPr lang="en-GB" sz="1600" baseline="30000" dirty="0">
              <a:solidFill>
                <a:schemeClr val="tx1"/>
              </a:solidFill>
            </a:endParaRPr>
          </a:p>
          <a:p>
            <a:pPr lvl="1"/>
            <a:r>
              <a:rPr lang="en-GB" sz="1600" dirty="0">
                <a:solidFill>
                  <a:schemeClr val="tx1"/>
                </a:solidFill>
              </a:rPr>
              <a:t>Psychiatric symptoms were the most frequent non-motor symptoms (66.8%)</a:t>
            </a:r>
          </a:p>
          <a:p>
            <a:r>
              <a:rPr lang="en-US" sz="1800" dirty="0">
                <a:solidFill>
                  <a:schemeClr val="tx1"/>
                </a:solidFill>
              </a:rPr>
              <a:t>Non-motor symptoms have a significant negative impact on the quality of life of patients with PD, in some cases exceeding the impact of motor symptoms</a:t>
            </a:r>
            <a:r>
              <a:rPr lang="en-US" sz="1800" baseline="30000" dirty="0">
                <a:solidFill>
                  <a:schemeClr val="tx1"/>
                </a:solidFill>
              </a:rPr>
              <a:t>4</a:t>
            </a:r>
            <a:endParaRPr lang="en-GB" sz="1800" dirty="0">
              <a:solidFill>
                <a:schemeClr val="tx1"/>
              </a:solidFill>
            </a:endParaRPr>
          </a:p>
          <a:p>
            <a:r>
              <a:rPr lang="en-GB" sz="1800" dirty="0">
                <a:solidFill>
                  <a:schemeClr val="tx1"/>
                </a:solidFill>
              </a:rPr>
              <a:t>However, a range of non-motor symptoms can be present in 68–88% of comparably aged individuals, often making it difficult to attribute the non-motor symptoms explicitly to PD (or its treatment)</a:t>
            </a:r>
            <a:r>
              <a:rPr lang="en-GB" sz="1800" baseline="30000" dirty="0">
                <a:solidFill>
                  <a:schemeClr val="tx1"/>
                </a:solidFill>
              </a:rPr>
              <a:t>3,5</a:t>
            </a:r>
            <a:endParaRPr lang="en-GB" sz="1800" dirty="0">
              <a:solidFill>
                <a:schemeClr val="tx1"/>
              </a:solidFill>
            </a:endParaRPr>
          </a:p>
        </p:txBody>
      </p:sp>
      <p:sp>
        <p:nvSpPr>
          <p:cNvPr id="6" name="Text Placeholder 5">
            <a:extLst>
              <a:ext uri="{FF2B5EF4-FFF2-40B4-BE49-F238E27FC236}">
                <a16:creationId xmlns:a16="http://schemas.microsoft.com/office/drawing/2014/main" id="{91496AD2-ACA1-418B-B012-2F1FD9849F2C}"/>
              </a:ext>
            </a:extLst>
          </p:cNvPr>
          <p:cNvSpPr>
            <a:spLocks noGrp="1"/>
          </p:cNvSpPr>
          <p:nvPr>
            <p:ph type="body" sz="quarter" idx="18"/>
          </p:nvPr>
        </p:nvSpPr>
        <p:spPr/>
        <p:txBody>
          <a:bodyPr/>
          <a:lstStyle/>
          <a:p>
            <a:pPr marL="0" indent="0">
              <a:buNone/>
            </a:pPr>
            <a:r>
              <a:rPr lang="en-GB" dirty="0"/>
              <a:t>PD=Parkinson’s disease; PRIAMO=</a:t>
            </a:r>
            <a:r>
              <a:rPr lang="en-US" dirty="0"/>
              <a:t>Parkinson and non-motor symptoms study</a:t>
            </a:r>
          </a:p>
          <a:p>
            <a:pPr marL="0" indent="0">
              <a:buNone/>
            </a:pPr>
            <a:endParaRPr lang="en-GB" dirty="0"/>
          </a:p>
          <a:p>
            <a:r>
              <a:rPr lang="en-GB" dirty="0"/>
              <a:t>1. Barone et al. Mov </a:t>
            </a:r>
            <a:r>
              <a:rPr lang="en-GB" dirty="0" err="1"/>
              <a:t>Disord</a:t>
            </a:r>
            <a:r>
              <a:rPr lang="en-GB" dirty="0"/>
              <a:t> 2009;24(11):1641–1649; 2. Goldman &amp; Holden. </a:t>
            </a:r>
            <a:r>
              <a:rPr lang="en-GB" dirty="0" err="1"/>
              <a:t>Curr</a:t>
            </a:r>
            <a:r>
              <a:rPr lang="en-GB" dirty="0"/>
              <a:t> Treat Options </a:t>
            </a:r>
            <a:r>
              <a:rPr lang="en-GB" dirty="0" err="1"/>
              <a:t>Neurol</a:t>
            </a:r>
            <a:r>
              <a:rPr lang="en-GB" dirty="0"/>
              <a:t> 2014;16(3):281; 3. Pfeiffer. Parkinsonism </a:t>
            </a:r>
            <a:r>
              <a:rPr lang="en-GB" dirty="0" err="1"/>
              <a:t>Relat</a:t>
            </a:r>
            <a:r>
              <a:rPr lang="en-GB" dirty="0"/>
              <a:t> </a:t>
            </a:r>
            <a:r>
              <a:rPr lang="en-GB" dirty="0" err="1"/>
              <a:t>Disord</a:t>
            </a:r>
            <a:r>
              <a:rPr lang="en-GB" dirty="0"/>
              <a:t> 2016;22:S119–S122; </a:t>
            </a:r>
          </a:p>
          <a:p>
            <a:pPr marL="0" indent="0">
              <a:buNone/>
            </a:pPr>
            <a:r>
              <a:rPr lang="es-ES" dirty="0"/>
              <a:t>4.  </a:t>
            </a:r>
            <a:r>
              <a:rPr lang="en-US" dirty="0"/>
              <a:t>Martinez-Martin et al. Mov </a:t>
            </a:r>
            <a:r>
              <a:rPr lang="en-US" dirty="0" err="1"/>
              <a:t>Disord</a:t>
            </a:r>
            <a:r>
              <a:rPr lang="en-US" dirty="0"/>
              <a:t> 2011;26(3):399–406; 5. Lim &amp; Lang. Mov </a:t>
            </a:r>
            <a:r>
              <a:rPr lang="en-US" dirty="0" err="1"/>
              <a:t>Disord</a:t>
            </a:r>
            <a:r>
              <a:rPr lang="en-US" dirty="0"/>
              <a:t> 2010;25(Suppl 1):S123–130</a:t>
            </a:r>
          </a:p>
        </p:txBody>
      </p:sp>
      <p:sp>
        <p:nvSpPr>
          <p:cNvPr id="4" name="Slide Number Placeholder 3"/>
          <p:cNvSpPr>
            <a:spLocks noGrp="1"/>
          </p:cNvSpPr>
          <p:nvPr>
            <p:ph type="sldNum" sz="quarter" idx="4"/>
          </p:nvPr>
        </p:nvSpPr>
        <p:spPr/>
        <p:txBody>
          <a:bodyPr/>
          <a:lstStyle/>
          <a:p>
            <a:fld id="{6DBC486D-4FAB-B746-8B02-8D7C842291C6}" type="slidenum">
              <a:rPr lang="en-GB" smtClean="0"/>
              <a:t>2</a:t>
            </a:fld>
            <a:endParaRPr lang="en-GB"/>
          </a:p>
        </p:txBody>
      </p:sp>
    </p:spTree>
    <p:custDataLst>
      <p:tags r:id="rId1"/>
    </p:custDataLst>
    <p:extLst>
      <p:ext uri="{BB962C8B-B14F-4D97-AF65-F5344CB8AC3E}">
        <p14:creationId xmlns:p14="http://schemas.microsoft.com/office/powerpoint/2010/main" val="22109935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7"/>
          </p:nvPr>
        </p:nvSpPr>
        <p:spPr/>
        <p:txBody>
          <a:bodyPr/>
          <a:lstStyle/>
          <a:p>
            <a:r>
              <a:rPr lang="en-GB" dirty="0"/>
              <a:t>Parkinson’s disease – </a:t>
            </a:r>
            <a:r>
              <a:rPr lang="en-US" dirty="0"/>
              <a:t>Non-motor symptom complex and comorbidities</a:t>
            </a:r>
          </a:p>
        </p:txBody>
      </p:sp>
      <p:sp>
        <p:nvSpPr>
          <p:cNvPr id="2" name="Title 1"/>
          <p:cNvSpPr>
            <a:spLocks noGrp="1"/>
          </p:cNvSpPr>
          <p:nvPr>
            <p:ph type="title"/>
          </p:nvPr>
        </p:nvSpPr>
        <p:spPr>
          <a:xfrm>
            <a:off x="539749" y="814386"/>
            <a:ext cx="9213851" cy="332399"/>
          </a:xfrm>
        </p:spPr>
        <p:txBody>
          <a:bodyPr/>
          <a:lstStyle/>
          <a:p>
            <a:r>
              <a:rPr lang="en-GB" dirty="0"/>
              <a:t>Non-motor symptoms common in Parkinson’s disease</a:t>
            </a:r>
          </a:p>
        </p:txBody>
      </p:sp>
      <p:graphicFrame>
        <p:nvGraphicFramePr>
          <p:cNvPr id="9" name="Content Placeholder 9">
            <a:extLst>
              <a:ext uri="{FF2B5EF4-FFF2-40B4-BE49-F238E27FC236}">
                <a16:creationId xmlns:a16="http://schemas.microsoft.com/office/drawing/2014/main" id="{798A9C5B-665A-4A22-9360-1F9D3DE1C0D6}"/>
              </a:ext>
            </a:extLst>
          </p:cNvPr>
          <p:cNvGraphicFramePr>
            <a:graphicFrameLocks noGrp="1"/>
          </p:cNvGraphicFramePr>
          <p:nvPr>
            <p:ph idx="19"/>
            <p:extLst>
              <p:ext uri="{D42A27DB-BD31-4B8C-83A1-F6EECF244321}">
                <p14:modId xmlns:p14="http://schemas.microsoft.com/office/powerpoint/2010/main" val="209979149"/>
              </p:ext>
            </p:extLst>
          </p:nvPr>
        </p:nvGraphicFramePr>
        <p:xfrm>
          <a:off x="539749" y="1301750"/>
          <a:ext cx="10888466" cy="4328160"/>
        </p:xfrm>
        <a:graphic>
          <a:graphicData uri="http://schemas.openxmlformats.org/drawingml/2006/table">
            <a:tbl>
              <a:tblPr firstRow="1" bandRow="1">
                <a:tableStyleId>{00A15C55-8517-42AA-B614-E9B94910E393}</a:tableStyleId>
              </a:tblPr>
              <a:tblGrid>
                <a:gridCol w="2032466">
                  <a:extLst>
                    <a:ext uri="{9D8B030D-6E8A-4147-A177-3AD203B41FA5}">
                      <a16:colId xmlns:a16="http://schemas.microsoft.com/office/drawing/2014/main" val="4043461250"/>
                    </a:ext>
                  </a:extLst>
                </a:gridCol>
                <a:gridCol w="4428000">
                  <a:extLst>
                    <a:ext uri="{9D8B030D-6E8A-4147-A177-3AD203B41FA5}">
                      <a16:colId xmlns:a16="http://schemas.microsoft.com/office/drawing/2014/main" val="616954038"/>
                    </a:ext>
                  </a:extLst>
                </a:gridCol>
                <a:gridCol w="4428000">
                  <a:extLst>
                    <a:ext uri="{9D8B030D-6E8A-4147-A177-3AD203B41FA5}">
                      <a16:colId xmlns:a16="http://schemas.microsoft.com/office/drawing/2014/main" val="2227114865"/>
                    </a:ext>
                  </a:extLst>
                </a:gridCol>
              </a:tblGrid>
              <a:tr h="199848">
                <a:tc>
                  <a:txBody>
                    <a:bodyPr/>
                    <a:lstStyle/>
                    <a:p>
                      <a:pPr algn="l" rtl="0" fontAlgn="ctr">
                        <a:spcBef>
                          <a:spcPts val="240"/>
                        </a:spcBef>
                        <a:spcAft>
                          <a:spcPts val="240"/>
                        </a:spcAft>
                      </a:pPr>
                      <a:r>
                        <a:rPr lang="en-GB" sz="1600" u="none" strike="noStrike" dirty="0">
                          <a:solidFill>
                            <a:schemeClr val="bg1"/>
                          </a:solidFill>
                          <a:effectLst/>
                        </a:rPr>
                        <a:t>Domain</a:t>
                      </a:r>
                      <a:endParaRPr lang="en-GB" sz="1600" b="1" i="0" u="none" strike="noStrike" dirty="0">
                        <a:solidFill>
                          <a:schemeClr val="bg1"/>
                        </a:solidFill>
                        <a:effectLst/>
                        <a:latin typeface="Arial" panose="020B0604020202020204" pitchFamily="34" charset="0"/>
                        <a:cs typeface="Arial" panose="020B0604020202020204" pitchFamily="34" charset="0"/>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5">
                        <a:lumMod val="75000"/>
                      </a:schemeClr>
                    </a:solidFill>
                  </a:tcPr>
                </a:tc>
                <a:tc gridSpan="2">
                  <a:txBody>
                    <a:bodyPr/>
                    <a:lstStyle/>
                    <a:p>
                      <a:pPr algn="l" rtl="0" fontAlgn="ctr">
                        <a:spcBef>
                          <a:spcPts val="240"/>
                        </a:spcBef>
                        <a:spcAft>
                          <a:spcPts val="240"/>
                        </a:spcAft>
                      </a:pPr>
                      <a:r>
                        <a:rPr lang="en-GB" sz="1600" u="none" strike="noStrike" dirty="0">
                          <a:solidFill>
                            <a:schemeClr val="bg1"/>
                          </a:solidFill>
                          <a:effectLst/>
                        </a:rPr>
                        <a:t>Symptoms</a:t>
                      </a:r>
                      <a:endParaRPr lang="en-GB" sz="1600" b="1" i="0" u="none" strike="noStrike" dirty="0">
                        <a:solidFill>
                          <a:schemeClr val="bg1"/>
                        </a:solidFill>
                        <a:effectLst/>
                        <a:latin typeface="Arial" panose="020B0604020202020204" pitchFamily="34" charset="0"/>
                        <a:cs typeface="Arial" panose="020B0604020202020204" pitchFamily="34" charset="0"/>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5">
                        <a:lumMod val="75000"/>
                      </a:schemeClr>
                    </a:solidFill>
                  </a:tcPr>
                </a:tc>
                <a:tc hMerge="1">
                  <a:txBody>
                    <a:bodyPr/>
                    <a:lstStyle/>
                    <a:p>
                      <a:endParaRPr lang="en-GB"/>
                    </a:p>
                  </a:txBody>
                  <a:tcPr/>
                </a:tc>
                <a:extLst>
                  <a:ext uri="{0D108BD9-81ED-4DB2-BD59-A6C34878D82A}">
                    <a16:rowId xmlns:a16="http://schemas.microsoft.com/office/drawing/2014/main" val="3681327385"/>
                  </a:ext>
                </a:extLst>
              </a:tr>
              <a:tr h="1077970">
                <a:tc>
                  <a:txBody>
                    <a:bodyPr/>
                    <a:lstStyle/>
                    <a:p>
                      <a:pPr algn="l" rtl="0" fontAlgn="ctr">
                        <a:spcBef>
                          <a:spcPts val="240"/>
                        </a:spcBef>
                        <a:spcAft>
                          <a:spcPts val="240"/>
                        </a:spcAft>
                      </a:pPr>
                      <a:r>
                        <a:rPr lang="en-GB" sz="1600" b="1" u="none" strike="noStrike" dirty="0">
                          <a:solidFill>
                            <a:schemeClr val="tx1"/>
                          </a:solidFill>
                          <a:effectLst/>
                        </a:rPr>
                        <a:t>Autonomic</a:t>
                      </a:r>
                      <a:endParaRPr lang="en-GB" sz="1600" b="1" i="0" u="none" strike="noStrike" dirty="0">
                        <a:solidFill>
                          <a:schemeClr val="tx1"/>
                        </a:solidFill>
                        <a:effectLst/>
                        <a:latin typeface="Arial" panose="020B0604020202020204" pitchFamily="34" charset="0"/>
                        <a:cs typeface="Arial" panose="020B0604020202020204" pitchFamily="34" charset="0"/>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pPr marL="285750" indent="-285750" algn="l" rtl="0" fontAlgn="ctr">
                        <a:spcBef>
                          <a:spcPts val="240"/>
                        </a:spcBef>
                        <a:spcAft>
                          <a:spcPts val="240"/>
                        </a:spcAft>
                        <a:buClr>
                          <a:schemeClr val="accent1"/>
                        </a:buClr>
                        <a:buSzPts val="1600"/>
                        <a:buFont typeface="Arial" panose="020B0604020202020204" pitchFamily="34" charset="0"/>
                        <a:buChar char="•"/>
                      </a:pPr>
                      <a:r>
                        <a:rPr lang="en-GB" sz="1600" u="none" strike="noStrike" dirty="0">
                          <a:solidFill>
                            <a:schemeClr val="tx1"/>
                          </a:solidFill>
                          <a:effectLst/>
                        </a:rPr>
                        <a:t>Dribbling</a:t>
                      </a:r>
                    </a:p>
                    <a:p>
                      <a:pPr marL="285750" marR="0" lvl="0" indent="-285750" algn="l" defTabSz="914400" rtl="0" eaLnBrk="1" fontAlgn="ctr" latinLnBrk="0" hangingPunct="1">
                        <a:lnSpc>
                          <a:spcPct val="100000"/>
                        </a:lnSpc>
                        <a:spcBef>
                          <a:spcPts val="240"/>
                        </a:spcBef>
                        <a:spcAft>
                          <a:spcPts val="240"/>
                        </a:spcAft>
                        <a:buClr>
                          <a:schemeClr val="accent1"/>
                        </a:buClr>
                        <a:buSzPts val="1600"/>
                        <a:buFont typeface="Arial" panose="020B0604020202020204" pitchFamily="34" charset="0"/>
                        <a:buChar char="•"/>
                        <a:tabLst/>
                        <a:defRPr/>
                      </a:pPr>
                      <a:r>
                        <a:rPr lang="en-GB" sz="1600" u="none" strike="noStrike" dirty="0">
                          <a:solidFill>
                            <a:schemeClr val="tx1"/>
                          </a:solidFill>
                          <a:effectLst/>
                        </a:rPr>
                        <a:t>Dysphagia</a:t>
                      </a:r>
                    </a:p>
                    <a:p>
                      <a:pPr marL="285750" marR="0" lvl="0" indent="-285750" algn="l" defTabSz="914400" rtl="0" eaLnBrk="1" fontAlgn="ctr" latinLnBrk="0" hangingPunct="1">
                        <a:lnSpc>
                          <a:spcPct val="100000"/>
                        </a:lnSpc>
                        <a:spcBef>
                          <a:spcPts val="240"/>
                        </a:spcBef>
                        <a:spcAft>
                          <a:spcPts val="240"/>
                        </a:spcAft>
                        <a:buClr>
                          <a:schemeClr val="accent1"/>
                        </a:buClr>
                        <a:buSzPts val="1600"/>
                        <a:buFont typeface="Arial" panose="020B0604020202020204" pitchFamily="34" charset="0"/>
                        <a:buChar char="•"/>
                        <a:tabLst/>
                        <a:defRPr/>
                      </a:pPr>
                      <a:r>
                        <a:rPr lang="en-GB" sz="1600" u="none" strike="noStrike" dirty="0">
                          <a:solidFill>
                            <a:schemeClr val="tx1"/>
                          </a:solidFill>
                          <a:effectLst/>
                        </a:rPr>
                        <a:t>Nausea</a:t>
                      </a:r>
                    </a:p>
                    <a:p>
                      <a:pPr marL="285750" marR="0" lvl="0" indent="-285750" algn="l" defTabSz="914400" rtl="0" eaLnBrk="1" fontAlgn="ctr" latinLnBrk="0" hangingPunct="1">
                        <a:lnSpc>
                          <a:spcPct val="100000"/>
                        </a:lnSpc>
                        <a:spcBef>
                          <a:spcPts val="240"/>
                        </a:spcBef>
                        <a:spcAft>
                          <a:spcPts val="240"/>
                        </a:spcAft>
                        <a:buClr>
                          <a:schemeClr val="accent1"/>
                        </a:buClr>
                        <a:buSzPts val="1600"/>
                        <a:buFont typeface="Arial" panose="020B0604020202020204" pitchFamily="34" charset="0"/>
                        <a:buChar char="•"/>
                        <a:tabLst/>
                        <a:defRPr/>
                      </a:pPr>
                      <a:r>
                        <a:rPr lang="en-GB" sz="1600" u="none" strike="noStrike" dirty="0">
                          <a:solidFill>
                            <a:schemeClr val="tx1"/>
                          </a:solidFill>
                          <a:effectLst/>
                        </a:rPr>
                        <a:t>Constipation</a:t>
                      </a:r>
                    </a:p>
                    <a:p>
                      <a:pPr marL="285750" marR="0" lvl="0" indent="-285750" algn="l" defTabSz="914400" rtl="0" eaLnBrk="1" fontAlgn="ctr" latinLnBrk="0" hangingPunct="1">
                        <a:lnSpc>
                          <a:spcPct val="100000"/>
                        </a:lnSpc>
                        <a:spcBef>
                          <a:spcPts val="240"/>
                        </a:spcBef>
                        <a:spcAft>
                          <a:spcPts val="240"/>
                        </a:spcAft>
                        <a:buClr>
                          <a:schemeClr val="accent1"/>
                        </a:buClr>
                        <a:buSzPts val="1600"/>
                        <a:buFont typeface="Arial" panose="020B0604020202020204" pitchFamily="34" charset="0"/>
                        <a:buChar char="•"/>
                        <a:tabLst/>
                        <a:defRPr/>
                      </a:pPr>
                      <a:r>
                        <a:rPr lang="en-GB" sz="1600" u="none" strike="noStrike" dirty="0">
                          <a:solidFill>
                            <a:schemeClr val="tx1"/>
                          </a:solidFill>
                          <a:effectLst/>
                        </a:rPr>
                        <a:t>Urinary frequency</a:t>
                      </a:r>
                    </a:p>
                    <a:p>
                      <a:pPr marL="285750" marR="0" lvl="0" indent="-285750" algn="l" defTabSz="914400" rtl="0" eaLnBrk="1" fontAlgn="ctr" latinLnBrk="0" hangingPunct="1">
                        <a:lnSpc>
                          <a:spcPct val="100000"/>
                        </a:lnSpc>
                        <a:spcBef>
                          <a:spcPts val="240"/>
                        </a:spcBef>
                        <a:spcAft>
                          <a:spcPts val="240"/>
                        </a:spcAft>
                        <a:buClr>
                          <a:schemeClr val="accent1"/>
                        </a:buClr>
                        <a:buSzPts val="1600"/>
                        <a:buFont typeface="Arial" panose="020B0604020202020204" pitchFamily="34" charset="0"/>
                        <a:buChar char="•"/>
                        <a:tabLst/>
                        <a:defRPr/>
                      </a:pPr>
                      <a:r>
                        <a:rPr lang="en-GB" sz="1600" u="none" strike="noStrike" dirty="0">
                          <a:solidFill>
                            <a:schemeClr val="tx1"/>
                          </a:solidFill>
                          <a:effectLst/>
                        </a:rPr>
                        <a:t>Urinary urgency</a:t>
                      </a:r>
                      <a:endParaRPr lang="en-GB" sz="1600" u="none" strike="noStrike" dirty="0">
                        <a:solidFill>
                          <a:schemeClr val="tx1"/>
                        </a:solidFill>
                        <a:effectLst/>
                        <a:latin typeface="Arial" panose="020B0604020202020204" pitchFamily="34" charset="0"/>
                        <a:cs typeface="Arial" panose="020B0604020202020204" pitchFamily="34" charset="0"/>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pPr marL="285750" marR="0" lvl="0" indent="-285750" algn="l" defTabSz="914400" rtl="0" eaLnBrk="1" fontAlgn="ctr" latinLnBrk="0" hangingPunct="1">
                        <a:lnSpc>
                          <a:spcPct val="100000"/>
                        </a:lnSpc>
                        <a:spcBef>
                          <a:spcPts val="240"/>
                        </a:spcBef>
                        <a:spcAft>
                          <a:spcPts val="240"/>
                        </a:spcAft>
                        <a:buClr>
                          <a:schemeClr val="accent1"/>
                        </a:buClr>
                        <a:buSzPts val="1600"/>
                        <a:buFont typeface="Arial" panose="020B0604020202020204" pitchFamily="34" charset="0"/>
                        <a:buChar char="•"/>
                        <a:tabLst/>
                        <a:defRPr/>
                      </a:pPr>
                      <a:r>
                        <a:rPr lang="en-GB" sz="1600" u="none" strike="noStrike" dirty="0">
                          <a:solidFill>
                            <a:schemeClr val="tx1"/>
                          </a:solidFill>
                          <a:effectLst/>
                        </a:rPr>
                        <a:t>Nocturia</a:t>
                      </a:r>
                      <a:endParaRPr lang="en-GB" sz="1600" b="0" u="none" strike="noStrike" dirty="0">
                        <a:solidFill>
                          <a:schemeClr val="tx1"/>
                        </a:solidFill>
                        <a:effectLst/>
                      </a:endParaRPr>
                    </a:p>
                    <a:p>
                      <a:pPr marL="285750" marR="0" lvl="0" indent="-285750" algn="l" defTabSz="914400" rtl="0" eaLnBrk="1" fontAlgn="ctr" latinLnBrk="0" hangingPunct="1">
                        <a:lnSpc>
                          <a:spcPct val="100000"/>
                        </a:lnSpc>
                        <a:spcBef>
                          <a:spcPts val="240"/>
                        </a:spcBef>
                        <a:spcAft>
                          <a:spcPts val="240"/>
                        </a:spcAft>
                        <a:buClr>
                          <a:schemeClr val="accent1"/>
                        </a:buClr>
                        <a:buSzPts val="1600"/>
                        <a:buFont typeface="Arial" panose="020B0604020202020204" pitchFamily="34" charset="0"/>
                        <a:buChar char="•"/>
                        <a:tabLst/>
                        <a:defRPr/>
                      </a:pPr>
                      <a:r>
                        <a:rPr lang="en-GB" sz="1600" u="none" strike="noStrike" dirty="0">
                          <a:solidFill>
                            <a:schemeClr val="tx1"/>
                          </a:solidFill>
                          <a:effectLst/>
                        </a:rPr>
                        <a:t>Sexual dysfunction</a:t>
                      </a:r>
                    </a:p>
                    <a:p>
                      <a:pPr marL="285750" marR="0" lvl="0" indent="-285750" algn="l" defTabSz="914400" rtl="0" eaLnBrk="1" fontAlgn="ctr" latinLnBrk="0" hangingPunct="1">
                        <a:lnSpc>
                          <a:spcPct val="100000"/>
                        </a:lnSpc>
                        <a:spcBef>
                          <a:spcPts val="240"/>
                        </a:spcBef>
                        <a:spcAft>
                          <a:spcPts val="240"/>
                        </a:spcAft>
                        <a:buClr>
                          <a:schemeClr val="accent1"/>
                        </a:buClr>
                        <a:buSzPts val="1600"/>
                        <a:buFont typeface="Arial" panose="020B0604020202020204" pitchFamily="34" charset="0"/>
                        <a:buChar char="•"/>
                        <a:tabLst/>
                        <a:defRPr/>
                      </a:pPr>
                      <a:r>
                        <a:rPr lang="en-GB" sz="1600" u="none" strike="noStrike" dirty="0">
                          <a:solidFill>
                            <a:schemeClr val="tx1"/>
                          </a:solidFill>
                          <a:effectLst/>
                        </a:rPr>
                        <a:t>Orthostatic hypotension</a:t>
                      </a:r>
                    </a:p>
                    <a:p>
                      <a:pPr marL="285750" marR="0" lvl="0" indent="-285750" algn="l" defTabSz="914400" rtl="0" eaLnBrk="1" fontAlgn="ctr" latinLnBrk="0" hangingPunct="1">
                        <a:lnSpc>
                          <a:spcPct val="100000"/>
                        </a:lnSpc>
                        <a:spcBef>
                          <a:spcPts val="240"/>
                        </a:spcBef>
                        <a:spcAft>
                          <a:spcPts val="240"/>
                        </a:spcAft>
                        <a:buClr>
                          <a:schemeClr val="accent1"/>
                        </a:buClr>
                        <a:buSzPts val="1600"/>
                        <a:buFont typeface="Arial" panose="020B0604020202020204" pitchFamily="34" charset="0"/>
                        <a:buChar char="•"/>
                        <a:tabLst/>
                        <a:defRPr/>
                      </a:pPr>
                      <a:r>
                        <a:rPr lang="en-GB" sz="1600" u="none" strike="noStrike" dirty="0">
                          <a:solidFill>
                            <a:schemeClr val="tx1"/>
                          </a:solidFill>
                          <a:effectLst/>
                        </a:rPr>
                        <a:t>Supine (recumbent) hypertension</a:t>
                      </a:r>
                    </a:p>
                    <a:p>
                      <a:pPr marL="285750" marR="0" lvl="0" indent="-285750" algn="l" defTabSz="914400" rtl="0" eaLnBrk="1" fontAlgn="ctr" latinLnBrk="0" hangingPunct="1">
                        <a:lnSpc>
                          <a:spcPct val="100000"/>
                        </a:lnSpc>
                        <a:spcBef>
                          <a:spcPts val="240"/>
                        </a:spcBef>
                        <a:spcAft>
                          <a:spcPts val="240"/>
                        </a:spcAft>
                        <a:buClr>
                          <a:schemeClr val="accent1"/>
                        </a:buClr>
                        <a:buSzPts val="1600"/>
                        <a:buFont typeface="Arial" panose="020B0604020202020204" pitchFamily="34" charset="0"/>
                        <a:buChar char="•"/>
                        <a:tabLst/>
                        <a:defRPr/>
                      </a:pPr>
                      <a:r>
                        <a:rPr lang="en-GB" sz="1600" u="none" strike="noStrike" dirty="0">
                          <a:solidFill>
                            <a:schemeClr val="tx1"/>
                          </a:solidFill>
                          <a:effectLst/>
                        </a:rPr>
                        <a:t>Excessive sweating</a:t>
                      </a:r>
                      <a:endParaRPr lang="en-GB" sz="1600" b="0" i="0" u="none" strike="noStrike" dirty="0">
                        <a:solidFill>
                          <a:schemeClr val="tx1"/>
                        </a:solidFill>
                        <a:effectLst/>
                        <a:latin typeface="Arial" panose="020B0604020202020204" pitchFamily="34" charset="0"/>
                        <a:cs typeface="Arial" panose="020B0604020202020204" pitchFamily="34" charset="0"/>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74895691"/>
                  </a:ext>
                </a:extLst>
              </a:tr>
              <a:tr h="520817">
                <a:tc>
                  <a:txBody>
                    <a:bodyPr/>
                    <a:lstStyle/>
                    <a:p>
                      <a:pPr algn="l" rtl="0" fontAlgn="ctr">
                        <a:spcBef>
                          <a:spcPts val="240"/>
                        </a:spcBef>
                        <a:spcAft>
                          <a:spcPts val="240"/>
                        </a:spcAft>
                      </a:pPr>
                      <a:r>
                        <a:rPr lang="en-GB" sz="1600" b="1" u="none" strike="noStrike" dirty="0">
                          <a:solidFill>
                            <a:schemeClr val="tx1"/>
                          </a:solidFill>
                          <a:effectLst/>
                        </a:rPr>
                        <a:t>Sleep</a:t>
                      </a:r>
                      <a:endParaRPr lang="en-GB" sz="1600" b="1" i="0" u="none" strike="noStrike" dirty="0">
                        <a:solidFill>
                          <a:schemeClr val="tx1"/>
                        </a:solidFill>
                        <a:effectLst/>
                        <a:latin typeface="Arial" panose="020B0604020202020204" pitchFamily="34" charset="0"/>
                        <a:cs typeface="Arial" panose="020B060402020202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20000"/>
                        <a:lumOff val="80000"/>
                      </a:schemeClr>
                    </a:solidFill>
                  </a:tcPr>
                </a:tc>
                <a:tc>
                  <a:txBody>
                    <a:bodyPr/>
                    <a:lstStyle/>
                    <a:p>
                      <a:pPr marL="285750" indent="-285750" algn="l" rtl="0" fontAlgn="ctr">
                        <a:spcBef>
                          <a:spcPts val="240"/>
                        </a:spcBef>
                        <a:spcAft>
                          <a:spcPts val="240"/>
                        </a:spcAft>
                        <a:buClr>
                          <a:schemeClr val="accent1"/>
                        </a:buClr>
                        <a:buSzPts val="1600"/>
                        <a:buFont typeface="Arial" panose="020B0604020202020204" pitchFamily="34" charset="0"/>
                        <a:buChar char="•"/>
                      </a:pPr>
                      <a:r>
                        <a:rPr lang="en-GB" sz="1600" u="none" strike="noStrike" dirty="0">
                          <a:solidFill>
                            <a:schemeClr val="tx1"/>
                          </a:solidFill>
                          <a:effectLst/>
                        </a:rPr>
                        <a:t>Excessive daytime sleepiness</a:t>
                      </a:r>
                    </a:p>
                    <a:p>
                      <a:pPr marL="285750" marR="0" lvl="0" indent="-285750" algn="l" defTabSz="914400" rtl="0" eaLnBrk="1" fontAlgn="ctr" latinLnBrk="0" hangingPunct="1">
                        <a:lnSpc>
                          <a:spcPct val="100000"/>
                        </a:lnSpc>
                        <a:spcBef>
                          <a:spcPts val="240"/>
                        </a:spcBef>
                        <a:spcAft>
                          <a:spcPts val="240"/>
                        </a:spcAft>
                        <a:buClr>
                          <a:schemeClr val="accent1"/>
                        </a:buClr>
                        <a:buSzPts val="1600"/>
                        <a:buFont typeface="Arial" panose="020B0604020202020204" pitchFamily="34" charset="0"/>
                        <a:buChar char="•"/>
                        <a:tabLst/>
                        <a:defRPr/>
                      </a:pPr>
                      <a:r>
                        <a:rPr lang="en-GB" sz="1600" u="none" strike="noStrike" dirty="0">
                          <a:solidFill>
                            <a:schemeClr val="tx1"/>
                          </a:solidFill>
                          <a:effectLst/>
                        </a:rPr>
                        <a:t>Vivid dreams/REM sleep behaviour disorder</a:t>
                      </a:r>
                      <a:endParaRPr lang="en-GB" sz="1600" b="0" i="0" u="none" strike="noStrike" dirty="0">
                        <a:solidFill>
                          <a:schemeClr val="tx1"/>
                        </a:solidFill>
                        <a:effectLst/>
                        <a:latin typeface="Arial" panose="020B0604020202020204" pitchFamily="34" charset="0"/>
                        <a:cs typeface="Arial" panose="020B060402020202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20000"/>
                        <a:lumOff val="80000"/>
                      </a:schemeClr>
                    </a:solidFill>
                  </a:tcPr>
                </a:tc>
                <a:tc>
                  <a:txBody>
                    <a:bodyPr/>
                    <a:lstStyle/>
                    <a:p>
                      <a:pPr marL="285750" indent="-285750" algn="l" rtl="0" fontAlgn="ctr">
                        <a:spcBef>
                          <a:spcPts val="240"/>
                        </a:spcBef>
                        <a:spcAft>
                          <a:spcPts val="240"/>
                        </a:spcAft>
                        <a:buClr>
                          <a:schemeClr val="accent1"/>
                        </a:buClr>
                        <a:buSzPts val="1600"/>
                        <a:buFont typeface="Arial" panose="020B0604020202020204" pitchFamily="34" charset="0"/>
                        <a:buChar char="•"/>
                      </a:pPr>
                      <a:r>
                        <a:rPr lang="en-GB" sz="1600" u="none" strike="noStrike" dirty="0">
                          <a:solidFill>
                            <a:schemeClr val="tx1"/>
                          </a:solidFill>
                          <a:effectLst/>
                        </a:rPr>
                        <a:t>Insomnia</a:t>
                      </a:r>
                    </a:p>
                    <a:p>
                      <a:pPr marL="285750" marR="0" lvl="0" indent="-285750" algn="l" defTabSz="914400" rtl="0" eaLnBrk="1" fontAlgn="ctr" latinLnBrk="0" hangingPunct="1">
                        <a:lnSpc>
                          <a:spcPct val="100000"/>
                        </a:lnSpc>
                        <a:spcBef>
                          <a:spcPts val="240"/>
                        </a:spcBef>
                        <a:spcAft>
                          <a:spcPts val="240"/>
                        </a:spcAft>
                        <a:buClr>
                          <a:schemeClr val="accent1"/>
                        </a:buClr>
                        <a:buSzPts val="1600"/>
                        <a:buFont typeface="Arial" panose="020B0604020202020204" pitchFamily="34" charset="0"/>
                        <a:buChar char="•"/>
                        <a:tabLst/>
                        <a:defRPr/>
                      </a:pPr>
                      <a:r>
                        <a:rPr lang="en-GB" sz="1600" u="none" strike="noStrike" dirty="0">
                          <a:solidFill>
                            <a:schemeClr val="tx1"/>
                          </a:solidFill>
                          <a:effectLst/>
                        </a:rPr>
                        <a:t>Restless legs syndrome</a:t>
                      </a:r>
                      <a:endParaRPr lang="en-GB" sz="1600" b="0" i="0" u="none" strike="noStrike" dirty="0">
                        <a:solidFill>
                          <a:schemeClr val="tx1"/>
                        </a:solidFill>
                        <a:effectLst/>
                        <a:latin typeface="Arial" panose="020B0604020202020204" pitchFamily="34" charset="0"/>
                        <a:cs typeface="Arial" panose="020B060402020202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274588894"/>
                  </a:ext>
                </a:extLst>
              </a:tr>
              <a:tr h="696441">
                <a:tc>
                  <a:txBody>
                    <a:bodyPr/>
                    <a:lstStyle/>
                    <a:p>
                      <a:pPr algn="l" rtl="0" fontAlgn="ctr">
                        <a:spcBef>
                          <a:spcPts val="240"/>
                        </a:spcBef>
                        <a:spcAft>
                          <a:spcPts val="240"/>
                        </a:spcAft>
                      </a:pPr>
                      <a:r>
                        <a:rPr lang="en-GB" sz="1600" b="1" u="none" strike="noStrike" dirty="0">
                          <a:solidFill>
                            <a:schemeClr val="tx1"/>
                          </a:solidFill>
                          <a:effectLst/>
                        </a:rPr>
                        <a:t>Neuropsychiatric</a:t>
                      </a:r>
                      <a:endParaRPr lang="en-GB" sz="1600" b="1" i="0" u="none" strike="noStrike" dirty="0">
                        <a:solidFill>
                          <a:schemeClr val="tx1"/>
                        </a:solidFill>
                        <a:effectLst/>
                        <a:latin typeface="Arial" panose="020B0604020202020204" pitchFamily="34" charset="0"/>
                        <a:cs typeface="Arial" panose="020B060402020202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285750" indent="-285750" algn="l" rtl="0" fontAlgn="ctr">
                        <a:spcBef>
                          <a:spcPts val="240"/>
                        </a:spcBef>
                        <a:spcAft>
                          <a:spcPts val="240"/>
                        </a:spcAft>
                        <a:buClr>
                          <a:schemeClr val="accent1"/>
                        </a:buClr>
                        <a:buSzPts val="1600"/>
                        <a:buFont typeface="Arial" panose="020B0604020202020204" pitchFamily="34" charset="0"/>
                        <a:buChar char="•"/>
                      </a:pPr>
                      <a:r>
                        <a:rPr lang="en-GB" sz="1600" u="none" strike="noStrike" dirty="0">
                          <a:solidFill>
                            <a:schemeClr val="tx1"/>
                          </a:solidFill>
                          <a:effectLst/>
                        </a:rPr>
                        <a:t>Cognitive impairment</a:t>
                      </a:r>
                    </a:p>
                    <a:p>
                      <a:pPr marL="285750" marR="0" lvl="0" indent="-285750" algn="l" defTabSz="914400" rtl="0" eaLnBrk="1" fontAlgn="ctr" latinLnBrk="0" hangingPunct="1">
                        <a:lnSpc>
                          <a:spcPct val="100000"/>
                        </a:lnSpc>
                        <a:spcBef>
                          <a:spcPts val="240"/>
                        </a:spcBef>
                        <a:spcAft>
                          <a:spcPts val="240"/>
                        </a:spcAft>
                        <a:buClr>
                          <a:schemeClr val="accent1"/>
                        </a:buClr>
                        <a:buSzPts val="1600"/>
                        <a:buFont typeface="Arial" panose="020B0604020202020204" pitchFamily="34" charset="0"/>
                        <a:buChar char="•"/>
                        <a:tabLst/>
                        <a:defRPr/>
                      </a:pPr>
                      <a:r>
                        <a:rPr lang="en-GB" sz="1600" u="none" strike="noStrike" dirty="0">
                          <a:solidFill>
                            <a:schemeClr val="tx1"/>
                          </a:solidFill>
                          <a:effectLst/>
                        </a:rPr>
                        <a:t>Mood disorders (depression, anxiety)</a:t>
                      </a:r>
                    </a:p>
                    <a:p>
                      <a:pPr marL="285750" marR="0" lvl="0" indent="-285750" algn="l" defTabSz="914400" rtl="0" eaLnBrk="1" fontAlgn="ctr" latinLnBrk="0" hangingPunct="1">
                        <a:lnSpc>
                          <a:spcPct val="100000"/>
                        </a:lnSpc>
                        <a:spcBef>
                          <a:spcPts val="240"/>
                        </a:spcBef>
                        <a:spcAft>
                          <a:spcPts val="240"/>
                        </a:spcAft>
                        <a:buClr>
                          <a:schemeClr val="accent1"/>
                        </a:buClr>
                        <a:buSzPts val="1600"/>
                        <a:buFont typeface="Arial" panose="020B0604020202020204" pitchFamily="34" charset="0"/>
                        <a:buChar char="•"/>
                        <a:tabLst/>
                        <a:defRPr/>
                      </a:pPr>
                      <a:r>
                        <a:rPr lang="en-GB" sz="1600" u="none" strike="noStrike" dirty="0">
                          <a:solidFill>
                            <a:schemeClr val="tx1"/>
                          </a:solidFill>
                          <a:effectLst/>
                        </a:rPr>
                        <a:t>Apathy</a:t>
                      </a:r>
                      <a:endParaRPr lang="en-GB" sz="1600" u="none" strike="noStrike" dirty="0">
                        <a:solidFill>
                          <a:schemeClr val="tx1"/>
                        </a:solidFill>
                        <a:effectLst/>
                        <a:latin typeface="Arial" panose="020B0604020202020204" pitchFamily="34" charset="0"/>
                        <a:cs typeface="Arial" panose="020B060402020202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285750" marR="0" lvl="0" indent="-285750" algn="l" defTabSz="914400" rtl="0" eaLnBrk="1" fontAlgn="ctr" latinLnBrk="0" hangingPunct="1">
                        <a:lnSpc>
                          <a:spcPct val="100000"/>
                        </a:lnSpc>
                        <a:spcBef>
                          <a:spcPts val="240"/>
                        </a:spcBef>
                        <a:spcAft>
                          <a:spcPts val="240"/>
                        </a:spcAft>
                        <a:buClr>
                          <a:schemeClr val="accent1"/>
                        </a:buClr>
                        <a:buSzPts val="1600"/>
                        <a:buFont typeface="Arial" panose="020B0604020202020204" pitchFamily="34" charset="0"/>
                        <a:buChar char="•"/>
                        <a:tabLst/>
                        <a:defRPr/>
                      </a:pPr>
                      <a:r>
                        <a:rPr lang="en-GB" sz="1600" u="none" strike="noStrike" dirty="0">
                          <a:solidFill>
                            <a:schemeClr val="tx1"/>
                          </a:solidFill>
                          <a:effectLst/>
                        </a:rPr>
                        <a:t>Psychosis (hallucinations, delusions)</a:t>
                      </a:r>
                      <a:endParaRPr lang="en-GB" sz="1600" b="0" u="none" strike="noStrike" dirty="0">
                        <a:solidFill>
                          <a:schemeClr val="tx1"/>
                        </a:solidFill>
                        <a:effectLst/>
                      </a:endParaRPr>
                    </a:p>
                    <a:p>
                      <a:pPr marL="285750" marR="0" lvl="0" indent="-285750" algn="l" defTabSz="914400" rtl="0" eaLnBrk="1" fontAlgn="ctr" latinLnBrk="0" hangingPunct="1">
                        <a:lnSpc>
                          <a:spcPct val="100000"/>
                        </a:lnSpc>
                        <a:spcBef>
                          <a:spcPts val="240"/>
                        </a:spcBef>
                        <a:spcAft>
                          <a:spcPts val="240"/>
                        </a:spcAft>
                        <a:buClr>
                          <a:schemeClr val="accent1"/>
                        </a:buClr>
                        <a:buSzPts val="1600"/>
                        <a:buFont typeface="Arial" panose="020B0604020202020204" pitchFamily="34" charset="0"/>
                        <a:buChar char="•"/>
                        <a:tabLst/>
                        <a:defRPr/>
                      </a:pPr>
                      <a:r>
                        <a:rPr lang="en-GB" sz="1600" u="none" strike="noStrike" dirty="0">
                          <a:solidFill>
                            <a:schemeClr val="tx1"/>
                          </a:solidFill>
                          <a:effectLst/>
                        </a:rPr>
                        <a:t>Impulsive–compulsive behaviours</a:t>
                      </a:r>
                      <a:endParaRPr lang="en-GB" sz="1600" b="0" i="0" u="none" strike="noStrike" dirty="0">
                        <a:solidFill>
                          <a:schemeClr val="tx1"/>
                        </a:solidFill>
                        <a:effectLst/>
                        <a:latin typeface="Arial" panose="020B0604020202020204" pitchFamily="34" charset="0"/>
                        <a:cs typeface="Arial" panose="020B060402020202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03407593"/>
                  </a:ext>
                </a:extLst>
              </a:tr>
              <a:tr h="375473">
                <a:tc>
                  <a:txBody>
                    <a:bodyPr/>
                    <a:lstStyle/>
                    <a:p>
                      <a:pPr algn="l" rtl="0" fontAlgn="ctr">
                        <a:spcBef>
                          <a:spcPts val="240"/>
                        </a:spcBef>
                        <a:spcAft>
                          <a:spcPts val="240"/>
                        </a:spcAft>
                      </a:pPr>
                      <a:r>
                        <a:rPr lang="en-GB" sz="1600" b="1" u="none" strike="noStrike" dirty="0">
                          <a:solidFill>
                            <a:schemeClr val="tx1"/>
                          </a:solidFill>
                          <a:effectLst/>
                        </a:rPr>
                        <a:t>Sensory and other</a:t>
                      </a:r>
                      <a:endParaRPr lang="en-GB" sz="1600" b="1" i="0" u="none" strike="noStrike" dirty="0">
                        <a:solidFill>
                          <a:schemeClr val="tx1"/>
                        </a:solidFill>
                        <a:effectLst/>
                        <a:latin typeface="Arial" panose="020B0604020202020204" pitchFamily="34" charset="0"/>
                        <a:cs typeface="Arial" panose="020B0604020202020204" pitchFamily="34" charset="0"/>
                      </a:endParaRPr>
                    </a:p>
                  </a:txBody>
                  <a:tcPr>
                    <a:lnL w="12700" cmpd="sng">
                      <a:noFill/>
                    </a:lnL>
                    <a:lnR w="12700" cmpd="sng">
                      <a:noFill/>
                    </a:lnR>
                    <a:lnT w="12700" cmpd="sng">
                      <a:noFill/>
                    </a:lnT>
                    <a:lnB w="19050" cap="flat" cmpd="sng" algn="ctr">
                      <a:solidFill>
                        <a:schemeClr val="accent5">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285750" indent="-285750" algn="l" rtl="0" fontAlgn="ctr">
                        <a:spcBef>
                          <a:spcPts val="240"/>
                        </a:spcBef>
                        <a:spcAft>
                          <a:spcPts val="240"/>
                        </a:spcAft>
                        <a:buClr>
                          <a:schemeClr val="accent1"/>
                        </a:buClr>
                        <a:buSzPts val="1600"/>
                        <a:buFont typeface="Arial" panose="020B0604020202020204" pitchFamily="34" charset="0"/>
                        <a:buChar char="•"/>
                      </a:pPr>
                      <a:r>
                        <a:rPr lang="en-GB" sz="1600" u="none" strike="noStrike" dirty="0">
                          <a:solidFill>
                            <a:schemeClr val="tx1"/>
                          </a:solidFill>
                          <a:effectLst/>
                        </a:rPr>
                        <a:t>Olfactory, visual, </a:t>
                      </a:r>
                      <a:br>
                        <a:rPr lang="en-GB" sz="1600" u="none" strike="noStrike" dirty="0">
                          <a:solidFill>
                            <a:schemeClr val="tx1"/>
                          </a:solidFill>
                          <a:effectLst/>
                        </a:rPr>
                      </a:br>
                      <a:r>
                        <a:rPr lang="en-GB" sz="1600" u="none" strike="noStrike" dirty="0">
                          <a:solidFill>
                            <a:schemeClr val="tx1"/>
                          </a:solidFill>
                          <a:effectLst/>
                        </a:rPr>
                        <a:t>and auditory dysfunction</a:t>
                      </a:r>
                    </a:p>
                  </a:txBody>
                  <a:tcPr>
                    <a:lnL w="12700" cmpd="sng">
                      <a:noFill/>
                    </a:lnL>
                    <a:lnR w="12700" cmpd="sng">
                      <a:noFill/>
                    </a:lnR>
                    <a:lnT w="12700" cmpd="sng">
                      <a:noFill/>
                    </a:lnT>
                    <a:lnB w="19050" cap="flat" cmpd="sng" algn="ctr">
                      <a:solidFill>
                        <a:schemeClr val="accent5">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285750" indent="-285750" algn="l" rtl="0" fontAlgn="ctr">
                        <a:spcBef>
                          <a:spcPts val="240"/>
                        </a:spcBef>
                        <a:spcAft>
                          <a:spcPts val="240"/>
                        </a:spcAft>
                        <a:buClr>
                          <a:schemeClr val="accent1"/>
                        </a:buClr>
                        <a:buSzPts val="1600"/>
                        <a:buFont typeface="Arial" panose="020B0604020202020204" pitchFamily="34" charset="0"/>
                        <a:buChar char="•"/>
                      </a:pPr>
                      <a:r>
                        <a:rPr lang="en-GB" sz="1600" u="none" strike="noStrike" dirty="0">
                          <a:solidFill>
                            <a:schemeClr val="tx1"/>
                          </a:solidFill>
                          <a:effectLst/>
                        </a:rPr>
                        <a:t>Pain, and skin disorders</a:t>
                      </a:r>
                    </a:p>
                    <a:p>
                      <a:pPr marL="285750" indent="-285750" algn="l" rtl="0" fontAlgn="ctr">
                        <a:spcBef>
                          <a:spcPts val="240"/>
                        </a:spcBef>
                        <a:spcAft>
                          <a:spcPts val="240"/>
                        </a:spcAft>
                        <a:buClr>
                          <a:schemeClr val="accent1"/>
                        </a:buClr>
                        <a:buSzPts val="1600"/>
                        <a:buFont typeface="Arial" panose="020B0604020202020204" pitchFamily="34" charset="0"/>
                        <a:buChar char="•"/>
                      </a:pPr>
                      <a:r>
                        <a:rPr lang="en-GB" sz="1600" u="none" strike="noStrike" dirty="0">
                          <a:solidFill>
                            <a:schemeClr val="tx1"/>
                          </a:solidFill>
                          <a:effectLst/>
                        </a:rPr>
                        <a:t>Fatigue</a:t>
                      </a:r>
                      <a:endParaRPr lang="en-GB" sz="1600" b="0" i="0" u="none" strike="noStrike" dirty="0">
                        <a:solidFill>
                          <a:schemeClr val="tx1"/>
                        </a:solidFill>
                        <a:effectLst/>
                        <a:latin typeface="Arial" panose="020B0604020202020204" pitchFamily="34" charset="0"/>
                        <a:cs typeface="Arial" panose="020B0604020202020204" pitchFamily="34" charset="0"/>
                      </a:endParaRPr>
                    </a:p>
                  </a:txBody>
                  <a:tcPr>
                    <a:lnL w="12700" cmpd="sng">
                      <a:noFill/>
                    </a:lnL>
                    <a:lnR w="12700" cmpd="sng">
                      <a:noFill/>
                    </a:lnR>
                    <a:lnT w="12700" cmpd="sng">
                      <a:noFill/>
                    </a:lnT>
                    <a:lnB w="19050" cap="flat" cmpd="sng" algn="ctr">
                      <a:solidFill>
                        <a:schemeClr val="accent5">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818830910"/>
                  </a:ext>
                </a:extLst>
              </a:tr>
            </a:tbl>
          </a:graphicData>
        </a:graphic>
      </p:graphicFrame>
      <p:sp>
        <p:nvSpPr>
          <p:cNvPr id="5" name="Text Placeholder 4">
            <a:extLst>
              <a:ext uri="{FF2B5EF4-FFF2-40B4-BE49-F238E27FC236}">
                <a16:creationId xmlns:a16="http://schemas.microsoft.com/office/drawing/2014/main" id="{CA53F07D-538B-4CAF-9440-FFFEC2C80F63}"/>
              </a:ext>
            </a:extLst>
          </p:cNvPr>
          <p:cNvSpPr>
            <a:spLocks noGrp="1"/>
          </p:cNvSpPr>
          <p:nvPr>
            <p:ph type="body" sz="quarter" idx="18"/>
          </p:nvPr>
        </p:nvSpPr>
        <p:spPr/>
        <p:txBody>
          <a:bodyPr/>
          <a:lstStyle/>
          <a:p>
            <a:r>
              <a:rPr lang="en-GB" dirty="0"/>
              <a:t>PD=Parkinson’s disease; REM=rapid eye movement</a:t>
            </a:r>
          </a:p>
          <a:p>
            <a:pPr marL="0" indent="0">
              <a:buNone/>
            </a:pPr>
            <a:endParaRPr lang="en-GB" dirty="0"/>
          </a:p>
          <a:p>
            <a:pPr marL="0" indent="0">
              <a:buNone/>
            </a:pPr>
            <a:r>
              <a:rPr lang="nb-NO" dirty="0"/>
              <a:t>Erro et al. J Parkinson Restless Leg Synd 2015;5:1–10; </a:t>
            </a:r>
            <a:r>
              <a:rPr lang="en-GB" dirty="0" err="1"/>
              <a:t>Schapira</a:t>
            </a:r>
            <a:r>
              <a:rPr lang="en-GB" dirty="0"/>
              <a:t> et al. Nat Rev </a:t>
            </a:r>
            <a:r>
              <a:rPr lang="en-GB" dirty="0" err="1"/>
              <a:t>Neurosci</a:t>
            </a:r>
            <a:r>
              <a:rPr lang="en-GB" dirty="0"/>
              <a:t> 2017;18(7):435–450; </a:t>
            </a:r>
            <a:br>
              <a:rPr lang="en-GB" dirty="0"/>
            </a:br>
            <a:r>
              <a:rPr lang="nl-NL" dirty="0"/>
              <a:t>Schrag et al. JAMA Neurol 2023;80(2):161–171; Rodriguez-Blazquez et al. Mov Disord Clin Pract 2020;8(2):231–239</a:t>
            </a:r>
          </a:p>
        </p:txBody>
      </p:sp>
      <p:sp>
        <p:nvSpPr>
          <p:cNvPr id="4" name="Slide Number Placeholder 3"/>
          <p:cNvSpPr>
            <a:spLocks noGrp="1"/>
          </p:cNvSpPr>
          <p:nvPr>
            <p:ph type="sldNum" sz="quarter" idx="4"/>
          </p:nvPr>
        </p:nvSpPr>
        <p:spPr/>
        <p:txBody>
          <a:bodyPr/>
          <a:lstStyle/>
          <a:p>
            <a:fld id="{6DBC486D-4FAB-B746-8B02-8D7C842291C6}" type="slidenum">
              <a:rPr lang="en-GB" smtClean="0"/>
              <a:t>3</a:t>
            </a:fld>
            <a:endParaRPr lang="en-GB"/>
          </a:p>
        </p:txBody>
      </p:sp>
    </p:spTree>
    <p:custDataLst>
      <p:tags r:id="rId1"/>
    </p:custDataLst>
    <p:extLst>
      <p:ext uri="{BB962C8B-B14F-4D97-AF65-F5344CB8AC3E}">
        <p14:creationId xmlns:p14="http://schemas.microsoft.com/office/powerpoint/2010/main" val="23837838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p:cNvSpPr>
            <a:spLocks noGrp="1"/>
          </p:cNvSpPr>
          <p:nvPr>
            <p:ph type="body" sz="quarter" idx="17"/>
          </p:nvPr>
        </p:nvSpPr>
        <p:spPr/>
        <p:txBody>
          <a:bodyPr/>
          <a:lstStyle/>
          <a:p>
            <a:r>
              <a:rPr lang="en-GB" dirty="0"/>
              <a:t>Parkinson’s disease – </a:t>
            </a:r>
            <a:r>
              <a:rPr lang="en-US" dirty="0"/>
              <a:t>Non-motor symptom complex and comorbidities</a:t>
            </a:r>
          </a:p>
        </p:txBody>
      </p:sp>
      <p:sp>
        <p:nvSpPr>
          <p:cNvPr id="5" name="Title 4"/>
          <p:cNvSpPr>
            <a:spLocks noGrp="1"/>
          </p:cNvSpPr>
          <p:nvPr>
            <p:ph type="title"/>
          </p:nvPr>
        </p:nvSpPr>
        <p:spPr/>
        <p:txBody>
          <a:bodyPr/>
          <a:lstStyle/>
          <a:p>
            <a:r>
              <a:rPr lang="en-GB" dirty="0"/>
              <a:t>The impact of non-motor symptoms on quality of life</a:t>
            </a:r>
          </a:p>
        </p:txBody>
      </p:sp>
      <p:sp>
        <p:nvSpPr>
          <p:cNvPr id="6" name="Content Placeholder 5"/>
          <p:cNvSpPr>
            <a:spLocks noGrp="1"/>
          </p:cNvSpPr>
          <p:nvPr>
            <p:ph idx="20"/>
          </p:nvPr>
        </p:nvSpPr>
        <p:spPr/>
        <p:txBody>
          <a:bodyPr>
            <a:normAutofit/>
          </a:bodyPr>
          <a:lstStyle/>
          <a:p>
            <a:r>
              <a:rPr lang="en-GB" sz="1800" dirty="0"/>
              <a:t>A Singaporean study assessed the impact of PD symptoms on the quality of life of approximately 200 patients with PD</a:t>
            </a:r>
            <a:r>
              <a:rPr lang="en-GB" sz="1800" baseline="30000" dirty="0"/>
              <a:t>1</a:t>
            </a:r>
            <a:endParaRPr lang="en-GB" sz="1800" dirty="0"/>
          </a:p>
          <a:p>
            <a:r>
              <a:rPr lang="en-GB" sz="1800" dirty="0"/>
              <a:t>Motor symptoms, as measured by the UPDRS scale, were not significantly correlated with quality of life, as measured by the PDQ scale, in the multivariate analysis</a:t>
            </a:r>
            <a:r>
              <a:rPr lang="en-GB" sz="1800" baseline="30000" dirty="0"/>
              <a:t>1</a:t>
            </a:r>
            <a:endParaRPr lang="en-GB" sz="1800" dirty="0"/>
          </a:p>
          <a:p>
            <a:r>
              <a:rPr lang="en-GB" sz="1800" dirty="0"/>
              <a:t>The quality of life of the patients, as measured by the PDQ scale, correlated with the total number of non-motor symptoms observed (p&lt;0.001)</a:t>
            </a:r>
            <a:r>
              <a:rPr lang="en-GB" sz="1800" baseline="30000" dirty="0"/>
              <a:t>1</a:t>
            </a:r>
            <a:endParaRPr lang="en-GB" sz="1800" dirty="0"/>
          </a:p>
        </p:txBody>
      </p:sp>
      <p:sp>
        <p:nvSpPr>
          <p:cNvPr id="7" name="Content Placeholder 6"/>
          <p:cNvSpPr>
            <a:spLocks noGrp="1"/>
          </p:cNvSpPr>
          <p:nvPr>
            <p:ph idx="21"/>
          </p:nvPr>
        </p:nvSpPr>
        <p:spPr/>
        <p:txBody>
          <a:bodyPr>
            <a:normAutofit/>
          </a:bodyPr>
          <a:lstStyle/>
          <a:p>
            <a:r>
              <a:rPr lang="en-GB" sz="1800" dirty="0"/>
              <a:t>A questionnaire study in the UK assessed the effect of non-motor symptoms on quality of life in 158 patients with PD</a:t>
            </a:r>
            <a:r>
              <a:rPr lang="en-GB" sz="1800" baseline="30000" dirty="0"/>
              <a:t>2</a:t>
            </a:r>
            <a:endParaRPr lang="en-GB" sz="1800" dirty="0"/>
          </a:p>
          <a:p>
            <a:r>
              <a:rPr lang="en-GB" sz="1800" dirty="0"/>
              <a:t>Many non-motor symptoms correlated with quality of life scores:</a:t>
            </a:r>
            <a:r>
              <a:rPr lang="en-GB" sz="1800" baseline="30000" dirty="0"/>
              <a:t>2</a:t>
            </a:r>
            <a:endParaRPr lang="en-GB" sz="1800" dirty="0"/>
          </a:p>
          <a:p>
            <a:pPr lvl="1"/>
            <a:r>
              <a:rPr lang="en-GB" sz="1600" dirty="0"/>
              <a:t>Depression (p&lt;0.001)</a:t>
            </a:r>
          </a:p>
          <a:p>
            <a:pPr lvl="1"/>
            <a:r>
              <a:rPr lang="en-GB" sz="1600" dirty="0"/>
              <a:t>Anxiety (p&lt;0.001)</a:t>
            </a:r>
          </a:p>
          <a:p>
            <a:pPr lvl="1"/>
            <a:r>
              <a:rPr lang="en-GB" sz="1600" dirty="0"/>
              <a:t>Impaired concentration (p&lt;0.001)</a:t>
            </a:r>
          </a:p>
          <a:p>
            <a:pPr lvl="1"/>
            <a:r>
              <a:rPr lang="en-GB" sz="1600" dirty="0"/>
              <a:t>Memory complaints (p&lt;0.001)</a:t>
            </a:r>
          </a:p>
          <a:p>
            <a:pPr lvl="1"/>
            <a:r>
              <a:rPr lang="en-GB" sz="1600" dirty="0"/>
              <a:t>Sleep disturbance (p=0.002)</a:t>
            </a:r>
          </a:p>
        </p:txBody>
      </p:sp>
      <p:sp>
        <p:nvSpPr>
          <p:cNvPr id="2" name="Text Placeholder 1">
            <a:extLst>
              <a:ext uri="{FF2B5EF4-FFF2-40B4-BE49-F238E27FC236}">
                <a16:creationId xmlns:a16="http://schemas.microsoft.com/office/drawing/2014/main" id="{83A80D4E-942F-4413-8C19-14A37D2B0EAB}"/>
              </a:ext>
            </a:extLst>
          </p:cNvPr>
          <p:cNvSpPr>
            <a:spLocks noGrp="1"/>
          </p:cNvSpPr>
          <p:nvPr>
            <p:ph type="body" sz="quarter" idx="18"/>
          </p:nvPr>
        </p:nvSpPr>
        <p:spPr/>
        <p:txBody>
          <a:bodyPr/>
          <a:lstStyle/>
          <a:p>
            <a:pPr marL="0" indent="0">
              <a:buNone/>
            </a:pPr>
            <a:r>
              <a:rPr lang="en-GB" dirty="0"/>
              <a:t>PD=Parkinson’s Disease; PDQ=Parkinson’s Disease Questionnaire; UPDRS=</a:t>
            </a:r>
            <a:r>
              <a:rPr lang="en-US" dirty="0"/>
              <a:t>Unified Parkinson’s Disease Rating Scale</a:t>
            </a:r>
          </a:p>
          <a:p>
            <a:pPr marL="0" indent="0">
              <a:buNone/>
            </a:pPr>
            <a:endParaRPr lang="en-GB" dirty="0"/>
          </a:p>
          <a:p>
            <a:pPr marL="0" indent="0">
              <a:buNone/>
            </a:pPr>
            <a:r>
              <a:rPr lang="en-GB" dirty="0"/>
              <a:t>1. </a:t>
            </a:r>
            <a:r>
              <a:rPr lang="nl-NL" dirty="0"/>
              <a:t>Prakash et al. Eur J Neurol 2016;23(5):854–860; 2. Duncan et al. Mov Disord 2014;29(2):195–202</a:t>
            </a:r>
            <a:endParaRPr lang="en-GB" dirty="0"/>
          </a:p>
        </p:txBody>
      </p:sp>
      <p:sp>
        <p:nvSpPr>
          <p:cNvPr id="3" name="Slide Number Placeholder 2"/>
          <p:cNvSpPr>
            <a:spLocks noGrp="1"/>
          </p:cNvSpPr>
          <p:nvPr>
            <p:ph type="sldNum" sz="quarter" idx="4"/>
          </p:nvPr>
        </p:nvSpPr>
        <p:spPr/>
        <p:txBody>
          <a:bodyPr/>
          <a:lstStyle/>
          <a:p>
            <a:fld id="{6DBC486D-4FAB-B746-8B02-8D7C842291C6}" type="slidenum">
              <a:rPr lang="en-GB" smtClean="0"/>
              <a:t>4</a:t>
            </a:fld>
            <a:endParaRPr lang="en-GB" dirty="0"/>
          </a:p>
        </p:txBody>
      </p:sp>
      <p:sp>
        <p:nvSpPr>
          <p:cNvPr id="9" name="Rectangle: Rounded Corners 8"/>
          <p:cNvSpPr/>
          <p:nvPr/>
        </p:nvSpPr>
        <p:spPr>
          <a:xfrm>
            <a:off x="2511746" y="5008891"/>
            <a:ext cx="7294984" cy="677585"/>
          </a:xfrm>
          <a:prstGeom prst="roundRect">
            <a:avLst>
              <a:gd name="adj" fmla="val 8260"/>
            </a:avLst>
          </a:prstGeom>
          <a:noFill/>
          <a:ln w="19050">
            <a:solidFill>
              <a:schemeClr val="accent1"/>
            </a:solidFill>
          </a:ln>
        </p:spPr>
        <p:txBody>
          <a:bodyPr wrap="square">
            <a:spAutoFit/>
          </a:bodyPr>
          <a:lstStyle/>
          <a:p>
            <a:pPr algn="ctr"/>
            <a:r>
              <a:rPr lang="en-GB" dirty="0">
                <a:latin typeface="arial" panose="020B0604020202020204" pitchFamily="34" charset="0"/>
              </a:rPr>
              <a:t>The non-motor symptom complex has a significant negative impact on the quality of life of patients with PD</a:t>
            </a:r>
            <a:r>
              <a:rPr lang="en-GB" baseline="30000" dirty="0">
                <a:latin typeface="arial" panose="020B0604020202020204" pitchFamily="34" charset="0"/>
              </a:rPr>
              <a:t>1,2</a:t>
            </a:r>
          </a:p>
        </p:txBody>
      </p:sp>
    </p:spTree>
    <p:custDataLst>
      <p:tags r:id="rId1"/>
    </p:custDataLst>
    <p:extLst>
      <p:ext uri="{BB962C8B-B14F-4D97-AF65-F5344CB8AC3E}">
        <p14:creationId xmlns:p14="http://schemas.microsoft.com/office/powerpoint/2010/main" val="9412992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0000" y="900000"/>
            <a:ext cx="6642100" cy="2265466"/>
          </a:xfrm>
        </p:spPr>
        <p:txBody>
          <a:bodyPr>
            <a:normAutofit/>
          </a:bodyPr>
          <a:lstStyle/>
          <a:p>
            <a:r>
              <a:rPr lang="en-GB" dirty="0"/>
              <a:t>Cognitive symptoms of Parkinson’s disease</a:t>
            </a:r>
          </a:p>
        </p:txBody>
      </p:sp>
      <p:sp>
        <p:nvSpPr>
          <p:cNvPr id="5" name="Text Placeholder 4">
            <a:extLst>
              <a:ext uri="{FF2B5EF4-FFF2-40B4-BE49-F238E27FC236}">
                <a16:creationId xmlns:a16="http://schemas.microsoft.com/office/drawing/2014/main" id="{398A6EA8-DCE5-4C2E-866B-4162F66FFF09}"/>
              </a:ext>
            </a:extLst>
          </p:cNvPr>
          <p:cNvSpPr>
            <a:spLocks noGrp="1"/>
          </p:cNvSpPr>
          <p:nvPr>
            <p:ph type="body" idx="1"/>
          </p:nvPr>
        </p:nvSpPr>
        <p:spPr>
          <a:xfrm>
            <a:off x="900000" y="3165466"/>
            <a:ext cx="6642100" cy="1500187"/>
          </a:xfrm>
        </p:spPr>
        <p:txBody>
          <a:bodyPr/>
          <a:lstStyle/>
          <a:p>
            <a:r>
              <a:rPr lang="en-GB" dirty="0"/>
              <a:t>Parkinson’s disease</a:t>
            </a:r>
            <a:endParaRPr lang="da-DK" dirty="0"/>
          </a:p>
        </p:txBody>
      </p:sp>
    </p:spTree>
    <p:custDataLst>
      <p:tags r:id="rId1"/>
    </p:custDataLst>
    <p:extLst>
      <p:ext uri="{BB962C8B-B14F-4D97-AF65-F5344CB8AC3E}">
        <p14:creationId xmlns:p14="http://schemas.microsoft.com/office/powerpoint/2010/main" val="1229220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E1DBB0BC-B054-4F9C-A4B6-7D76BA8ED0A9}"/>
              </a:ext>
            </a:extLst>
          </p:cNvPr>
          <p:cNvSpPr>
            <a:spLocks noGrp="1"/>
          </p:cNvSpPr>
          <p:nvPr>
            <p:ph type="body" sz="quarter" idx="17"/>
          </p:nvPr>
        </p:nvSpPr>
        <p:spPr/>
        <p:txBody>
          <a:bodyPr/>
          <a:lstStyle/>
          <a:p>
            <a:r>
              <a:rPr lang="en-GB" dirty="0"/>
              <a:t>Parkinson’s disease – </a:t>
            </a:r>
            <a:r>
              <a:rPr lang="en-US" dirty="0"/>
              <a:t>Non-motor symptom complex and comorbidities</a:t>
            </a:r>
          </a:p>
        </p:txBody>
      </p:sp>
      <p:sp>
        <p:nvSpPr>
          <p:cNvPr id="10" name="Title 9">
            <a:extLst>
              <a:ext uri="{FF2B5EF4-FFF2-40B4-BE49-F238E27FC236}">
                <a16:creationId xmlns:a16="http://schemas.microsoft.com/office/drawing/2014/main" id="{399AB076-2905-4EA5-AB18-05EC47E40739}"/>
              </a:ext>
            </a:extLst>
          </p:cNvPr>
          <p:cNvSpPr>
            <a:spLocks noGrp="1"/>
          </p:cNvSpPr>
          <p:nvPr>
            <p:ph type="title"/>
          </p:nvPr>
        </p:nvSpPr>
        <p:spPr/>
        <p:txBody>
          <a:bodyPr/>
          <a:lstStyle/>
          <a:p>
            <a:r>
              <a:rPr lang="en-GB" dirty="0"/>
              <a:t>Cognition and cognitive impairment in Parkinson’s disease</a:t>
            </a:r>
          </a:p>
        </p:txBody>
      </p:sp>
      <p:sp>
        <p:nvSpPr>
          <p:cNvPr id="8" name="Content Placeholder 7">
            <a:extLst>
              <a:ext uri="{FF2B5EF4-FFF2-40B4-BE49-F238E27FC236}">
                <a16:creationId xmlns:a16="http://schemas.microsoft.com/office/drawing/2014/main" id="{CC4D3E42-FFAE-46AD-8816-A14695FA7BA9}"/>
              </a:ext>
            </a:extLst>
          </p:cNvPr>
          <p:cNvSpPr>
            <a:spLocks noGrp="1"/>
          </p:cNvSpPr>
          <p:nvPr>
            <p:ph idx="20"/>
          </p:nvPr>
        </p:nvSpPr>
        <p:spPr/>
        <p:txBody>
          <a:bodyPr>
            <a:normAutofit/>
          </a:bodyPr>
          <a:lstStyle/>
          <a:p>
            <a:r>
              <a:rPr lang="en-GB" sz="1800" dirty="0"/>
              <a:t>In PD, there is a spectrum of cognitive dysfunction, ranging from MCI to PD dementia</a:t>
            </a:r>
            <a:r>
              <a:rPr lang="en-GB" sz="1800" baseline="30000" dirty="0"/>
              <a:t>1-3</a:t>
            </a:r>
          </a:p>
          <a:p>
            <a:r>
              <a:rPr lang="en-GB" sz="1800" dirty="0"/>
              <a:t>MCI is common in non-demented patients with PD, and its presence is associated with increasing age, disease duration, and disease severity</a:t>
            </a:r>
            <a:r>
              <a:rPr lang="en-GB" sz="1800" baseline="30000" dirty="0"/>
              <a:t>1</a:t>
            </a:r>
          </a:p>
          <a:p>
            <a:r>
              <a:rPr lang="en-GB" sz="1800" dirty="0"/>
              <a:t>MCI also tends to predict the onset of dementia; with time, dementia develops in the majority of patients with PD and MCI</a:t>
            </a:r>
            <a:r>
              <a:rPr lang="en-GB" sz="1800" baseline="30000" dirty="0"/>
              <a:t>1,3</a:t>
            </a:r>
          </a:p>
          <a:p>
            <a:r>
              <a:rPr lang="en-GB" sz="1800" dirty="0">
                <a:solidFill>
                  <a:schemeClr val="tx1"/>
                </a:solidFill>
              </a:rPr>
              <a:t>Post-mortem and PET evidence suggest that </a:t>
            </a:r>
            <a:br>
              <a:rPr lang="en-GB" sz="1800" dirty="0">
                <a:solidFill>
                  <a:schemeClr val="tx1"/>
                </a:solidFill>
              </a:rPr>
            </a:br>
            <a:r>
              <a:rPr lang="en-GB" sz="1800" dirty="0">
                <a:solidFill>
                  <a:schemeClr val="tx1"/>
                </a:solidFill>
              </a:rPr>
              <a:t>co-morbid Alzheimer’s type pathologies </a:t>
            </a:r>
            <a:br>
              <a:rPr lang="en-GB" sz="1800" dirty="0">
                <a:solidFill>
                  <a:schemeClr val="tx1"/>
                </a:solidFill>
              </a:rPr>
            </a:br>
            <a:r>
              <a:rPr lang="en-GB" sz="1800" dirty="0">
                <a:solidFill>
                  <a:schemeClr val="tx1"/>
                </a:solidFill>
              </a:rPr>
              <a:t>(e.g., amyloid plaque formation) are correlated with poorer prognosis in Lewy body disease</a:t>
            </a:r>
            <a:r>
              <a:rPr lang="en-GB" sz="1800" baseline="30000" dirty="0">
                <a:solidFill>
                  <a:schemeClr val="tx1"/>
                </a:solidFill>
              </a:rPr>
              <a:t>4,5</a:t>
            </a:r>
          </a:p>
        </p:txBody>
      </p:sp>
      <p:sp>
        <p:nvSpPr>
          <p:cNvPr id="11" name="Content Placeholder 10">
            <a:extLst>
              <a:ext uri="{FF2B5EF4-FFF2-40B4-BE49-F238E27FC236}">
                <a16:creationId xmlns:a16="http://schemas.microsoft.com/office/drawing/2014/main" id="{530687E5-B903-4BFF-951C-6231F3569664}"/>
              </a:ext>
            </a:extLst>
          </p:cNvPr>
          <p:cNvSpPr>
            <a:spLocks noGrp="1"/>
          </p:cNvSpPr>
          <p:nvPr>
            <p:ph idx="21"/>
          </p:nvPr>
        </p:nvSpPr>
        <p:spPr/>
        <p:txBody>
          <a:bodyPr>
            <a:noAutofit/>
          </a:bodyPr>
          <a:lstStyle/>
          <a:p>
            <a:r>
              <a:rPr lang="en-GB" sz="1800" dirty="0"/>
              <a:t>Ideally, the different forms of cognitive impairment should be defined using a standardised approach and, to this end, the MDS task force has developed diagnostic criteria for MCI</a:t>
            </a:r>
            <a:r>
              <a:rPr lang="en-GB" sz="1800" baseline="30000" dirty="0"/>
              <a:t>1</a:t>
            </a:r>
          </a:p>
          <a:p>
            <a:r>
              <a:rPr lang="en-GB" sz="1800" dirty="0"/>
              <a:t>These clinical, cognitive, and functional criteria were designed to be consistent with the MDS proposed criteria for PD-related dementia,</a:t>
            </a:r>
            <a:r>
              <a:rPr lang="en-GB" sz="1800" baseline="30000" dirty="0"/>
              <a:t>2</a:t>
            </a:r>
            <a:r>
              <a:rPr lang="en-GB" sz="1800" dirty="0"/>
              <a:t> thereby allowing the transition over time between normal cognition, MCI, and dementia</a:t>
            </a:r>
            <a:r>
              <a:rPr lang="en-GB" sz="1800" baseline="30000" dirty="0"/>
              <a:t>1</a:t>
            </a:r>
          </a:p>
          <a:p>
            <a:r>
              <a:rPr lang="en-GB" sz="1800" dirty="0"/>
              <a:t>The diagnostic guidelines should enable clinicians to identify patients at greater risk of developing dementia, who may benefit from early interventions</a:t>
            </a:r>
            <a:r>
              <a:rPr lang="en-GB" sz="1800" baseline="30000" dirty="0"/>
              <a:t>1</a:t>
            </a:r>
          </a:p>
        </p:txBody>
      </p:sp>
      <p:sp>
        <p:nvSpPr>
          <p:cNvPr id="2" name="Text Placeholder 1">
            <a:extLst>
              <a:ext uri="{FF2B5EF4-FFF2-40B4-BE49-F238E27FC236}">
                <a16:creationId xmlns:a16="http://schemas.microsoft.com/office/drawing/2014/main" id="{FA4A04E4-F5FE-4B4F-8A00-68192D5D3B67}"/>
              </a:ext>
            </a:extLst>
          </p:cNvPr>
          <p:cNvSpPr>
            <a:spLocks noGrp="1"/>
          </p:cNvSpPr>
          <p:nvPr>
            <p:ph type="body" sz="quarter" idx="18"/>
          </p:nvPr>
        </p:nvSpPr>
        <p:spPr/>
        <p:txBody>
          <a:bodyPr/>
          <a:lstStyle/>
          <a:p>
            <a:pPr marL="0" indent="0">
              <a:buNone/>
            </a:pPr>
            <a:r>
              <a:rPr lang="en-GB" dirty="0"/>
              <a:t>MCI=mild cognitive impairment; MDS=Movement Disorder Society; PD=Parkinson’s disease; PET=positron emission tomography</a:t>
            </a:r>
          </a:p>
          <a:p>
            <a:pPr marL="0" indent="0">
              <a:buNone/>
            </a:pPr>
            <a:endParaRPr lang="en-GB" dirty="0"/>
          </a:p>
          <a:p>
            <a:r>
              <a:rPr lang="en-GB" dirty="0"/>
              <a:t>1. </a:t>
            </a:r>
            <a:r>
              <a:rPr lang="en-GB" dirty="0" err="1"/>
              <a:t>Litvan</a:t>
            </a:r>
            <a:r>
              <a:rPr lang="en-GB" dirty="0"/>
              <a:t> et al. Mov </a:t>
            </a:r>
            <a:r>
              <a:rPr lang="en-GB" dirty="0" err="1"/>
              <a:t>Disord</a:t>
            </a:r>
            <a:r>
              <a:rPr lang="en-GB" dirty="0"/>
              <a:t> 2012;27(3):349–356; 2. Emre et al. Mov </a:t>
            </a:r>
            <a:r>
              <a:rPr lang="en-GB" dirty="0" err="1"/>
              <a:t>Disord</a:t>
            </a:r>
            <a:r>
              <a:rPr lang="en-GB" dirty="0"/>
              <a:t> 2007;22(12):1689–1707; </a:t>
            </a:r>
            <a:br>
              <a:rPr lang="en-GB" dirty="0"/>
            </a:br>
            <a:r>
              <a:rPr lang="en-GB" dirty="0"/>
              <a:t>3. Weil et al. Curr </a:t>
            </a:r>
            <a:r>
              <a:rPr lang="en-GB" dirty="0" err="1"/>
              <a:t>Neurol</a:t>
            </a:r>
            <a:r>
              <a:rPr lang="en-GB" dirty="0"/>
              <a:t> </a:t>
            </a:r>
            <a:r>
              <a:rPr lang="en-GB" dirty="0" err="1"/>
              <a:t>Neurosci</a:t>
            </a:r>
            <a:r>
              <a:rPr lang="en-GB" dirty="0"/>
              <a:t> Rep 2018;18(4):17; </a:t>
            </a:r>
            <a:r>
              <a:rPr lang="en-GB" dirty="0">
                <a:solidFill>
                  <a:schemeClr val="tx1"/>
                </a:solidFill>
              </a:rPr>
              <a:t>4. Irwin et al. Lancet </a:t>
            </a:r>
            <a:r>
              <a:rPr lang="en-GB" dirty="0" err="1">
                <a:solidFill>
                  <a:schemeClr val="tx1"/>
                </a:solidFill>
              </a:rPr>
              <a:t>Neurol</a:t>
            </a:r>
            <a:r>
              <a:rPr lang="en-GB" dirty="0">
                <a:solidFill>
                  <a:schemeClr val="tx1"/>
                </a:solidFill>
              </a:rPr>
              <a:t> 2017;16(1):55–65; 5. Petrou et al. Mov </a:t>
            </a:r>
            <a:r>
              <a:rPr lang="en-GB" dirty="0" err="1">
                <a:solidFill>
                  <a:schemeClr val="tx1"/>
                </a:solidFill>
              </a:rPr>
              <a:t>Disord</a:t>
            </a:r>
            <a:r>
              <a:rPr lang="en-GB" dirty="0">
                <a:solidFill>
                  <a:schemeClr val="tx1"/>
                </a:solidFill>
              </a:rPr>
              <a:t> 2015;30(7):928–935</a:t>
            </a:r>
          </a:p>
        </p:txBody>
      </p:sp>
      <p:sp>
        <p:nvSpPr>
          <p:cNvPr id="4" name="Slide Number Placeholder 3">
            <a:extLst>
              <a:ext uri="{FF2B5EF4-FFF2-40B4-BE49-F238E27FC236}">
                <a16:creationId xmlns:a16="http://schemas.microsoft.com/office/drawing/2014/main" id="{0ED82DC2-3B18-4016-8227-C795E0AF0E64}"/>
              </a:ext>
            </a:extLst>
          </p:cNvPr>
          <p:cNvSpPr>
            <a:spLocks noGrp="1"/>
          </p:cNvSpPr>
          <p:nvPr>
            <p:ph type="sldNum" sz="quarter" idx="4"/>
          </p:nvPr>
        </p:nvSpPr>
        <p:spPr/>
        <p:txBody>
          <a:bodyPr/>
          <a:lstStyle/>
          <a:p>
            <a:fld id="{6DBC486D-4FAB-B746-8B02-8D7C842291C6}" type="slidenum">
              <a:rPr lang="en-GB" smtClean="0"/>
              <a:t>6</a:t>
            </a:fld>
            <a:endParaRPr lang="en-GB"/>
          </a:p>
        </p:txBody>
      </p:sp>
    </p:spTree>
    <p:custDataLst>
      <p:tags r:id="rId1"/>
    </p:custDataLst>
    <p:extLst>
      <p:ext uri="{BB962C8B-B14F-4D97-AF65-F5344CB8AC3E}">
        <p14:creationId xmlns:p14="http://schemas.microsoft.com/office/powerpoint/2010/main" val="3617341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7"/>
          </p:nvPr>
        </p:nvSpPr>
        <p:spPr/>
        <p:txBody>
          <a:bodyPr/>
          <a:lstStyle/>
          <a:p>
            <a:r>
              <a:rPr lang="en-GB"/>
              <a:t>Parkinson’s disease – </a:t>
            </a:r>
            <a:r>
              <a:rPr lang="en-US"/>
              <a:t>Non-motor symptom complex and comorbidities</a:t>
            </a:r>
            <a:endParaRPr lang="en-US" dirty="0"/>
          </a:p>
        </p:txBody>
      </p:sp>
      <p:sp>
        <p:nvSpPr>
          <p:cNvPr id="2" name="Title 1"/>
          <p:cNvSpPr>
            <a:spLocks noGrp="1"/>
          </p:cNvSpPr>
          <p:nvPr>
            <p:ph type="title"/>
          </p:nvPr>
        </p:nvSpPr>
        <p:spPr/>
        <p:txBody>
          <a:bodyPr/>
          <a:lstStyle/>
          <a:p>
            <a:r>
              <a:rPr lang="en-GB"/>
              <a:t>MDS diagnostic criteria for MCI in Parkinson’s disease</a:t>
            </a:r>
            <a:endParaRPr lang="en-GB" dirty="0"/>
          </a:p>
        </p:txBody>
      </p:sp>
      <p:sp>
        <p:nvSpPr>
          <p:cNvPr id="3" name="Content Placeholder 2"/>
          <p:cNvSpPr>
            <a:spLocks noGrp="1"/>
          </p:cNvSpPr>
          <p:nvPr>
            <p:ph idx="20"/>
          </p:nvPr>
        </p:nvSpPr>
        <p:spPr/>
        <p:txBody>
          <a:bodyPr>
            <a:noAutofit/>
          </a:bodyPr>
          <a:lstStyle/>
          <a:p>
            <a:pPr marL="0" indent="0">
              <a:lnSpc>
                <a:spcPct val="110000"/>
              </a:lnSpc>
              <a:spcBef>
                <a:spcPts val="260"/>
              </a:spcBef>
              <a:buNone/>
            </a:pPr>
            <a:r>
              <a:rPr lang="en-GB" sz="1300" b="1" dirty="0"/>
              <a:t>I. Inclusion criteria</a:t>
            </a:r>
            <a:r>
              <a:rPr lang="en-GB" sz="1300" b="1" baseline="30000" dirty="0"/>
              <a:t>1</a:t>
            </a:r>
            <a:endParaRPr lang="en-GB" sz="1300" b="1" dirty="0"/>
          </a:p>
          <a:p>
            <a:pPr>
              <a:lnSpc>
                <a:spcPct val="110000"/>
              </a:lnSpc>
              <a:spcBef>
                <a:spcPts val="260"/>
              </a:spcBef>
            </a:pPr>
            <a:r>
              <a:rPr lang="en-GB" sz="1300" dirty="0"/>
              <a:t>Diagnosis of PD based on the UK PD Brain Bank Criteria </a:t>
            </a:r>
          </a:p>
          <a:p>
            <a:pPr>
              <a:lnSpc>
                <a:spcPct val="110000"/>
              </a:lnSpc>
              <a:spcBef>
                <a:spcPts val="260"/>
              </a:spcBef>
            </a:pPr>
            <a:r>
              <a:rPr lang="en-GB" sz="1300" dirty="0"/>
              <a:t>Gradual decline, in the context of established PD, in cognitive ability reported by either the patient or informant, or observed by the clinician</a:t>
            </a:r>
          </a:p>
          <a:p>
            <a:pPr>
              <a:lnSpc>
                <a:spcPct val="110000"/>
              </a:lnSpc>
              <a:spcBef>
                <a:spcPts val="260"/>
              </a:spcBef>
            </a:pPr>
            <a:r>
              <a:rPr lang="en-GB" sz="1300" dirty="0"/>
              <a:t>Cognitive deficits on either formal neuropsychological testing or a scale of global cognitive abilities (detailed in Section III)</a:t>
            </a:r>
          </a:p>
          <a:p>
            <a:pPr>
              <a:lnSpc>
                <a:spcPct val="110000"/>
              </a:lnSpc>
              <a:spcBef>
                <a:spcPts val="260"/>
              </a:spcBef>
            </a:pPr>
            <a:r>
              <a:rPr lang="en-GB" sz="1300" dirty="0"/>
              <a:t>Cognitive deficits not sufficient to interfere significantly with functional independence, although subtle difficulties on complex functional tasks may be present</a:t>
            </a:r>
          </a:p>
          <a:p>
            <a:pPr marL="0" indent="0">
              <a:lnSpc>
                <a:spcPct val="110000"/>
              </a:lnSpc>
              <a:spcBef>
                <a:spcPts val="260"/>
              </a:spcBef>
              <a:buNone/>
            </a:pPr>
            <a:r>
              <a:rPr lang="tr-TR" sz="1300" b="1" dirty="0"/>
              <a:t>II. Exclusion criteria</a:t>
            </a:r>
            <a:r>
              <a:rPr lang="en-GB" sz="1300" b="1" baseline="30000" dirty="0"/>
              <a:t>1</a:t>
            </a:r>
            <a:endParaRPr lang="tr-TR" sz="1300" b="1" dirty="0"/>
          </a:p>
          <a:p>
            <a:pPr>
              <a:lnSpc>
                <a:spcPct val="110000"/>
              </a:lnSpc>
              <a:spcBef>
                <a:spcPts val="260"/>
              </a:spcBef>
            </a:pPr>
            <a:r>
              <a:rPr lang="tr-TR" sz="1300" dirty="0"/>
              <a:t>Diagnosis of PD dementia based on MDS Task Force proposed criteria</a:t>
            </a:r>
            <a:r>
              <a:rPr lang="en-GB" sz="1300" baseline="30000" dirty="0"/>
              <a:t>2</a:t>
            </a:r>
            <a:endParaRPr lang="tr-TR" sz="1300" baseline="30000" dirty="0"/>
          </a:p>
          <a:p>
            <a:pPr>
              <a:lnSpc>
                <a:spcPct val="110000"/>
              </a:lnSpc>
              <a:spcBef>
                <a:spcPts val="260"/>
              </a:spcBef>
            </a:pPr>
            <a:r>
              <a:rPr lang="tr-TR" sz="1300" dirty="0"/>
              <a:t>Other primary explanations for cognitive impairment (e.g., delirium, stroke, major depression, metabolic abnormalities, adverse effects of medication, or head trauma)</a:t>
            </a:r>
          </a:p>
          <a:p>
            <a:pPr>
              <a:lnSpc>
                <a:spcPct val="110000"/>
              </a:lnSpc>
              <a:spcBef>
                <a:spcPts val="260"/>
              </a:spcBef>
            </a:pPr>
            <a:r>
              <a:rPr lang="tr-TR" sz="1300" dirty="0"/>
              <a:t>Other PD-associated comorbid conditions (e.g., motor impairment or severe anxiety, depression, excessive daytime sleepiness, or psychosis) that, in the opinion of the clinician, significantly influence cognitive testin</a:t>
            </a:r>
            <a:r>
              <a:rPr lang="en-GB" sz="1300" dirty="0"/>
              <a:t>g</a:t>
            </a:r>
            <a:endParaRPr lang="tr-TR" sz="1300" dirty="0"/>
          </a:p>
        </p:txBody>
      </p:sp>
      <p:sp>
        <p:nvSpPr>
          <p:cNvPr id="5" name="Content Placeholder 4"/>
          <p:cNvSpPr>
            <a:spLocks noGrp="1"/>
          </p:cNvSpPr>
          <p:nvPr>
            <p:ph idx="21"/>
          </p:nvPr>
        </p:nvSpPr>
        <p:spPr/>
        <p:txBody>
          <a:bodyPr>
            <a:noAutofit/>
          </a:bodyPr>
          <a:lstStyle/>
          <a:p>
            <a:pPr marL="0" indent="0">
              <a:lnSpc>
                <a:spcPct val="100000"/>
              </a:lnSpc>
              <a:spcBef>
                <a:spcPts val="260"/>
              </a:spcBef>
              <a:buNone/>
            </a:pPr>
            <a:r>
              <a:rPr lang="tr-TR" sz="1300" b="1" dirty="0"/>
              <a:t>III. Specific guidelines for PD</a:t>
            </a:r>
            <a:r>
              <a:rPr lang="en-GB" sz="1300" b="1" dirty="0"/>
              <a:t>–</a:t>
            </a:r>
            <a:r>
              <a:rPr lang="tr-TR" sz="1300" b="1" dirty="0"/>
              <a:t>MCI </a:t>
            </a:r>
            <a:r>
              <a:rPr lang="en-GB" sz="1300" b="1" dirty="0"/>
              <a:t>L</a:t>
            </a:r>
            <a:r>
              <a:rPr lang="tr-TR" sz="1300" b="1" dirty="0"/>
              <a:t>evel I and </a:t>
            </a:r>
            <a:r>
              <a:rPr lang="en-GB" sz="1300" b="1" dirty="0"/>
              <a:t>L</a:t>
            </a:r>
            <a:r>
              <a:rPr lang="tr-TR" sz="1300" b="1" dirty="0"/>
              <a:t>evel II categories</a:t>
            </a:r>
            <a:r>
              <a:rPr lang="en-GB" sz="1300" b="1" baseline="30000" dirty="0"/>
              <a:t>1</a:t>
            </a:r>
            <a:endParaRPr lang="tr-TR" sz="1300" b="1" dirty="0"/>
          </a:p>
          <a:p>
            <a:pPr marL="0" indent="0">
              <a:lnSpc>
                <a:spcPct val="100000"/>
              </a:lnSpc>
              <a:spcBef>
                <a:spcPts val="260"/>
              </a:spcBef>
              <a:buNone/>
            </a:pPr>
            <a:r>
              <a:rPr lang="tr-TR" sz="1300" b="1" dirty="0"/>
              <a:t>A.</a:t>
            </a:r>
            <a:r>
              <a:rPr lang="en-GB" sz="1300" b="1" dirty="0"/>
              <a:t> </a:t>
            </a:r>
            <a:r>
              <a:rPr lang="tr-TR" sz="1300" b="1" dirty="0"/>
              <a:t>Level I (abbreviated assessment)</a:t>
            </a:r>
          </a:p>
          <a:p>
            <a:pPr>
              <a:lnSpc>
                <a:spcPct val="100000"/>
              </a:lnSpc>
              <a:spcBef>
                <a:spcPts val="260"/>
              </a:spcBef>
            </a:pPr>
            <a:r>
              <a:rPr lang="tr-TR" sz="1300" dirty="0"/>
              <a:t>Impairment on a scale of global cognitive abilities validated for use in PD </a:t>
            </a:r>
            <a:endParaRPr lang="en-GB" sz="1300" dirty="0"/>
          </a:p>
          <a:p>
            <a:pPr marL="0" indent="0">
              <a:lnSpc>
                <a:spcPct val="100000"/>
              </a:lnSpc>
              <a:spcBef>
                <a:spcPts val="260"/>
              </a:spcBef>
              <a:buNone/>
            </a:pPr>
            <a:r>
              <a:rPr lang="tr-TR" sz="1300" i="1" dirty="0"/>
              <a:t>or</a:t>
            </a:r>
            <a:endParaRPr lang="en-GB" sz="1300" dirty="0"/>
          </a:p>
          <a:p>
            <a:pPr>
              <a:lnSpc>
                <a:spcPct val="100000"/>
              </a:lnSpc>
              <a:spcBef>
                <a:spcPts val="260"/>
              </a:spcBef>
            </a:pPr>
            <a:r>
              <a:rPr lang="en-GB" sz="1300" dirty="0"/>
              <a:t>I</a:t>
            </a:r>
            <a:r>
              <a:rPr lang="tr-TR" sz="1300" dirty="0"/>
              <a:t>mpairment on at least two tests, when a limited battery of neuropsychological tests is performed (i.e., the battery includes less than two tests within each of the five cognitive domains or less than five cognitive domains are assessed)</a:t>
            </a:r>
          </a:p>
          <a:p>
            <a:pPr marL="0" indent="0">
              <a:lnSpc>
                <a:spcPct val="100000"/>
              </a:lnSpc>
              <a:spcBef>
                <a:spcPts val="260"/>
              </a:spcBef>
              <a:buNone/>
            </a:pPr>
            <a:r>
              <a:rPr lang="tr-TR" sz="1300" b="1" dirty="0"/>
              <a:t>B.</a:t>
            </a:r>
            <a:r>
              <a:rPr lang="en-GB" sz="1300" b="1" dirty="0"/>
              <a:t> </a:t>
            </a:r>
            <a:r>
              <a:rPr lang="tr-TR" sz="1300" b="1" dirty="0"/>
              <a:t>Level II (comprehensive assessment)</a:t>
            </a:r>
          </a:p>
          <a:p>
            <a:pPr>
              <a:lnSpc>
                <a:spcPct val="100000"/>
              </a:lnSpc>
              <a:spcBef>
                <a:spcPts val="260"/>
              </a:spcBef>
            </a:pPr>
            <a:r>
              <a:rPr lang="tr-TR" sz="1300" dirty="0"/>
              <a:t>Neuropsychological testing that includes two tests within each of the five cognitive domains (i.e., attention and working memory, executive, language, memory, and visuospatial)</a:t>
            </a:r>
          </a:p>
          <a:p>
            <a:pPr>
              <a:lnSpc>
                <a:spcPct val="100000"/>
              </a:lnSpc>
              <a:spcBef>
                <a:spcPts val="260"/>
              </a:spcBef>
            </a:pPr>
            <a:r>
              <a:rPr lang="tr-TR" sz="1300" dirty="0"/>
              <a:t>Impairment on at least two neuropsychological tests, represented by either two impaired tests in one cognitive domain or one impaired test in two different cognitive domains</a:t>
            </a:r>
          </a:p>
          <a:p>
            <a:pPr>
              <a:lnSpc>
                <a:spcPct val="100000"/>
              </a:lnSpc>
              <a:spcBef>
                <a:spcPts val="260"/>
              </a:spcBef>
            </a:pPr>
            <a:r>
              <a:rPr lang="tr-TR" sz="1300" dirty="0"/>
              <a:t>Impairment on neuropsychological tests may be demonstrated by:</a:t>
            </a:r>
          </a:p>
          <a:p>
            <a:pPr lvl="1">
              <a:lnSpc>
                <a:spcPct val="100000"/>
              </a:lnSpc>
              <a:spcBef>
                <a:spcPts val="260"/>
              </a:spcBef>
            </a:pPr>
            <a:r>
              <a:rPr lang="tr-TR" sz="1300" dirty="0"/>
              <a:t>Performance approximately 1 to 2 </a:t>
            </a:r>
            <a:r>
              <a:rPr lang="en-GB" sz="1300" dirty="0"/>
              <a:t>standard deviations</a:t>
            </a:r>
            <a:r>
              <a:rPr lang="tr-TR" sz="1300" dirty="0"/>
              <a:t> below appropriate norms</a:t>
            </a:r>
          </a:p>
          <a:p>
            <a:pPr lvl="1">
              <a:lnSpc>
                <a:spcPct val="100000"/>
              </a:lnSpc>
              <a:spcBef>
                <a:spcPts val="260"/>
              </a:spcBef>
            </a:pPr>
            <a:r>
              <a:rPr lang="tr-TR" sz="1300" dirty="0"/>
              <a:t>Significant decline demonstrated on serial cognitive testing</a:t>
            </a:r>
          </a:p>
          <a:p>
            <a:pPr lvl="1">
              <a:lnSpc>
                <a:spcPct val="100000"/>
              </a:lnSpc>
              <a:spcBef>
                <a:spcPts val="260"/>
              </a:spcBef>
            </a:pPr>
            <a:r>
              <a:rPr lang="tr-TR" sz="1300" dirty="0"/>
              <a:t>Significant decline from estimated premorbid levels</a:t>
            </a:r>
            <a:endParaRPr lang="en-GB" sz="1300" dirty="0"/>
          </a:p>
        </p:txBody>
      </p:sp>
      <p:sp>
        <p:nvSpPr>
          <p:cNvPr id="7" name="Text Placeholder 6">
            <a:extLst>
              <a:ext uri="{FF2B5EF4-FFF2-40B4-BE49-F238E27FC236}">
                <a16:creationId xmlns:a16="http://schemas.microsoft.com/office/drawing/2014/main" id="{D05996EE-E0E8-4B2A-BDAB-A2BFD984C5B4}"/>
              </a:ext>
            </a:extLst>
          </p:cNvPr>
          <p:cNvSpPr>
            <a:spLocks noGrp="1"/>
          </p:cNvSpPr>
          <p:nvPr>
            <p:ph type="body" sz="quarter" idx="18"/>
          </p:nvPr>
        </p:nvSpPr>
        <p:spPr/>
        <p:txBody>
          <a:bodyPr/>
          <a:lstStyle/>
          <a:p>
            <a:pPr marL="0" indent="0">
              <a:buNone/>
            </a:pPr>
            <a:r>
              <a:rPr lang="en-GB" dirty="0"/>
              <a:t>MCI=mild cognitive impairment; MDS=Movement Disorder Society; PD=Parkinson’s disease</a:t>
            </a:r>
          </a:p>
          <a:p>
            <a:pPr marL="0" indent="0">
              <a:buNone/>
            </a:pPr>
            <a:endParaRPr lang="en-GB" dirty="0"/>
          </a:p>
          <a:p>
            <a:pPr marL="0" indent="0">
              <a:buNone/>
            </a:pPr>
            <a:r>
              <a:rPr lang="en-GB" dirty="0"/>
              <a:t>1. </a:t>
            </a:r>
            <a:r>
              <a:rPr lang="en-GB" dirty="0" err="1"/>
              <a:t>Litvan</a:t>
            </a:r>
            <a:r>
              <a:rPr lang="en-GB" dirty="0"/>
              <a:t> et al. Mov </a:t>
            </a:r>
            <a:r>
              <a:rPr lang="en-GB" dirty="0" err="1"/>
              <a:t>Disord</a:t>
            </a:r>
            <a:r>
              <a:rPr lang="en-GB" dirty="0"/>
              <a:t> 2012;27(3):349–356; 2. Emre et al. Mov </a:t>
            </a:r>
            <a:r>
              <a:rPr lang="en-GB" dirty="0" err="1"/>
              <a:t>Disord</a:t>
            </a:r>
            <a:r>
              <a:rPr lang="en-GB" dirty="0"/>
              <a:t> 2007;22(12):1689–1707</a:t>
            </a:r>
          </a:p>
        </p:txBody>
      </p:sp>
      <p:sp>
        <p:nvSpPr>
          <p:cNvPr id="4" name="Slide Number Placeholder 3"/>
          <p:cNvSpPr>
            <a:spLocks noGrp="1"/>
          </p:cNvSpPr>
          <p:nvPr>
            <p:ph type="sldNum" sz="quarter" idx="4"/>
          </p:nvPr>
        </p:nvSpPr>
        <p:spPr/>
        <p:txBody>
          <a:bodyPr/>
          <a:lstStyle/>
          <a:p>
            <a:fld id="{6DBC486D-4FAB-B746-8B02-8D7C842291C6}" type="slidenum">
              <a:rPr lang="en-GB" smtClean="0"/>
              <a:t>7</a:t>
            </a:fld>
            <a:endParaRPr lang="en-GB"/>
          </a:p>
        </p:txBody>
      </p:sp>
    </p:spTree>
    <p:custDataLst>
      <p:tags r:id="rId1"/>
    </p:custDataLst>
    <p:extLst>
      <p:ext uri="{BB962C8B-B14F-4D97-AF65-F5344CB8AC3E}">
        <p14:creationId xmlns:p14="http://schemas.microsoft.com/office/powerpoint/2010/main" val="17611382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Content Placeholder 7">
            <a:extLst>
              <a:ext uri="{FF2B5EF4-FFF2-40B4-BE49-F238E27FC236}">
                <a16:creationId xmlns:a16="http://schemas.microsoft.com/office/drawing/2014/main" id="{9B7EA47D-B94E-4D61-B9C4-985918BF1EEA}"/>
              </a:ext>
            </a:extLst>
          </p:cNvPr>
          <p:cNvGraphicFramePr>
            <a:graphicFrameLocks noGrp="1"/>
          </p:cNvGraphicFramePr>
          <p:nvPr>
            <p:ph idx="21"/>
            <p:extLst>
              <p:ext uri="{D42A27DB-BD31-4B8C-83A1-F6EECF244321}">
                <p14:modId xmlns:p14="http://schemas.microsoft.com/office/powerpoint/2010/main" val="803601799"/>
              </p:ext>
            </p:extLst>
          </p:nvPr>
        </p:nvGraphicFramePr>
        <p:xfrm>
          <a:off x="6230939" y="1576071"/>
          <a:ext cx="4840288" cy="3474416"/>
        </p:xfrm>
        <a:graphic>
          <a:graphicData uri="http://schemas.openxmlformats.org/drawingml/2006/chart">
            <c:chart xmlns:c="http://schemas.openxmlformats.org/drawingml/2006/chart" xmlns:r="http://schemas.openxmlformats.org/officeDocument/2006/relationships" r:id="rId4"/>
          </a:graphicData>
        </a:graphic>
      </p:graphicFrame>
      <p:sp>
        <p:nvSpPr>
          <p:cNvPr id="11" name="Text Placeholder 10"/>
          <p:cNvSpPr>
            <a:spLocks noGrp="1"/>
          </p:cNvSpPr>
          <p:nvPr>
            <p:ph type="body" sz="quarter" idx="17"/>
          </p:nvPr>
        </p:nvSpPr>
        <p:spPr/>
        <p:txBody>
          <a:bodyPr/>
          <a:lstStyle/>
          <a:p>
            <a:r>
              <a:rPr lang="en-GB"/>
              <a:t>Parkinson’s disease – </a:t>
            </a:r>
            <a:r>
              <a:rPr lang="en-US"/>
              <a:t>Non-motor symptom complex and comorbidities</a:t>
            </a:r>
            <a:endParaRPr lang="en-US" dirty="0"/>
          </a:p>
        </p:txBody>
      </p:sp>
      <p:sp>
        <p:nvSpPr>
          <p:cNvPr id="2" name="Title 1"/>
          <p:cNvSpPr>
            <a:spLocks noGrp="1"/>
          </p:cNvSpPr>
          <p:nvPr>
            <p:ph type="title"/>
          </p:nvPr>
        </p:nvSpPr>
        <p:spPr/>
        <p:txBody>
          <a:bodyPr/>
          <a:lstStyle/>
          <a:p>
            <a:r>
              <a:rPr lang="en-GB"/>
              <a:t>Prevalence of MCI in patients with Parkinson’s disease</a:t>
            </a:r>
            <a:endParaRPr lang="en-GB" dirty="0"/>
          </a:p>
        </p:txBody>
      </p:sp>
      <p:sp>
        <p:nvSpPr>
          <p:cNvPr id="9" name="Content Placeholder 8"/>
          <p:cNvSpPr>
            <a:spLocks noGrp="1"/>
          </p:cNvSpPr>
          <p:nvPr>
            <p:ph idx="20"/>
          </p:nvPr>
        </p:nvSpPr>
        <p:spPr/>
        <p:txBody>
          <a:bodyPr>
            <a:normAutofit/>
          </a:bodyPr>
          <a:lstStyle/>
          <a:p>
            <a:r>
              <a:rPr lang="en-GB" dirty="0"/>
              <a:t>There is large variation in the reported prevalence of cognitive dysfunction, and dementia, in PD</a:t>
            </a:r>
            <a:r>
              <a:rPr lang="en-GB" baseline="30000" dirty="0"/>
              <a:t>1</a:t>
            </a:r>
            <a:endParaRPr lang="en-GB" dirty="0"/>
          </a:p>
          <a:p>
            <a:r>
              <a:rPr lang="en-GB" dirty="0"/>
              <a:t>The variation is driven largely by differences in methodology and definitions used</a:t>
            </a:r>
            <a:r>
              <a:rPr lang="en-GB" baseline="30000" dirty="0"/>
              <a:t>1</a:t>
            </a:r>
            <a:endParaRPr lang="en-GB" dirty="0"/>
          </a:p>
          <a:p>
            <a:r>
              <a:rPr lang="en-GB" dirty="0"/>
              <a:t>One study examined a total of 1,346 patients with PD without dementia, from eight different cohorts</a:t>
            </a:r>
            <a:r>
              <a:rPr lang="en-GB" baseline="30000" dirty="0"/>
              <a:t>2</a:t>
            </a:r>
            <a:endParaRPr lang="en-GB" dirty="0"/>
          </a:p>
          <a:p>
            <a:pPr lvl="1"/>
            <a:r>
              <a:rPr lang="en-GB" sz="1600" dirty="0"/>
              <a:t>In this analysis</a:t>
            </a:r>
            <a:r>
              <a:rPr lang="en-GB" sz="1600" b="1" dirty="0"/>
              <a:t>, a quarter of patients with PD were classified as having MCI</a:t>
            </a:r>
            <a:r>
              <a:rPr lang="en-GB" sz="1600" baseline="30000" dirty="0"/>
              <a:t>2</a:t>
            </a:r>
            <a:endParaRPr lang="en-GB" sz="1600" dirty="0"/>
          </a:p>
          <a:p>
            <a:r>
              <a:rPr lang="en-GB" dirty="0"/>
              <a:t>A meta-analysis, including 41 studies and 7,053 people with PD, found that </a:t>
            </a:r>
            <a:r>
              <a:rPr lang="en-GB" b="1" dirty="0"/>
              <a:t>the pooled prevalence of MCI in people with PD was 40%</a:t>
            </a:r>
            <a:r>
              <a:rPr lang="en-GB" baseline="30000" dirty="0"/>
              <a:t>3</a:t>
            </a:r>
            <a:endParaRPr lang="en-GB" dirty="0"/>
          </a:p>
          <a:p>
            <a:pPr marL="0" indent="0">
              <a:buNone/>
            </a:pPr>
            <a:endParaRPr lang="en-GB" dirty="0"/>
          </a:p>
        </p:txBody>
      </p:sp>
      <p:sp>
        <p:nvSpPr>
          <p:cNvPr id="3" name="Text Placeholder 2">
            <a:extLst>
              <a:ext uri="{FF2B5EF4-FFF2-40B4-BE49-F238E27FC236}">
                <a16:creationId xmlns:a16="http://schemas.microsoft.com/office/drawing/2014/main" id="{0428FF85-6773-44E7-AD14-9AA7F860A625}"/>
              </a:ext>
            </a:extLst>
          </p:cNvPr>
          <p:cNvSpPr>
            <a:spLocks noGrp="1"/>
          </p:cNvSpPr>
          <p:nvPr>
            <p:ph type="body" sz="quarter" idx="18"/>
          </p:nvPr>
        </p:nvSpPr>
        <p:spPr/>
        <p:txBody>
          <a:bodyPr/>
          <a:lstStyle/>
          <a:p>
            <a:pPr marL="0" indent="0">
              <a:buNone/>
            </a:pPr>
            <a:r>
              <a:rPr lang="pt-BR" dirty="0"/>
              <a:t>MCI=mild cognitive impairment; PD=Parkinson’s disease</a:t>
            </a:r>
          </a:p>
          <a:p>
            <a:pPr marL="0" indent="0">
              <a:buNone/>
            </a:pPr>
            <a:endParaRPr lang="pt-BR" dirty="0"/>
          </a:p>
          <a:p>
            <a:pPr marL="0" indent="0">
              <a:buNone/>
            </a:pPr>
            <a:r>
              <a:rPr lang="pt-BR" dirty="0"/>
              <a:t>1. Meireles &amp; Massano. </a:t>
            </a:r>
            <a:r>
              <a:rPr lang="fr-FR" dirty="0"/>
              <a:t>Front </a:t>
            </a:r>
            <a:r>
              <a:rPr lang="fr-FR" dirty="0" err="1"/>
              <a:t>Neurol</a:t>
            </a:r>
            <a:r>
              <a:rPr lang="fr-FR" dirty="0"/>
              <a:t> 2012;3:88; </a:t>
            </a:r>
            <a:r>
              <a:rPr lang="en-GB" dirty="0"/>
              <a:t>2. </a:t>
            </a:r>
            <a:r>
              <a:rPr lang="en-GB" dirty="0" err="1"/>
              <a:t>Aarsland</a:t>
            </a:r>
            <a:r>
              <a:rPr lang="en-GB" dirty="0"/>
              <a:t> et al. Neurology 2010;75(12):1062–1069; 3. </a:t>
            </a:r>
            <a:r>
              <a:rPr lang="en-US" dirty="0" err="1"/>
              <a:t>Baiano</a:t>
            </a:r>
            <a:r>
              <a:rPr lang="en-US" dirty="0"/>
              <a:t> et al. Mov </a:t>
            </a:r>
            <a:r>
              <a:rPr lang="en-US" dirty="0" err="1"/>
              <a:t>Disord</a:t>
            </a:r>
            <a:r>
              <a:rPr lang="en-US" dirty="0"/>
              <a:t> 2020;35(1):45–54</a:t>
            </a:r>
          </a:p>
        </p:txBody>
      </p:sp>
      <p:sp>
        <p:nvSpPr>
          <p:cNvPr id="4" name="Slide Number Placeholder 3"/>
          <p:cNvSpPr>
            <a:spLocks noGrp="1"/>
          </p:cNvSpPr>
          <p:nvPr>
            <p:ph type="sldNum" sz="quarter" idx="4"/>
          </p:nvPr>
        </p:nvSpPr>
        <p:spPr/>
        <p:txBody>
          <a:bodyPr/>
          <a:lstStyle/>
          <a:p>
            <a:fld id="{6DBC486D-4FAB-B746-8B02-8D7C842291C6}" type="slidenum">
              <a:rPr lang="en-GB" smtClean="0"/>
              <a:t>8</a:t>
            </a:fld>
            <a:endParaRPr lang="en-GB"/>
          </a:p>
        </p:txBody>
      </p:sp>
      <p:sp>
        <p:nvSpPr>
          <p:cNvPr id="13" name="Rectangle: Rounded Corners 12"/>
          <p:cNvSpPr/>
          <p:nvPr/>
        </p:nvSpPr>
        <p:spPr>
          <a:xfrm>
            <a:off x="1257813" y="5182712"/>
            <a:ext cx="9676888" cy="630019"/>
          </a:xfrm>
          <a:prstGeom prst="roundRect">
            <a:avLst>
              <a:gd name="adj" fmla="val 12563"/>
            </a:avLst>
          </a:prstGeom>
          <a:solidFill>
            <a:schemeClr val="bg1"/>
          </a:solidFill>
          <a:ln w="19050">
            <a:solidFill>
              <a:schemeClr val="accent1"/>
            </a:solidFill>
          </a:ln>
        </p:spPr>
        <p:txBody>
          <a:bodyPr wrap="square">
            <a:spAutoFit/>
          </a:bodyPr>
          <a:lstStyle/>
          <a:p>
            <a:pPr algn="ctr"/>
            <a:r>
              <a:rPr lang="en-GB" sz="1600" dirty="0">
                <a:latin typeface="Arial" panose="020B0604020202020204" pitchFamily="34" charset="0"/>
                <a:cs typeface="Arial" panose="020B0604020202020204" pitchFamily="34" charset="0"/>
              </a:rPr>
              <a:t>MCI is common in patients with PD without dementia, affecting a range of cognitive domains, including memory, visual–spatial, and attention/executive abilities</a:t>
            </a:r>
            <a:r>
              <a:rPr lang="en-GB" sz="1600" baseline="30000" dirty="0">
                <a:latin typeface="Arial" panose="020B0604020202020204" pitchFamily="34" charset="0"/>
                <a:cs typeface="Arial" panose="020B0604020202020204" pitchFamily="34" charset="0"/>
              </a:rPr>
              <a:t>1</a:t>
            </a:r>
            <a:endParaRPr lang="en-GB" sz="1600" dirty="0">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63EA7F29-D3DA-4367-AF35-F9A295B7E146}"/>
              </a:ext>
            </a:extLst>
          </p:cNvPr>
          <p:cNvSpPr txBox="1"/>
          <p:nvPr/>
        </p:nvSpPr>
        <p:spPr>
          <a:xfrm>
            <a:off x="8848858" y="2496915"/>
            <a:ext cx="1285742" cy="1200329"/>
          </a:xfrm>
          <a:prstGeom prst="rect">
            <a:avLst/>
          </a:prstGeom>
          <a:noFill/>
        </p:spPr>
        <p:txBody>
          <a:bodyPr wrap="square" rtlCol="0">
            <a:spAutoFit/>
          </a:bodyPr>
          <a:lstStyle/>
          <a:p>
            <a:pPr algn="ctr"/>
            <a:r>
              <a:rPr lang="en-GB" dirty="0">
                <a:solidFill>
                  <a:schemeClr val="bg1"/>
                </a:solidFill>
                <a:latin typeface="Arial" panose="020B0604020202020204" pitchFamily="34" charset="0"/>
                <a:cs typeface="Arial" panose="020B0604020202020204" pitchFamily="34" charset="0"/>
              </a:rPr>
              <a:t>MCI in people with PD:</a:t>
            </a:r>
          </a:p>
          <a:p>
            <a:pPr algn="ctr"/>
            <a:r>
              <a:rPr lang="en-GB" b="1" dirty="0">
                <a:solidFill>
                  <a:schemeClr val="bg1"/>
                </a:solidFill>
                <a:latin typeface="Arial" panose="020B0604020202020204" pitchFamily="34" charset="0"/>
                <a:cs typeface="Arial" panose="020B0604020202020204" pitchFamily="34" charset="0"/>
              </a:rPr>
              <a:t>40%</a:t>
            </a:r>
          </a:p>
        </p:txBody>
      </p:sp>
      <p:sp>
        <p:nvSpPr>
          <p:cNvPr id="17" name="TextBox 16">
            <a:extLst>
              <a:ext uri="{FF2B5EF4-FFF2-40B4-BE49-F238E27FC236}">
                <a16:creationId xmlns:a16="http://schemas.microsoft.com/office/drawing/2014/main" id="{DB087CB9-7B8B-4A91-9FE9-31461BF8762E}"/>
              </a:ext>
            </a:extLst>
          </p:cNvPr>
          <p:cNvSpPr txBox="1"/>
          <p:nvPr/>
        </p:nvSpPr>
        <p:spPr>
          <a:xfrm>
            <a:off x="6096000" y="1360480"/>
            <a:ext cx="5270501" cy="338554"/>
          </a:xfrm>
          <a:prstGeom prst="rect">
            <a:avLst/>
          </a:prstGeom>
          <a:noFill/>
        </p:spPr>
        <p:txBody>
          <a:bodyPr wrap="square" rtlCol="0">
            <a:spAutoFit/>
          </a:bodyPr>
          <a:lstStyle/>
          <a:p>
            <a:pPr algn="ctr"/>
            <a:r>
              <a:rPr lang="en-GB" sz="1600" b="1" dirty="0">
                <a:solidFill>
                  <a:schemeClr val="accent2">
                    <a:lumMod val="50000"/>
                  </a:schemeClr>
                </a:solidFill>
                <a:latin typeface="Arial" panose="020B0604020202020204" pitchFamily="34" charset="0"/>
                <a:cs typeface="Arial" panose="020B0604020202020204" pitchFamily="34" charset="0"/>
              </a:rPr>
              <a:t>Prevalence of MCI in patients with PD</a:t>
            </a:r>
            <a:r>
              <a:rPr lang="en-GB" sz="1600" b="1" baseline="30000" dirty="0">
                <a:solidFill>
                  <a:schemeClr val="accent2">
                    <a:lumMod val="50000"/>
                  </a:schemeClr>
                </a:solidFill>
                <a:latin typeface="Arial" panose="020B0604020202020204" pitchFamily="34" charset="0"/>
                <a:cs typeface="Arial" panose="020B0604020202020204" pitchFamily="34" charset="0"/>
              </a:rPr>
              <a:t>3</a:t>
            </a:r>
            <a:endParaRPr lang="en-GB" sz="1600" b="1" dirty="0">
              <a:solidFill>
                <a:schemeClr val="accent2">
                  <a:lumMod val="50000"/>
                </a:schemeClr>
              </a:solidFill>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17288278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7"/>
          </p:nvPr>
        </p:nvSpPr>
        <p:spPr/>
        <p:txBody>
          <a:bodyPr/>
          <a:lstStyle/>
          <a:p>
            <a:r>
              <a:rPr lang="en-GB" dirty="0"/>
              <a:t>Parkinson’s disease – </a:t>
            </a:r>
            <a:r>
              <a:rPr lang="en-US" dirty="0"/>
              <a:t>Non-motor symptom complex and comorbidities</a:t>
            </a:r>
          </a:p>
        </p:txBody>
      </p:sp>
      <p:sp>
        <p:nvSpPr>
          <p:cNvPr id="2" name="Title 1"/>
          <p:cNvSpPr>
            <a:spLocks noGrp="1"/>
          </p:cNvSpPr>
          <p:nvPr>
            <p:ph type="title"/>
          </p:nvPr>
        </p:nvSpPr>
        <p:spPr/>
        <p:txBody>
          <a:bodyPr/>
          <a:lstStyle/>
          <a:p>
            <a:r>
              <a:rPr lang="en-GB"/>
              <a:t>Diagnostic criteria for dementia in Parkinson’s disease</a:t>
            </a:r>
          </a:p>
        </p:txBody>
      </p:sp>
      <p:sp>
        <p:nvSpPr>
          <p:cNvPr id="5" name="Content Placeholder 4">
            <a:extLst>
              <a:ext uri="{FF2B5EF4-FFF2-40B4-BE49-F238E27FC236}">
                <a16:creationId xmlns:a16="http://schemas.microsoft.com/office/drawing/2014/main" id="{7A4D74CF-C087-459A-AFCC-40EF66E8D728}"/>
              </a:ext>
            </a:extLst>
          </p:cNvPr>
          <p:cNvSpPr>
            <a:spLocks noGrp="1"/>
          </p:cNvSpPr>
          <p:nvPr>
            <p:ph idx="21"/>
          </p:nvPr>
        </p:nvSpPr>
        <p:spPr/>
        <p:txBody>
          <a:bodyPr/>
          <a:lstStyle/>
          <a:p>
            <a:r>
              <a:rPr lang="en-GB" sz="1400" dirty="0"/>
              <a:t>The risk of developing dementia for patients with PD, at any time, is approximately 4–6 times that for people of a similar age without PD</a:t>
            </a:r>
            <a:r>
              <a:rPr lang="en-GB" sz="1400" baseline="30000" dirty="0"/>
              <a:t>2 </a:t>
            </a:r>
          </a:p>
          <a:p>
            <a:r>
              <a:rPr lang="en-GB" sz="1400" dirty="0"/>
              <a:t>Dementia also seems to be more prevalent in patients with motor symptoms dominated by postural instability–gait difficulty symptoms, rather than in those for whom tremor is dominant</a:t>
            </a:r>
            <a:r>
              <a:rPr lang="en-GB" sz="1400" baseline="30000" dirty="0"/>
              <a:t>2</a:t>
            </a:r>
          </a:p>
          <a:p>
            <a:r>
              <a:rPr lang="en-GB" sz="1400" dirty="0"/>
              <a:t>Drawing from these findings, the MDS task force proposed a simple set of diagnostic criteria that could be used by clinicians without specialist training</a:t>
            </a:r>
            <a:r>
              <a:rPr lang="en-GB" sz="1400" baseline="30000" dirty="0"/>
              <a:t>1-3</a:t>
            </a:r>
          </a:p>
          <a:p>
            <a:r>
              <a:rPr lang="en-GB" sz="1400" dirty="0"/>
              <a:t>The criteria focus on the timing of dementia symptoms; they should follow the onset of motor symptoms by ≥1 year</a:t>
            </a:r>
            <a:r>
              <a:rPr lang="en-GB" sz="1400" baseline="30000" dirty="0"/>
              <a:t>3</a:t>
            </a:r>
          </a:p>
        </p:txBody>
      </p:sp>
      <p:sp>
        <p:nvSpPr>
          <p:cNvPr id="3" name="Text Placeholder 2">
            <a:extLst>
              <a:ext uri="{FF2B5EF4-FFF2-40B4-BE49-F238E27FC236}">
                <a16:creationId xmlns:a16="http://schemas.microsoft.com/office/drawing/2014/main" id="{AEC25627-82C4-4972-9799-C052F267AE5E}"/>
              </a:ext>
            </a:extLst>
          </p:cNvPr>
          <p:cNvSpPr>
            <a:spLocks noGrp="1"/>
          </p:cNvSpPr>
          <p:nvPr>
            <p:ph type="body" sz="quarter" idx="18"/>
          </p:nvPr>
        </p:nvSpPr>
        <p:spPr/>
        <p:txBody>
          <a:bodyPr/>
          <a:lstStyle/>
          <a:p>
            <a:pPr marL="0" indent="0">
              <a:buNone/>
            </a:pPr>
            <a:r>
              <a:rPr lang="en-GB" dirty="0"/>
              <a:t>AIREN=Association Internationale pour la Recherche et </a:t>
            </a:r>
            <a:r>
              <a:rPr lang="en-GB" dirty="0" err="1"/>
              <a:t>l’Enseignement</a:t>
            </a:r>
            <a:r>
              <a:rPr lang="en-GB" dirty="0"/>
              <a:t> </a:t>
            </a:r>
            <a:r>
              <a:rPr lang="en-GB" dirty="0" err="1"/>
              <a:t>en</a:t>
            </a:r>
            <a:r>
              <a:rPr lang="en-GB" dirty="0"/>
              <a:t> Neurosciences; DLB=dementia with Lewy bodies; DSM-IV=Diagnostic and Statistical Manual of Mental Disorders, fourth edition; MDS=Movement Disorder Society; NINDS=National Institute of Neurological Disorders and Stroke; PD=Parkinson’s disease</a:t>
            </a:r>
          </a:p>
          <a:p>
            <a:pPr marL="0" indent="0">
              <a:buNone/>
            </a:pPr>
            <a:endParaRPr lang="en-GB" dirty="0"/>
          </a:p>
          <a:p>
            <a:pPr marL="0" indent="0">
              <a:buNone/>
            </a:pPr>
            <a:r>
              <a:rPr lang="en-GB" dirty="0"/>
              <a:t>1. </a:t>
            </a:r>
            <a:r>
              <a:rPr lang="en-GB" dirty="0" err="1"/>
              <a:t>Poewe</a:t>
            </a:r>
            <a:r>
              <a:rPr lang="en-GB" dirty="0"/>
              <a:t> et al. Int J Clin </a:t>
            </a:r>
            <a:r>
              <a:rPr lang="en-GB" dirty="0" err="1"/>
              <a:t>Pract</a:t>
            </a:r>
            <a:r>
              <a:rPr lang="en-GB" dirty="0"/>
              <a:t> 2008;62(10):1581–1587; 2. Emre et al. Mov </a:t>
            </a:r>
            <a:r>
              <a:rPr lang="en-GB" dirty="0" err="1"/>
              <a:t>Disord</a:t>
            </a:r>
            <a:r>
              <a:rPr lang="en-GB" dirty="0"/>
              <a:t> 2007;22(12):1689–1707; 3. Dubois et al. Mov </a:t>
            </a:r>
            <a:r>
              <a:rPr lang="en-GB" dirty="0" err="1"/>
              <a:t>Disord</a:t>
            </a:r>
            <a:r>
              <a:rPr lang="en-GB" dirty="0"/>
              <a:t> 2007;22(16):2314–2324</a:t>
            </a:r>
          </a:p>
        </p:txBody>
      </p:sp>
      <p:sp>
        <p:nvSpPr>
          <p:cNvPr id="4" name="Slide Number Placeholder 3"/>
          <p:cNvSpPr>
            <a:spLocks noGrp="1"/>
          </p:cNvSpPr>
          <p:nvPr>
            <p:ph type="sldNum" sz="quarter" idx="4"/>
          </p:nvPr>
        </p:nvSpPr>
        <p:spPr/>
        <p:txBody>
          <a:bodyPr/>
          <a:lstStyle/>
          <a:p>
            <a:fld id="{6DBC486D-4FAB-B746-8B02-8D7C842291C6}" type="slidenum">
              <a:rPr lang="en-GB" smtClean="0"/>
              <a:pPr/>
              <a:t>9</a:t>
            </a:fld>
            <a:endParaRPr lang="en-GB"/>
          </a:p>
        </p:txBody>
      </p:sp>
      <p:sp>
        <p:nvSpPr>
          <p:cNvPr id="40" name="TextBox 39">
            <a:extLst>
              <a:ext uri="{FF2B5EF4-FFF2-40B4-BE49-F238E27FC236}">
                <a16:creationId xmlns:a16="http://schemas.microsoft.com/office/drawing/2014/main" id="{61985BFB-9645-492C-AE3A-5B86A913AAB5}"/>
              </a:ext>
            </a:extLst>
          </p:cNvPr>
          <p:cNvSpPr txBox="1"/>
          <p:nvPr/>
        </p:nvSpPr>
        <p:spPr>
          <a:xfrm>
            <a:off x="539749" y="1362808"/>
            <a:ext cx="5419725" cy="307777"/>
          </a:xfrm>
          <a:prstGeom prst="rect">
            <a:avLst/>
          </a:prstGeom>
          <a:noFill/>
        </p:spPr>
        <p:txBody>
          <a:bodyPr wrap="square" rtlCol="0">
            <a:spAutoFit/>
          </a:bodyPr>
          <a:lstStyle/>
          <a:p>
            <a:pPr algn="ctr"/>
            <a:r>
              <a:rPr lang="en-GB" sz="1400" b="1" dirty="0">
                <a:solidFill>
                  <a:schemeClr val="accent2">
                    <a:lumMod val="50000"/>
                  </a:schemeClr>
                </a:solidFill>
                <a:latin typeface="Arial" panose="020B0604020202020204" pitchFamily="34" charset="0"/>
                <a:cs typeface="Arial" panose="020B0604020202020204" pitchFamily="34" charset="0"/>
              </a:rPr>
              <a:t>MDS-proposed criteria for dementia in PD</a:t>
            </a:r>
            <a:r>
              <a:rPr lang="en-GB" sz="1400" b="1" baseline="30000" dirty="0">
                <a:solidFill>
                  <a:schemeClr val="accent2">
                    <a:lumMod val="50000"/>
                  </a:schemeClr>
                </a:solidFill>
                <a:latin typeface="Arial" panose="020B0604020202020204" pitchFamily="34" charset="0"/>
                <a:cs typeface="Arial" panose="020B0604020202020204" pitchFamily="34" charset="0"/>
              </a:rPr>
              <a:t>1,2</a:t>
            </a:r>
            <a:endParaRPr lang="en-GB" sz="1400" b="1" dirty="0">
              <a:solidFill>
                <a:schemeClr val="accent2">
                  <a:lumMod val="50000"/>
                </a:schemeClr>
              </a:solidFill>
              <a:latin typeface="Arial" panose="020B0604020202020204" pitchFamily="34" charset="0"/>
              <a:cs typeface="Arial" panose="020B0604020202020204" pitchFamily="34" charset="0"/>
            </a:endParaRPr>
          </a:p>
        </p:txBody>
      </p:sp>
      <p:sp>
        <p:nvSpPr>
          <p:cNvPr id="44" name="Rectangle 43">
            <a:extLst>
              <a:ext uri="{FF2B5EF4-FFF2-40B4-BE49-F238E27FC236}">
                <a16:creationId xmlns:a16="http://schemas.microsoft.com/office/drawing/2014/main" id="{9B8734BD-A97F-4A24-834D-BEEACD0CDDEA}"/>
              </a:ext>
            </a:extLst>
          </p:cNvPr>
          <p:cNvSpPr/>
          <p:nvPr/>
        </p:nvSpPr>
        <p:spPr>
          <a:xfrm>
            <a:off x="539750" y="1728284"/>
            <a:ext cx="5419725" cy="851619"/>
          </a:xfrm>
          <a:prstGeom prst="rect">
            <a:avLst/>
          </a:prstGeom>
          <a:solidFill>
            <a:schemeClr val="accent5">
              <a:lumMod val="20000"/>
              <a:lumOff val="8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2800" indent="-172800">
              <a:spcBef>
                <a:spcPts val="240"/>
              </a:spcBef>
              <a:spcAft>
                <a:spcPts val="240"/>
              </a:spcAft>
              <a:buFont typeface="+mj-lt"/>
              <a:buAutoNum type="arabicPeriod"/>
            </a:pPr>
            <a:r>
              <a:rPr lang="en-GB" sz="1400" b="1" dirty="0">
                <a:solidFill>
                  <a:schemeClr val="accent5">
                    <a:lumMod val="75000"/>
                  </a:schemeClr>
                </a:solidFill>
                <a:latin typeface="Arial" panose="020B0604020202020204" pitchFamily="34" charset="0"/>
                <a:cs typeface="Arial" panose="020B0604020202020204" pitchFamily="34" charset="0"/>
              </a:rPr>
              <a:t>Core features: </a:t>
            </a:r>
            <a:r>
              <a:rPr lang="en-GB" sz="1400" dirty="0">
                <a:solidFill>
                  <a:schemeClr val="tx1"/>
                </a:solidFill>
                <a:latin typeface="Arial" panose="020B0604020202020204" pitchFamily="34" charset="0"/>
                <a:cs typeface="Arial" panose="020B0604020202020204" pitchFamily="34" charset="0"/>
              </a:rPr>
              <a:t>Diagnosis of PD &amp; dementia syndrome</a:t>
            </a:r>
          </a:p>
          <a:p>
            <a:pPr marL="172800" indent="-172800">
              <a:spcBef>
                <a:spcPts val="240"/>
              </a:spcBef>
              <a:spcAft>
                <a:spcPts val="240"/>
              </a:spcAft>
              <a:buFont typeface="+mj-lt"/>
              <a:buAutoNum type="arabicPeriod"/>
            </a:pPr>
            <a:r>
              <a:rPr lang="en-GB" sz="1400" b="1" dirty="0">
                <a:solidFill>
                  <a:schemeClr val="accent5">
                    <a:lumMod val="75000"/>
                  </a:schemeClr>
                </a:solidFill>
                <a:latin typeface="Arial" panose="020B0604020202020204" pitchFamily="34" charset="0"/>
                <a:cs typeface="Arial" panose="020B0604020202020204" pitchFamily="34" charset="0"/>
              </a:rPr>
              <a:t>Associated clinical features: </a:t>
            </a:r>
            <a:r>
              <a:rPr lang="en-GB" sz="1400" dirty="0">
                <a:solidFill>
                  <a:schemeClr val="tx1"/>
                </a:solidFill>
                <a:latin typeface="Arial" panose="020B0604020202020204" pitchFamily="34" charset="0"/>
                <a:cs typeface="Arial" panose="020B0604020202020204" pitchFamily="34" charset="0"/>
              </a:rPr>
              <a:t>Impairment of at least 2 of 4 cognitive domains (may be supported by behavioural symptoms)</a:t>
            </a:r>
          </a:p>
        </p:txBody>
      </p:sp>
      <p:sp>
        <p:nvSpPr>
          <p:cNvPr id="54" name="Rectangle 53">
            <a:extLst>
              <a:ext uri="{FF2B5EF4-FFF2-40B4-BE49-F238E27FC236}">
                <a16:creationId xmlns:a16="http://schemas.microsoft.com/office/drawing/2014/main" id="{0DF5B404-1C4F-4025-BB38-E1D1A64EC8B7}"/>
              </a:ext>
            </a:extLst>
          </p:cNvPr>
          <p:cNvSpPr/>
          <p:nvPr/>
        </p:nvSpPr>
        <p:spPr>
          <a:xfrm>
            <a:off x="539750" y="2671628"/>
            <a:ext cx="5419725" cy="3224347"/>
          </a:xfrm>
          <a:prstGeom prst="rect">
            <a:avLst/>
          </a:prstGeom>
          <a:solidFill>
            <a:schemeClr val="accent2">
              <a:lumMod val="20000"/>
              <a:lumOff val="8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Bef>
                <a:spcPts val="240"/>
              </a:spcBef>
              <a:spcAft>
                <a:spcPts val="240"/>
              </a:spcAft>
            </a:pPr>
            <a:r>
              <a:rPr lang="en-GB" sz="1400" b="1" dirty="0">
                <a:solidFill>
                  <a:schemeClr val="accent2">
                    <a:lumMod val="75000"/>
                  </a:schemeClr>
                </a:solidFill>
                <a:latin typeface="Arial" panose="020B0604020202020204" pitchFamily="34" charset="0"/>
                <a:cs typeface="Arial" panose="020B0604020202020204" pitchFamily="34" charset="0"/>
              </a:rPr>
              <a:t>Features which make diagnosis uncertain</a:t>
            </a:r>
          </a:p>
          <a:p>
            <a:pPr marL="171450" indent="-171450">
              <a:spcBef>
                <a:spcPts val="240"/>
              </a:spcBef>
              <a:spcAft>
                <a:spcPts val="240"/>
              </a:spcAft>
              <a:buFont typeface="Arial" panose="020B0604020202020204" pitchFamily="34" charset="0"/>
              <a:buChar char="•"/>
            </a:pPr>
            <a:r>
              <a:rPr lang="en-GB" sz="1400" dirty="0">
                <a:solidFill>
                  <a:schemeClr val="tx1"/>
                </a:solidFill>
                <a:latin typeface="Arial" panose="020B0604020202020204" pitchFamily="34" charset="0"/>
                <a:cs typeface="Arial" panose="020B0604020202020204" pitchFamily="34" charset="0"/>
              </a:rPr>
              <a:t>Coexistence of any abnormality that could itself cause cognitive impairment, but not cause dementia</a:t>
            </a:r>
          </a:p>
          <a:p>
            <a:pPr marL="171450" indent="-171450">
              <a:spcBef>
                <a:spcPts val="240"/>
              </a:spcBef>
              <a:spcAft>
                <a:spcPts val="240"/>
              </a:spcAft>
              <a:buFont typeface="Arial" panose="020B0604020202020204" pitchFamily="34" charset="0"/>
              <a:buChar char="•"/>
            </a:pPr>
            <a:r>
              <a:rPr lang="en-GB" sz="1400" dirty="0">
                <a:solidFill>
                  <a:schemeClr val="tx1"/>
                </a:solidFill>
                <a:latin typeface="Arial" panose="020B0604020202020204" pitchFamily="34" charset="0"/>
                <a:cs typeface="Arial" panose="020B0604020202020204" pitchFamily="34" charset="0"/>
              </a:rPr>
              <a:t>Unknown time interval between onset of motor and cognitive symptoms</a:t>
            </a:r>
          </a:p>
          <a:p>
            <a:pPr>
              <a:spcBef>
                <a:spcPts val="240"/>
              </a:spcBef>
              <a:spcAft>
                <a:spcPts val="240"/>
              </a:spcAft>
            </a:pPr>
            <a:r>
              <a:rPr lang="en-GB" sz="1400" b="1" dirty="0">
                <a:solidFill>
                  <a:schemeClr val="accent2">
                    <a:lumMod val="75000"/>
                  </a:schemeClr>
                </a:solidFill>
                <a:latin typeface="Arial" panose="020B0604020202020204" pitchFamily="34" charset="0"/>
                <a:cs typeface="Arial" panose="020B0604020202020204" pitchFamily="34" charset="0"/>
              </a:rPr>
              <a:t>Features which make diagnosis impossible</a:t>
            </a:r>
          </a:p>
          <a:p>
            <a:pPr>
              <a:spcBef>
                <a:spcPts val="240"/>
              </a:spcBef>
              <a:spcAft>
                <a:spcPts val="240"/>
              </a:spcAft>
            </a:pPr>
            <a:r>
              <a:rPr lang="en-GB" sz="1400" dirty="0">
                <a:solidFill>
                  <a:schemeClr val="tx1"/>
                </a:solidFill>
                <a:latin typeface="Arial" panose="020B0604020202020204" pitchFamily="34" charset="0"/>
                <a:cs typeface="Arial" panose="020B0604020202020204" pitchFamily="34" charset="0"/>
              </a:rPr>
              <a:t>Cognitive and behavioural symptoms presenting as a result of other conditions, for example:</a:t>
            </a:r>
          </a:p>
          <a:p>
            <a:pPr marL="171450" indent="-171450">
              <a:spcBef>
                <a:spcPts val="240"/>
              </a:spcBef>
              <a:spcAft>
                <a:spcPts val="240"/>
              </a:spcAft>
              <a:buFont typeface="Arial" panose="020B0604020202020204" pitchFamily="34" charset="0"/>
              <a:buChar char="•"/>
            </a:pPr>
            <a:r>
              <a:rPr lang="en-GB" sz="1400" dirty="0">
                <a:solidFill>
                  <a:schemeClr val="tx1"/>
                </a:solidFill>
                <a:latin typeface="Arial" panose="020B0604020202020204" pitchFamily="34" charset="0"/>
                <a:cs typeface="Arial" panose="020B0604020202020204" pitchFamily="34" charset="0"/>
              </a:rPr>
              <a:t>Acute confusion due to systemic diseases/abnormalities or drug intoxication</a:t>
            </a:r>
          </a:p>
          <a:p>
            <a:pPr marL="171450" indent="-171450">
              <a:spcBef>
                <a:spcPts val="240"/>
              </a:spcBef>
              <a:spcAft>
                <a:spcPts val="240"/>
              </a:spcAft>
              <a:buFont typeface="Arial" panose="020B0604020202020204" pitchFamily="34" charset="0"/>
              <a:buChar char="•"/>
            </a:pPr>
            <a:r>
              <a:rPr lang="en-GB" sz="1400" dirty="0">
                <a:solidFill>
                  <a:schemeClr val="tx1"/>
                </a:solidFill>
                <a:latin typeface="Arial" panose="020B0604020202020204" pitchFamily="34" charset="0"/>
                <a:cs typeface="Arial" panose="020B0604020202020204" pitchFamily="34" charset="0"/>
              </a:rPr>
              <a:t>Major depression according to DSM-IV</a:t>
            </a:r>
          </a:p>
          <a:p>
            <a:pPr marL="171450" indent="-171450">
              <a:spcBef>
                <a:spcPts val="240"/>
              </a:spcBef>
              <a:spcAft>
                <a:spcPts val="240"/>
              </a:spcAft>
              <a:buFont typeface="Arial" panose="020B0604020202020204" pitchFamily="34" charset="0"/>
              <a:buChar char="•"/>
            </a:pPr>
            <a:r>
              <a:rPr lang="en-GB" sz="1400" dirty="0">
                <a:solidFill>
                  <a:schemeClr val="tx1"/>
                </a:solidFill>
                <a:latin typeface="Arial" panose="020B0604020202020204" pitchFamily="34" charset="0"/>
                <a:cs typeface="Arial" panose="020B0604020202020204" pitchFamily="34" charset="0"/>
              </a:rPr>
              <a:t>Features of ‘probable vascular dementia’ according to NINDS–AIREN</a:t>
            </a:r>
          </a:p>
        </p:txBody>
      </p:sp>
    </p:spTree>
    <p:custDataLst>
      <p:tags r:id="rId1"/>
    </p:custDataLst>
    <p:extLst>
      <p:ext uri="{BB962C8B-B14F-4D97-AF65-F5344CB8AC3E}">
        <p14:creationId xmlns:p14="http://schemas.microsoft.com/office/powerpoint/2010/main" val="1548137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C5B45E8-09DF-4934-AF5A-290CCE65C098}"/>
              </a:ext>
            </a:extLst>
          </p:cNvPr>
          <p:cNvSpPr/>
          <p:nvPr/>
        </p:nvSpPr>
        <p:spPr>
          <a:xfrm>
            <a:off x="2506335" y="1567613"/>
            <a:ext cx="1482354" cy="131445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GB" sz="1600" b="1" dirty="0">
                <a:solidFill>
                  <a:schemeClr val="accent5">
                    <a:lumMod val="50000"/>
                  </a:schemeClr>
                </a:solidFill>
                <a:latin typeface="Arial" panose="020B0604020202020204" pitchFamily="34" charset="0"/>
                <a:cs typeface="Arial" panose="020B0604020202020204" pitchFamily="34" charset="0"/>
              </a:rPr>
              <a:t>Clinical</a:t>
            </a:r>
          </a:p>
        </p:txBody>
      </p:sp>
      <p:sp>
        <p:nvSpPr>
          <p:cNvPr id="6" name="Text Placeholder 5">
            <a:extLst>
              <a:ext uri="{FF2B5EF4-FFF2-40B4-BE49-F238E27FC236}">
                <a16:creationId xmlns:a16="http://schemas.microsoft.com/office/drawing/2014/main" id="{08A24BED-C4BF-479F-8672-A174798CF662}"/>
              </a:ext>
            </a:extLst>
          </p:cNvPr>
          <p:cNvSpPr>
            <a:spLocks noGrp="1"/>
          </p:cNvSpPr>
          <p:nvPr>
            <p:ph type="body" sz="quarter" idx="17"/>
          </p:nvPr>
        </p:nvSpPr>
        <p:spPr/>
        <p:txBody>
          <a:bodyPr/>
          <a:lstStyle/>
          <a:p>
            <a:r>
              <a:rPr lang="en-GB" dirty="0"/>
              <a:t>Parkinson’s disease – </a:t>
            </a:r>
            <a:r>
              <a:rPr lang="en-US" dirty="0"/>
              <a:t>Non-motor symptom complex and comorbidities</a:t>
            </a:r>
          </a:p>
        </p:txBody>
      </p:sp>
      <p:sp>
        <p:nvSpPr>
          <p:cNvPr id="2" name="Title 1">
            <a:extLst>
              <a:ext uri="{FF2B5EF4-FFF2-40B4-BE49-F238E27FC236}">
                <a16:creationId xmlns:a16="http://schemas.microsoft.com/office/drawing/2014/main" id="{207D607C-1602-40BB-813F-89A3E34BD807}"/>
              </a:ext>
            </a:extLst>
          </p:cNvPr>
          <p:cNvSpPr>
            <a:spLocks noGrp="1"/>
          </p:cNvSpPr>
          <p:nvPr>
            <p:ph type="title"/>
          </p:nvPr>
        </p:nvSpPr>
        <p:spPr/>
        <p:txBody>
          <a:bodyPr/>
          <a:lstStyle/>
          <a:p>
            <a:r>
              <a:rPr lang="en-GB" dirty="0"/>
              <a:t>Management of cognitive symptoms in Parkinson’s disease</a:t>
            </a:r>
          </a:p>
        </p:txBody>
      </p:sp>
      <p:sp>
        <p:nvSpPr>
          <p:cNvPr id="5" name="Content Placeholder 4">
            <a:extLst>
              <a:ext uri="{FF2B5EF4-FFF2-40B4-BE49-F238E27FC236}">
                <a16:creationId xmlns:a16="http://schemas.microsoft.com/office/drawing/2014/main" id="{7B73AD72-A091-4A76-9E5C-F8CC39A8D7D2}"/>
              </a:ext>
            </a:extLst>
          </p:cNvPr>
          <p:cNvSpPr>
            <a:spLocks noGrp="1"/>
          </p:cNvSpPr>
          <p:nvPr>
            <p:ph idx="21"/>
          </p:nvPr>
        </p:nvSpPr>
        <p:spPr>
          <a:xfrm>
            <a:off x="6230938" y="1416785"/>
            <a:ext cx="5419725" cy="4415215"/>
          </a:xfrm>
        </p:spPr>
        <p:txBody>
          <a:bodyPr>
            <a:normAutofit/>
          </a:bodyPr>
          <a:lstStyle/>
          <a:p>
            <a:pPr marL="0" indent="0">
              <a:buNone/>
            </a:pPr>
            <a:r>
              <a:rPr lang="en-GB" b="1" dirty="0">
                <a:solidFill>
                  <a:schemeClr val="tx1"/>
                </a:solidFill>
              </a:rPr>
              <a:t>Pharmacological therapies</a:t>
            </a:r>
          </a:p>
          <a:p>
            <a:r>
              <a:rPr lang="en-GB" dirty="0">
                <a:solidFill>
                  <a:schemeClr val="tx1"/>
                </a:solidFill>
              </a:rPr>
              <a:t>There is some evidence to support the use of acetylcholinesterase-inhibitors, and some other antidementia drugs</a:t>
            </a:r>
            <a:r>
              <a:rPr lang="en-GB" baseline="30000" dirty="0">
                <a:solidFill>
                  <a:schemeClr val="tx1"/>
                </a:solidFill>
              </a:rPr>
              <a:t>1-3</a:t>
            </a:r>
            <a:endParaRPr lang="en-GB" dirty="0">
              <a:solidFill>
                <a:schemeClr val="tx1"/>
              </a:solidFill>
            </a:endParaRPr>
          </a:p>
          <a:p>
            <a:pPr marL="0" indent="0">
              <a:buNone/>
            </a:pPr>
            <a:r>
              <a:rPr lang="en-GB" b="1" dirty="0">
                <a:solidFill>
                  <a:schemeClr val="tx1"/>
                </a:solidFill>
              </a:rPr>
              <a:t>Non-pharmacological therapies</a:t>
            </a:r>
          </a:p>
          <a:p>
            <a:r>
              <a:rPr lang="en-GB" dirty="0">
                <a:solidFill>
                  <a:schemeClr val="tx1"/>
                </a:solidFill>
              </a:rPr>
              <a:t>Cognitive training routines have been investigated to improve cognition in PD</a:t>
            </a:r>
            <a:r>
              <a:rPr lang="en-GB" baseline="30000" dirty="0">
                <a:solidFill>
                  <a:schemeClr val="tx1"/>
                </a:solidFill>
              </a:rPr>
              <a:t>1</a:t>
            </a:r>
            <a:endParaRPr lang="en-GB" dirty="0">
              <a:solidFill>
                <a:schemeClr val="tx1"/>
              </a:solidFill>
            </a:endParaRPr>
          </a:p>
          <a:p>
            <a:r>
              <a:rPr lang="en-GB" dirty="0">
                <a:solidFill>
                  <a:schemeClr val="tx1"/>
                </a:solidFill>
              </a:rPr>
              <a:t>Some evidence suggests that physical exercise can improve non-motor symptoms, including cognition in patients with PD</a:t>
            </a:r>
            <a:r>
              <a:rPr lang="en-GB" baseline="30000" dirty="0">
                <a:solidFill>
                  <a:schemeClr val="tx1"/>
                </a:solidFill>
              </a:rPr>
              <a:t>1</a:t>
            </a:r>
            <a:endParaRPr lang="en-GB" dirty="0">
              <a:solidFill>
                <a:schemeClr val="tx1"/>
              </a:solidFill>
            </a:endParaRPr>
          </a:p>
          <a:p>
            <a:r>
              <a:rPr lang="en-GB" dirty="0">
                <a:solidFill>
                  <a:schemeClr val="tx1"/>
                </a:solidFill>
              </a:rPr>
              <a:t>Again, some studies have suggested deep brain stimulation could be effective in patients with PD and cognitive symptoms</a:t>
            </a:r>
            <a:r>
              <a:rPr lang="en-GB" baseline="30000" dirty="0">
                <a:solidFill>
                  <a:schemeClr val="tx1"/>
                </a:solidFill>
              </a:rPr>
              <a:t>1</a:t>
            </a:r>
            <a:endParaRPr lang="en-GB" dirty="0">
              <a:solidFill>
                <a:schemeClr val="tx1"/>
              </a:solidFill>
            </a:endParaRPr>
          </a:p>
        </p:txBody>
      </p:sp>
      <p:sp>
        <p:nvSpPr>
          <p:cNvPr id="7" name="Text Placeholder 6">
            <a:extLst>
              <a:ext uri="{FF2B5EF4-FFF2-40B4-BE49-F238E27FC236}">
                <a16:creationId xmlns:a16="http://schemas.microsoft.com/office/drawing/2014/main" id="{81764B9B-1842-4F15-AE0A-627B26F54510}"/>
              </a:ext>
            </a:extLst>
          </p:cNvPr>
          <p:cNvSpPr>
            <a:spLocks noGrp="1"/>
          </p:cNvSpPr>
          <p:nvPr>
            <p:ph type="body" sz="quarter" idx="18"/>
          </p:nvPr>
        </p:nvSpPr>
        <p:spPr/>
        <p:txBody>
          <a:bodyPr/>
          <a:lstStyle/>
          <a:p>
            <a:r>
              <a:rPr lang="en-GB" dirty="0"/>
              <a:t>EEG=electroencephalogram; MCI=mild cognitive impairment; PD=Parkinson’s disease</a:t>
            </a:r>
          </a:p>
          <a:p>
            <a:endParaRPr lang="en-GB" dirty="0"/>
          </a:p>
          <a:p>
            <a:pPr marL="0" indent="0">
              <a:buNone/>
            </a:pPr>
            <a:r>
              <a:rPr lang="en-GB" dirty="0"/>
              <a:t>1. </a:t>
            </a:r>
            <a:r>
              <a:rPr lang="en-GB" dirty="0" err="1"/>
              <a:t>Aarsland</a:t>
            </a:r>
            <a:r>
              <a:rPr lang="en-GB" dirty="0"/>
              <a:t> et al. Nat Rev </a:t>
            </a:r>
            <a:r>
              <a:rPr lang="en-GB" dirty="0" err="1"/>
              <a:t>Neurol</a:t>
            </a:r>
            <a:r>
              <a:rPr lang="en-GB" dirty="0"/>
              <a:t> 2017;13(4):217–231; 2. Seppi et al. Mov </a:t>
            </a:r>
            <a:r>
              <a:rPr lang="en-GB" dirty="0" err="1"/>
              <a:t>Disord</a:t>
            </a:r>
            <a:r>
              <a:rPr lang="en-GB" dirty="0"/>
              <a:t> 2019;34(2):180–198; 3. Chen et al. NPJ </a:t>
            </a:r>
            <a:r>
              <a:rPr lang="en-GB" dirty="0" err="1"/>
              <a:t>Parkinsons</a:t>
            </a:r>
            <a:r>
              <a:rPr lang="en-GB" dirty="0"/>
              <a:t> Dis 2021;7(1):103</a:t>
            </a:r>
          </a:p>
        </p:txBody>
      </p:sp>
      <p:sp>
        <p:nvSpPr>
          <p:cNvPr id="4" name="Slide Number Placeholder 3">
            <a:extLst>
              <a:ext uri="{FF2B5EF4-FFF2-40B4-BE49-F238E27FC236}">
                <a16:creationId xmlns:a16="http://schemas.microsoft.com/office/drawing/2014/main" id="{543B83A4-F136-4E3A-8E83-06A3FCFFD926}"/>
              </a:ext>
            </a:extLst>
          </p:cNvPr>
          <p:cNvSpPr>
            <a:spLocks noGrp="1"/>
          </p:cNvSpPr>
          <p:nvPr>
            <p:ph type="sldNum" sz="quarter" idx="4"/>
          </p:nvPr>
        </p:nvSpPr>
        <p:spPr/>
        <p:txBody>
          <a:bodyPr/>
          <a:lstStyle/>
          <a:p>
            <a:fld id="{6DBC486D-4FAB-B746-8B02-8D7C842291C6}" type="slidenum">
              <a:rPr lang="en-GB" smtClean="0"/>
              <a:t>10</a:t>
            </a:fld>
            <a:endParaRPr lang="en-GB"/>
          </a:p>
        </p:txBody>
      </p:sp>
      <p:sp>
        <p:nvSpPr>
          <p:cNvPr id="8" name="Rectangle 7">
            <a:extLst>
              <a:ext uri="{FF2B5EF4-FFF2-40B4-BE49-F238E27FC236}">
                <a16:creationId xmlns:a16="http://schemas.microsoft.com/office/drawing/2014/main" id="{E105FAB7-4605-49EE-990C-D024740B5333}"/>
              </a:ext>
            </a:extLst>
          </p:cNvPr>
          <p:cNvSpPr/>
          <p:nvPr/>
        </p:nvSpPr>
        <p:spPr>
          <a:xfrm>
            <a:off x="1003671" y="3632113"/>
            <a:ext cx="1482354" cy="131445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GB" sz="1600" b="1" dirty="0">
                <a:solidFill>
                  <a:schemeClr val="tx2"/>
                </a:solidFill>
                <a:latin typeface="Arial" panose="020B0604020202020204" pitchFamily="34" charset="0"/>
                <a:cs typeface="Arial" panose="020B0604020202020204" pitchFamily="34" charset="0"/>
              </a:rPr>
              <a:t>Molecular</a:t>
            </a:r>
          </a:p>
        </p:txBody>
      </p:sp>
      <p:sp>
        <p:nvSpPr>
          <p:cNvPr id="9" name="Rectangle 8">
            <a:extLst>
              <a:ext uri="{FF2B5EF4-FFF2-40B4-BE49-F238E27FC236}">
                <a16:creationId xmlns:a16="http://schemas.microsoft.com/office/drawing/2014/main" id="{772E942B-BACB-42CA-AC2E-BE71A3750DE7}"/>
              </a:ext>
            </a:extLst>
          </p:cNvPr>
          <p:cNvSpPr/>
          <p:nvPr/>
        </p:nvSpPr>
        <p:spPr>
          <a:xfrm>
            <a:off x="4013087" y="3666028"/>
            <a:ext cx="1482354" cy="131445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GB" sz="1600" b="1" dirty="0">
                <a:solidFill>
                  <a:schemeClr val="accent2">
                    <a:lumMod val="50000"/>
                  </a:schemeClr>
                </a:solidFill>
                <a:latin typeface="Arial" panose="020B0604020202020204" pitchFamily="34" charset="0"/>
                <a:cs typeface="Arial" panose="020B0604020202020204" pitchFamily="34" charset="0"/>
              </a:rPr>
              <a:t>Structural/</a:t>
            </a:r>
            <a:br>
              <a:rPr lang="en-GB" sz="1600" b="1" dirty="0">
                <a:solidFill>
                  <a:schemeClr val="accent2">
                    <a:lumMod val="50000"/>
                  </a:schemeClr>
                </a:solidFill>
                <a:latin typeface="Arial" panose="020B0604020202020204" pitchFamily="34" charset="0"/>
                <a:cs typeface="Arial" panose="020B0604020202020204" pitchFamily="34" charset="0"/>
              </a:rPr>
            </a:br>
            <a:r>
              <a:rPr lang="en-GB" sz="1600" b="1" dirty="0">
                <a:solidFill>
                  <a:schemeClr val="accent2">
                    <a:lumMod val="50000"/>
                  </a:schemeClr>
                </a:solidFill>
                <a:latin typeface="Arial" panose="020B0604020202020204" pitchFamily="34" charset="0"/>
                <a:cs typeface="Arial" panose="020B0604020202020204" pitchFamily="34" charset="0"/>
              </a:rPr>
              <a:t>functional</a:t>
            </a:r>
            <a:br>
              <a:rPr lang="en-GB" sz="1600" b="1" dirty="0">
                <a:solidFill>
                  <a:schemeClr val="accent2">
                    <a:lumMod val="50000"/>
                  </a:schemeClr>
                </a:solidFill>
                <a:latin typeface="Arial" panose="020B0604020202020204" pitchFamily="34" charset="0"/>
                <a:cs typeface="Arial" panose="020B0604020202020204" pitchFamily="34" charset="0"/>
              </a:rPr>
            </a:br>
            <a:r>
              <a:rPr lang="en-GB" sz="1600" b="1" dirty="0">
                <a:solidFill>
                  <a:schemeClr val="accent2">
                    <a:lumMod val="50000"/>
                  </a:schemeClr>
                </a:solidFill>
                <a:latin typeface="Arial" panose="020B0604020202020204" pitchFamily="34" charset="0"/>
                <a:cs typeface="Arial" panose="020B0604020202020204" pitchFamily="34" charset="0"/>
              </a:rPr>
              <a:t>imaging</a:t>
            </a:r>
          </a:p>
        </p:txBody>
      </p:sp>
      <p:sp>
        <p:nvSpPr>
          <p:cNvPr id="44" name="Oval 43">
            <a:extLst>
              <a:ext uri="{FF2B5EF4-FFF2-40B4-BE49-F238E27FC236}">
                <a16:creationId xmlns:a16="http://schemas.microsoft.com/office/drawing/2014/main" id="{C55AB8E8-31A2-4B97-AE87-2260401534D7}"/>
              </a:ext>
            </a:extLst>
          </p:cNvPr>
          <p:cNvSpPr/>
          <p:nvPr/>
        </p:nvSpPr>
        <p:spPr>
          <a:xfrm>
            <a:off x="1744848" y="2013438"/>
            <a:ext cx="1083585" cy="765799"/>
          </a:xfrm>
          <a:prstGeom prst="ellipse">
            <a:avLst/>
          </a:prstGeom>
          <a:solidFill>
            <a:schemeClr val="accent5">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GB" sz="1200" dirty="0">
                <a:solidFill>
                  <a:schemeClr val="accent5">
                    <a:lumMod val="50000"/>
                  </a:schemeClr>
                </a:solidFill>
                <a:latin typeface="Arial" panose="020B0604020202020204" pitchFamily="34" charset="0"/>
                <a:cs typeface="Arial" panose="020B0604020202020204" pitchFamily="34" charset="0"/>
              </a:rPr>
              <a:t>Visual</a:t>
            </a:r>
            <a:br>
              <a:rPr lang="en-GB" sz="1200" dirty="0">
                <a:solidFill>
                  <a:schemeClr val="accent5">
                    <a:lumMod val="50000"/>
                  </a:schemeClr>
                </a:solidFill>
                <a:latin typeface="Arial" panose="020B0604020202020204" pitchFamily="34" charset="0"/>
                <a:cs typeface="Arial" panose="020B0604020202020204" pitchFamily="34" charset="0"/>
              </a:rPr>
            </a:br>
            <a:r>
              <a:rPr lang="en-GB" sz="1200" dirty="0">
                <a:solidFill>
                  <a:schemeClr val="accent5">
                    <a:lumMod val="50000"/>
                  </a:schemeClr>
                </a:solidFill>
                <a:latin typeface="Arial" panose="020B0604020202020204" pitchFamily="34" charset="0"/>
                <a:cs typeface="Arial" panose="020B0604020202020204" pitchFamily="34" charset="0"/>
              </a:rPr>
              <a:t>hallucinations</a:t>
            </a:r>
          </a:p>
        </p:txBody>
      </p:sp>
      <p:sp>
        <p:nvSpPr>
          <p:cNvPr id="45" name="Oval 44">
            <a:extLst>
              <a:ext uri="{FF2B5EF4-FFF2-40B4-BE49-F238E27FC236}">
                <a16:creationId xmlns:a16="http://schemas.microsoft.com/office/drawing/2014/main" id="{169BE93F-FDE1-45B7-8A6B-BC73A10A0394}"/>
              </a:ext>
            </a:extLst>
          </p:cNvPr>
          <p:cNvSpPr/>
          <p:nvPr/>
        </p:nvSpPr>
        <p:spPr>
          <a:xfrm>
            <a:off x="3685255" y="2017586"/>
            <a:ext cx="936484" cy="765799"/>
          </a:xfrm>
          <a:prstGeom prst="ellipse">
            <a:avLst/>
          </a:prstGeom>
          <a:solidFill>
            <a:schemeClr val="accent5">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GB" sz="1200" dirty="0">
                <a:solidFill>
                  <a:schemeClr val="accent5">
                    <a:lumMod val="50000"/>
                  </a:schemeClr>
                </a:solidFill>
                <a:latin typeface="Arial" panose="020B0604020202020204" pitchFamily="34" charset="0"/>
                <a:cs typeface="Arial" panose="020B0604020202020204" pitchFamily="34" charset="0"/>
              </a:rPr>
              <a:t>PD-MCI</a:t>
            </a:r>
          </a:p>
        </p:txBody>
      </p:sp>
      <p:sp>
        <p:nvSpPr>
          <p:cNvPr id="46" name="Oval 45">
            <a:extLst>
              <a:ext uri="{FF2B5EF4-FFF2-40B4-BE49-F238E27FC236}">
                <a16:creationId xmlns:a16="http://schemas.microsoft.com/office/drawing/2014/main" id="{B6CDC2B7-C3E7-4C12-A7CA-95DC5DBD3E93}"/>
              </a:ext>
            </a:extLst>
          </p:cNvPr>
          <p:cNvSpPr/>
          <p:nvPr/>
        </p:nvSpPr>
        <p:spPr>
          <a:xfrm>
            <a:off x="4343887" y="5026470"/>
            <a:ext cx="800654" cy="557344"/>
          </a:xfrm>
          <a:prstGeom prst="ellipse">
            <a:avLst/>
          </a:prstGeom>
          <a:solidFill>
            <a:schemeClr val="accent2">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GB" sz="1200" dirty="0">
                <a:solidFill>
                  <a:schemeClr val="accent2">
                    <a:lumMod val="50000"/>
                  </a:schemeClr>
                </a:solidFill>
                <a:latin typeface="Arial" panose="020B0604020202020204" pitchFamily="34" charset="0"/>
                <a:cs typeface="Arial" panose="020B0604020202020204" pitchFamily="34" charset="0"/>
              </a:rPr>
              <a:t>Volume</a:t>
            </a:r>
            <a:br>
              <a:rPr lang="en-GB" sz="1200" dirty="0">
                <a:solidFill>
                  <a:schemeClr val="accent2">
                    <a:lumMod val="50000"/>
                  </a:schemeClr>
                </a:solidFill>
                <a:latin typeface="Arial" panose="020B0604020202020204" pitchFamily="34" charset="0"/>
                <a:cs typeface="Arial" panose="020B0604020202020204" pitchFamily="34" charset="0"/>
              </a:rPr>
            </a:br>
            <a:r>
              <a:rPr lang="en-GB" sz="1200" dirty="0">
                <a:solidFill>
                  <a:schemeClr val="accent2">
                    <a:lumMod val="50000"/>
                  </a:schemeClr>
                </a:solidFill>
                <a:latin typeface="Arial" panose="020B0604020202020204" pitchFamily="34" charset="0"/>
                <a:cs typeface="Arial" panose="020B0604020202020204" pitchFamily="34" charset="0"/>
              </a:rPr>
              <a:t>loss</a:t>
            </a:r>
          </a:p>
        </p:txBody>
      </p:sp>
      <p:sp>
        <p:nvSpPr>
          <p:cNvPr id="47" name="Oval 46">
            <a:extLst>
              <a:ext uri="{FF2B5EF4-FFF2-40B4-BE49-F238E27FC236}">
                <a16:creationId xmlns:a16="http://schemas.microsoft.com/office/drawing/2014/main" id="{B18A9882-229F-4BCC-B1F3-F45B6A128D05}"/>
              </a:ext>
            </a:extLst>
          </p:cNvPr>
          <p:cNvSpPr/>
          <p:nvPr/>
        </p:nvSpPr>
        <p:spPr>
          <a:xfrm>
            <a:off x="4398476" y="3068554"/>
            <a:ext cx="936484" cy="765799"/>
          </a:xfrm>
          <a:prstGeom prst="ellipse">
            <a:avLst/>
          </a:prstGeom>
          <a:solidFill>
            <a:schemeClr val="accent2">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GB" sz="1200" dirty="0">
                <a:solidFill>
                  <a:schemeClr val="accent2">
                    <a:lumMod val="50000"/>
                  </a:schemeClr>
                </a:solidFill>
                <a:latin typeface="Arial" panose="020B0604020202020204" pitchFamily="34" charset="0"/>
                <a:cs typeface="Arial" panose="020B0604020202020204" pitchFamily="34" charset="0"/>
              </a:rPr>
              <a:t>EEG</a:t>
            </a:r>
            <a:br>
              <a:rPr lang="en-GB" sz="1200" dirty="0">
                <a:solidFill>
                  <a:schemeClr val="accent2">
                    <a:lumMod val="50000"/>
                  </a:schemeClr>
                </a:solidFill>
                <a:latin typeface="Arial" panose="020B0604020202020204" pitchFamily="34" charset="0"/>
                <a:cs typeface="Arial" panose="020B0604020202020204" pitchFamily="34" charset="0"/>
              </a:rPr>
            </a:br>
            <a:r>
              <a:rPr lang="en-GB" sz="1200" dirty="0">
                <a:solidFill>
                  <a:schemeClr val="accent2">
                    <a:lumMod val="50000"/>
                  </a:schemeClr>
                </a:solidFill>
                <a:latin typeface="Arial" panose="020B0604020202020204" pitchFamily="34" charset="0"/>
                <a:cs typeface="Arial" panose="020B0604020202020204" pitchFamily="34" charset="0"/>
              </a:rPr>
              <a:t>slowing</a:t>
            </a:r>
          </a:p>
        </p:txBody>
      </p:sp>
      <p:sp>
        <p:nvSpPr>
          <p:cNvPr id="48" name="Oval 47">
            <a:extLst>
              <a:ext uri="{FF2B5EF4-FFF2-40B4-BE49-F238E27FC236}">
                <a16:creationId xmlns:a16="http://schemas.microsoft.com/office/drawing/2014/main" id="{4900263F-7D3F-4C37-8FF1-E34658F1E0CC}"/>
              </a:ext>
            </a:extLst>
          </p:cNvPr>
          <p:cNvSpPr/>
          <p:nvPr/>
        </p:nvSpPr>
        <p:spPr>
          <a:xfrm>
            <a:off x="3571747" y="4598392"/>
            <a:ext cx="936484" cy="765799"/>
          </a:xfrm>
          <a:prstGeom prst="ellipse">
            <a:avLst/>
          </a:prstGeom>
          <a:solidFill>
            <a:schemeClr val="accent2">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GB" sz="1200" dirty="0">
                <a:solidFill>
                  <a:schemeClr val="accent2">
                    <a:lumMod val="50000"/>
                  </a:schemeClr>
                </a:solidFill>
                <a:latin typeface="Arial" panose="020B0604020202020204" pitchFamily="34" charset="0"/>
                <a:cs typeface="Arial" panose="020B0604020202020204" pitchFamily="34" charset="0"/>
              </a:rPr>
              <a:t>Metabolic</a:t>
            </a:r>
            <a:br>
              <a:rPr lang="en-GB" sz="1200" dirty="0">
                <a:solidFill>
                  <a:schemeClr val="accent2">
                    <a:lumMod val="50000"/>
                  </a:schemeClr>
                </a:solidFill>
                <a:latin typeface="Arial" panose="020B0604020202020204" pitchFamily="34" charset="0"/>
                <a:cs typeface="Arial" panose="020B0604020202020204" pitchFamily="34" charset="0"/>
              </a:rPr>
            </a:br>
            <a:r>
              <a:rPr lang="en-GB" sz="1200" dirty="0">
                <a:solidFill>
                  <a:schemeClr val="accent2">
                    <a:lumMod val="50000"/>
                  </a:schemeClr>
                </a:solidFill>
                <a:latin typeface="Arial" panose="020B0604020202020204" pitchFamily="34" charset="0"/>
                <a:cs typeface="Arial" panose="020B0604020202020204" pitchFamily="34" charset="0"/>
              </a:rPr>
              <a:t>changes</a:t>
            </a:r>
          </a:p>
        </p:txBody>
      </p:sp>
      <p:sp>
        <p:nvSpPr>
          <p:cNvPr id="49" name="Oval 48">
            <a:extLst>
              <a:ext uri="{FF2B5EF4-FFF2-40B4-BE49-F238E27FC236}">
                <a16:creationId xmlns:a16="http://schemas.microsoft.com/office/drawing/2014/main" id="{1CDC4EB6-B5A5-42C1-A299-6928886B7CE4}"/>
              </a:ext>
            </a:extLst>
          </p:cNvPr>
          <p:cNvSpPr/>
          <p:nvPr/>
        </p:nvSpPr>
        <p:spPr>
          <a:xfrm>
            <a:off x="5008903" y="4615481"/>
            <a:ext cx="936484" cy="765799"/>
          </a:xfrm>
          <a:prstGeom prst="ellipse">
            <a:avLst/>
          </a:prstGeom>
          <a:solidFill>
            <a:schemeClr val="accent2">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GB" sz="1200" dirty="0">
                <a:solidFill>
                  <a:schemeClr val="accent2">
                    <a:lumMod val="50000"/>
                  </a:schemeClr>
                </a:solidFill>
                <a:latin typeface="Arial" panose="020B0604020202020204" pitchFamily="34" charset="0"/>
                <a:cs typeface="Arial" panose="020B0604020202020204" pitchFamily="34" charset="0"/>
              </a:rPr>
              <a:t>Disrupted</a:t>
            </a:r>
            <a:br>
              <a:rPr lang="en-GB" sz="1200" dirty="0">
                <a:solidFill>
                  <a:schemeClr val="accent2">
                    <a:lumMod val="50000"/>
                  </a:schemeClr>
                </a:solidFill>
                <a:latin typeface="Arial" panose="020B0604020202020204" pitchFamily="34" charset="0"/>
                <a:cs typeface="Arial" panose="020B0604020202020204" pitchFamily="34" charset="0"/>
              </a:rPr>
            </a:br>
            <a:r>
              <a:rPr lang="en-GB" sz="1200" dirty="0">
                <a:solidFill>
                  <a:schemeClr val="accent2">
                    <a:lumMod val="50000"/>
                  </a:schemeClr>
                </a:solidFill>
                <a:latin typeface="Arial" panose="020B0604020202020204" pitchFamily="34" charset="0"/>
                <a:cs typeface="Arial" panose="020B0604020202020204" pitchFamily="34" charset="0"/>
              </a:rPr>
              <a:t>connectivity</a:t>
            </a:r>
          </a:p>
        </p:txBody>
      </p:sp>
      <p:sp>
        <p:nvSpPr>
          <p:cNvPr id="50" name="Oval 49">
            <a:extLst>
              <a:ext uri="{FF2B5EF4-FFF2-40B4-BE49-F238E27FC236}">
                <a16:creationId xmlns:a16="http://schemas.microsoft.com/office/drawing/2014/main" id="{EAA4D43B-AF7C-437B-AA18-E935DB0C1032}"/>
              </a:ext>
            </a:extLst>
          </p:cNvPr>
          <p:cNvSpPr/>
          <p:nvPr/>
        </p:nvSpPr>
        <p:spPr>
          <a:xfrm>
            <a:off x="5177609" y="3439231"/>
            <a:ext cx="800654" cy="643649"/>
          </a:xfrm>
          <a:prstGeom prst="ellipse">
            <a:avLst/>
          </a:prstGeom>
          <a:solidFill>
            <a:schemeClr val="accent2">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GB" sz="1200" dirty="0">
                <a:solidFill>
                  <a:schemeClr val="accent2">
                    <a:lumMod val="50000"/>
                  </a:schemeClr>
                </a:solidFill>
                <a:latin typeface="Arial" panose="020B0604020202020204" pitchFamily="34" charset="0"/>
                <a:cs typeface="Arial" panose="020B0604020202020204" pitchFamily="34" charset="0"/>
              </a:rPr>
              <a:t>Hypo-</a:t>
            </a:r>
            <a:br>
              <a:rPr lang="en-GB" sz="1200" dirty="0">
                <a:solidFill>
                  <a:schemeClr val="accent2">
                    <a:lumMod val="50000"/>
                  </a:schemeClr>
                </a:solidFill>
                <a:latin typeface="Arial" panose="020B0604020202020204" pitchFamily="34" charset="0"/>
                <a:cs typeface="Arial" panose="020B0604020202020204" pitchFamily="34" charset="0"/>
              </a:rPr>
            </a:br>
            <a:r>
              <a:rPr lang="en-GB" sz="1200" dirty="0">
                <a:solidFill>
                  <a:schemeClr val="accent2">
                    <a:lumMod val="50000"/>
                  </a:schemeClr>
                </a:solidFill>
                <a:latin typeface="Arial" panose="020B0604020202020204" pitchFamily="34" charset="0"/>
                <a:cs typeface="Arial" panose="020B0604020202020204" pitchFamily="34" charset="0"/>
              </a:rPr>
              <a:t>perfusion</a:t>
            </a:r>
          </a:p>
        </p:txBody>
      </p:sp>
      <p:sp>
        <p:nvSpPr>
          <p:cNvPr id="51" name="Oval 50">
            <a:extLst>
              <a:ext uri="{FF2B5EF4-FFF2-40B4-BE49-F238E27FC236}">
                <a16:creationId xmlns:a16="http://schemas.microsoft.com/office/drawing/2014/main" id="{27CD6B6E-8B85-4702-BD72-7DBE2DE52B8B}"/>
              </a:ext>
            </a:extLst>
          </p:cNvPr>
          <p:cNvSpPr/>
          <p:nvPr/>
        </p:nvSpPr>
        <p:spPr>
          <a:xfrm>
            <a:off x="4947282" y="2633530"/>
            <a:ext cx="1009291" cy="666807"/>
          </a:xfrm>
          <a:prstGeom prst="ellipse">
            <a:avLst/>
          </a:prstGeom>
          <a:solidFill>
            <a:schemeClr val="accent2">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GB" sz="1200" dirty="0">
                <a:solidFill>
                  <a:schemeClr val="accent2">
                    <a:lumMod val="50000"/>
                  </a:schemeClr>
                </a:solidFill>
                <a:latin typeface="Arial" panose="020B0604020202020204" pitchFamily="34" charset="0"/>
                <a:cs typeface="Arial" panose="020B0604020202020204" pitchFamily="34" charset="0"/>
              </a:rPr>
              <a:t>Delayed P3b</a:t>
            </a:r>
            <a:br>
              <a:rPr lang="en-GB" sz="1200" dirty="0">
                <a:solidFill>
                  <a:schemeClr val="accent2">
                    <a:lumMod val="50000"/>
                  </a:schemeClr>
                </a:solidFill>
                <a:latin typeface="Arial" panose="020B0604020202020204" pitchFamily="34" charset="0"/>
                <a:cs typeface="Arial" panose="020B0604020202020204" pitchFamily="34" charset="0"/>
              </a:rPr>
            </a:br>
            <a:r>
              <a:rPr lang="en-GB" sz="1200" dirty="0">
                <a:solidFill>
                  <a:schemeClr val="accent2">
                    <a:lumMod val="50000"/>
                  </a:schemeClr>
                </a:solidFill>
                <a:latin typeface="Arial" panose="020B0604020202020204" pitchFamily="34" charset="0"/>
                <a:cs typeface="Arial" panose="020B0604020202020204" pitchFamily="34" charset="0"/>
              </a:rPr>
              <a:t>component</a:t>
            </a:r>
          </a:p>
        </p:txBody>
      </p:sp>
      <p:sp>
        <p:nvSpPr>
          <p:cNvPr id="52" name="Oval 51">
            <a:extLst>
              <a:ext uri="{FF2B5EF4-FFF2-40B4-BE49-F238E27FC236}">
                <a16:creationId xmlns:a16="http://schemas.microsoft.com/office/drawing/2014/main" id="{0CF17BEE-8897-45A5-8971-662A8F3C0A98}"/>
              </a:ext>
            </a:extLst>
          </p:cNvPr>
          <p:cNvSpPr/>
          <p:nvPr/>
        </p:nvSpPr>
        <p:spPr>
          <a:xfrm>
            <a:off x="637110" y="2769036"/>
            <a:ext cx="936484" cy="765799"/>
          </a:xfrm>
          <a:prstGeom prst="ellipse">
            <a:avLst/>
          </a:prstGeom>
          <a:solidFill>
            <a:schemeClr val="tx2">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GB" sz="1200" dirty="0">
                <a:solidFill>
                  <a:schemeClr val="tx2"/>
                </a:solidFill>
                <a:latin typeface="Arial" panose="020B0604020202020204" pitchFamily="34" charset="0"/>
                <a:cs typeface="Arial" panose="020B0604020202020204" pitchFamily="34" charset="0"/>
              </a:rPr>
              <a:t>Amyloid </a:t>
            </a:r>
            <a:r>
              <a:rPr lang="el-GR" sz="1200" dirty="0">
                <a:solidFill>
                  <a:schemeClr val="tx2"/>
                </a:solidFill>
                <a:latin typeface="Arial" panose="020B0604020202020204" pitchFamily="34" charset="0"/>
                <a:cs typeface="Arial" panose="020B0604020202020204" pitchFamily="34" charset="0"/>
              </a:rPr>
              <a:t>β</a:t>
            </a:r>
            <a:endParaRPr lang="en-GB" sz="1200" dirty="0">
              <a:solidFill>
                <a:schemeClr val="tx2"/>
              </a:solidFill>
              <a:latin typeface="Arial" panose="020B0604020202020204" pitchFamily="34" charset="0"/>
              <a:cs typeface="Arial" panose="020B0604020202020204" pitchFamily="34" charset="0"/>
            </a:endParaRPr>
          </a:p>
        </p:txBody>
      </p:sp>
      <p:sp>
        <p:nvSpPr>
          <p:cNvPr id="53" name="Oval 52">
            <a:extLst>
              <a:ext uri="{FF2B5EF4-FFF2-40B4-BE49-F238E27FC236}">
                <a16:creationId xmlns:a16="http://schemas.microsoft.com/office/drawing/2014/main" id="{DD6D0D96-60A1-4132-9618-935C04FE6F67}"/>
              </a:ext>
            </a:extLst>
          </p:cNvPr>
          <p:cNvSpPr/>
          <p:nvPr/>
        </p:nvSpPr>
        <p:spPr>
          <a:xfrm>
            <a:off x="1369886" y="3163663"/>
            <a:ext cx="936484" cy="765799"/>
          </a:xfrm>
          <a:prstGeom prst="ellipse">
            <a:avLst/>
          </a:prstGeom>
          <a:solidFill>
            <a:schemeClr val="tx2">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GB" sz="1200" dirty="0">
                <a:solidFill>
                  <a:schemeClr val="tx2"/>
                </a:solidFill>
                <a:latin typeface="Arial" panose="020B0604020202020204" pitchFamily="34" charset="0"/>
                <a:cs typeface="Arial" panose="020B0604020202020204" pitchFamily="34" charset="0"/>
              </a:rPr>
              <a:t>Genetic</a:t>
            </a:r>
            <a:br>
              <a:rPr lang="en-GB" sz="1200" dirty="0">
                <a:solidFill>
                  <a:schemeClr val="tx2"/>
                </a:solidFill>
                <a:latin typeface="Arial" panose="020B0604020202020204" pitchFamily="34" charset="0"/>
                <a:cs typeface="Arial" panose="020B0604020202020204" pitchFamily="34" charset="0"/>
              </a:rPr>
            </a:br>
            <a:r>
              <a:rPr lang="en-GB" sz="1200" dirty="0">
                <a:solidFill>
                  <a:schemeClr val="tx2"/>
                </a:solidFill>
                <a:latin typeface="Arial" panose="020B0604020202020204" pitchFamily="34" charset="0"/>
                <a:cs typeface="Arial" panose="020B0604020202020204" pitchFamily="34" charset="0"/>
              </a:rPr>
              <a:t>factors</a:t>
            </a:r>
          </a:p>
        </p:txBody>
      </p:sp>
      <p:sp>
        <p:nvSpPr>
          <p:cNvPr id="54" name="Oval 53">
            <a:extLst>
              <a:ext uri="{FF2B5EF4-FFF2-40B4-BE49-F238E27FC236}">
                <a16:creationId xmlns:a16="http://schemas.microsoft.com/office/drawing/2014/main" id="{A926D5D7-264D-48F2-A885-FD8699CC2F29}"/>
              </a:ext>
            </a:extLst>
          </p:cNvPr>
          <p:cNvSpPr/>
          <p:nvPr/>
        </p:nvSpPr>
        <p:spPr>
          <a:xfrm>
            <a:off x="293717" y="3405312"/>
            <a:ext cx="1252763" cy="765799"/>
          </a:xfrm>
          <a:prstGeom prst="ellipse">
            <a:avLst/>
          </a:prstGeom>
          <a:solidFill>
            <a:schemeClr val="tx2">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GB" sz="1200" dirty="0">
                <a:solidFill>
                  <a:schemeClr val="tx2"/>
                </a:solidFill>
                <a:latin typeface="Arial" panose="020B0604020202020204" pitchFamily="34" charset="0"/>
                <a:cs typeface="Arial" panose="020B0604020202020204" pitchFamily="34" charset="0"/>
              </a:rPr>
              <a:t>Neurotransmitter</a:t>
            </a:r>
            <a:br>
              <a:rPr lang="en-GB" sz="1200" dirty="0">
                <a:solidFill>
                  <a:schemeClr val="tx2"/>
                </a:solidFill>
                <a:latin typeface="Arial" panose="020B0604020202020204" pitchFamily="34" charset="0"/>
                <a:cs typeface="Arial" panose="020B0604020202020204" pitchFamily="34" charset="0"/>
              </a:rPr>
            </a:br>
            <a:r>
              <a:rPr lang="en-GB" sz="1200" dirty="0">
                <a:solidFill>
                  <a:schemeClr val="tx2"/>
                </a:solidFill>
                <a:latin typeface="Arial" panose="020B0604020202020204" pitchFamily="34" charset="0"/>
                <a:cs typeface="Arial" panose="020B0604020202020204" pitchFamily="34" charset="0"/>
              </a:rPr>
              <a:t>changes</a:t>
            </a:r>
          </a:p>
        </p:txBody>
      </p:sp>
      <p:sp>
        <p:nvSpPr>
          <p:cNvPr id="55" name="Oval 54">
            <a:extLst>
              <a:ext uri="{FF2B5EF4-FFF2-40B4-BE49-F238E27FC236}">
                <a16:creationId xmlns:a16="http://schemas.microsoft.com/office/drawing/2014/main" id="{37F39690-40B0-404B-8286-A63E86244834}"/>
              </a:ext>
            </a:extLst>
          </p:cNvPr>
          <p:cNvSpPr/>
          <p:nvPr/>
        </p:nvSpPr>
        <p:spPr>
          <a:xfrm>
            <a:off x="330219" y="4372899"/>
            <a:ext cx="1021106" cy="765799"/>
          </a:xfrm>
          <a:prstGeom prst="ellipse">
            <a:avLst/>
          </a:prstGeom>
          <a:solidFill>
            <a:schemeClr val="tx2">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GB" sz="1200" dirty="0">
                <a:solidFill>
                  <a:schemeClr val="tx2"/>
                </a:solidFill>
                <a:latin typeface="Arial" panose="020B0604020202020204" pitchFamily="34" charset="0"/>
                <a:cs typeface="Arial" panose="020B0604020202020204" pitchFamily="34" charset="0"/>
              </a:rPr>
              <a:t>Neurotrophic</a:t>
            </a:r>
            <a:br>
              <a:rPr lang="en-GB" sz="1200" dirty="0">
                <a:solidFill>
                  <a:schemeClr val="tx2"/>
                </a:solidFill>
                <a:latin typeface="Arial" panose="020B0604020202020204" pitchFamily="34" charset="0"/>
                <a:cs typeface="Arial" panose="020B0604020202020204" pitchFamily="34" charset="0"/>
              </a:rPr>
            </a:br>
            <a:r>
              <a:rPr lang="en-GB" sz="1200" dirty="0">
                <a:solidFill>
                  <a:schemeClr val="tx2"/>
                </a:solidFill>
                <a:latin typeface="Arial" panose="020B0604020202020204" pitchFamily="34" charset="0"/>
                <a:cs typeface="Arial" panose="020B0604020202020204" pitchFamily="34" charset="0"/>
              </a:rPr>
              <a:t>factors</a:t>
            </a:r>
          </a:p>
        </p:txBody>
      </p:sp>
      <p:sp>
        <p:nvSpPr>
          <p:cNvPr id="56" name="Oval 55">
            <a:extLst>
              <a:ext uri="{FF2B5EF4-FFF2-40B4-BE49-F238E27FC236}">
                <a16:creationId xmlns:a16="http://schemas.microsoft.com/office/drawing/2014/main" id="{5B978436-AFE6-4E11-B76D-2BFD581ACB27}"/>
              </a:ext>
            </a:extLst>
          </p:cNvPr>
          <p:cNvSpPr/>
          <p:nvPr/>
        </p:nvSpPr>
        <p:spPr>
          <a:xfrm>
            <a:off x="1233254" y="4539343"/>
            <a:ext cx="936484" cy="765799"/>
          </a:xfrm>
          <a:prstGeom prst="ellipse">
            <a:avLst/>
          </a:prstGeom>
          <a:solidFill>
            <a:schemeClr val="tx2">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GB" sz="1200" dirty="0">
                <a:solidFill>
                  <a:schemeClr val="tx2"/>
                </a:solidFill>
                <a:latin typeface="Arial" panose="020B0604020202020204" pitchFamily="34" charset="0"/>
                <a:cs typeface="Arial" panose="020B0604020202020204" pitchFamily="34" charset="0"/>
              </a:rPr>
              <a:t>Synaptic</a:t>
            </a:r>
            <a:br>
              <a:rPr lang="en-GB" sz="1200" dirty="0">
                <a:solidFill>
                  <a:schemeClr val="tx2"/>
                </a:solidFill>
                <a:latin typeface="Arial" panose="020B0604020202020204" pitchFamily="34" charset="0"/>
                <a:cs typeface="Arial" panose="020B0604020202020204" pitchFamily="34" charset="0"/>
              </a:rPr>
            </a:br>
            <a:r>
              <a:rPr lang="en-GB" sz="1200" dirty="0">
                <a:solidFill>
                  <a:schemeClr val="tx2"/>
                </a:solidFill>
                <a:latin typeface="Arial" panose="020B0604020202020204" pitchFamily="34" charset="0"/>
                <a:cs typeface="Arial" panose="020B0604020202020204" pitchFamily="34" charset="0"/>
              </a:rPr>
              <a:t>pathology</a:t>
            </a:r>
          </a:p>
        </p:txBody>
      </p:sp>
      <p:sp>
        <p:nvSpPr>
          <p:cNvPr id="57" name="Oval 56">
            <a:extLst>
              <a:ext uri="{FF2B5EF4-FFF2-40B4-BE49-F238E27FC236}">
                <a16:creationId xmlns:a16="http://schemas.microsoft.com/office/drawing/2014/main" id="{3BB4636B-631C-4861-ADDF-B6AA49C1E6A8}"/>
              </a:ext>
            </a:extLst>
          </p:cNvPr>
          <p:cNvSpPr/>
          <p:nvPr/>
        </p:nvSpPr>
        <p:spPr>
          <a:xfrm>
            <a:off x="679475" y="5124030"/>
            <a:ext cx="1107557" cy="765799"/>
          </a:xfrm>
          <a:prstGeom prst="ellipse">
            <a:avLst/>
          </a:prstGeom>
          <a:solidFill>
            <a:schemeClr val="tx2">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GB" sz="1200" dirty="0">
                <a:solidFill>
                  <a:schemeClr val="tx2"/>
                </a:solidFill>
                <a:latin typeface="Arial" panose="020B0604020202020204" pitchFamily="34" charset="0"/>
                <a:cs typeface="Arial" panose="020B0604020202020204" pitchFamily="34" charset="0"/>
              </a:rPr>
              <a:t>Inflammation</a:t>
            </a:r>
          </a:p>
        </p:txBody>
      </p:sp>
      <p:sp>
        <p:nvSpPr>
          <p:cNvPr id="58" name="Oval 57">
            <a:extLst>
              <a:ext uri="{FF2B5EF4-FFF2-40B4-BE49-F238E27FC236}">
                <a16:creationId xmlns:a16="http://schemas.microsoft.com/office/drawing/2014/main" id="{E0D0FD3F-1CD0-4731-8B53-476BC906768B}"/>
              </a:ext>
            </a:extLst>
          </p:cNvPr>
          <p:cNvSpPr/>
          <p:nvPr/>
        </p:nvSpPr>
        <p:spPr>
          <a:xfrm>
            <a:off x="2179990" y="4345761"/>
            <a:ext cx="1019803" cy="765799"/>
          </a:xfrm>
          <a:prstGeom prst="ellipse">
            <a:avLst/>
          </a:prstGeom>
          <a:solidFill>
            <a:schemeClr val="tx2">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GB" sz="1200" dirty="0">
                <a:solidFill>
                  <a:schemeClr val="tx2"/>
                </a:solidFill>
                <a:latin typeface="Arial" panose="020B0604020202020204" pitchFamily="34" charset="0"/>
                <a:cs typeface="Arial" panose="020B0604020202020204" pitchFamily="34" charset="0"/>
              </a:rPr>
              <a:t>Mitochondrial</a:t>
            </a:r>
            <a:br>
              <a:rPr lang="en-GB" sz="1200" dirty="0">
                <a:solidFill>
                  <a:schemeClr val="tx2"/>
                </a:solidFill>
                <a:latin typeface="Arial" panose="020B0604020202020204" pitchFamily="34" charset="0"/>
                <a:cs typeface="Arial" panose="020B0604020202020204" pitchFamily="34" charset="0"/>
              </a:rPr>
            </a:br>
            <a:r>
              <a:rPr lang="en-GB" sz="1200" dirty="0">
                <a:solidFill>
                  <a:schemeClr val="tx2"/>
                </a:solidFill>
                <a:latin typeface="Arial" panose="020B0604020202020204" pitchFamily="34" charset="0"/>
                <a:cs typeface="Arial" panose="020B0604020202020204" pitchFamily="34" charset="0"/>
              </a:rPr>
              <a:t>dysfunction</a:t>
            </a:r>
          </a:p>
        </p:txBody>
      </p:sp>
      <p:sp>
        <p:nvSpPr>
          <p:cNvPr id="59" name="Oval 58">
            <a:extLst>
              <a:ext uri="{FF2B5EF4-FFF2-40B4-BE49-F238E27FC236}">
                <a16:creationId xmlns:a16="http://schemas.microsoft.com/office/drawing/2014/main" id="{621FD923-48F3-4C60-B079-2E578A320425}"/>
              </a:ext>
            </a:extLst>
          </p:cNvPr>
          <p:cNvSpPr/>
          <p:nvPr/>
        </p:nvSpPr>
        <p:spPr>
          <a:xfrm>
            <a:off x="1949972" y="5015951"/>
            <a:ext cx="1019803" cy="765799"/>
          </a:xfrm>
          <a:prstGeom prst="ellipse">
            <a:avLst/>
          </a:prstGeom>
          <a:solidFill>
            <a:schemeClr val="tx2">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l-GR" sz="1200" dirty="0">
                <a:solidFill>
                  <a:schemeClr val="tx2"/>
                </a:solidFill>
                <a:latin typeface="Arial" panose="020B0604020202020204" pitchFamily="34" charset="0"/>
                <a:cs typeface="Arial" panose="020B0604020202020204" pitchFamily="34" charset="0"/>
              </a:rPr>
              <a:t>α</a:t>
            </a:r>
            <a:r>
              <a:rPr lang="en-GB" sz="1200" dirty="0">
                <a:solidFill>
                  <a:schemeClr val="tx2"/>
                </a:solidFill>
                <a:latin typeface="Arial" panose="020B0604020202020204" pitchFamily="34" charset="0"/>
                <a:cs typeface="Arial" panose="020B0604020202020204" pitchFamily="34" charset="0"/>
              </a:rPr>
              <a:t>-synuclein/</a:t>
            </a:r>
            <a:br>
              <a:rPr lang="en-GB" sz="1200" dirty="0">
                <a:solidFill>
                  <a:schemeClr val="tx2"/>
                </a:solidFill>
                <a:latin typeface="Arial" panose="020B0604020202020204" pitchFamily="34" charset="0"/>
                <a:cs typeface="Arial" panose="020B0604020202020204" pitchFamily="34" charset="0"/>
              </a:rPr>
            </a:br>
            <a:r>
              <a:rPr lang="en-GB" sz="1200" dirty="0">
                <a:solidFill>
                  <a:schemeClr val="tx2"/>
                </a:solidFill>
                <a:latin typeface="Arial" panose="020B0604020202020204" pitchFamily="34" charset="0"/>
                <a:cs typeface="Arial" panose="020B0604020202020204" pitchFamily="34" charset="0"/>
              </a:rPr>
              <a:t>tau protein</a:t>
            </a:r>
          </a:p>
        </p:txBody>
      </p:sp>
      <p:cxnSp>
        <p:nvCxnSpPr>
          <p:cNvPr id="61" name="Straight Arrow Connector 60">
            <a:extLst>
              <a:ext uri="{FF2B5EF4-FFF2-40B4-BE49-F238E27FC236}">
                <a16:creationId xmlns:a16="http://schemas.microsoft.com/office/drawing/2014/main" id="{D33F2923-9ACB-4DE4-993F-A269BCA8D7BF}"/>
              </a:ext>
            </a:extLst>
          </p:cNvPr>
          <p:cNvCxnSpPr>
            <a:cxnSpLocks/>
          </p:cNvCxnSpPr>
          <p:nvPr/>
        </p:nvCxnSpPr>
        <p:spPr>
          <a:xfrm flipH="1">
            <a:off x="2167780" y="2417233"/>
            <a:ext cx="993109" cy="1704623"/>
          </a:xfrm>
          <a:prstGeom prst="straightConnector1">
            <a:avLst/>
          </a:prstGeom>
          <a:ln w="9525">
            <a:solidFill>
              <a:schemeClr val="tx1"/>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7A62779B-6695-49B0-8E45-3AD1676520BB}"/>
              </a:ext>
            </a:extLst>
          </p:cNvPr>
          <p:cNvCxnSpPr>
            <a:cxnSpLocks/>
          </p:cNvCxnSpPr>
          <p:nvPr/>
        </p:nvCxnSpPr>
        <p:spPr>
          <a:xfrm>
            <a:off x="3341511" y="2428522"/>
            <a:ext cx="765317" cy="1512711"/>
          </a:xfrm>
          <a:prstGeom prst="straightConnector1">
            <a:avLst/>
          </a:prstGeom>
          <a:ln w="9525">
            <a:solidFill>
              <a:schemeClr val="tx1"/>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1A939EC7-69A6-4A5D-A8BD-EA1B048C7DB7}"/>
              </a:ext>
            </a:extLst>
          </p:cNvPr>
          <p:cNvCxnSpPr>
            <a:cxnSpLocks/>
          </p:cNvCxnSpPr>
          <p:nvPr/>
        </p:nvCxnSpPr>
        <p:spPr>
          <a:xfrm flipH="1">
            <a:off x="2348090" y="4087989"/>
            <a:ext cx="1715910" cy="124178"/>
          </a:xfrm>
          <a:prstGeom prst="straightConnector1">
            <a:avLst/>
          </a:prstGeom>
          <a:ln w="9525">
            <a:solidFill>
              <a:schemeClr val="tx1"/>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65" name="TextBox 64">
            <a:extLst>
              <a:ext uri="{FF2B5EF4-FFF2-40B4-BE49-F238E27FC236}">
                <a16:creationId xmlns:a16="http://schemas.microsoft.com/office/drawing/2014/main" id="{E355D623-3F97-4E53-AD86-B3D8497AB874}"/>
              </a:ext>
            </a:extLst>
          </p:cNvPr>
          <p:cNvSpPr txBox="1"/>
          <p:nvPr/>
        </p:nvSpPr>
        <p:spPr>
          <a:xfrm>
            <a:off x="2698208" y="3174263"/>
            <a:ext cx="325730" cy="369332"/>
          </a:xfrm>
          <a:prstGeom prst="rect">
            <a:avLst/>
          </a:prstGeom>
          <a:noFill/>
        </p:spPr>
        <p:txBody>
          <a:bodyPr wrap="none" rtlCol="0">
            <a:spAutoFit/>
          </a:bodyPr>
          <a:lstStyle/>
          <a:p>
            <a:r>
              <a:rPr lang="en-GB" b="1" dirty="0">
                <a:latin typeface="Arial" panose="020B0604020202020204" pitchFamily="34" charset="0"/>
                <a:cs typeface="Arial" panose="020B0604020202020204" pitchFamily="34" charset="0"/>
              </a:rPr>
              <a:t>?</a:t>
            </a:r>
          </a:p>
        </p:txBody>
      </p:sp>
      <p:sp>
        <p:nvSpPr>
          <p:cNvPr id="66" name="TextBox 65">
            <a:extLst>
              <a:ext uri="{FF2B5EF4-FFF2-40B4-BE49-F238E27FC236}">
                <a16:creationId xmlns:a16="http://schemas.microsoft.com/office/drawing/2014/main" id="{6A454DC9-9C9C-40C3-B039-E0F97B666D92}"/>
              </a:ext>
            </a:extLst>
          </p:cNvPr>
          <p:cNvSpPr txBox="1"/>
          <p:nvPr/>
        </p:nvSpPr>
        <p:spPr>
          <a:xfrm>
            <a:off x="3479919" y="3236734"/>
            <a:ext cx="275156" cy="369332"/>
          </a:xfrm>
          <a:prstGeom prst="rect">
            <a:avLst/>
          </a:prstGeom>
          <a:noFill/>
        </p:spPr>
        <p:txBody>
          <a:bodyPr wrap="square" rtlCol="0">
            <a:spAutoFit/>
          </a:bodyPr>
          <a:lstStyle/>
          <a:p>
            <a:r>
              <a:rPr lang="en-GB" b="1" dirty="0">
                <a:latin typeface="Arial" panose="020B0604020202020204" pitchFamily="34" charset="0"/>
                <a:cs typeface="Arial" panose="020B0604020202020204" pitchFamily="34" charset="0"/>
              </a:rPr>
              <a:t>?</a:t>
            </a:r>
          </a:p>
        </p:txBody>
      </p:sp>
      <p:sp>
        <p:nvSpPr>
          <p:cNvPr id="67" name="TextBox 66">
            <a:extLst>
              <a:ext uri="{FF2B5EF4-FFF2-40B4-BE49-F238E27FC236}">
                <a16:creationId xmlns:a16="http://schemas.microsoft.com/office/drawing/2014/main" id="{CA75CFC5-FF7B-4C1F-BBED-78A879BD4A3E}"/>
              </a:ext>
            </a:extLst>
          </p:cNvPr>
          <p:cNvSpPr txBox="1"/>
          <p:nvPr/>
        </p:nvSpPr>
        <p:spPr>
          <a:xfrm>
            <a:off x="3087973" y="3698568"/>
            <a:ext cx="325730" cy="369332"/>
          </a:xfrm>
          <a:prstGeom prst="rect">
            <a:avLst/>
          </a:prstGeom>
          <a:noFill/>
        </p:spPr>
        <p:txBody>
          <a:bodyPr wrap="none" rtlCol="0">
            <a:spAutoFit/>
          </a:bodyPr>
          <a:lstStyle/>
          <a:p>
            <a:r>
              <a:rPr lang="en-GB" b="1" dirty="0">
                <a:latin typeface="Arial" panose="020B0604020202020204" pitchFamily="34" charset="0"/>
                <a:cs typeface="Arial" panose="020B0604020202020204" pitchFamily="34" charset="0"/>
              </a:rPr>
              <a:t>?</a:t>
            </a:r>
          </a:p>
        </p:txBody>
      </p:sp>
      <p:sp>
        <p:nvSpPr>
          <p:cNvPr id="12" name="TextBox 11">
            <a:extLst>
              <a:ext uri="{FF2B5EF4-FFF2-40B4-BE49-F238E27FC236}">
                <a16:creationId xmlns:a16="http://schemas.microsoft.com/office/drawing/2014/main" id="{3BCEC4EE-1273-C82C-1543-D037BA219F32}"/>
              </a:ext>
            </a:extLst>
          </p:cNvPr>
          <p:cNvSpPr txBox="1"/>
          <p:nvPr/>
        </p:nvSpPr>
        <p:spPr>
          <a:xfrm>
            <a:off x="539748" y="1416785"/>
            <a:ext cx="5438515" cy="338554"/>
          </a:xfrm>
          <a:prstGeom prst="rect">
            <a:avLst/>
          </a:prstGeom>
          <a:noFill/>
        </p:spPr>
        <p:txBody>
          <a:bodyPr wrap="square">
            <a:spAutoFit/>
          </a:bodyPr>
          <a:lstStyle/>
          <a:p>
            <a:pPr marL="0" indent="0" algn="ctr">
              <a:buNone/>
            </a:pPr>
            <a:r>
              <a:rPr lang="en-GB" sz="1600" b="1" dirty="0">
                <a:solidFill>
                  <a:schemeClr val="accent2">
                    <a:lumMod val="50000"/>
                  </a:schemeClr>
                </a:solidFill>
              </a:rPr>
              <a:t>Risk factors of PD dementia</a:t>
            </a:r>
            <a:r>
              <a:rPr lang="en-GB" sz="1600" b="1" baseline="30000" dirty="0">
                <a:solidFill>
                  <a:schemeClr val="accent2">
                    <a:lumMod val="50000"/>
                  </a:schemeClr>
                </a:solidFill>
              </a:rPr>
              <a:t>1</a:t>
            </a:r>
            <a:endParaRPr lang="en-GB" sz="1600" b="1" dirty="0">
              <a:solidFill>
                <a:schemeClr val="accent2">
                  <a:lumMod val="50000"/>
                </a:schemeClr>
              </a:solidFill>
            </a:endParaRPr>
          </a:p>
        </p:txBody>
      </p:sp>
    </p:spTree>
    <p:custDataLst>
      <p:tags r:id="rId1"/>
    </p:custDataLst>
    <p:extLst>
      <p:ext uri="{BB962C8B-B14F-4D97-AF65-F5344CB8AC3E}">
        <p14:creationId xmlns:p14="http://schemas.microsoft.com/office/powerpoint/2010/main" val="17334424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b">
            <a:normAutofit/>
          </a:bodyPr>
          <a:lstStyle/>
          <a:p>
            <a:r>
              <a:rPr lang="en-GB" sz="4200" dirty="0"/>
              <a:t>Cognitive impairment specifically contributes to poorer quality of life, even in early Parkinson’s disease</a:t>
            </a:r>
          </a:p>
        </p:txBody>
      </p:sp>
      <p:sp>
        <p:nvSpPr>
          <p:cNvPr id="8" name="Text Placeholder 7"/>
          <p:cNvSpPr>
            <a:spLocks noGrp="1"/>
          </p:cNvSpPr>
          <p:nvPr>
            <p:ph type="body" idx="1"/>
          </p:nvPr>
        </p:nvSpPr>
        <p:spPr/>
        <p:txBody>
          <a:bodyPr>
            <a:normAutofit/>
          </a:bodyPr>
          <a:lstStyle/>
          <a:p>
            <a:r>
              <a:rPr lang="en-GB" dirty="0"/>
              <a:t>Lawson et al. Parkinsonism </a:t>
            </a:r>
            <a:r>
              <a:rPr lang="en-GB" dirty="0" err="1"/>
              <a:t>Relat</a:t>
            </a:r>
            <a:r>
              <a:rPr lang="en-GB" dirty="0"/>
              <a:t> </a:t>
            </a:r>
            <a:r>
              <a:rPr lang="en-GB" dirty="0" err="1"/>
              <a:t>Disord</a:t>
            </a:r>
            <a:r>
              <a:rPr lang="en-GB" dirty="0"/>
              <a:t> 2014;20(10):1071–1075</a:t>
            </a:r>
          </a:p>
        </p:txBody>
      </p:sp>
      <p:sp>
        <p:nvSpPr>
          <p:cNvPr id="4" name="Slide Number Placeholder 3"/>
          <p:cNvSpPr>
            <a:spLocks noGrp="1"/>
          </p:cNvSpPr>
          <p:nvPr>
            <p:ph type="sldNum" sz="quarter" idx="4"/>
          </p:nvPr>
        </p:nvSpPr>
        <p:spPr/>
        <p:txBody>
          <a:bodyPr anchor="t">
            <a:normAutofit/>
          </a:bodyPr>
          <a:lstStyle/>
          <a:p>
            <a:pPr>
              <a:spcAft>
                <a:spcPts val="600"/>
              </a:spcAft>
            </a:pPr>
            <a:fld id="{6DBC486D-4FAB-B746-8B02-8D7C842291C6}" type="slidenum">
              <a:rPr lang="en-GB" smtClean="0"/>
              <a:pPr>
                <a:spcAft>
                  <a:spcPts val="600"/>
                </a:spcAft>
              </a:pPr>
              <a:t>11</a:t>
            </a:fld>
            <a:endParaRPr lang="en-GB"/>
          </a:p>
        </p:txBody>
      </p:sp>
    </p:spTree>
    <p:custDataLst>
      <p:tags r:id="rId1"/>
    </p:custDataLst>
    <p:extLst>
      <p:ext uri="{BB962C8B-B14F-4D97-AF65-F5344CB8AC3E}">
        <p14:creationId xmlns:p14="http://schemas.microsoft.com/office/powerpoint/2010/main" val="464640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546100"/>
            <a:ext cx="6642100" cy="2105818"/>
          </a:xfrm>
        </p:spPr>
        <p:txBody>
          <a:bodyPr/>
          <a:lstStyle/>
          <a:p>
            <a:r>
              <a:rPr lang="en-GB" dirty="0"/>
              <a:t>Mood disorders</a:t>
            </a:r>
          </a:p>
        </p:txBody>
      </p:sp>
      <p:sp>
        <p:nvSpPr>
          <p:cNvPr id="4" name="Text Placeholder 3">
            <a:extLst>
              <a:ext uri="{FF2B5EF4-FFF2-40B4-BE49-F238E27FC236}">
                <a16:creationId xmlns:a16="http://schemas.microsoft.com/office/drawing/2014/main" id="{9283536D-7E6F-162E-CE35-DA7756221B2A}"/>
              </a:ext>
            </a:extLst>
          </p:cNvPr>
          <p:cNvSpPr>
            <a:spLocks noGrp="1"/>
          </p:cNvSpPr>
          <p:nvPr>
            <p:ph type="body" idx="1"/>
          </p:nvPr>
        </p:nvSpPr>
        <p:spPr/>
        <p:txBody>
          <a:bodyPr/>
          <a:lstStyle/>
          <a:p>
            <a:endParaRPr lang="en-GB"/>
          </a:p>
        </p:txBody>
      </p:sp>
    </p:spTree>
    <p:custDataLst>
      <p:tags r:id="rId1"/>
    </p:custDataLst>
    <p:extLst>
      <p:ext uri="{BB962C8B-B14F-4D97-AF65-F5344CB8AC3E}">
        <p14:creationId xmlns:p14="http://schemas.microsoft.com/office/powerpoint/2010/main" val="29094245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7"/>
          </p:nvPr>
        </p:nvSpPr>
        <p:spPr/>
        <p:txBody>
          <a:bodyPr/>
          <a:lstStyle/>
          <a:p>
            <a:r>
              <a:rPr lang="en-GB" dirty="0"/>
              <a:t>Parkinson’s disease – </a:t>
            </a:r>
            <a:r>
              <a:rPr lang="en-US" dirty="0"/>
              <a:t>Non-motor symptom complex and comorbidities</a:t>
            </a:r>
          </a:p>
        </p:txBody>
      </p:sp>
      <p:sp>
        <p:nvSpPr>
          <p:cNvPr id="2" name="Title 1"/>
          <p:cNvSpPr>
            <a:spLocks noGrp="1"/>
          </p:cNvSpPr>
          <p:nvPr>
            <p:ph type="title"/>
          </p:nvPr>
        </p:nvSpPr>
        <p:spPr/>
        <p:txBody>
          <a:bodyPr/>
          <a:lstStyle/>
          <a:p>
            <a:r>
              <a:rPr lang="en-GB" dirty="0"/>
              <a:t>The spectrum of mood disorders in Parkinson’s disease</a:t>
            </a:r>
          </a:p>
        </p:txBody>
      </p:sp>
      <p:sp>
        <p:nvSpPr>
          <p:cNvPr id="3" name="Content Placeholder 2"/>
          <p:cNvSpPr>
            <a:spLocks noGrp="1"/>
          </p:cNvSpPr>
          <p:nvPr>
            <p:ph idx="19"/>
          </p:nvPr>
        </p:nvSpPr>
        <p:spPr/>
        <p:txBody>
          <a:bodyPr>
            <a:normAutofit/>
          </a:bodyPr>
          <a:lstStyle/>
          <a:p>
            <a:r>
              <a:rPr lang="en-GB" sz="2000" dirty="0"/>
              <a:t>The most common mood disorders in PD are:</a:t>
            </a:r>
            <a:r>
              <a:rPr lang="en-GB" sz="2000" baseline="30000" dirty="0"/>
              <a:t>1</a:t>
            </a:r>
            <a:endParaRPr lang="en-GB" sz="2000" dirty="0"/>
          </a:p>
          <a:p>
            <a:pPr lvl="1"/>
            <a:r>
              <a:rPr lang="en-GB" sz="1800" dirty="0"/>
              <a:t>Depression </a:t>
            </a:r>
          </a:p>
          <a:p>
            <a:pPr lvl="1"/>
            <a:r>
              <a:rPr lang="en-GB" sz="1800" dirty="0"/>
              <a:t>Anxiety</a:t>
            </a:r>
          </a:p>
          <a:p>
            <a:pPr lvl="1"/>
            <a:r>
              <a:rPr lang="en-GB" sz="1800" dirty="0"/>
              <a:t>Apathy</a:t>
            </a:r>
          </a:p>
          <a:p>
            <a:r>
              <a:rPr lang="en-GB" sz="2000" dirty="0"/>
              <a:t>Many studies have used neuroimaging techniques in an attempt to identify brain regions linked to the above symptoms, including limbic and cortical areas of the brain, and the basal ganglia</a:t>
            </a:r>
            <a:r>
              <a:rPr lang="en-GB" sz="2000" baseline="30000" dirty="0"/>
              <a:t>2,3</a:t>
            </a:r>
            <a:endParaRPr lang="en-GB" sz="2000" dirty="0"/>
          </a:p>
          <a:p>
            <a:r>
              <a:rPr lang="en-GB" sz="2000" dirty="0"/>
              <a:t>These studies have identified regions of the brain in connection with mood disorders – some of which are implicated also in the pathology of PD</a:t>
            </a:r>
            <a:r>
              <a:rPr lang="en-GB" sz="2000" baseline="30000" dirty="0"/>
              <a:t>2,4</a:t>
            </a:r>
            <a:endParaRPr lang="en-GB" sz="2000" dirty="0"/>
          </a:p>
          <a:p>
            <a:r>
              <a:rPr lang="en-GB" sz="2000" dirty="0"/>
              <a:t>However, much more research is needed to translate experimental observations into viable treatments</a:t>
            </a:r>
            <a:r>
              <a:rPr lang="en-GB" sz="2000" baseline="30000" dirty="0"/>
              <a:t>2</a:t>
            </a:r>
            <a:endParaRPr lang="en-GB" sz="2000" dirty="0"/>
          </a:p>
        </p:txBody>
      </p:sp>
      <p:sp>
        <p:nvSpPr>
          <p:cNvPr id="5" name="Text Placeholder 4">
            <a:extLst>
              <a:ext uri="{FF2B5EF4-FFF2-40B4-BE49-F238E27FC236}">
                <a16:creationId xmlns:a16="http://schemas.microsoft.com/office/drawing/2014/main" id="{96E4C678-8047-4A0C-91C8-0F720AB141A7}"/>
              </a:ext>
            </a:extLst>
          </p:cNvPr>
          <p:cNvSpPr>
            <a:spLocks noGrp="1"/>
          </p:cNvSpPr>
          <p:nvPr>
            <p:ph type="body" sz="quarter" idx="18"/>
          </p:nvPr>
        </p:nvSpPr>
        <p:spPr/>
        <p:txBody>
          <a:bodyPr/>
          <a:lstStyle/>
          <a:p>
            <a:r>
              <a:rPr lang="en-GB" dirty="0"/>
              <a:t>PD=Parkinson’s disease</a:t>
            </a:r>
          </a:p>
          <a:p>
            <a:pPr marL="0" indent="0">
              <a:buNone/>
            </a:pPr>
            <a:endParaRPr lang="en-GB" dirty="0"/>
          </a:p>
          <a:p>
            <a:pPr marL="0" indent="0">
              <a:buNone/>
            </a:pPr>
            <a:r>
              <a:rPr lang="en-GB" dirty="0"/>
              <a:t>1. Tan. Parkinsonism </a:t>
            </a:r>
            <a:r>
              <a:rPr lang="en-GB" dirty="0" err="1"/>
              <a:t>Relat</a:t>
            </a:r>
            <a:r>
              <a:rPr lang="en-GB" dirty="0"/>
              <a:t> </a:t>
            </a:r>
            <a:r>
              <a:rPr lang="en-GB" dirty="0" err="1"/>
              <a:t>Disord</a:t>
            </a:r>
            <a:r>
              <a:rPr lang="en-GB" dirty="0"/>
              <a:t> 2012;18(</a:t>
            </a:r>
            <a:r>
              <a:rPr lang="en-GB" dirty="0" err="1"/>
              <a:t>Suppl</a:t>
            </a:r>
            <a:r>
              <a:rPr lang="en-GB" dirty="0"/>
              <a:t> 1):S74–S76; 2. Wen et al. Eur J </a:t>
            </a:r>
            <a:r>
              <a:rPr lang="en-GB" dirty="0" err="1"/>
              <a:t>Neurol</a:t>
            </a:r>
            <a:r>
              <a:rPr lang="en-GB" dirty="0"/>
              <a:t> 2016;23(6):1001–1019;</a:t>
            </a:r>
            <a:br>
              <a:rPr lang="en-GB" dirty="0"/>
            </a:br>
            <a:r>
              <a:rPr lang="en-GB" dirty="0"/>
              <a:t>3. </a:t>
            </a:r>
            <a:r>
              <a:rPr lang="en-GB" dirty="0" err="1"/>
              <a:t>Schapira</a:t>
            </a:r>
            <a:r>
              <a:rPr lang="en-GB" dirty="0"/>
              <a:t> et al. Nat Rev </a:t>
            </a:r>
            <a:r>
              <a:rPr lang="en-GB" dirty="0" err="1"/>
              <a:t>Neurosci</a:t>
            </a:r>
            <a:r>
              <a:rPr lang="en-GB" dirty="0"/>
              <a:t> 2017;18(7):435–450; 4. </a:t>
            </a:r>
            <a:r>
              <a:rPr lang="en-GB" dirty="0" err="1"/>
              <a:t>Aarsland</a:t>
            </a:r>
            <a:r>
              <a:rPr lang="en-GB" dirty="0"/>
              <a:t> et al. Nat Rev </a:t>
            </a:r>
            <a:r>
              <a:rPr lang="en-GB" dirty="0" err="1"/>
              <a:t>Neurol</a:t>
            </a:r>
            <a:r>
              <a:rPr lang="en-GB" dirty="0"/>
              <a:t> 2011;8(1):35–47</a:t>
            </a:r>
          </a:p>
        </p:txBody>
      </p:sp>
      <p:sp>
        <p:nvSpPr>
          <p:cNvPr id="4" name="Slide Number Placeholder 3"/>
          <p:cNvSpPr>
            <a:spLocks noGrp="1"/>
          </p:cNvSpPr>
          <p:nvPr>
            <p:ph type="sldNum" sz="quarter" idx="4"/>
          </p:nvPr>
        </p:nvSpPr>
        <p:spPr/>
        <p:txBody>
          <a:bodyPr/>
          <a:lstStyle/>
          <a:p>
            <a:fld id="{6DBC486D-4FAB-B746-8B02-8D7C842291C6}" type="slidenum">
              <a:rPr lang="en-GB" smtClean="0"/>
              <a:t>13</a:t>
            </a:fld>
            <a:endParaRPr lang="en-GB"/>
          </a:p>
        </p:txBody>
      </p:sp>
    </p:spTree>
    <p:custDataLst>
      <p:tags r:id="rId1"/>
    </p:custDataLst>
    <p:extLst>
      <p:ext uri="{BB962C8B-B14F-4D97-AF65-F5344CB8AC3E}">
        <p14:creationId xmlns:p14="http://schemas.microsoft.com/office/powerpoint/2010/main" val="39989988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p:cNvSpPr>
            <a:spLocks noGrp="1"/>
          </p:cNvSpPr>
          <p:nvPr>
            <p:ph type="body" sz="quarter" idx="17"/>
          </p:nvPr>
        </p:nvSpPr>
        <p:spPr/>
        <p:txBody>
          <a:bodyPr/>
          <a:lstStyle/>
          <a:p>
            <a:r>
              <a:rPr lang="en-GB" dirty="0"/>
              <a:t>Parkinson’s disease – </a:t>
            </a:r>
            <a:r>
              <a:rPr lang="en-US" dirty="0"/>
              <a:t>Non-motor symptom complex and comorbidities</a:t>
            </a:r>
          </a:p>
        </p:txBody>
      </p:sp>
      <p:sp>
        <p:nvSpPr>
          <p:cNvPr id="5" name="Title 4"/>
          <p:cNvSpPr>
            <a:spLocks noGrp="1"/>
          </p:cNvSpPr>
          <p:nvPr>
            <p:ph type="title"/>
          </p:nvPr>
        </p:nvSpPr>
        <p:spPr/>
        <p:txBody>
          <a:bodyPr/>
          <a:lstStyle/>
          <a:p>
            <a:r>
              <a:rPr lang="en-GB" dirty="0"/>
              <a:t>Depression in Parkinson’s disease</a:t>
            </a:r>
          </a:p>
        </p:txBody>
      </p:sp>
      <p:sp>
        <p:nvSpPr>
          <p:cNvPr id="6" name="Content Placeholder 5"/>
          <p:cNvSpPr>
            <a:spLocks noGrp="1"/>
          </p:cNvSpPr>
          <p:nvPr>
            <p:ph idx="19"/>
          </p:nvPr>
        </p:nvSpPr>
        <p:spPr/>
        <p:txBody>
          <a:bodyPr/>
          <a:lstStyle/>
          <a:p>
            <a:r>
              <a:rPr lang="en-US" dirty="0"/>
              <a:t>Depression in PD may be due to multiple factors; it could be a psychological reaction to having a chronic and progressive disease, and it could also share the same biological or causal roots in the brain as other symptoms of PD</a:t>
            </a:r>
            <a:r>
              <a:rPr lang="en-GB" baseline="30000" dirty="0"/>
              <a:t>1</a:t>
            </a:r>
            <a:endParaRPr lang="en-GB" dirty="0"/>
          </a:p>
          <a:p>
            <a:r>
              <a:rPr lang="en-GB" dirty="0"/>
              <a:t>One meta-analysis found that the prevalence of depression in patients with PD was roughly 17%</a:t>
            </a:r>
            <a:r>
              <a:rPr lang="en-GB" baseline="30000" dirty="0"/>
              <a:t>2</a:t>
            </a:r>
            <a:endParaRPr lang="en-GB" dirty="0"/>
          </a:p>
          <a:p>
            <a:r>
              <a:rPr lang="en-GB" dirty="0"/>
              <a:t>Depression in patients with PD is strongly linked to reduced quality of life, as well as sleep problems and impairments in ADLs</a:t>
            </a:r>
            <a:r>
              <a:rPr lang="en-GB" baseline="30000" dirty="0"/>
              <a:t>1,3</a:t>
            </a:r>
          </a:p>
          <a:p>
            <a:r>
              <a:rPr lang="en-GB" dirty="0"/>
              <a:t>A case–control study including 138,345 people with PD found PD increased the odds of experiencing depression by </a:t>
            </a:r>
            <a:r>
              <a:rPr lang="en-GB" b="1" dirty="0"/>
              <a:t>1.86 times</a:t>
            </a:r>
            <a:r>
              <a:rPr lang="en-GB" baseline="30000" dirty="0"/>
              <a:t>4</a:t>
            </a:r>
            <a:endParaRPr lang="en-GB" dirty="0"/>
          </a:p>
        </p:txBody>
      </p:sp>
      <p:sp>
        <p:nvSpPr>
          <p:cNvPr id="7" name="Content Placeholder 6"/>
          <p:cNvSpPr>
            <a:spLocks noGrp="1"/>
          </p:cNvSpPr>
          <p:nvPr>
            <p:ph sz="half" idx="20"/>
          </p:nvPr>
        </p:nvSpPr>
        <p:spPr/>
        <p:txBody>
          <a:bodyPr/>
          <a:lstStyle/>
          <a:p>
            <a:pPr marL="0" indent="0">
              <a:buNone/>
            </a:pPr>
            <a:r>
              <a:rPr lang="en-GB" b="1" dirty="0">
                <a:solidFill>
                  <a:schemeClr val="tx1"/>
                </a:solidFill>
              </a:rPr>
              <a:t>Treatment of depression in PD</a:t>
            </a:r>
            <a:r>
              <a:rPr lang="en-GB" b="1" baseline="30000" dirty="0">
                <a:solidFill>
                  <a:schemeClr val="tx1"/>
                </a:solidFill>
              </a:rPr>
              <a:t>1</a:t>
            </a:r>
            <a:endParaRPr lang="en-GB" b="1" dirty="0">
              <a:solidFill>
                <a:schemeClr val="tx1"/>
              </a:solidFill>
            </a:endParaRPr>
          </a:p>
          <a:p>
            <a:r>
              <a:rPr lang="en-GB" dirty="0">
                <a:solidFill>
                  <a:schemeClr val="tx1"/>
                </a:solidFill>
              </a:rPr>
              <a:t>If the depression is linked to medication ‘OFF’ periods, then optimisation of the PD treatments should be the first priority</a:t>
            </a:r>
          </a:p>
          <a:p>
            <a:r>
              <a:rPr lang="en-GB" dirty="0">
                <a:solidFill>
                  <a:schemeClr val="tx1"/>
                </a:solidFill>
              </a:rPr>
              <a:t>Mild depression can be treated with </a:t>
            </a:r>
            <a:br>
              <a:rPr lang="en-GB" dirty="0">
                <a:solidFill>
                  <a:schemeClr val="tx1"/>
                </a:solidFill>
              </a:rPr>
            </a:br>
            <a:r>
              <a:rPr lang="en-GB" dirty="0">
                <a:solidFill>
                  <a:schemeClr val="tx1"/>
                </a:solidFill>
              </a:rPr>
              <a:t>non-pharmacological options, such as counselling, patient support groups or cognitive behavioural therapy</a:t>
            </a:r>
          </a:p>
          <a:p>
            <a:r>
              <a:rPr lang="en-US" dirty="0">
                <a:solidFill>
                  <a:schemeClr val="tx1"/>
                </a:solidFill>
              </a:rPr>
              <a:t>Controlled studies suggest that pharmacological treatment with DAs, TCAs, SNRIs may be effective for depression in PD</a:t>
            </a:r>
            <a:r>
              <a:rPr lang="en-US" baseline="30000" dirty="0">
                <a:solidFill>
                  <a:schemeClr val="tx1"/>
                </a:solidFill>
              </a:rPr>
              <a:t>1,5</a:t>
            </a:r>
            <a:endParaRPr lang="en-GB" dirty="0">
              <a:solidFill>
                <a:schemeClr val="tx1"/>
              </a:solidFill>
            </a:endParaRPr>
          </a:p>
        </p:txBody>
      </p:sp>
      <p:sp>
        <p:nvSpPr>
          <p:cNvPr id="2" name="Text Placeholder 1">
            <a:extLst>
              <a:ext uri="{FF2B5EF4-FFF2-40B4-BE49-F238E27FC236}">
                <a16:creationId xmlns:a16="http://schemas.microsoft.com/office/drawing/2014/main" id="{64FBF8C9-B7D3-4C78-8FEA-7E5ED8CB1463}"/>
              </a:ext>
            </a:extLst>
          </p:cNvPr>
          <p:cNvSpPr>
            <a:spLocks noGrp="1"/>
          </p:cNvSpPr>
          <p:nvPr>
            <p:ph type="body" sz="quarter" idx="18"/>
          </p:nvPr>
        </p:nvSpPr>
        <p:spPr/>
        <p:txBody>
          <a:bodyPr/>
          <a:lstStyle/>
          <a:p>
            <a:r>
              <a:rPr lang="en-GB" dirty="0"/>
              <a:t>ADL=activity of daily living; DA=dopamine agonist; PD=Parkinson’s disease; TCA=tricyclic antidepressant; </a:t>
            </a:r>
            <a:br>
              <a:rPr lang="en-GB" dirty="0"/>
            </a:br>
            <a:r>
              <a:rPr lang="en-GB" dirty="0"/>
              <a:t>SNRI=serotonin–noradrenaline reuptake inhibitor; SSRI=selective serotonin reuptake inhibitor</a:t>
            </a:r>
          </a:p>
          <a:p>
            <a:pPr marL="0" indent="0">
              <a:buNone/>
            </a:pPr>
            <a:endParaRPr lang="en-GB" dirty="0"/>
          </a:p>
          <a:p>
            <a:pPr marL="0" indent="0">
              <a:buNone/>
            </a:pPr>
            <a:r>
              <a:rPr lang="en-GB" dirty="0"/>
              <a:t>1. Tan. Parkinsonism </a:t>
            </a:r>
            <a:r>
              <a:rPr lang="en-GB" dirty="0" err="1"/>
              <a:t>Relat</a:t>
            </a:r>
            <a:r>
              <a:rPr lang="en-GB" dirty="0"/>
              <a:t> </a:t>
            </a:r>
            <a:r>
              <a:rPr lang="en-GB" dirty="0" err="1"/>
              <a:t>Disord</a:t>
            </a:r>
            <a:r>
              <a:rPr lang="en-GB" dirty="0"/>
              <a:t> 2012;18(</a:t>
            </a:r>
            <a:r>
              <a:rPr lang="en-GB" dirty="0" err="1"/>
              <a:t>Suppl</a:t>
            </a:r>
            <a:r>
              <a:rPr lang="en-GB" dirty="0"/>
              <a:t> 1):S74–S76; 2. </a:t>
            </a:r>
            <a:r>
              <a:rPr lang="en-GB" dirty="0" err="1"/>
              <a:t>Reijnders</a:t>
            </a:r>
            <a:r>
              <a:rPr lang="en-GB" dirty="0"/>
              <a:t> et al. Mov </a:t>
            </a:r>
            <a:r>
              <a:rPr lang="en-GB" dirty="0" err="1"/>
              <a:t>Disord</a:t>
            </a:r>
            <a:r>
              <a:rPr lang="en-GB" dirty="0"/>
              <a:t> 2008;23(2):138–189; </a:t>
            </a:r>
            <a:br>
              <a:rPr lang="en-GB" dirty="0"/>
            </a:br>
            <a:r>
              <a:rPr lang="en-GB" dirty="0"/>
              <a:t>3. </a:t>
            </a:r>
            <a:r>
              <a:rPr lang="en-GB" dirty="0" err="1"/>
              <a:t>Schrag</a:t>
            </a:r>
            <a:r>
              <a:rPr lang="en-GB" dirty="0"/>
              <a:t>. J </a:t>
            </a:r>
            <a:r>
              <a:rPr lang="en-GB" dirty="0" err="1"/>
              <a:t>Neurol</a:t>
            </a:r>
            <a:r>
              <a:rPr lang="en-GB" dirty="0"/>
              <a:t> Sci 2006;248(1–2):151–157; 4. </a:t>
            </a:r>
            <a:r>
              <a:rPr lang="en-US" dirty="0" err="1"/>
              <a:t>Schrag</a:t>
            </a:r>
            <a:r>
              <a:rPr lang="en-US" dirty="0"/>
              <a:t> et al. JAMA Neurol 2023;80(2):161–171; </a:t>
            </a:r>
            <a:r>
              <a:rPr lang="en-GB" dirty="0"/>
              <a:t>5. </a:t>
            </a:r>
            <a:r>
              <a:rPr lang="nl-NL" dirty="0"/>
              <a:t>Aarsland et al. Nat Rev Neurol 2011;8(1):35–47</a:t>
            </a:r>
          </a:p>
        </p:txBody>
      </p:sp>
      <p:sp>
        <p:nvSpPr>
          <p:cNvPr id="3" name="Slide Number Placeholder 2"/>
          <p:cNvSpPr>
            <a:spLocks noGrp="1"/>
          </p:cNvSpPr>
          <p:nvPr>
            <p:ph type="sldNum" sz="quarter" idx="4"/>
          </p:nvPr>
        </p:nvSpPr>
        <p:spPr/>
        <p:txBody>
          <a:bodyPr/>
          <a:lstStyle/>
          <a:p>
            <a:fld id="{6DBC486D-4FAB-B746-8B02-8D7C842291C6}" type="slidenum">
              <a:rPr lang="en-GB" smtClean="0"/>
              <a:t>14</a:t>
            </a:fld>
            <a:endParaRPr lang="en-GB"/>
          </a:p>
        </p:txBody>
      </p:sp>
    </p:spTree>
    <p:custDataLst>
      <p:tags r:id="rId1"/>
    </p:custDataLst>
    <p:extLst>
      <p:ext uri="{BB962C8B-B14F-4D97-AF65-F5344CB8AC3E}">
        <p14:creationId xmlns:p14="http://schemas.microsoft.com/office/powerpoint/2010/main" val="21220810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7"/>
          </p:nvPr>
        </p:nvSpPr>
        <p:spPr/>
        <p:txBody>
          <a:bodyPr/>
          <a:lstStyle/>
          <a:p>
            <a:r>
              <a:rPr lang="en-GB" dirty="0"/>
              <a:t>Parkinson’s disease – </a:t>
            </a:r>
            <a:r>
              <a:rPr lang="en-US" dirty="0"/>
              <a:t>Non-motor symptom complex and comorbidities</a:t>
            </a:r>
          </a:p>
        </p:txBody>
      </p:sp>
      <p:sp>
        <p:nvSpPr>
          <p:cNvPr id="2" name="Title 1"/>
          <p:cNvSpPr>
            <a:spLocks noGrp="1"/>
          </p:cNvSpPr>
          <p:nvPr>
            <p:ph type="title"/>
          </p:nvPr>
        </p:nvSpPr>
        <p:spPr/>
        <p:txBody>
          <a:bodyPr/>
          <a:lstStyle/>
          <a:p>
            <a:r>
              <a:rPr lang="en-GB" dirty="0"/>
              <a:t>Anxiety in Parkinson’s disease</a:t>
            </a:r>
          </a:p>
        </p:txBody>
      </p:sp>
      <p:sp>
        <p:nvSpPr>
          <p:cNvPr id="3" name="Content Placeholder 2"/>
          <p:cNvSpPr>
            <a:spLocks noGrp="1"/>
          </p:cNvSpPr>
          <p:nvPr>
            <p:ph idx="19"/>
          </p:nvPr>
        </p:nvSpPr>
        <p:spPr/>
        <p:txBody>
          <a:bodyPr>
            <a:normAutofit/>
          </a:bodyPr>
          <a:lstStyle/>
          <a:p>
            <a:r>
              <a:rPr lang="en-GB" dirty="0"/>
              <a:t>The anxiety disorder spectrum in PD includes:</a:t>
            </a:r>
            <a:r>
              <a:rPr lang="en-GB" baseline="30000" dirty="0"/>
              <a:t>1</a:t>
            </a:r>
            <a:endParaRPr lang="en-GB" dirty="0"/>
          </a:p>
          <a:p>
            <a:pPr lvl="1"/>
            <a:r>
              <a:rPr lang="en-GB" dirty="0"/>
              <a:t>Panic attacks</a:t>
            </a:r>
          </a:p>
          <a:p>
            <a:pPr lvl="1"/>
            <a:r>
              <a:rPr lang="en-GB" dirty="0"/>
              <a:t>Generalised anxiety disorders</a:t>
            </a:r>
          </a:p>
          <a:p>
            <a:pPr lvl="1"/>
            <a:r>
              <a:rPr lang="en-GB" dirty="0"/>
              <a:t>Social phobias</a:t>
            </a:r>
          </a:p>
          <a:p>
            <a:pPr lvl="1"/>
            <a:r>
              <a:rPr lang="en-GB" dirty="0"/>
              <a:t>Phobic disorders</a:t>
            </a:r>
          </a:p>
          <a:p>
            <a:pPr lvl="1"/>
            <a:r>
              <a:rPr lang="en-GB" dirty="0"/>
              <a:t>Agoraphobia</a:t>
            </a:r>
          </a:p>
          <a:p>
            <a:pPr lvl="1"/>
            <a:r>
              <a:rPr lang="en-GB" dirty="0"/>
              <a:t>Obsessive–compulsive disorder</a:t>
            </a:r>
          </a:p>
          <a:p>
            <a:pPr lvl="1"/>
            <a:r>
              <a:rPr lang="en-GB" dirty="0"/>
              <a:t>Anxiety disorders not otherwise specified</a:t>
            </a:r>
          </a:p>
          <a:p>
            <a:r>
              <a:rPr lang="en-GB" dirty="0"/>
              <a:t>One study found the lifetime prevalence of an anxiety disorder among patients with PD to be 49%, with the most common diagnosis being ‘anxiety disorder not otherwise specified’</a:t>
            </a:r>
            <a:r>
              <a:rPr lang="en-GB" baseline="30000" dirty="0"/>
              <a:t>2</a:t>
            </a:r>
            <a:endParaRPr lang="en-GB" dirty="0"/>
          </a:p>
          <a:p>
            <a:r>
              <a:rPr lang="en-GB" dirty="0"/>
              <a:t>A case–control study including 138,345 people with PD found PD increased the odds of anxiety by </a:t>
            </a:r>
            <a:r>
              <a:rPr lang="en-GB" b="1" dirty="0"/>
              <a:t>1.65 times</a:t>
            </a:r>
            <a:r>
              <a:rPr lang="en-GB" baseline="30000" dirty="0"/>
              <a:t>3</a:t>
            </a:r>
            <a:endParaRPr lang="en-GB" b="1" dirty="0"/>
          </a:p>
        </p:txBody>
      </p:sp>
      <p:sp>
        <p:nvSpPr>
          <p:cNvPr id="5" name="Content Placeholder 4"/>
          <p:cNvSpPr>
            <a:spLocks noGrp="1"/>
          </p:cNvSpPr>
          <p:nvPr>
            <p:ph sz="half" idx="20"/>
          </p:nvPr>
        </p:nvSpPr>
        <p:spPr/>
        <p:txBody>
          <a:bodyPr>
            <a:normAutofit lnSpcReduction="10000"/>
          </a:bodyPr>
          <a:lstStyle/>
          <a:p>
            <a:pPr marL="0" indent="0">
              <a:buNone/>
            </a:pPr>
            <a:r>
              <a:rPr lang="en-GB" b="1" dirty="0">
                <a:solidFill>
                  <a:schemeClr val="tx1"/>
                </a:solidFill>
              </a:rPr>
              <a:t>Treatment of anxiety in PD</a:t>
            </a:r>
            <a:r>
              <a:rPr lang="en-GB" b="1" baseline="30000" dirty="0">
                <a:solidFill>
                  <a:schemeClr val="tx1"/>
                </a:solidFill>
              </a:rPr>
              <a:t>1</a:t>
            </a:r>
            <a:endParaRPr lang="en-GB" b="1" dirty="0">
              <a:solidFill>
                <a:schemeClr val="tx1"/>
              </a:solidFill>
            </a:endParaRPr>
          </a:p>
          <a:p>
            <a:r>
              <a:rPr lang="en-GB" dirty="0">
                <a:solidFill>
                  <a:schemeClr val="tx1"/>
                </a:solidFill>
              </a:rPr>
              <a:t>Anxiety symptoms may occasionally be caused by dopaminergic therapy; therefore, dose reduction or substitution may be beneficial</a:t>
            </a:r>
          </a:p>
          <a:p>
            <a:r>
              <a:rPr lang="en-GB" dirty="0">
                <a:solidFill>
                  <a:schemeClr val="tx1"/>
                </a:solidFill>
              </a:rPr>
              <a:t>If the anxiety symptoms are related to medication ‘OFF’ periods, then the PD therapy should be optimised </a:t>
            </a:r>
          </a:p>
          <a:p>
            <a:r>
              <a:rPr lang="en-GB" dirty="0">
                <a:solidFill>
                  <a:schemeClr val="tx1"/>
                </a:solidFill>
              </a:rPr>
              <a:t>Psychological interventions, such as relaxation techniques, behavioural training, counselling, and massage therapy may also be considered</a:t>
            </a:r>
          </a:p>
          <a:p>
            <a:r>
              <a:rPr lang="en-GB" dirty="0">
                <a:solidFill>
                  <a:schemeClr val="tx1"/>
                </a:solidFill>
              </a:rPr>
              <a:t>Pharmacological treatments include low dose TCAs, certain anxiolytics, and SSRIs</a:t>
            </a:r>
          </a:p>
        </p:txBody>
      </p:sp>
      <p:sp>
        <p:nvSpPr>
          <p:cNvPr id="7" name="Text Placeholder 6">
            <a:extLst>
              <a:ext uri="{FF2B5EF4-FFF2-40B4-BE49-F238E27FC236}">
                <a16:creationId xmlns:a16="http://schemas.microsoft.com/office/drawing/2014/main" id="{892B9A29-B977-496B-90B0-7E24992C7968}"/>
              </a:ext>
            </a:extLst>
          </p:cNvPr>
          <p:cNvSpPr>
            <a:spLocks noGrp="1"/>
          </p:cNvSpPr>
          <p:nvPr>
            <p:ph type="body" sz="quarter" idx="18"/>
          </p:nvPr>
        </p:nvSpPr>
        <p:spPr/>
        <p:txBody>
          <a:bodyPr/>
          <a:lstStyle/>
          <a:p>
            <a:r>
              <a:rPr lang="en-GB" dirty="0"/>
              <a:t>PD=Parkinson’s disease; SSRI=selective serotonin reuptake inhibitor; TCA=tricyclic antidepressant</a:t>
            </a:r>
          </a:p>
          <a:p>
            <a:pPr marL="0" indent="0">
              <a:buNone/>
            </a:pPr>
            <a:endParaRPr lang="en-GB" dirty="0"/>
          </a:p>
          <a:p>
            <a:pPr marL="0" indent="0">
              <a:buNone/>
            </a:pPr>
            <a:r>
              <a:rPr lang="en-GB" dirty="0"/>
              <a:t>1. Tan. Parkinsonism </a:t>
            </a:r>
            <a:r>
              <a:rPr lang="en-GB" dirty="0" err="1"/>
              <a:t>Relat</a:t>
            </a:r>
            <a:r>
              <a:rPr lang="en-GB" dirty="0"/>
              <a:t> </a:t>
            </a:r>
            <a:r>
              <a:rPr lang="en-GB" dirty="0" err="1"/>
              <a:t>Disord</a:t>
            </a:r>
            <a:r>
              <a:rPr lang="en-GB" dirty="0"/>
              <a:t> 2012;18(</a:t>
            </a:r>
            <a:r>
              <a:rPr lang="en-GB" dirty="0" err="1"/>
              <a:t>Suppl</a:t>
            </a:r>
            <a:r>
              <a:rPr lang="en-GB" dirty="0"/>
              <a:t> 1):S74–S76; 2. </a:t>
            </a:r>
            <a:r>
              <a:rPr lang="en-GB" dirty="0" err="1"/>
              <a:t>Pontone</a:t>
            </a:r>
            <a:r>
              <a:rPr lang="en-GB" dirty="0"/>
              <a:t> et al. </a:t>
            </a:r>
            <a:r>
              <a:rPr lang="nb-NO" dirty="0"/>
              <a:t>Mov Disord 2009;24(9):1333–1338; 3. </a:t>
            </a:r>
            <a:r>
              <a:rPr lang="en-US" dirty="0" err="1"/>
              <a:t>Schrag</a:t>
            </a:r>
            <a:r>
              <a:rPr lang="en-US" dirty="0"/>
              <a:t> et al. JAMA Neurol 2023;80(2):161–171</a:t>
            </a:r>
          </a:p>
        </p:txBody>
      </p:sp>
      <p:sp>
        <p:nvSpPr>
          <p:cNvPr id="4" name="Slide Number Placeholder 3"/>
          <p:cNvSpPr>
            <a:spLocks noGrp="1"/>
          </p:cNvSpPr>
          <p:nvPr>
            <p:ph type="sldNum" sz="quarter" idx="4"/>
          </p:nvPr>
        </p:nvSpPr>
        <p:spPr/>
        <p:txBody>
          <a:bodyPr/>
          <a:lstStyle/>
          <a:p>
            <a:fld id="{6DBC486D-4FAB-B746-8B02-8D7C842291C6}" type="slidenum">
              <a:rPr lang="en-GB" smtClean="0"/>
              <a:t>15</a:t>
            </a:fld>
            <a:endParaRPr lang="en-GB"/>
          </a:p>
        </p:txBody>
      </p:sp>
    </p:spTree>
    <p:custDataLst>
      <p:tags r:id="rId1"/>
    </p:custDataLst>
    <p:extLst>
      <p:ext uri="{BB962C8B-B14F-4D97-AF65-F5344CB8AC3E}">
        <p14:creationId xmlns:p14="http://schemas.microsoft.com/office/powerpoint/2010/main" val="25810620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7"/>
          </p:nvPr>
        </p:nvSpPr>
        <p:spPr/>
        <p:txBody>
          <a:bodyPr/>
          <a:lstStyle/>
          <a:p>
            <a:r>
              <a:rPr lang="en-GB" dirty="0"/>
              <a:t>Parkinson’s disease – </a:t>
            </a:r>
            <a:r>
              <a:rPr lang="en-US" dirty="0"/>
              <a:t>Non-motor symptom complex and comorbidities</a:t>
            </a:r>
          </a:p>
        </p:txBody>
      </p:sp>
      <p:sp>
        <p:nvSpPr>
          <p:cNvPr id="2" name="Title 1"/>
          <p:cNvSpPr>
            <a:spLocks noGrp="1"/>
          </p:cNvSpPr>
          <p:nvPr>
            <p:ph type="title"/>
          </p:nvPr>
        </p:nvSpPr>
        <p:spPr/>
        <p:txBody>
          <a:bodyPr/>
          <a:lstStyle/>
          <a:p>
            <a:r>
              <a:rPr lang="en-GB" dirty="0"/>
              <a:t>Apathy in Parkinson’s disease</a:t>
            </a:r>
          </a:p>
        </p:txBody>
      </p:sp>
      <p:sp>
        <p:nvSpPr>
          <p:cNvPr id="3" name="Content Placeholder 2"/>
          <p:cNvSpPr>
            <a:spLocks noGrp="1"/>
          </p:cNvSpPr>
          <p:nvPr>
            <p:ph idx="19"/>
          </p:nvPr>
        </p:nvSpPr>
        <p:spPr/>
        <p:txBody>
          <a:bodyPr/>
          <a:lstStyle/>
          <a:p>
            <a:r>
              <a:rPr lang="en-GB" sz="1800" dirty="0"/>
              <a:t>Apathy refers to reduced interest and motivation in goal-directed behaviours, indifference, and flattened affect</a:t>
            </a:r>
            <a:r>
              <a:rPr lang="en-GB" sz="1800" baseline="30000" dirty="0"/>
              <a:t>1,2</a:t>
            </a:r>
            <a:endParaRPr lang="en-GB" sz="1800" dirty="0"/>
          </a:p>
          <a:p>
            <a:r>
              <a:rPr lang="en-GB" sz="1800" dirty="0"/>
              <a:t>Diagnosis is difficult, as apathy is also included as a criterion for diagnosis of other conditions, such as depression</a:t>
            </a:r>
            <a:r>
              <a:rPr lang="en-GB" sz="1800" baseline="30000" dirty="0"/>
              <a:t>3</a:t>
            </a:r>
            <a:endParaRPr lang="en-GB" sz="1800" dirty="0"/>
          </a:p>
          <a:p>
            <a:r>
              <a:rPr lang="en-GB" sz="1800" dirty="0"/>
              <a:t>Reported prevalence rates for apathy in PD range between 17–70%</a:t>
            </a:r>
            <a:r>
              <a:rPr lang="en-GB" sz="1800" baseline="30000" dirty="0"/>
              <a:t>1,2</a:t>
            </a:r>
            <a:endParaRPr lang="en-GB" sz="1800" dirty="0"/>
          </a:p>
          <a:p>
            <a:r>
              <a:rPr lang="en-GB" sz="1800" dirty="0"/>
              <a:t>Apathy has been linked to more severe cognitive impairment, and the presence of apathy predicts cognitive decline in patients with PD</a:t>
            </a:r>
            <a:r>
              <a:rPr lang="en-GB" sz="1800" baseline="30000" dirty="0"/>
              <a:t>1,4</a:t>
            </a:r>
          </a:p>
        </p:txBody>
      </p:sp>
      <p:sp>
        <p:nvSpPr>
          <p:cNvPr id="5" name="Content Placeholder 4"/>
          <p:cNvSpPr>
            <a:spLocks noGrp="1"/>
          </p:cNvSpPr>
          <p:nvPr>
            <p:ph sz="half" idx="20"/>
          </p:nvPr>
        </p:nvSpPr>
        <p:spPr/>
        <p:txBody>
          <a:bodyPr/>
          <a:lstStyle/>
          <a:p>
            <a:pPr marL="0" indent="0">
              <a:buNone/>
            </a:pPr>
            <a:r>
              <a:rPr lang="en-GB" sz="1800" b="1" dirty="0">
                <a:solidFill>
                  <a:schemeClr val="tx1"/>
                </a:solidFill>
              </a:rPr>
              <a:t>Treatment of apathy in PD</a:t>
            </a:r>
          </a:p>
          <a:p>
            <a:r>
              <a:rPr lang="en-GB" sz="1800" dirty="0">
                <a:solidFill>
                  <a:schemeClr val="tx1"/>
                </a:solidFill>
              </a:rPr>
              <a:t>Non-pharmacological strategies include providing an individual daily schedule and structure with varied activities to keep patients engaged and active</a:t>
            </a:r>
            <a:r>
              <a:rPr lang="en-GB" sz="1800" baseline="30000" dirty="0">
                <a:solidFill>
                  <a:schemeClr val="tx1"/>
                </a:solidFill>
              </a:rPr>
              <a:t>1</a:t>
            </a:r>
            <a:endParaRPr lang="en-GB" sz="1800" dirty="0">
              <a:solidFill>
                <a:schemeClr val="tx1"/>
              </a:solidFill>
            </a:endParaRPr>
          </a:p>
          <a:p>
            <a:r>
              <a:rPr lang="en-GB" sz="1800" dirty="0">
                <a:solidFill>
                  <a:schemeClr val="tx1"/>
                </a:solidFill>
              </a:rPr>
              <a:t>Pharmacological strategies are not well studied in PD, but include acetylcholinesterase inhibitors, dopamine agonists, psychostimulants, and certain wakefulness-promoting agents</a:t>
            </a:r>
            <a:r>
              <a:rPr lang="en-GB" sz="1800" baseline="30000" dirty="0">
                <a:solidFill>
                  <a:schemeClr val="tx1"/>
                </a:solidFill>
              </a:rPr>
              <a:t>1,5,6</a:t>
            </a:r>
            <a:endParaRPr lang="en-GB" sz="1800" dirty="0">
              <a:solidFill>
                <a:schemeClr val="tx1"/>
              </a:solidFill>
            </a:endParaRPr>
          </a:p>
        </p:txBody>
      </p:sp>
      <p:sp>
        <p:nvSpPr>
          <p:cNvPr id="7" name="Text Placeholder 6">
            <a:extLst>
              <a:ext uri="{FF2B5EF4-FFF2-40B4-BE49-F238E27FC236}">
                <a16:creationId xmlns:a16="http://schemas.microsoft.com/office/drawing/2014/main" id="{E216EA3E-0714-4E2E-8830-2FB49D536164}"/>
              </a:ext>
            </a:extLst>
          </p:cNvPr>
          <p:cNvSpPr>
            <a:spLocks noGrp="1"/>
          </p:cNvSpPr>
          <p:nvPr>
            <p:ph type="body" sz="quarter" idx="18"/>
          </p:nvPr>
        </p:nvSpPr>
        <p:spPr/>
        <p:txBody>
          <a:bodyPr/>
          <a:lstStyle/>
          <a:p>
            <a:pPr marL="0" indent="0">
              <a:buNone/>
            </a:pPr>
            <a:r>
              <a:rPr lang="en-GB" dirty="0"/>
              <a:t>PD=Parkinson’s disease</a:t>
            </a:r>
          </a:p>
          <a:p>
            <a:pPr marL="0" indent="0">
              <a:buNone/>
            </a:pPr>
            <a:endParaRPr lang="en-GB" dirty="0"/>
          </a:p>
          <a:p>
            <a:pPr marL="0" indent="0">
              <a:buNone/>
            </a:pPr>
            <a:r>
              <a:rPr lang="en-GB" dirty="0"/>
              <a:t>1. Tan. Parkinsonism </a:t>
            </a:r>
            <a:r>
              <a:rPr lang="en-GB" dirty="0" err="1"/>
              <a:t>Relat</a:t>
            </a:r>
            <a:r>
              <a:rPr lang="en-GB" dirty="0"/>
              <a:t> </a:t>
            </a:r>
            <a:r>
              <a:rPr lang="en-GB" dirty="0" err="1"/>
              <a:t>Disord</a:t>
            </a:r>
            <a:r>
              <a:rPr lang="en-GB" dirty="0"/>
              <a:t> 2012;18(</a:t>
            </a:r>
            <a:r>
              <a:rPr lang="en-GB" dirty="0" err="1"/>
              <a:t>Suppl</a:t>
            </a:r>
            <a:r>
              <a:rPr lang="en-GB" dirty="0"/>
              <a:t> 1):S74–S76; 2. </a:t>
            </a:r>
            <a:r>
              <a:rPr lang="en-GB" dirty="0" err="1"/>
              <a:t>Pagonabarraga</a:t>
            </a:r>
            <a:r>
              <a:rPr lang="en-GB" dirty="0"/>
              <a:t> et al. Lancet </a:t>
            </a:r>
            <a:r>
              <a:rPr lang="en-GB" dirty="0" err="1"/>
              <a:t>Neurol</a:t>
            </a:r>
            <a:r>
              <a:rPr lang="en-GB" dirty="0"/>
              <a:t> 2015;14(5):518–531; 3. APA. DSM-5. 2013; </a:t>
            </a:r>
            <a:br>
              <a:rPr lang="en-GB" dirty="0"/>
            </a:br>
            <a:r>
              <a:rPr lang="en-GB" dirty="0"/>
              <a:t>4. Dujardin et al. Mov </a:t>
            </a:r>
            <a:r>
              <a:rPr lang="en-GB" dirty="0" err="1"/>
              <a:t>Disord</a:t>
            </a:r>
            <a:r>
              <a:rPr lang="en-GB" dirty="0"/>
              <a:t> 2009;24(16):2391–2397; 5. </a:t>
            </a:r>
            <a:r>
              <a:rPr lang="en-GB" dirty="0" err="1"/>
              <a:t>Aarsland</a:t>
            </a:r>
            <a:r>
              <a:rPr lang="en-GB" dirty="0"/>
              <a:t> et al. Mov </a:t>
            </a:r>
            <a:r>
              <a:rPr lang="en-GB" dirty="0" err="1"/>
              <a:t>Disord</a:t>
            </a:r>
            <a:r>
              <a:rPr lang="en-GB" dirty="0"/>
              <a:t> 2009;24(15):2175–2186; 6. Seppi et al. Mov </a:t>
            </a:r>
            <a:r>
              <a:rPr lang="en-GB" dirty="0" err="1"/>
              <a:t>Disord</a:t>
            </a:r>
            <a:r>
              <a:rPr lang="en-GB" dirty="0"/>
              <a:t> 2019;34(2):180–198</a:t>
            </a:r>
          </a:p>
        </p:txBody>
      </p:sp>
      <p:sp>
        <p:nvSpPr>
          <p:cNvPr id="4" name="Slide Number Placeholder 3"/>
          <p:cNvSpPr>
            <a:spLocks noGrp="1"/>
          </p:cNvSpPr>
          <p:nvPr>
            <p:ph type="sldNum" sz="quarter" idx="4"/>
          </p:nvPr>
        </p:nvSpPr>
        <p:spPr/>
        <p:txBody>
          <a:bodyPr/>
          <a:lstStyle/>
          <a:p>
            <a:fld id="{6DBC486D-4FAB-B746-8B02-8D7C842291C6}" type="slidenum">
              <a:rPr lang="en-GB" smtClean="0"/>
              <a:t>16</a:t>
            </a:fld>
            <a:endParaRPr lang="en-GB"/>
          </a:p>
        </p:txBody>
      </p:sp>
    </p:spTree>
    <p:custDataLst>
      <p:tags r:id="rId1"/>
    </p:custDataLst>
    <p:extLst>
      <p:ext uri="{BB962C8B-B14F-4D97-AF65-F5344CB8AC3E}">
        <p14:creationId xmlns:p14="http://schemas.microsoft.com/office/powerpoint/2010/main" val="32406391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900000" y="900000"/>
            <a:ext cx="7786800" cy="2504749"/>
          </a:xfrm>
        </p:spPr>
        <p:txBody>
          <a:bodyPr/>
          <a:lstStyle/>
          <a:p>
            <a:r>
              <a:rPr lang="en-GB" dirty="0"/>
              <a:t>Psychosis and Parkinson’s disease</a:t>
            </a:r>
          </a:p>
        </p:txBody>
      </p:sp>
      <p:sp>
        <p:nvSpPr>
          <p:cNvPr id="2" name="Text Placeholder 1">
            <a:extLst>
              <a:ext uri="{FF2B5EF4-FFF2-40B4-BE49-F238E27FC236}">
                <a16:creationId xmlns:a16="http://schemas.microsoft.com/office/drawing/2014/main" id="{DCC63DDD-F23F-4865-853D-07D8943A0BDC}"/>
              </a:ext>
            </a:extLst>
          </p:cNvPr>
          <p:cNvSpPr>
            <a:spLocks noGrp="1"/>
          </p:cNvSpPr>
          <p:nvPr>
            <p:ph type="body" idx="1"/>
          </p:nvPr>
        </p:nvSpPr>
        <p:spPr>
          <a:xfrm>
            <a:off x="900000" y="3404748"/>
            <a:ext cx="6642100" cy="1500187"/>
          </a:xfrm>
        </p:spPr>
        <p:txBody>
          <a:bodyPr/>
          <a:lstStyle/>
          <a:p>
            <a:endParaRPr lang="da-DK" dirty="0"/>
          </a:p>
        </p:txBody>
      </p:sp>
    </p:spTree>
    <p:custDataLst>
      <p:tags r:id="rId1"/>
    </p:custDataLst>
    <p:extLst>
      <p:ext uri="{BB962C8B-B14F-4D97-AF65-F5344CB8AC3E}">
        <p14:creationId xmlns:p14="http://schemas.microsoft.com/office/powerpoint/2010/main" val="3306892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7"/>
          </p:nvPr>
        </p:nvSpPr>
        <p:spPr/>
        <p:txBody>
          <a:bodyPr/>
          <a:lstStyle/>
          <a:p>
            <a:r>
              <a:rPr lang="en-GB" dirty="0"/>
              <a:t>Parkinson’s disease – </a:t>
            </a:r>
            <a:r>
              <a:rPr lang="en-US" dirty="0"/>
              <a:t>Non-motor symptom complex and comorbidities</a:t>
            </a:r>
          </a:p>
        </p:txBody>
      </p:sp>
      <p:sp>
        <p:nvSpPr>
          <p:cNvPr id="2" name="Title 1"/>
          <p:cNvSpPr>
            <a:spLocks noGrp="1"/>
          </p:cNvSpPr>
          <p:nvPr>
            <p:ph type="title"/>
          </p:nvPr>
        </p:nvSpPr>
        <p:spPr/>
        <p:txBody>
          <a:bodyPr/>
          <a:lstStyle/>
          <a:p>
            <a:r>
              <a:rPr lang="en-GB"/>
              <a:t>Psychosis and Parkinson’s disease</a:t>
            </a:r>
            <a:endParaRPr lang="en-GB" dirty="0"/>
          </a:p>
        </p:txBody>
      </p:sp>
      <p:sp>
        <p:nvSpPr>
          <p:cNvPr id="3" name="Content Placeholder 2"/>
          <p:cNvSpPr>
            <a:spLocks noGrp="1"/>
          </p:cNvSpPr>
          <p:nvPr>
            <p:ph idx="20"/>
          </p:nvPr>
        </p:nvSpPr>
        <p:spPr/>
        <p:txBody>
          <a:bodyPr>
            <a:normAutofit/>
          </a:bodyPr>
          <a:lstStyle/>
          <a:p>
            <a:r>
              <a:rPr lang="en-GB" sz="1800" dirty="0">
                <a:solidFill>
                  <a:schemeClr val="tx1"/>
                </a:solidFill>
              </a:rPr>
              <a:t>The pathophysiology underlying psychosis in PD is not fully understood, but psychosis and hallucinations can be an adverse event of some dopaminergic and anticholinergic agents</a:t>
            </a:r>
            <a:r>
              <a:rPr lang="en-GB" sz="1800" baseline="30000" dirty="0">
                <a:solidFill>
                  <a:schemeClr val="tx1"/>
                </a:solidFill>
              </a:rPr>
              <a:t>1,2</a:t>
            </a:r>
          </a:p>
          <a:p>
            <a:r>
              <a:rPr lang="en-GB" sz="1800" dirty="0">
                <a:solidFill>
                  <a:schemeClr val="tx1"/>
                </a:solidFill>
              </a:rPr>
              <a:t>Delusions tend to manifest as paranoia, and occur in roughly 5% of patients with PD</a:t>
            </a:r>
            <a:r>
              <a:rPr lang="en-GB" sz="1800" baseline="30000" dirty="0">
                <a:solidFill>
                  <a:schemeClr val="tx1"/>
                </a:solidFill>
              </a:rPr>
              <a:t>3,4</a:t>
            </a:r>
          </a:p>
          <a:p>
            <a:r>
              <a:rPr lang="en-GB" sz="1800" dirty="0">
                <a:solidFill>
                  <a:schemeClr val="tx1"/>
                </a:solidFill>
              </a:rPr>
              <a:t>Visual hallucinations occur in approximately 30% of patients with PD</a:t>
            </a:r>
            <a:r>
              <a:rPr lang="en-GB" sz="1800" baseline="30000" dirty="0">
                <a:solidFill>
                  <a:schemeClr val="tx1"/>
                </a:solidFill>
              </a:rPr>
              <a:t>3,4</a:t>
            </a:r>
          </a:p>
          <a:p>
            <a:r>
              <a:rPr lang="en-GB" sz="1800" dirty="0">
                <a:solidFill>
                  <a:schemeClr val="tx1"/>
                </a:solidFill>
              </a:rPr>
              <a:t>Psychotic symptoms are generally associated with increased morbidity and mortality risk in patients with PD</a:t>
            </a:r>
            <a:r>
              <a:rPr lang="en-GB" sz="1800" baseline="30000" dirty="0">
                <a:solidFill>
                  <a:schemeClr val="tx1"/>
                </a:solidFill>
              </a:rPr>
              <a:t>3</a:t>
            </a:r>
          </a:p>
          <a:p>
            <a:endParaRPr lang="en-GB" sz="1800" dirty="0">
              <a:solidFill>
                <a:schemeClr val="tx1"/>
              </a:solidFill>
            </a:endParaRPr>
          </a:p>
        </p:txBody>
      </p:sp>
      <p:sp>
        <p:nvSpPr>
          <p:cNvPr id="5" name="Content Placeholder 4"/>
          <p:cNvSpPr>
            <a:spLocks noGrp="1"/>
          </p:cNvSpPr>
          <p:nvPr>
            <p:ph idx="21"/>
          </p:nvPr>
        </p:nvSpPr>
        <p:spPr/>
        <p:txBody>
          <a:bodyPr>
            <a:normAutofit/>
          </a:bodyPr>
          <a:lstStyle/>
          <a:p>
            <a:r>
              <a:rPr lang="en-GB" sz="1800" dirty="0">
                <a:solidFill>
                  <a:schemeClr val="tx1"/>
                </a:solidFill>
              </a:rPr>
              <a:t>So-called ‘minor’ hallucinations sometimes seen in PD include:</a:t>
            </a:r>
            <a:r>
              <a:rPr lang="en-GB" sz="1800" baseline="30000" dirty="0">
                <a:solidFill>
                  <a:schemeClr val="tx1"/>
                </a:solidFill>
              </a:rPr>
              <a:t>3</a:t>
            </a:r>
            <a:endParaRPr lang="en-GB" sz="1800" dirty="0">
              <a:solidFill>
                <a:schemeClr val="tx1"/>
              </a:solidFill>
            </a:endParaRPr>
          </a:p>
          <a:p>
            <a:pPr lvl="1"/>
            <a:r>
              <a:rPr lang="en-GB" sz="1800" b="1" dirty="0">
                <a:solidFill>
                  <a:schemeClr val="tx1"/>
                </a:solidFill>
              </a:rPr>
              <a:t>Transient peripheral field hallucination – </a:t>
            </a:r>
            <a:r>
              <a:rPr lang="en-GB" sz="1800" dirty="0">
                <a:solidFill>
                  <a:schemeClr val="tx1"/>
                </a:solidFill>
              </a:rPr>
              <a:t>patients describe seeing a shadow or an animal, like a dog, in either peripheral field and often turn to see what it is, only to have it disappear</a:t>
            </a:r>
          </a:p>
          <a:p>
            <a:pPr lvl="1"/>
            <a:r>
              <a:rPr lang="en-GB" sz="1800" b="1" dirty="0">
                <a:solidFill>
                  <a:schemeClr val="tx1"/>
                </a:solidFill>
              </a:rPr>
              <a:t>Presence hallucination – </a:t>
            </a:r>
            <a:r>
              <a:rPr lang="en-GB" sz="1800" dirty="0">
                <a:solidFill>
                  <a:schemeClr val="tx1"/>
                </a:solidFill>
              </a:rPr>
              <a:t>these are feelings that there is a person or animal behind, or nearby, but not seen</a:t>
            </a:r>
          </a:p>
          <a:p>
            <a:pPr lvl="1"/>
            <a:r>
              <a:rPr lang="en-GB" sz="1800" b="1" dirty="0">
                <a:solidFill>
                  <a:schemeClr val="tx1"/>
                </a:solidFill>
              </a:rPr>
              <a:t>Illusion –</a:t>
            </a:r>
            <a:r>
              <a:rPr lang="en-GB" sz="1800" dirty="0">
                <a:solidFill>
                  <a:schemeClr val="tx1"/>
                </a:solidFill>
              </a:rPr>
              <a:t> real objects are seen transformed into other shapes, for example a fire hydrant at a distance becomes a man walking a dog</a:t>
            </a:r>
          </a:p>
        </p:txBody>
      </p:sp>
      <p:sp>
        <p:nvSpPr>
          <p:cNvPr id="7" name="Text Placeholder 6">
            <a:extLst>
              <a:ext uri="{FF2B5EF4-FFF2-40B4-BE49-F238E27FC236}">
                <a16:creationId xmlns:a16="http://schemas.microsoft.com/office/drawing/2014/main" id="{72B0422C-E9AC-4225-8969-370C113DB903}"/>
              </a:ext>
            </a:extLst>
          </p:cNvPr>
          <p:cNvSpPr>
            <a:spLocks noGrp="1"/>
          </p:cNvSpPr>
          <p:nvPr>
            <p:ph type="body" sz="quarter" idx="18"/>
          </p:nvPr>
        </p:nvSpPr>
        <p:spPr/>
        <p:txBody>
          <a:bodyPr/>
          <a:lstStyle/>
          <a:p>
            <a:r>
              <a:rPr lang="en-GB" dirty="0"/>
              <a:t>PD=Parkinson’s disease</a:t>
            </a:r>
          </a:p>
          <a:p>
            <a:pPr marL="0" indent="0">
              <a:buNone/>
            </a:pPr>
            <a:endParaRPr lang="en-GB" dirty="0"/>
          </a:p>
          <a:p>
            <a:pPr marL="0" indent="0">
              <a:buNone/>
            </a:pPr>
            <a:r>
              <a:rPr lang="en-GB" dirty="0"/>
              <a:t>1. </a:t>
            </a:r>
            <a:r>
              <a:rPr lang="da-DK" dirty="0" err="1"/>
              <a:t>Samudra</a:t>
            </a:r>
            <a:r>
              <a:rPr lang="da-DK" dirty="0"/>
              <a:t> et al. Drugs </a:t>
            </a:r>
            <a:r>
              <a:rPr lang="da-DK" dirty="0" err="1"/>
              <a:t>Aging</a:t>
            </a:r>
            <a:r>
              <a:rPr lang="da-DK" dirty="0"/>
              <a:t> 2016;33(12):855–863; 2. </a:t>
            </a:r>
            <a:r>
              <a:rPr lang="en-GB" dirty="0" err="1"/>
              <a:t>Taddei</a:t>
            </a:r>
            <a:r>
              <a:rPr lang="en-GB" dirty="0"/>
              <a:t> et al. </a:t>
            </a:r>
            <a:r>
              <a:rPr lang="en-GB" dirty="0" err="1"/>
              <a:t>Parkinsons</a:t>
            </a:r>
            <a:r>
              <a:rPr lang="en-GB" dirty="0"/>
              <a:t> Dis 2017;2017:3256542;</a:t>
            </a:r>
            <a:br>
              <a:rPr lang="da-DK" dirty="0"/>
            </a:br>
            <a:r>
              <a:rPr lang="en-GB" dirty="0"/>
              <a:t>3. Friedman. </a:t>
            </a:r>
            <a:r>
              <a:rPr lang="en-GB" dirty="0" err="1"/>
              <a:t>Behav</a:t>
            </a:r>
            <a:r>
              <a:rPr lang="en-GB" dirty="0"/>
              <a:t> </a:t>
            </a:r>
            <a:r>
              <a:rPr lang="en-GB" dirty="0" err="1"/>
              <a:t>Neurol</a:t>
            </a:r>
            <a:r>
              <a:rPr lang="en-GB" dirty="0"/>
              <a:t> 2013;27(4):469–477; 4.</a:t>
            </a:r>
            <a:r>
              <a:rPr lang="da-DK" dirty="0"/>
              <a:t> </a:t>
            </a:r>
            <a:r>
              <a:rPr lang="da-DK" dirty="0" err="1"/>
              <a:t>Fénelon</a:t>
            </a:r>
            <a:r>
              <a:rPr lang="da-DK" dirty="0"/>
              <a:t> &amp; </a:t>
            </a:r>
            <a:r>
              <a:rPr lang="da-DK" dirty="0" err="1"/>
              <a:t>Alves</a:t>
            </a:r>
            <a:r>
              <a:rPr lang="da-DK" dirty="0"/>
              <a:t>. </a:t>
            </a:r>
            <a:r>
              <a:rPr lang="it-IT" dirty="0"/>
              <a:t>J Neurol Sci 2010;289(1–2):12–17</a:t>
            </a:r>
            <a:endParaRPr lang="en-GB" dirty="0"/>
          </a:p>
        </p:txBody>
      </p:sp>
      <p:sp>
        <p:nvSpPr>
          <p:cNvPr id="4" name="Slide Number Placeholder 3"/>
          <p:cNvSpPr>
            <a:spLocks noGrp="1"/>
          </p:cNvSpPr>
          <p:nvPr>
            <p:ph type="sldNum" sz="quarter" idx="4"/>
          </p:nvPr>
        </p:nvSpPr>
        <p:spPr/>
        <p:txBody>
          <a:bodyPr/>
          <a:lstStyle/>
          <a:p>
            <a:fld id="{6DBC486D-4FAB-B746-8B02-8D7C842291C6}" type="slidenum">
              <a:rPr lang="en-GB" smtClean="0"/>
              <a:t>18</a:t>
            </a:fld>
            <a:endParaRPr lang="en-GB" dirty="0"/>
          </a:p>
        </p:txBody>
      </p:sp>
      <p:sp>
        <p:nvSpPr>
          <p:cNvPr id="8" name="Rectangle: Rounded Corners 7"/>
          <p:cNvSpPr/>
          <p:nvPr/>
        </p:nvSpPr>
        <p:spPr>
          <a:xfrm>
            <a:off x="855992" y="5268533"/>
            <a:ext cx="10353028" cy="671334"/>
          </a:xfrm>
          <a:prstGeom prst="roundRect">
            <a:avLst>
              <a:gd name="adj" fmla="val 11319"/>
            </a:avLst>
          </a:prstGeom>
          <a:solidFill>
            <a:schemeClr val="bg1"/>
          </a:solidFill>
          <a:ln w="19050">
            <a:solidFill>
              <a:schemeClr val="accent1"/>
            </a:solidFill>
          </a:ln>
        </p:spPr>
        <p:txBody>
          <a:bodyPr wrap="square">
            <a:spAutoFit/>
          </a:bodyPr>
          <a:lstStyle/>
          <a:p>
            <a:pPr algn="ctr"/>
            <a:r>
              <a:rPr lang="en-GB" dirty="0">
                <a:latin typeface="arial" panose="020B0604020202020204" pitchFamily="34" charset="0"/>
              </a:rPr>
              <a:t>Psychosis in PD reduces quality of life for patients, and increases caregiver distress, and is an independent risk factor for nursing home placement and development of dementia</a:t>
            </a:r>
            <a:r>
              <a:rPr lang="en-GB" baseline="30000" dirty="0">
                <a:latin typeface="arial" panose="020B0604020202020204" pitchFamily="34" charset="0"/>
              </a:rPr>
              <a:t>4</a:t>
            </a:r>
            <a:endParaRPr lang="en-GB" dirty="0"/>
          </a:p>
        </p:txBody>
      </p:sp>
    </p:spTree>
    <p:custDataLst>
      <p:tags r:id="rId1"/>
    </p:custDataLst>
    <p:extLst>
      <p:ext uri="{BB962C8B-B14F-4D97-AF65-F5344CB8AC3E}">
        <p14:creationId xmlns:p14="http://schemas.microsoft.com/office/powerpoint/2010/main" val="41497134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7"/>
          </p:nvPr>
        </p:nvSpPr>
        <p:spPr/>
        <p:txBody>
          <a:bodyPr/>
          <a:lstStyle/>
          <a:p>
            <a:r>
              <a:rPr lang="en-GB" dirty="0"/>
              <a:t>Parkinson’s disease – </a:t>
            </a:r>
            <a:r>
              <a:rPr lang="en-US" dirty="0"/>
              <a:t>Non-motor symptom complex and comorbidities</a:t>
            </a:r>
          </a:p>
        </p:txBody>
      </p:sp>
      <p:sp>
        <p:nvSpPr>
          <p:cNvPr id="2" name="Title 1"/>
          <p:cNvSpPr>
            <a:spLocks noGrp="1"/>
          </p:cNvSpPr>
          <p:nvPr>
            <p:ph type="title"/>
          </p:nvPr>
        </p:nvSpPr>
        <p:spPr/>
        <p:txBody>
          <a:bodyPr/>
          <a:lstStyle/>
          <a:p>
            <a:r>
              <a:rPr lang="en-GB" dirty="0"/>
              <a:t>Prevalence of psychosis in patients with Parkinson’s disease</a:t>
            </a:r>
          </a:p>
        </p:txBody>
      </p:sp>
      <p:sp>
        <p:nvSpPr>
          <p:cNvPr id="3" name="Content Placeholder 2"/>
          <p:cNvSpPr>
            <a:spLocks noGrp="1"/>
          </p:cNvSpPr>
          <p:nvPr>
            <p:ph idx="20"/>
          </p:nvPr>
        </p:nvSpPr>
        <p:spPr/>
        <p:txBody>
          <a:bodyPr/>
          <a:lstStyle/>
          <a:p>
            <a:r>
              <a:rPr lang="en-GB" sz="1800" dirty="0"/>
              <a:t>The reported prevalence of psychosis among patients with PD varies widely, because of:</a:t>
            </a:r>
            <a:r>
              <a:rPr lang="en-GB" sz="1800" baseline="30000" dirty="0"/>
              <a:t>1</a:t>
            </a:r>
            <a:endParaRPr lang="en-GB" sz="1800" dirty="0"/>
          </a:p>
          <a:p>
            <a:pPr lvl="1"/>
            <a:r>
              <a:rPr lang="en-GB" sz="1600" dirty="0"/>
              <a:t>Differences in methodology </a:t>
            </a:r>
          </a:p>
          <a:p>
            <a:pPr lvl="1"/>
            <a:r>
              <a:rPr lang="en-GB" sz="1600" dirty="0"/>
              <a:t>Lack of agreed definitions</a:t>
            </a:r>
          </a:p>
          <a:p>
            <a:pPr lvl="1"/>
            <a:r>
              <a:rPr lang="en-GB" sz="1600" dirty="0"/>
              <a:t>Different effects of medications</a:t>
            </a:r>
          </a:p>
          <a:p>
            <a:r>
              <a:rPr lang="en-GB" sz="1800" dirty="0"/>
              <a:t>In one US study, roughly one quarter of the non-demented patients with PD had psychosis – of whom 52% had major hallucinations or delusions, the rest had ‘minor’ symptoms</a:t>
            </a:r>
            <a:r>
              <a:rPr lang="en-GB" sz="1800" baseline="30000" dirty="0"/>
              <a:t>2</a:t>
            </a:r>
            <a:endParaRPr lang="en-GB" sz="1800" dirty="0"/>
          </a:p>
        </p:txBody>
      </p:sp>
      <p:sp>
        <p:nvSpPr>
          <p:cNvPr id="5" name="Content Placeholder 4"/>
          <p:cNvSpPr>
            <a:spLocks noGrp="1"/>
          </p:cNvSpPr>
          <p:nvPr>
            <p:ph idx="21"/>
          </p:nvPr>
        </p:nvSpPr>
        <p:spPr/>
        <p:txBody>
          <a:bodyPr/>
          <a:lstStyle/>
          <a:p>
            <a:r>
              <a:rPr lang="en-GB" sz="1800" dirty="0"/>
              <a:t>The development of psychosis among patients with PD appears to be related to:</a:t>
            </a:r>
            <a:r>
              <a:rPr lang="en-GB" sz="1800" baseline="30000" dirty="0"/>
              <a:t>1</a:t>
            </a:r>
            <a:endParaRPr lang="en-GB" sz="1800" dirty="0"/>
          </a:p>
          <a:p>
            <a:pPr lvl="1"/>
            <a:r>
              <a:rPr lang="en-GB" sz="1600" dirty="0"/>
              <a:t>Longer disease duration </a:t>
            </a:r>
          </a:p>
          <a:p>
            <a:pPr lvl="1"/>
            <a:r>
              <a:rPr lang="en-GB" sz="1600" dirty="0"/>
              <a:t>Greater disease severity</a:t>
            </a:r>
          </a:p>
          <a:p>
            <a:pPr lvl="1"/>
            <a:r>
              <a:rPr lang="en-GB" sz="1600" dirty="0"/>
              <a:t>The genetic subtype of PD</a:t>
            </a:r>
          </a:p>
          <a:p>
            <a:pPr lvl="1"/>
            <a:r>
              <a:rPr lang="en-GB" sz="1600" dirty="0"/>
              <a:t>Presence of non-motor symptoms including dementia and RBD</a:t>
            </a:r>
          </a:p>
          <a:p>
            <a:pPr lvl="1"/>
            <a:r>
              <a:rPr lang="en-GB" sz="1600" dirty="0"/>
              <a:t>Other medical conditions</a:t>
            </a:r>
          </a:p>
          <a:p>
            <a:pPr lvl="1"/>
            <a:r>
              <a:rPr lang="en-GB" sz="1600" dirty="0"/>
              <a:t>Medication-related factors</a:t>
            </a:r>
          </a:p>
        </p:txBody>
      </p:sp>
      <p:sp>
        <p:nvSpPr>
          <p:cNvPr id="8" name="Text Placeholder 7">
            <a:extLst>
              <a:ext uri="{FF2B5EF4-FFF2-40B4-BE49-F238E27FC236}">
                <a16:creationId xmlns:a16="http://schemas.microsoft.com/office/drawing/2014/main" id="{D46C6C46-E80F-48B8-8E57-63E3463C6D18}"/>
              </a:ext>
            </a:extLst>
          </p:cNvPr>
          <p:cNvSpPr>
            <a:spLocks noGrp="1"/>
          </p:cNvSpPr>
          <p:nvPr>
            <p:ph type="body" sz="quarter" idx="18"/>
          </p:nvPr>
        </p:nvSpPr>
        <p:spPr/>
        <p:txBody>
          <a:bodyPr/>
          <a:lstStyle/>
          <a:p>
            <a:r>
              <a:rPr lang="en-GB" dirty="0"/>
              <a:t>PD=Parkinson’s disease; RBD=REM (rapid eye movement) sleep behaviour disorder</a:t>
            </a:r>
          </a:p>
          <a:p>
            <a:pPr marL="0" indent="0">
              <a:buNone/>
            </a:pPr>
            <a:endParaRPr lang="en-GB" dirty="0"/>
          </a:p>
          <a:p>
            <a:pPr marL="0" indent="0">
              <a:buNone/>
            </a:pPr>
            <a:r>
              <a:rPr lang="en-GB" dirty="0"/>
              <a:t>1. Chang &amp; Fox. Drugs 2016;76(11):1093–1118; 2. Mack et al. </a:t>
            </a:r>
            <a:r>
              <a:rPr lang="pl-PL" dirty="0"/>
              <a:t>Am J Geriatr Psychiatry 2012;20(2):123–</a:t>
            </a:r>
            <a:r>
              <a:rPr lang="en-GB" dirty="0"/>
              <a:t>1</a:t>
            </a:r>
            <a:r>
              <a:rPr lang="pl-PL" dirty="0"/>
              <a:t>32</a:t>
            </a:r>
            <a:endParaRPr lang="en-GB" dirty="0">
              <a:solidFill>
                <a:srgbClr val="FF0000"/>
              </a:solidFill>
            </a:endParaRPr>
          </a:p>
        </p:txBody>
      </p:sp>
      <p:sp>
        <p:nvSpPr>
          <p:cNvPr id="4" name="Slide Number Placeholder 3"/>
          <p:cNvSpPr>
            <a:spLocks noGrp="1"/>
          </p:cNvSpPr>
          <p:nvPr>
            <p:ph type="sldNum" sz="quarter" idx="4"/>
          </p:nvPr>
        </p:nvSpPr>
        <p:spPr/>
        <p:txBody>
          <a:bodyPr/>
          <a:lstStyle/>
          <a:p>
            <a:fld id="{6DBC486D-4FAB-B746-8B02-8D7C842291C6}" type="slidenum">
              <a:rPr lang="en-GB" smtClean="0"/>
              <a:t>19</a:t>
            </a:fld>
            <a:endParaRPr lang="en-GB"/>
          </a:p>
        </p:txBody>
      </p:sp>
      <p:sp>
        <p:nvSpPr>
          <p:cNvPr id="7" name="Rectangle: Rounded Corners 6"/>
          <p:cNvSpPr/>
          <p:nvPr/>
        </p:nvSpPr>
        <p:spPr>
          <a:xfrm>
            <a:off x="964675" y="5061966"/>
            <a:ext cx="10262650" cy="665083"/>
          </a:xfrm>
          <a:prstGeom prst="roundRect">
            <a:avLst>
              <a:gd name="adj" fmla="val 12806"/>
            </a:avLst>
          </a:prstGeom>
          <a:solidFill>
            <a:schemeClr val="bg1"/>
          </a:solidFill>
          <a:ln w="19050">
            <a:solidFill>
              <a:schemeClr val="accent1"/>
            </a:solidFill>
          </a:ln>
        </p:spPr>
        <p:txBody>
          <a:bodyPr wrap="square">
            <a:spAutoFit/>
          </a:bodyPr>
          <a:lstStyle/>
          <a:p>
            <a:pPr algn="ctr"/>
            <a:r>
              <a:rPr lang="en-GB" dirty="0">
                <a:latin typeface="arial" panose="020B0604020202020204" pitchFamily="34" charset="0"/>
              </a:rPr>
              <a:t>Psychosis in PD is more common in advanced disease and is associated with other comorbidities, including cognitive impairment, sleep disorders, and depression</a:t>
            </a:r>
            <a:r>
              <a:rPr lang="en-GB" baseline="30000" dirty="0">
                <a:latin typeface="arial" panose="020B0604020202020204" pitchFamily="34" charset="0"/>
              </a:rPr>
              <a:t>1</a:t>
            </a:r>
            <a:endParaRPr lang="en-GB" dirty="0"/>
          </a:p>
        </p:txBody>
      </p:sp>
    </p:spTree>
    <p:custDataLst>
      <p:tags r:id="rId1"/>
    </p:custDataLst>
    <p:extLst>
      <p:ext uri="{BB962C8B-B14F-4D97-AF65-F5344CB8AC3E}">
        <p14:creationId xmlns:p14="http://schemas.microsoft.com/office/powerpoint/2010/main" val="797388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 name="Group 40">
            <a:extLst>
              <a:ext uri="{FF2B5EF4-FFF2-40B4-BE49-F238E27FC236}">
                <a16:creationId xmlns:a16="http://schemas.microsoft.com/office/drawing/2014/main" id="{35ED4729-3D13-4751-49D5-779DCA39BF83}"/>
              </a:ext>
            </a:extLst>
          </p:cNvPr>
          <p:cNvGrpSpPr/>
          <p:nvPr/>
        </p:nvGrpSpPr>
        <p:grpSpPr>
          <a:xfrm>
            <a:off x="3425976" y="3092307"/>
            <a:ext cx="5418624" cy="5047447"/>
            <a:chOff x="3425976" y="3092307"/>
            <a:chExt cx="5418624" cy="5047447"/>
          </a:xfrm>
        </p:grpSpPr>
        <p:sp>
          <p:nvSpPr>
            <p:cNvPr id="5" name="Block Arc 4">
              <a:extLst>
                <a:ext uri="{FF2B5EF4-FFF2-40B4-BE49-F238E27FC236}">
                  <a16:creationId xmlns:a16="http://schemas.microsoft.com/office/drawing/2014/main" id="{C81FEB04-1F17-4898-70A6-3E668F5E7FE8}"/>
                </a:ext>
              </a:extLst>
            </p:cNvPr>
            <p:cNvSpPr/>
            <p:nvPr/>
          </p:nvSpPr>
          <p:spPr>
            <a:xfrm>
              <a:off x="3614071" y="3092307"/>
              <a:ext cx="5040000" cy="5040000"/>
            </a:xfrm>
            <a:prstGeom prst="blockArc">
              <a:avLst/>
            </a:prstGeom>
            <a:gradFill flip="none" rotWithShape="1">
              <a:gsLst>
                <a:gs pos="0">
                  <a:schemeClr val="accent2"/>
                </a:gs>
                <a:gs pos="50000">
                  <a:srgbClr val="989D8D"/>
                </a:gs>
                <a:gs pos="100000">
                  <a:schemeClr val="accent5"/>
                </a:gs>
              </a:gsLst>
              <a:lin ang="0" scaled="1"/>
              <a:tileRect/>
            </a:gra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cxnSp>
          <p:nvCxnSpPr>
            <p:cNvPr id="6" name="Straight Connector 5">
              <a:extLst>
                <a:ext uri="{FF2B5EF4-FFF2-40B4-BE49-F238E27FC236}">
                  <a16:creationId xmlns:a16="http://schemas.microsoft.com/office/drawing/2014/main" id="{ED4E11D8-1AC6-0472-CED2-60633DEEDED6}"/>
                </a:ext>
              </a:extLst>
            </p:cNvPr>
            <p:cNvCxnSpPr>
              <a:cxnSpLocks/>
            </p:cNvCxnSpPr>
            <p:nvPr/>
          </p:nvCxnSpPr>
          <p:spPr>
            <a:xfrm rot="1080000">
              <a:off x="3678225" y="5223650"/>
              <a:ext cx="2520000" cy="0"/>
            </a:xfrm>
            <a:prstGeom prst="line">
              <a:avLst/>
            </a:prstGeom>
            <a:gradFill flip="none" rotWithShape="1">
              <a:gsLst>
                <a:gs pos="0">
                  <a:schemeClr val="accent2"/>
                </a:gs>
                <a:gs pos="50000">
                  <a:srgbClr val="989D8D"/>
                </a:gs>
                <a:gs pos="100000">
                  <a:schemeClr val="accent5"/>
                </a:gs>
              </a:gsLst>
              <a:lin ang="0" scaled="1"/>
              <a:tileRect/>
            </a:gradFill>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9D3BAD3B-1179-2F61-D005-B5AE25D6FDE5}"/>
                </a:ext>
              </a:extLst>
            </p:cNvPr>
            <p:cNvCxnSpPr>
              <a:cxnSpLocks/>
            </p:cNvCxnSpPr>
            <p:nvPr/>
          </p:nvCxnSpPr>
          <p:spPr>
            <a:xfrm rot="2160000">
              <a:off x="3857195" y="4872402"/>
              <a:ext cx="2520000" cy="0"/>
            </a:xfrm>
            <a:prstGeom prst="line">
              <a:avLst/>
            </a:prstGeom>
            <a:gradFill flip="none" rotWithShape="1">
              <a:gsLst>
                <a:gs pos="0">
                  <a:schemeClr val="accent2"/>
                </a:gs>
                <a:gs pos="50000">
                  <a:srgbClr val="989D8D"/>
                </a:gs>
                <a:gs pos="100000">
                  <a:schemeClr val="accent5"/>
                </a:gs>
              </a:gsLst>
              <a:lin ang="0" scaled="1"/>
              <a:tileRect/>
            </a:gradFill>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C52251E-4184-7290-17E2-A0341A6B8BE4}"/>
                </a:ext>
              </a:extLst>
            </p:cNvPr>
            <p:cNvCxnSpPr>
              <a:cxnSpLocks/>
            </p:cNvCxnSpPr>
            <p:nvPr/>
          </p:nvCxnSpPr>
          <p:spPr>
            <a:xfrm rot="3240000">
              <a:off x="4135947" y="4593650"/>
              <a:ext cx="2520000" cy="0"/>
            </a:xfrm>
            <a:prstGeom prst="line">
              <a:avLst/>
            </a:prstGeom>
            <a:gradFill flip="none" rotWithShape="1">
              <a:gsLst>
                <a:gs pos="0">
                  <a:schemeClr val="accent2"/>
                </a:gs>
                <a:gs pos="50000">
                  <a:srgbClr val="989D8D"/>
                </a:gs>
                <a:gs pos="100000">
                  <a:schemeClr val="accent5"/>
                </a:gs>
              </a:gsLst>
              <a:lin ang="0" scaled="1"/>
              <a:tileRect/>
            </a:gradFill>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EBC4DDE-E411-CE62-C9CB-B3AB69FF6F10}"/>
                </a:ext>
              </a:extLst>
            </p:cNvPr>
            <p:cNvCxnSpPr>
              <a:cxnSpLocks/>
            </p:cNvCxnSpPr>
            <p:nvPr/>
          </p:nvCxnSpPr>
          <p:spPr>
            <a:xfrm rot="4320000">
              <a:off x="4487195" y="4413975"/>
              <a:ext cx="2520000" cy="0"/>
            </a:xfrm>
            <a:prstGeom prst="line">
              <a:avLst/>
            </a:prstGeom>
            <a:gradFill flip="none" rotWithShape="1">
              <a:gsLst>
                <a:gs pos="0">
                  <a:schemeClr val="accent2"/>
                </a:gs>
                <a:gs pos="50000">
                  <a:srgbClr val="989D8D"/>
                </a:gs>
                <a:gs pos="100000">
                  <a:schemeClr val="accent5"/>
                </a:gs>
              </a:gsLst>
              <a:lin ang="0" scaled="1"/>
              <a:tileRect/>
            </a:gradFill>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2D34FFB1-FB93-7F06-B170-916EA8B5D005}"/>
                </a:ext>
              </a:extLst>
            </p:cNvPr>
            <p:cNvCxnSpPr>
              <a:cxnSpLocks/>
            </p:cNvCxnSpPr>
            <p:nvPr/>
          </p:nvCxnSpPr>
          <p:spPr>
            <a:xfrm rot="5400000">
              <a:off x="4876556" y="4352307"/>
              <a:ext cx="2520000" cy="0"/>
            </a:xfrm>
            <a:prstGeom prst="line">
              <a:avLst/>
            </a:prstGeom>
            <a:gradFill flip="none" rotWithShape="1">
              <a:gsLst>
                <a:gs pos="0">
                  <a:schemeClr val="accent2"/>
                </a:gs>
                <a:gs pos="50000">
                  <a:srgbClr val="989D8D"/>
                </a:gs>
                <a:gs pos="100000">
                  <a:schemeClr val="accent5"/>
                </a:gs>
              </a:gsLst>
              <a:lin ang="0" scaled="1"/>
              <a:tileRect/>
            </a:gradFill>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3DB0B44-110D-941E-5EE3-477242F4AE1B}"/>
                </a:ext>
              </a:extLst>
            </p:cNvPr>
            <p:cNvCxnSpPr>
              <a:cxnSpLocks/>
            </p:cNvCxnSpPr>
            <p:nvPr/>
          </p:nvCxnSpPr>
          <p:spPr>
            <a:xfrm rot="20520000" flipH="1">
              <a:off x="6069916" y="5225001"/>
              <a:ext cx="2520000" cy="0"/>
            </a:xfrm>
            <a:prstGeom prst="line">
              <a:avLst/>
            </a:prstGeom>
            <a:gradFill flip="none" rotWithShape="1">
              <a:gsLst>
                <a:gs pos="0">
                  <a:schemeClr val="accent2"/>
                </a:gs>
                <a:gs pos="50000">
                  <a:srgbClr val="989D8D"/>
                </a:gs>
                <a:gs pos="100000">
                  <a:schemeClr val="accent5"/>
                </a:gs>
              </a:gsLst>
              <a:lin ang="0" scaled="1"/>
              <a:tileRect/>
            </a:gradFill>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0308C12E-30B7-45D9-D74C-53B36CC13F55}"/>
                </a:ext>
              </a:extLst>
            </p:cNvPr>
            <p:cNvCxnSpPr>
              <a:cxnSpLocks/>
            </p:cNvCxnSpPr>
            <p:nvPr/>
          </p:nvCxnSpPr>
          <p:spPr>
            <a:xfrm rot="19440000" flipH="1">
              <a:off x="5890946" y="4873753"/>
              <a:ext cx="2520000" cy="0"/>
            </a:xfrm>
            <a:prstGeom prst="line">
              <a:avLst/>
            </a:prstGeom>
            <a:gradFill flip="none" rotWithShape="1">
              <a:gsLst>
                <a:gs pos="0">
                  <a:schemeClr val="accent2"/>
                </a:gs>
                <a:gs pos="50000">
                  <a:srgbClr val="989D8D"/>
                </a:gs>
                <a:gs pos="100000">
                  <a:schemeClr val="accent5"/>
                </a:gs>
              </a:gsLst>
              <a:lin ang="0" scaled="1"/>
              <a:tileRect/>
            </a:gradFill>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E1455C06-0D62-B174-9E22-8DD023970C53}"/>
                </a:ext>
              </a:extLst>
            </p:cNvPr>
            <p:cNvCxnSpPr>
              <a:cxnSpLocks/>
            </p:cNvCxnSpPr>
            <p:nvPr/>
          </p:nvCxnSpPr>
          <p:spPr>
            <a:xfrm rot="18360000" flipH="1">
              <a:off x="5612194" y="4595001"/>
              <a:ext cx="2520000" cy="0"/>
            </a:xfrm>
            <a:prstGeom prst="line">
              <a:avLst/>
            </a:prstGeom>
            <a:gradFill flip="none" rotWithShape="1">
              <a:gsLst>
                <a:gs pos="0">
                  <a:schemeClr val="accent2"/>
                </a:gs>
                <a:gs pos="50000">
                  <a:srgbClr val="989D8D"/>
                </a:gs>
                <a:gs pos="100000">
                  <a:schemeClr val="accent5"/>
                </a:gs>
              </a:gsLst>
              <a:lin ang="0" scaled="1"/>
              <a:tileRect/>
            </a:gradFill>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AFE2DACB-8E71-DF24-E830-91A00D3FAC3F}"/>
                </a:ext>
              </a:extLst>
            </p:cNvPr>
            <p:cNvCxnSpPr>
              <a:cxnSpLocks/>
            </p:cNvCxnSpPr>
            <p:nvPr/>
          </p:nvCxnSpPr>
          <p:spPr>
            <a:xfrm rot="17280000" flipH="1">
              <a:off x="5260946" y="4415326"/>
              <a:ext cx="2520000" cy="0"/>
            </a:xfrm>
            <a:prstGeom prst="line">
              <a:avLst/>
            </a:prstGeom>
            <a:gradFill flip="none" rotWithShape="1">
              <a:gsLst>
                <a:gs pos="0">
                  <a:schemeClr val="accent2"/>
                </a:gs>
                <a:gs pos="50000">
                  <a:srgbClr val="989D8D"/>
                </a:gs>
                <a:gs pos="100000">
                  <a:schemeClr val="accent5"/>
                </a:gs>
              </a:gsLst>
              <a:lin ang="0" scaled="1"/>
              <a:tileRect/>
            </a:gradFill>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38" name="Arc 37">
              <a:extLst>
                <a:ext uri="{FF2B5EF4-FFF2-40B4-BE49-F238E27FC236}">
                  <a16:creationId xmlns:a16="http://schemas.microsoft.com/office/drawing/2014/main" id="{2F769388-E6B9-03E7-69AB-D93C9993ECF2}"/>
                </a:ext>
              </a:extLst>
            </p:cNvPr>
            <p:cNvSpPr/>
            <p:nvPr/>
          </p:nvSpPr>
          <p:spPr>
            <a:xfrm rot="15518541">
              <a:off x="3425976" y="3099754"/>
              <a:ext cx="5040000" cy="5040000"/>
            </a:xfrm>
            <a:prstGeom prst="arc">
              <a:avLst>
                <a:gd name="adj1" fmla="val 17161609"/>
                <a:gd name="adj2" fmla="val 18874931"/>
              </a:avLst>
            </a:prstGeom>
            <a:noFill/>
            <a:ln w="28575">
              <a:solidFill>
                <a:schemeClr val="accent2"/>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dirty="0"/>
            </a:p>
          </p:txBody>
        </p:sp>
        <p:sp>
          <p:nvSpPr>
            <p:cNvPr id="40" name="Arc 39">
              <a:extLst>
                <a:ext uri="{FF2B5EF4-FFF2-40B4-BE49-F238E27FC236}">
                  <a16:creationId xmlns:a16="http://schemas.microsoft.com/office/drawing/2014/main" id="{C03309DB-A3B4-F1F1-74B1-857FD7765938}"/>
                </a:ext>
              </a:extLst>
            </p:cNvPr>
            <p:cNvSpPr/>
            <p:nvPr/>
          </p:nvSpPr>
          <p:spPr>
            <a:xfrm rot="6081459" flipH="1">
              <a:off x="3804600" y="3099752"/>
              <a:ext cx="5040000" cy="5040000"/>
            </a:xfrm>
            <a:prstGeom prst="arc">
              <a:avLst>
                <a:gd name="adj1" fmla="val 17161609"/>
                <a:gd name="adj2" fmla="val 18874931"/>
              </a:avLst>
            </a:prstGeom>
            <a:noFill/>
            <a:ln w="28575">
              <a:solidFill>
                <a:schemeClr val="accent5"/>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dirty="0"/>
            </a:p>
          </p:txBody>
        </p:sp>
      </p:grpSp>
      <p:sp>
        <p:nvSpPr>
          <p:cNvPr id="9" name="Text Placeholder 8"/>
          <p:cNvSpPr>
            <a:spLocks noGrp="1"/>
          </p:cNvSpPr>
          <p:nvPr>
            <p:ph type="body" sz="quarter" idx="17"/>
          </p:nvPr>
        </p:nvSpPr>
        <p:spPr/>
        <p:txBody>
          <a:bodyPr/>
          <a:lstStyle/>
          <a:p>
            <a:r>
              <a:rPr lang="en-GB" dirty="0"/>
              <a:t>Parkinson’s disease – </a:t>
            </a:r>
            <a:r>
              <a:rPr lang="en-US" dirty="0"/>
              <a:t>Non-motor symptom complex and comorbidities</a:t>
            </a:r>
          </a:p>
        </p:txBody>
      </p:sp>
      <p:sp>
        <p:nvSpPr>
          <p:cNvPr id="7" name="Title 6"/>
          <p:cNvSpPr>
            <a:spLocks noGrp="1"/>
          </p:cNvSpPr>
          <p:nvPr>
            <p:ph type="title"/>
          </p:nvPr>
        </p:nvSpPr>
        <p:spPr/>
        <p:txBody>
          <a:bodyPr/>
          <a:lstStyle/>
          <a:p>
            <a:r>
              <a:rPr lang="en-GB" dirty="0"/>
              <a:t>The conflict of treating psychosis in Parkinson’s disease</a:t>
            </a:r>
          </a:p>
        </p:txBody>
      </p:sp>
      <p:sp>
        <p:nvSpPr>
          <p:cNvPr id="2" name="Text Placeholder 1">
            <a:extLst>
              <a:ext uri="{FF2B5EF4-FFF2-40B4-BE49-F238E27FC236}">
                <a16:creationId xmlns:a16="http://schemas.microsoft.com/office/drawing/2014/main" id="{F633DB06-E034-41A9-B448-016748ED23B3}"/>
              </a:ext>
            </a:extLst>
          </p:cNvPr>
          <p:cNvSpPr>
            <a:spLocks noGrp="1"/>
          </p:cNvSpPr>
          <p:nvPr>
            <p:ph type="body" sz="quarter" idx="18"/>
          </p:nvPr>
        </p:nvSpPr>
        <p:spPr/>
        <p:txBody>
          <a:bodyPr/>
          <a:lstStyle/>
          <a:p>
            <a:endParaRPr lang="en-GB" dirty="0"/>
          </a:p>
          <a:p>
            <a:r>
              <a:rPr lang="en-GB" dirty="0"/>
              <a:t>PD=Parkinson’s disease</a:t>
            </a:r>
          </a:p>
          <a:p>
            <a:br>
              <a:rPr lang="en-GB" dirty="0"/>
            </a:br>
            <a:r>
              <a:rPr lang="en-GB" dirty="0"/>
              <a:t>Adapted from: Divac et al. </a:t>
            </a:r>
            <a:r>
              <a:rPr lang="en-GB" dirty="0" err="1"/>
              <a:t>Behav</a:t>
            </a:r>
            <a:r>
              <a:rPr lang="en-GB" dirty="0"/>
              <a:t> </a:t>
            </a:r>
            <a:r>
              <a:rPr lang="en-GB" dirty="0" err="1"/>
              <a:t>Neurol</a:t>
            </a:r>
            <a:r>
              <a:rPr lang="en-GB" dirty="0"/>
              <a:t> 2016;2016:4938154; </a:t>
            </a:r>
            <a:r>
              <a:rPr lang="en-GB" dirty="0" err="1"/>
              <a:t>Braak</a:t>
            </a:r>
            <a:r>
              <a:rPr lang="en-GB" dirty="0"/>
              <a:t> et al. Cell Tissue Res 2004;318(1):121–134</a:t>
            </a:r>
          </a:p>
        </p:txBody>
      </p:sp>
      <p:sp>
        <p:nvSpPr>
          <p:cNvPr id="4" name="Slide Number Placeholder 3"/>
          <p:cNvSpPr>
            <a:spLocks noGrp="1"/>
          </p:cNvSpPr>
          <p:nvPr>
            <p:ph type="sldNum" sz="quarter" idx="4"/>
          </p:nvPr>
        </p:nvSpPr>
        <p:spPr/>
        <p:txBody>
          <a:bodyPr/>
          <a:lstStyle/>
          <a:p>
            <a:fld id="{6DBC486D-4FAB-B746-8B02-8D7C842291C6}" type="slidenum">
              <a:rPr lang="en-GB" smtClean="0"/>
              <a:t>20</a:t>
            </a:fld>
            <a:endParaRPr lang="en-GB" dirty="0"/>
          </a:p>
        </p:txBody>
      </p:sp>
      <p:sp>
        <p:nvSpPr>
          <p:cNvPr id="11" name="Rectangle: Rounded Corners 10"/>
          <p:cNvSpPr/>
          <p:nvPr/>
        </p:nvSpPr>
        <p:spPr>
          <a:xfrm>
            <a:off x="1595905" y="1577281"/>
            <a:ext cx="3671420" cy="1534478"/>
          </a:xfrm>
          <a:prstGeom prst="roundRect">
            <a:avLst>
              <a:gd name="adj" fmla="val 7814"/>
            </a:avLst>
          </a:prstGeom>
          <a:noFill/>
          <a:ln w="19050">
            <a:noFill/>
          </a:ln>
        </p:spPr>
        <p:txBody>
          <a:bodyPr wrap="square" anchor="ctr">
            <a:spAutoFit/>
          </a:bodyPr>
          <a:lstStyle/>
          <a:p>
            <a:pPr algn="ctr"/>
            <a:r>
              <a:rPr lang="en-GB" dirty="0">
                <a:latin typeface="Arial" panose="020B0604020202020204" pitchFamily="34" charset="0"/>
                <a:cs typeface="Arial" panose="020B0604020202020204" pitchFamily="34" charset="0"/>
              </a:rPr>
              <a:t>Treatments for PD work by </a:t>
            </a:r>
            <a:r>
              <a:rPr lang="en-GB" b="1" dirty="0">
                <a:latin typeface="Arial" panose="020B0604020202020204" pitchFamily="34" charset="0"/>
                <a:cs typeface="Arial" panose="020B0604020202020204" pitchFamily="34" charset="0"/>
              </a:rPr>
              <a:t>increasing</a:t>
            </a:r>
            <a:r>
              <a:rPr lang="en-GB" dirty="0">
                <a:latin typeface="Arial" panose="020B0604020202020204" pitchFamily="34" charset="0"/>
                <a:cs typeface="Arial" panose="020B0604020202020204" pitchFamily="34" charset="0"/>
              </a:rPr>
              <a:t> dopamine, because motor symptoms are caused by degradation of dopamine neurons in certain brain areas</a:t>
            </a:r>
          </a:p>
        </p:txBody>
      </p:sp>
      <p:sp>
        <p:nvSpPr>
          <p:cNvPr id="12" name="Rectangle: Rounded Corners 11"/>
          <p:cNvSpPr/>
          <p:nvPr/>
        </p:nvSpPr>
        <p:spPr>
          <a:xfrm>
            <a:off x="6850376" y="1721138"/>
            <a:ext cx="3944193" cy="1246763"/>
          </a:xfrm>
          <a:prstGeom prst="roundRect">
            <a:avLst>
              <a:gd name="adj" fmla="val 7814"/>
            </a:avLst>
          </a:prstGeom>
          <a:noFill/>
          <a:ln w="19050">
            <a:noFill/>
          </a:ln>
        </p:spPr>
        <p:txBody>
          <a:bodyPr wrap="square" anchor="ctr">
            <a:spAutoFit/>
          </a:bodyPr>
          <a:lstStyle/>
          <a:p>
            <a:pPr algn="ctr"/>
            <a:r>
              <a:rPr lang="en-GB" dirty="0">
                <a:latin typeface="Arial" panose="020B0604020202020204" pitchFamily="34" charset="0"/>
                <a:cs typeface="Arial" panose="020B0604020202020204" pitchFamily="34" charset="0"/>
              </a:rPr>
              <a:t>Medications used to treat psychosis (antipsychotics) work by </a:t>
            </a:r>
            <a:r>
              <a:rPr lang="en-GB" b="1" dirty="0">
                <a:latin typeface="Arial" panose="020B0604020202020204" pitchFamily="34" charset="0"/>
                <a:cs typeface="Arial" panose="020B0604020202020204" pitchFamily="34" charset="0"/>
              </a:rPr>
              <a:t>reducing</a:t>
            </a:r>
            <a:r>
              <a:rPr lang="en-GB" dirty="0">
                <a:latin typeface="Arial" panose="020B0604020202020204" pitchFamily="34" charset="0"/>
                <a:cs typeface="Arial" panose="020B0604020202020204" pitchFamily="34" charset="0"/>
              </a:rPr>
              <a:t> the levels of dopamine in certain functional pathways of the brain</a:t>
            </a:r>
          </a:p>
        </p:txBody>
      </p:sp>
      <p:sp>
        <p:nvSpPr>
          <p:cNvPr id="14" name="Arrow: Left-Right 13"/>
          <p:cNvSpPr/>
          <p:nvPr/>
        </p:nvSpPr>
        <p:spPr>
          <a:xfrm>
            <a:off x="5229225" y="1935012"/>
            <a:ext cx="1733550" cy="812192"/>
          </a:xfrm>
          <a:prstGeom prst="leftRightArrow">
            <a:avLst/>
          </a:prstGeom>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2" name="TextBox 31"/>
          <p:cNvSpPr txBox="1"/>
          <p:nvPr/>
        </p:nvSpPr>
        <p:spPr>
          <a:xfrm>
            <a:off x="1330679" y="4041693"/>
            <a:ext cx="1338828" cy="923330"/>
          </a:xfrm>
          <a:prstGeom prst="rect">
            <a:avLst/>
          </a:prstGeom>
          <a:noFill/>
        </p:spPr>
        <p:txBody>
          <a:bodyPr wrap="none" rtlCol="0">
            <a:spAutoFit/>
          </a:bodyPr>
          <a:lstStyle/>
          <a:p>
            <a:pPr algn="ctr"/>
            <a:r>
              <a:rPr lang="en-GB" b="1" dirty="0">
                <a:solidFill>
                  <a:schemeClr val="accent2">
                    <a:lumMod val="50000"/>
                  </a:schemeClr>
                </a:solidFill>
                <a:latin typeface="Arial" panose="020B0604020202020204" pitchFamily="34" charset="0"/>
                <a:cs typeface="Arial" panose="020B0604020202020204" pitchFamily="34" charset="0"/>
              </a:rPr>
              <a:t>Too low: </a:t>
            </a:r>
            <a:br>
              <a:rPr lang="en-GB" b="1" dirty="0">
                <a:solidFill>
                  <a:schemeClr val="accent2">
                    <a:lumMod val="50000"/>
                  </a:schemeClr>
                </a:solidFill>
                <a:latin typeface="Arial" panose="020B0604020202020204" pitchFamily="34" charset="0"/>
                <a:cs typeface="Arial" panose="020B0604020202020204" pitchFamily="34" charset="0"/>
              </a:rPr>
            </a:br>
            <a:r>
              <a:rPr lang="en-GB" b="1" dirty="0">
                <a:solidFill>
                  <a:schemeClr val="accent2">
                    <a:lumMod val="50000"/>
                  </a:schemeClr>
                </a:solidFill>
                <a:latin typeface="Arial" panose="020B0604020202020204" pitchFamily="34" charset="0"/>
                <a:cs typeface="Arial" panose="020B0604020202020204" pitchFamily="34" charset="0"/>
              </a:rPr>
              <a:t>movement</a:t>
            </a:r>
            <a:br>
              <a:rPr lang="en-GB" b="1" dirty="0">
                <a:solidFill>
                  <a:schemeClr val="accent2">
                    <a:lumMod val="50000"/>
                  </a:schemeClr>
                </a:solidFill>
                <a:latin typeface="Arial" panose="020B0604020202020204" pitchFamily="34" charset="0"/>
                <a:cs typeface="Arial" panose="020B0604020202020204" pitchFamily="34" charset="0"/>
              </a:rPr>
            </a:br>
            <a:r>
              <a:rPr lang="en-GB" b="1" dirty="0">
                <a:solidFill>
                  <a:schemeClr val="accent2">
                    <a:lumMod val="50000"/>
                  </a:schemeClr>
                </a:solidFill>
                <a:latin typeface="Arial" panose="020B0604020202020204" pitchFamily="34" charset="0"/>
                <a:cs typeface="Arial" panose="020B0604020202020204" pitchFamily="34" charset="0"/>
              </a:rPr>
              <a:t>symptoms</a:t>
            </a:r>
          </a:p>
        </p:txBody>
      </p:sp>
      <p:sp>
        <p:nvSpPr>
          <p:cNvPr id="33" name="TextBox 32"/>
          <p:cNvSpPr txBox="1"/>
          <p:nvPr/>
        </p:nvSpPr>
        <p:spPr>
          <a:xfrm>
            <a:off x="9509637" y="4180193"/>
            <a:ext cx="1313180" cy="646331"/>
          </a:xfrm>
          <a:prstGeom prst="rect">
            <a:avLst/>
          </a:prstGeom>
          <a:noFill/>
        </p:spPr>
        <p:txBody>
          <a:bodyPr wrap="none" rtlCol="0">
            <a:spAutoFit/>
          </a:bodyPr>
          <a:lstStyle/>
          <a:p>
            <a:pPr algn="ctr"/>
            <a:r>
              <a:rPr lang="en-GB" b="1" dirty="0">
                <a:solidFill>
                  <a:schemeClr val="accent5">
                    <a:lumMod val="50000"/>
                  </a:schemeClr>
                </a:solidFill>
                <a:latin typeface="Arial" panose="020B0604020202020204" pitchFamily="34" charset="0"/>
                <a:cs typeface="Arial" panose="020B0604020202020204" pitchFamily="34" charset="0"/>
              </a:rPr>
              <a:t>Too high: </a:t>
            </a:r>
            <a:br>
              <a:rPr lang="en-GB" b="1" dirty="0">
                <a:solidFill>
                  <a:schemeClr val="accent5">
                    <a:lumMod val="50000"/>
                  </a:schemeClr>
                </a:solidFill>
                <a:latin typeface="Arial" panose="020B0604020202020204" pitchFamily="34" charset="0"/>
                <a:cs typeface="Arial" panose="020B0604020202020204" pitchFamily="34" charset="0"/>
              </a:rPr>
            </a:br>
            <a:r>
              <a:rPr lang="en-GB" b="1" dirty="0">
                <a:solidFill>
                  <a:schemeClr val="accent5">
                    <a:lumMod val="50000"/>
                  </a:schemeClr>
                </a:solidFill>
                <a:latin typeface="Arial" panose="020B0604020202020204" pitchFamily="34" charset="0"/>
                <a:cs typeface="Arial" panose="020B0604020202020204" pitchFamily="34" charset="0"/>
              </a:rPr>
              <a:t>psychosis</a:t>
            </a:r>
          </a:p>
        </p:txBody>
      </p:sp>
      <p:cxnSp>
        <p:nvCxnSpPr>
          <p:cNvPr id="39" name="Straight Arrow Connector 38"/>
          <p:cNvCxnSpPr>
            <a:cxnSpLocks/>
          </p:cNvCxnSpPr>
          <p:nvPr/>
        </p:nvCxnSpPr>
        <p:spPr>
          <a:xfrm flipH="1">
            <a:off x="8842449" y="4541251"/>
            <a:ext cx="655375" cy="215906"/>
          </a:xfrm>
          <a:prstGeom prst="straightConnector1">
            <a:avLst/>
          </a:prstGeom>
          <a:ln w="1905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cxnSpLocks/>
          </p:cNvCxnSpPr>
          <p:nvPr/>
        </p:nvCxnSpPr>
        <p:spPr>
          <a:xfrm>
            <a:off x="2671614" y="4537750"/>
            <a:ext cx="655375" cy="215906"/>
          </a:xfrm>
          <a:prstGeom prst="straightConnector1">
            <a:avLst/>
          </a:prstGeom>
          <a:ln w="190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5486382" y="4873713"/>
            <a:ext cx="1300356" cy="369332"/>
          </a:xfrm>
          <a:prstGeom prst="rect">
            <a:avLst/>
          </a:prstGeom>
          <a:noFill/>
        </p:spPr>
        <p:txBody>
          <a:bodyPr wrap="none" rtlCol="0">
            <a:spAutoFit/>
          </a:bodyPr>
          <a:lstStyle/>
          <a:p>
            <a:pPr algn="ctr"/>
            <a:r>
              <a:rPr lang="en-GB" b="1" dirty="0">
                <a:latin typeface="Arial" panose="020B0604020202020204" pitchFamily="34" charset="0"/>
                <a:cs typeface="Arial" panose="020B0604020202020204" pitchFamily="34" charset="0"/>
              </a:rPr>
              <a:t>Dopamine</a:t>
            </a:r>
          </a:p>
        </p:txBody>
      </p:sp>
    </p:spTree>
    <p:custDataLst>
      <p:tags r:id="rId1"/>
    </p:custDataLst>
    <p:extLst>
      <p:ext uri="{BB962C8B-B14F-4D97-AF65-F5344CB8AC3E}">
        <p14:creationId xmlns:p14="http://schemas.microsoft.com/office/powerpoint/2010/main" val="7019263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546100"/>
            <a:ext cx="7725508" cy="2105818"/>
          </a:xfrm>
        </p:spPr>
        <p:txBody>
          <a:bodyPr>
            <a:normAutofit/>
          </a:bodyPr>
          <a:lstStyle/>
          <a:p>
            <a:r>
              <a:rPr lang="en-GB" dirty="0"/>
              <a:t>Other important non-motor symptoms</a:t>
            </a:r>
          </a:p>
        </p:txBody>
      </p:sp>
      <p:sp>
        <p:nvSpPr>
          <p:cNvPr id="5" name="Text Placeholder 4">
            <a:extLst>
              <a:ext uri="{FF2B5EF4-FFF2-40B4-BE49-F238E27FC236}">
                <a16:creationId xmlns:a16="http://schemas.microsoft.com/office/drawing/2014/main" id="{68776917-1D48-4DC8-A660-90424A27513F}"/>
              </a:ext>
            </a:extLst>
          </p:cNvPr>
          <p:cNvSpPr>
            <a:spLocks noGrp="1"/>
          </p:cNvSpPr>
          <p:nvPr>
            <p:ph type="body" idx="1"/>
          </p:nvPr>
        </p:nvSpPr>
        <p:spPr/>
        <p:txBody>
          <a:bodyPr/>
          <a:lstStyle/>
          <a:p>
            <a:endParaRPr lang="da-DK" dirty="0"/>
          </a:p>
        </p:txBody>
      </p:sp>
    </p:spTree>
    <p:custDataLst>
      <p:tags r:id="rId1"/>
    </p:custDataLst>
    <p:extLst>
      <p:ext uri="{BB962C8B-B14F-4D97-AF65-F5344CB8AC3E}">
        <p14:creationId xmlns:p14="http://schemas.microsoft.com/office/powerpoint/2010/main" val="24703646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p:cNvSpPr>
            <a:spLocks noGrp="1"/>
          </p:cNvSpPr>
          <p:nvPr>
            <p:ph type="body" sz="quarter" idx="17"/>
          </p:nvPr>
        </p:nvSpPr>
        <p:spPr/>
        <p:txBody>
          <a:bodyPr/>
          <a:lstStyle/>
          <a:p>
            <a:r>
              <a:rPr lang="en-GB"/>
              <a:t>Parkinson’s disease – </a:t>
            </a:r>
            <a:r>
              <a:rPr lang="en-US"/>
              <a:t>Non-motor symptom complex and comorbidities</a:t>
            </a:r>
            <a:endParaRPr lang="en-US" dirty="0"/>
          </a:p>
        </p:txBody>
      </p:sp>
      <p:sp>
        <p:nvSpPr>
          <p:cNvPr id="5" name="Title 4"/>
          <p:cNvSpPr>
            <a:spLocks noGrp="1"/>
          </p:cNvSpPr>
          <p:nvPr>
            <p:ph type="title"/>
          </p:nvPr>
        </p:nvSpPr>
        <p:spPr/>
        <p:txBody>
          <a:bodyPr/>
          <a:lstStyle/>
          <a:p>
            <a:r>
              <a:rPr lang="en-GB"/>
              <a:t>Gastrointestinal symptoms</a:t>
            </a:r>
            <a:endParaRPr lang="en-GB" dirty="0"/>
          </a:p>
        </p:txBody>
      </p:sp>
      <p:sp>
        <p:nvSpPr>
          <p:cNvPr id="6" name="Content Placeholder 5"/>
          <p:cNvSpPr>
            <a:spLocks noGrp="1"/>
          </p:cNvSpPr>
          <p:nvPr>
            <p:ph idx="19"/>
          </p:nvPr>
        </p:nvSpPr>
        <p:spPr>
          <a:xfrm>
            <a:off x="539751" y="1416785"/>
            <a:ext cx="5410198" cy="4626829"/>
          </a:xfrm>
        </p:spPr>
        <p:txBody>
          <a:bodyPr>
            <a:normAutofit/>
          </a:bodyPr>
          <a:lstStyle/>
          <a:p>
            <a:pPr>
              <a:spcBef>
                <a:spcPts val="1200"/>
              </a:spcBef>
            </a:pPr>
            <a:r>
              <a:rPr lang="en-GB" sz="1400" dirty="0"/>
              <a:t>The </a:t>
            </a:r>
            <a:r>
              <a:rPr lang="el-GR" sz="1400" dirty="0"/>
              <a:t>α-</a:t>
            </a:r>
            <a:r>
              <a:rPr lang="en-GB" sz="1400" dirty="0"/>
              <a:t>synuclein accumulation that is characteristic of PD is not restricted to the brain, and is found in the gastrointestinal tract (and elsewhere) of patients with PD</a:t>
            </a:r>
            <a:r>
              <a:rPr lang="en-GB" sz="1400" baseline="30000" dirty="0"/>
              <a:t>1</a:t>
            </a:r>
          </a:p>
          <a:p>
            <a:pPr>
              <a:spcBef>
                <a:spcPts val="1200"/>
              </a:spcBef>
            </a:pPr>
            <a:r>
              <a:rPr lang="en-GB" sz="1400" dirty="0"/>
              <a:t>There is widespread gastrointestinal dysfunction seen in patients with PD, the severity of which varies between patients</a:t>
            </a:r>
            <a:r>
              <a:rPr lang="en-GB" sz="1400" baseline="30000" dirty="0"/>
              <a:t>1-3</a:t>
            </a:r>
          </a:p>
          <a:p>
            <a:pPr lvl="1"/>
            <a:r>
              <a:rPr lang="en-GB" sz="1200" dirty="0">
                <a:solidFill>
                  <a:schemeClr val="tx1"/>
                </a:solidFill>
              </a:rPr>
              <a:t>In one study of 32 people with PD, </a:t>
            </a:r>
            <a:r>
              <a:rPr lang="en-GB" sz="1200" b="1" dirty="0">
                <a:solidFill>
                  <a:schemeClr val="tx1"/>
                </a:solidFill>
              </a:rPr>
              <a:t>&gt;2 in 3 </a:t>
            </a:r>
            <a:r>
              <a:rPr lang="en-GB" sz="1200" dirty="0">
                <a:solidFill>
                  <a:schemeClr val="tx1"/>
                </a:solidFill>
              </a:rPr>
              <a:t>patients exhibited some objective colonic dysfunction (as </a:t>
            </a:r>
            <a:r>
              <a:rPr lang="en-US" sz="1200" dirty="0">
                <a:solidFill>
                  <a:schemeClr val="tx1"/>
                </a:solidFill>
              </a:rPr>
              <a:t>measured by delayed colonic transit time and increased volume</a:t>
            </a:r>
            <a:r>
              <a:rPr lang="en-GB" sz="1200" dirty="0">
                <a:solidFill>
                  <a:schemeClr val="tx1"/>
                </a:solidFill>
              </a:rPr>
              <a:t>) – much higher than the rates of subjectively reported constipation (3–38%, depending on the questionnaire)</a:t>
            </a:r>
            <a:r>
              <a:rPr lang="en-GB" sz="1200" baseline="30000" dirty="0">
                <a:solidFill>
                  <a:schemeClr val="tx1"/>
                </a:solidFill>
              </a:rPr>
              <a:t>4</a:t>
            </a:r>
          </a:p>
          <a:p>
            <a:pPr>
              <a:spcBef>
                <a:spcPts val="1200"/>
              </a:spcBef>
            </a:pPr>
            <a:r>
              <a:rPr lang="en-GB" sz="1400" dirty="0"/>
              <a:t>The importance of the gut flora is gaining prominence in PD research</a:t>
            </a:r>
            <a:r>
              <a:rPr lang="en-GB" sz="1400" baseline="30000" dirty="0"/>
              <a:t>5,6</a:t>
            </a:r>
            <a:endParaRPr lang="en-GB" sz="1400" dirty="0"/>
          </a:p>
          <a:p>
            <a:pPr>
              <a:spcBef>
                <a:spcPts val="1200"/>
              </a:spcBef>
            </a:pPr>
            <a:r>
              <a:rPr lang="en-GB" sz="1400" dirty="0"/>
              <a:t>The gastrointestinal dysfunction seen in PD can include oral problems, swallowing, drooling, dental problems, and constipation</a:t>
            </a:r>
            <a:r>
              <a:rPr lang="en-GB" sz="1400" baseline="30000" dirty="0"/>
              <a:t>1-3</a:t>
            </a:r>
            <a:endParaRPr lang="en-GB" sz="1400" dirty="0"/>
          </a:p>
          <a:p>
            <a:pPr>
              <a:spcBef>
                <a:spcPts val="1200"/>
              </a:spcBef>
            </a:pPr>
            <a:r>
              <a:rPr lang="en-GB" sz="1400" dirty="0"/>
              <a:t>One meta-analysis found people with PD were at risk of a variety of gastrointestinal comorbidities, including:</a:t>
            </a:r>
            <a:r>
              <a:rPr lang="en-GB" sz="1400" baseline="30000" dirty="0"/>
              <a:t>7</a:t>
            </a:r>
            <a:endParaRPr lang="en-GB" sz="1400" dirty="0"/>
          </a:p>
          <a:p>
            <a:pPr lvl="1"/>
            <a:endParaRPr lang="en-US" sz="1200" dirty="0"/>
          </a:p>
        </p:txBody>
      </p:sp>
      <p:sp>
        <p:nvSpPr>
          <p:cNvPr id="7" name="Content Placeholder 6"/>
          <p:cNvSpPr>
            <a:spLocks noGrp="1"/>
          </p:cNvSpPr>
          <p:nvPr>
            <p:ph sz="half" idx="20"/>
          </p:nvPr>
        </p:nvSpPr>
        <p:spPr/>
        <p:txBody>
          <a:bodyPr>
            <a:normAutofit/>
          </a:bodyPr>
          <a:lstStyle/>
          <a:p>
            <a:pPr marL="0" indent="0">
              <a:buNone/>
            </a:pPr>
            <a:r>
              <a:rPr lang="en-GB" sz="1400" b="1" dirty="0">
                <a:solidFill>
                  <a:schemeClr val="tx1"/>
                </a:solidFill>
              </a:rPr>
              <a:t>Constipation</a:t>
            </a:r>
          </a:p>
          <a:p>
            <a:r>
              <a:rPr lang="en-GB" sz="1400" dirty="0">
                <a:solidFill>
                  <a:schemeClr val="tx1"/>
                </a:solidFill>
              </a:rPr>
              <a:t>Constipation is the most common gastrointestinal symptom of PD, and is reported in up to 90% of cases</a:t>
            </a:r>
            <a:r>
              <a:rPr lang="en-GB" sz="1400" baseline="30000" dirty="0">
                <a:solidFill>
                  <a:schemeClr val="tx1"/>
                </a:solidFill>
              </a:rPr>
              <a:t>1,8</a:t>
            </a:r>
            <a:endParaRPr lang="en-GB" sz="1400" dirty="0">
              <a:solidFill>
                <a:schemeClr val="tx1"/>
              </a:solidFill>
            </a:endParaRPr>
          </a:p>
          <a:p>
            <a:r>
              <a:rPr lang="en-GB" sz="1400" dirty="0">
                <a:solidFill>
                  <a:schemeClr val="tx1"/>
                </a:solidFill>
              </a:rPr>
              <a:t>Constipation can be present during the long prodromal phase of the disease, making it a potential biomarker for PD</a:t>
            </a:r>
            <a:r>
              <a:rPr lang="en-GB" sz="1400" baseline="30000" dirty="0">
                <a:solidFill>
                  <a:schemeClr val="tx1"/>
                </a:solidFill>
              </a:rPr>
              <a:t>1,6</a:t>
            </a:r>
            <a:endParaRPr lang="en-GB" sz="1400" dirty="0">
              <a:solidFill>
                <a:schemeClr val="tx1"/>
              </a:solidFill>
            </a:endParaRPr>
          </a:p>
          <a:p>
            <a:r>
              <a:rPr lang="en-GB" sz="1400" dirty="0">
                <a:solidFill>
                  <a:schemeClr val="tx1"/>
                </a:solidFill>
              </a:rPr>
              <a:t>The mechanisms underlying constipation are unknown, but it can also be a side effect of some of the drugs used to treat PD</a:t>
            </a:r>
            <a:r>
              <a:rPr lang="en-GB" sz="1400" baseline="30000" dirty="0">
                <a:solidFill>
                  <a:schemeClr val="tx1"/>
                </a:solidFill>
              </a:rPr>
              <a:t>1,8</a:t>
            </a:r>
            <a:endParaRPr lang="en-GB" sz="1400" dirty="0">
              <a:solidFill>
                <a:schemeClr val="tx1"/>
              </a:solidFill>
            </a:endParaRPr>
          </a:p>
          <a:p>
            <a:r>
              <a:rPr lang="en-GB" sz="1400" dirty="0">
                <a:solidFill>
                  <a:schemeClr val="tx1"/>
                </a:solidFill>
              </a:rPr>
              <a:t>Constipation in PD can be treated with a variety of laxatives, a high-fibre diet, and possibly probiotics</a:t>
            </a:r>
            <a:r>
              <a:rPr lang="en-GB" sz="1400" baseline="30000" dirty="0">
                <a:solidFill>
                  <a:schemeClr val="tx1"/>
                </a:solidFill>
              </a:rPr>
              <a:t>3,8</a:t>
            </a:r>
          </a:p>
        </p:txBody>
      </p:sp>
      <p:sp>
        <p:nvSpPr>
          <p:cNvPr id="2" name="Text Placeholder 1">
            <a:extLst>
              <a:ext uri="{FF2B5EF4-FFF2-40B4-BE49-F238E27FC236}">
                <a16:creationId xmlns:a16="http://schemas.microsoft.com/office/drawing/2014/main" id="{52CC4A36-9F9D-4BC3-9497-B6919D5E7D79}"/>
              </a:ext>
            </a:extLst>
          </p:cNvPr>
          <p:cNvSpPr>
            <a:spLocks noGrp="1"/>
          </p:cNvSpPr>
          <p:nvPr>
            <p:ph type="body" sz="quarter" idx="18"/>
          </p:nvPr>
        </p:nvSpPr>
        <p:spPr/>
        <p:txBody>
          <a:bodyPr/>
          <a:lstStyle/>
          <a:p>
            <a:r>
              <a:rPr lang="en-GB" dirty="0"/>
              <a:t>PD=Parkinson’s disease</a:t>
            </a:r>
          </a:p>
          <a:p>
            <a:pPr marL="0" indent="0">
              <a:buNone/>
            </a:pPr>
            <a:endParaRPr lang="fr-FR" dirty="0"/>
          </a:p>
          <a:p>
            <a:pPr marL="0" indent="0">
              <a:buNone/>
            </a:pPr>
            <a:r>
              <a:rPr lang="fr-FR" dirty="0"/>
              <a:t>1. </a:t>
            </a:r>
            <a:r>
              <a:rPr lang="fr-FR" dirty="0" err="1"/>
              <a:t>Fasano</a:t>
            </a:r>
            <a:r>
              <a:rPr lang="fr-FR" dirty="0"/>
              <a:t> et al. Lancet </a:t>
            </a:r>
            <a:r>
              <a:rPr lang="fr-FR" dirty="0" err="1"/>
              <a:t>Neurol</a:t>
            </a:r>
            <a:r>
              <a:rPr lang="fr-FR" dirty="0"/>
              <a:t> 2015;14(6):625–639; 2. </a:t>
            </a:r>
            <a:r>
              <a:rPr lang="en-US" dirty="0"/>
              <a:t>Pfeiffer. Curr Treat Options Neurol 2018;20(12):54; </a:t>
            </a:r>
            <a:br>
              <a:rPr lang="en-US" dirty="0"/>
            </a:br>
            <a:r>
              <a:rPr lang="fr-FR" dirty="0"/>
              <a:t>3. </a:t>
            </a:r>
            <a:r>
              <a:rPr lang="fr-FR" dirty="0" err="1"/>
              <a:t>Todorova</a:t>
            </a:r>
            <a:r>
              <a:rPr lang="fr-FR" dirty="0"/>
              <a:t> et al. </a:t>
            </a:r>
            <a:r>
              <a:rPr lang="fr-FR" dirty="0" err="1"/>
              <a:t>Pract</a:t>
            </a:r>
            <a:r>
              <a:rPr lang="fr-FR" dirty="0"/>
              <a:t> </a:t>
            </a:r>
            <a:r>
              <a:rPr lang="fr-FR" dirty="0" err="1"/>
              <a:t>Neurol</a:t>
            </a:r>
            <a:r>
              <a:rPr lang="fr-FR" dirty="0"/>
              <a:t> 2014;14(5):310–322; 4. </a:t>
            </a:r>
            <a:r>
              <a:rPr lang="fr-FR" dirty="0" err="1"/>
              <a:t>Knudsen</a:t>
            </a:r>
            <a:r>
              <a:rPr lang="fr-FR" dirty="0"/>
              <a:t> et al. J Parkinsons Dis 2017;7(2):359–367; 5. Tan et al. J </a:t>
            </a:r>
            <a:r>
              <a:rPr lang="fr-FR" dirty="0" err="1"/>
              <a:t>Mov</a:t>
            </a:r>
            <a:r>
              <a:rPr lang="fr-FR" dirty="0"/>
              <a:t> </a:t>
            </a:r>
            <a:r>
              <a:rPr lang="fr-FR" dirty="0" err="1"/>
              <a:t>Disord</a:t>
            </a:r>
            <a:r>
              <a:rPr lang="fr-FR" dirty="0"/>
              <a:t> 2023;16(2):138–151; </a:t>
            </a:r>
            <a:br>
              <a:rPr lang="fr-FR" dirty="0"/>
            </a:br>
            <a:r>
              <a:rPr lang="fr-FR" dirty="0"/>
              <a:t>6. Adams-Carr et al. J </a:t>
            </a:r>
            <a:r>
              <a:rPr lang="fr-FR" dirty="0" err="1"/>
              <a:t>Neurol</a:t>
            </a:r>
            <a:r>
              <a:rPr lang="fr-FR" dirty="0"/>
              <a:t> </a:t>
            </a:r>
            <a:r>
              <a:rPr lang="fr-FR" dirty="0" err="1"/>
              <a:t>Neurosurg</a:t>
            </a:r>
            <a:r>
              <a:rPr lang="fr-FR" dirty="0"/>
              <a:t> </a:t>
            </a:r>
            <a:r>
              <a:rPr lang="fr-FR" dirty="0" err="1"/>
              <a:t>Psychiatry</a:t>
            </a:r>
            <a:r>
              <a:rPr lang="fr-FR" dirty="0"/>
              <a:t> 2016;87(7):710–716; 7. </a:t>
            </a:r>
            <a:r>
              <a:rPr lang="en-US" dirty="0"/>
              <a:t>Schrag et al. JAMA Neurol 2023;80(2):161–171; 8. Knudsen et al. Mov </a:t>
            </a:r>
            <a:r>
              <a:rPr lang="en-US" dirty="0" err="1"/>
              <a:t>Disord</a:t>
            </a:r>
            <a:r>
              <a:rPr lang="en-US" dirty="0"/>
              <a:t> 2017;32(1):94–105</a:t>
            </a:r>
            <a:endParaRPr lang="fr-FR" dirty="0"/>
          </a:p>
        </p:txBody>
      </p:sp>
      <p:sp>
        <p:nvSpPr>
          <p:cNvPr id="3" name="Slide Number Placeholder 2"/>
          <p:cNvSpPr>
            <a:spLocks noGrp="1"/>
          </p:cNvSpPr>
          <p:nvPr>
            <p:ph type="sldNum" sz="quarter" idx="4"/>
          </p:nvPr>
        </p:nvSpPr>
        <p:spPr/>
        <p:txBody>
          <a:bodyPr/>
          <a:lstStyle/>
          <a:p>
            <a:fld id="{6DBC486D-4FAB-B746-8B02-8D7C842291C6}" type="slidenum">
              <a:rPr lang="en-GB" smtClean="0"/>
              <a:t>22</a:t>
            </a:fld>
            <a:endParaRPr lang="en-GB" dirty="0"/>
          </a:p>
        </p:txBody>
      </p:sp>
      <p:sp>
        <p:nvSpPr>
          <p:cNvPr id="27" name="TextBox 26">
            <a:extLst>
              <a:ext uri="{FF2B5EF4-FFF2-40B4-BE49-F238E27FC236}">
                <a16:creationId xmlns:a16="http://schemas.microsoft.com/office/drawing/2014/main" id="{ED375197-6F40-8004-4965-B1C9E26E1C3E}"/>
              </a:ext>
            </a:extLst>
          </p:cNvPr>
          <p:cNvSpPr txBox="1"/>
          <p:nvPr/>
        </p:nvSpPr>
        <p:spPr>
          <a:xfrm>
            <a:off x="546100" y="5420547"/>
            <a:ext cx="5416547" cy="800219"/>
          </a:xfrm>
          <a:prstGeom prst="rect">
            <a:avLst/>
          </a:prstGeom>
          <a:noFill/>
        </p:spPr>
        <p:txBody>
          <a:bodyPr wrap="square" numCol="2">
            <a:spAutoFit/>
          </a:bodyPr>
          <a:lstStyle/>
          <a:p>
            <a:pPr marL="360000" marR="0" lvl="1" indent="-180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3F1A01"/>
                </a:solidFill>
                <a:effectLst/>
                <a:uLnTx/>
                <a:uFillTx/>
                <a:latin typeface="Arial"/>
                <a:ea typeface="+mn-ea"/>
                <a:cs typeface="+mn-cs"/>
              </a:rPr>
              <a:t>Gastroesophageal reflux disease</a:t>
            </a:r>
          </a:p>
          <a:p>
            <a:pPr marL="360000" marR="0" lvl="1" indent="-180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endParaRPr lang="en-US" sz="1200" dirty="0">
              <a:solidFill>
                <a:srgbClr val="3F1A01"/>
              </a:solidFill>
              <a:latin typeface="Arial"/>
            </a:endParaRPr>
          </a:p>
          <a:p>
            <a:pPr marL="360000" marR="0" lvl="1" indent="-180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dirty="0">
              <a:ln>
                <a:noFill/>
              </a:ln>
              <a:solidFill>
                <a:srgbClr val="3F1A01"/>
              </a:solidFill>
              <a:effectLst/>
              <a:uLnTx/>
              <a:uFillTx/>
              <a:latin typeface="Arial"/>
              <a:ea typeface="+mn-ea"/>
              <a:cs typeface="+mn-cs"/>
            </a:endParaRPr>
          </a:p>
          <a:p>
            <a:pPr marL="360000" marR="0" lvl="1" indent="-180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3F1A01"/>
                </a:solidFill>
                <a:effectLst/>
                <a:uLnTx/>
                <a:uFillTx/>
                <a:latin typeface="Arial"/>
                <a:ea typeface="+mn-ea"/>
                <a:cs typeface="+mn-cs"/>
              </a:rPr>
              <a:t>Gastritis</a:t>
            </a:r>
          </a:p>
          <a:p>
            <a:pPr marL="360000" marR="0" lvl="1" indent="-180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3F1A01"/>
                </a:solidFill>
                <a:effectLst/>
                <a:uLnTx/>
                <a:uFillTx/>
                <a:latin typeface="Arial"/>
                <a:ea typeface="+mn-ea"/>
                <a:cs typeface="+mn-cs"/>
              </a:rPr>
              <a:t>Gastric ulcers</a:t>
            </a:r>
            <a:endParaRPr lang="en-GB" dirty="0"/>
          </a:p>
        </p:txBody>
      </p:sp>
    </p:spTree>
    <p:custDataLst>
      <p:tags r:id="rId1"/>
    </p:custDataLst>
    <p:extLst>
      <p:ext uri="{BB962C8B-B14F-4D97-AF65-F5344CB8AC3E}">
        <p14:creationId xmlns:p14="http://schemas.microsoft.com/office/powerpoint/2010/main" val="24264061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C62C091-7EDF-420A-98FB-E99A349C4165}"/>
              </a:ext>
            </a:extLst>
          </p:cNvPr>
          <p:cNvSpPr/>
          <p:nvPr/>
        </p:nvSpPr>
        <p:spPr>
          <a:xfrm>
            <a:off x="480061" y="1333500"/>
            <a:ext cx="5478186" cy="2042160"/>
          </a:xfrm>
          <a:prstGeom prst="rect">
            <a:avLst/>
          </a:prstGeom>
          <a:solidFill>
            <a:srgbClr val="D9D1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ext Placeholder 5">
            <a:extLst>
              <a:ext uri="{FF2B5EF4-FFF2-40B4-BE49-F238E27FC236}">
                <a16:creationId xmlns:a16="http://schemas.microsoft.com/office/drawing/2014/main" id="{9559BFA4-7DA9-4092-A27B-C7F6491CFB54}"/>
              </a:ext>
            </a:extLst>
          </p:cNvPr>
          <p:cNvSpPr>
            <a:spLocks noGrp="1"/>
          </p:cNvSpPr>
          <p:nvPr>
            <p:ph type="body" sz="quarter" idx="17"/>
          </p:nvPr>
        </p:nvSpPr>
        <p:spPr/>
        <p:txBody>
          <a:bodyPr/>
          <a:lstStyle/>
          <a:p>
            <a:r>
              <a:rPr lang="en-GB" dirty="0"/>
              <a:t>Parkinson’s disease – </a:t>
            </a:r>
            <a:r>
              <a:rPr lang="en-US" dirty="0"/>
              <a:t>Non-motor symptom complex and comorbidities</a:t>
            </a:r>
          </a:p>
        </p:txBody>
      </p:sp>
      <p:sp>
        <p:nvSpPr>
          <p:cNvPr id="2" name="Title 1">
            <a:extLst>
              <a:ext uri="{FF2B5EF4-FFF2-40B4-BE49-F238E27FC236}">
                <a16:creationId xmlns:a16="http://schemas.microsoft.com/office/drawing/2014/main" id="{0C79B5FA-9797-436B-9087-191949A5E112}"/>
              </a:ext>
            </a:extLst>
          </p:cNvPr>
          <p:cNvSpPr>
            <a:spLocks noGrp="1"/>
          </p:cNvSpPr>
          <p:nvPr>
            <p:ph type="title"/>
          </p:nvPr>
        </p:nvSpPr>
        <p:spPr/>
        <p:txBody>
          <a:bodyPr/>
          <a:lstStyle/>
          <a:p>
            <a:r>
              <a:rPr lang="en-GB" dirty="0"/>
              <a:t>Speech problems</a:t>
            </a:r>
          </a:p>
        </p:txBody>
      </p:sp>
      <p:sp>
        <p:nvSpPr>
          <p:cNvPr id="3" name="Content Placeholder 2">
            <a:extLst>
              <a:ext uri="{FF2B5EF4-FFF2-40B4-BE49-F238E27FC236}">
                <a16:creationId xmlns:a16="http://schemas.microsoft.com/office/drawing/2014/main" id="{2D4C9DC8-8216-48EC-A86F-D30FC293C37A}"/>
              </a:ext>
            </a:extLst>
          </p:cNvPr>
          <p:cNvSpPr>
            <a:spLocks noGrp="1"/>
          </p:cNvSpPr>
          <p:nvPr>
            <p:ph idx="20"/>
          </p:nvPr>
        </p:nvSpPr>
        <p:spPr/>
        <p:txBody>
          <a:bodyPr/>
          <a:lstStyle/>
          <a:p>
            <a:r>
              <a:rPr lang="en-GB" sz="1800" b="1" dirty="0">
                <a:solidFill>
                  <a:schemeClr val="tx1"/>
                </a:solidFill>
              </a:rPr>
              <a:t>Hypophonia – </a:t>
            </a:r>
            <a:r>
              <a:rPr lang="en-GB" sz="1800" dirty="0">
                <a:solidFill>
                  <a:schemeClr val="tx1"/>
                </a:solidFill>
              </a:rPr>
              <a:t>soft and weak voice due to </a:t>
            </a:r>
            <a:br>
              <a:rPr lang="en-GB" sz="1800" dirty="0">
                <a:solidFill>
                  <a:schemeClr val="tx1"/>
                </a:solidFill>
              </a:rPr>
            </a:br>
            <a:r>
              <a:rPr lang="en-GB" sz="1800" dirty="0">
                <a:solidFill>
                  <a:schemeClr val="tx1"/>
                </a:solidFill>
              </a:rPr>
              <a:t>lack of coordination of the vocal muscles</a:t>
            </a:r>
          </a:p>
          <a:p>
            <a:r>
              <a:rPr lang="en-GB" sz="1800" b="1" dirty="0">
                <a:solidFill>
                  <a:schemeClr val="tx1"/>
                </a:solidFill>
              </a:rPr>
              <a:t>Dysarthria – </a:t>
            </a:r>
            <a:r>
              <a:rPr lang="en-GB" sz="1800" dirty="0">
                <a:solidFill>
                  <a:schemeClr val="tx1"/>
                </a:solidFill>
              </a:rPr>
              <a:t>slurred or slow speech that can be difficult to understand, caused by disturbances of muscular control because of damage to the central or peripheral nervous system</a:t>
            </a:r>
            <a:endParaRPr lang="en-GB" sz="1800" baseline="30000" dirty="0">
              <a:solidFill>
                <a:schemeClr val="tx1"/>
              </a:solidFill>
            </a:endParaRPr>
          </a:p>
          <a:p>
            <a:r>
              <a:rPr lang="en-GB" sz="1800" dirty="0">
                <a:solidFill>
                  <a:schemeClr val="tx1"/>
                </a:solidFill>
              </a:rPr>
              <a:t>Speech problems are relatively common in patients with PD, with estimates as high as 90% of patients developing dysarthria or speech problems at some point in the course of the disease</a:t>
            </a:r>
            <a:r>
              <a:rPr lang="en-GB" sz="1800" baseline="30000" dirty="0">
                <a:solidFill>
                  <a:schemeClr val="tx1"/>
                </a:solidFill>
              </a:rPr>
              <a:t>1,2</a:t>
            </a:r>
          </a:p>
          <a:p>
            <a:endParaRPr lang="en-GB" sz="1800" baseline="30000" dirty="0">
              <a:solidFill>
                <a:schemeClr val="tx1"/>
              </a:solidFill>
            </a:endParaRPr>
          </a:p>
          <a:p>
            <a:endParaRPr lang="en-GB" sz="1800" dirty="0">
              <a:solidFill>
                <a:schemeClr val="tx1"/>
              </a:solidFill>
            </a:endParaRPr>
          </a:p>
        </p:txBody>
      </p:sp>
      <p:sp>
        <p:nvSpPr>
          <p:cNvPr id="5" name="Content Placeholder 4">
            <a:extLst>
              <a:ext uri="{FF2B5EF4-FFF2-40B4-BE49-F238E27FC236}">
                <a16:creationId xmlns:a16="http://schemas.microsoft.com/office/drawing/2014/main" id="{1D3A9D4E-8FB3-423F-9280-916B2B6AF2B4}"/>
              </a:ext>
            </a:extLst>
          </p:cNvPr>
          <p:cNvSpPr>
            <a:spLocks noGrp="1"/>
          </p:cNvSpPr>
          <p:nvPr>
            <p:ph idx="21"/>
          </p:nvPr>
        </p:nvSpPr>
        <p:spPr/>
        <p:txBody>
          <a:bodyPr>
            <a:normAutofit/>
          </a:bodyPr>
          <a:lstStyle/>
          <a:p>
            <a:pPr marL="0" indent="0">
              <a:buNone/>
            </a:pPr>
            <a:r>
              <a:rPr lang="en-GB" sz="1800" b="1" dirty="0">
                <a:solidFill>
                  <a:schemeClr val="tx1"/>
                </a:solidFill>
              </a:rPr>
              <a:t>Treatments for speech problems in PD</a:t>
            </a:r>
          </a:p>
          <a:p>
            <a:r>
              <a:rPr lang="en-GB" sz="1800" dirty="0">
                <a:solidFill>
                  <a:schemeClr val="tx1"/>
                </a:solidFill>
              </a:rPr>
              <a:t>There are many therapies that have been studied to try to help patients with PD communicate more effectively:</a:t>
            </a:r>
          </a:p>
          <a:p>
            <a:pPr lvl="1"/>
            <a:r>
              <a:rPr lang="en-GB" sz="1800" dirty="0">
                <a:solidFill>
                  <a:schemeClr val="tx1"/>
                </a:solidFill>
              </a:rPr>
              <a:t>One study of singing-based therapy in patients with PD demonstrated significant improvements in vocal intensity</a:t>
            </a:r>
            <a:r>
              <a:rPr lang="en-GB" sz="1800" baseline="30000" dirty="0">
                <a:solidFill>
                  <a:schemeClr val="tx1"/>
                </a:solidFill>
              </a:rPr>
              <a:t>3</a:t>
            </a:r>
            <a:endParaRPr lang="en-GB" sz="1800" dirty="0">
              <a:solidFill>
                <a:schemeClr val="tx1"/>
              </a:solidFill>
            </a:endParaRPr>
          </a:p>
          <a:p>
            <a:pPr lvl="1"/>
            <a:r>
              <a:rPr lang="en-GB" sz="1800" dirty="0">
                <a:solidFill>
                  <a:schemeClr val="tx1"/>
                </a:solidFill>
              </a:rPr>
              <a:t>The Lee Silverman Voice Treatment, a set of daily exercises, has been shown to improve speech in patients with PD</a:t>
            </a:r>
            <a:r>
              <a:rPr lang="en-GB" sz="1800" baseline="30000" dirty="0">
                <a:solidFill>
                  <a:schemeClr val="tx1"/>
                </a:solidFill>
              </a:rPr>
              <a:t>4</a:t>
            </a:r>
            <a:endParaRPr lang="en-GB" sz="1800" dirty="0">
              <a:solidFill>
                <a:schemeClr val="tx1"/>
              </a:solidFill>
            </a:endParaRPr>
          </a:p>
          <a:p>
            <a:pPr lvl="1"/>
            <a:r>
              <a:rPr lang="en-GB" sz="1800" dirty="0">
                <a:solidFill>
                  <a:schemeClr val="tx1"/>
                </a:solidFill>
              </a:rPr>
              <a:t>Some approaches focus on communication, rather than speech, e.g., identification of the topic of conversation, and the use of gestures</a:t>
            </a:r>
            <a:r>
              <a:rPr lang="en-GB" sz="1800" baseline="30000" dirty="0">
                <a:solidFill>
                  <a:schemeClr val="tx1"/>
                </a:solidFill>
              </a:rPr>
              <a:t>1</a:t>
            </a:r>
            <a:endParaRPr lang="en-GB" sz="1800" dirty="0">
              <a:solidFill>
                <a:schemeClr val="tx1"/>
              </a:solidFill>
            </a:endParaRPr>
          </a:p>
        </p:txBody>
      </p:sp>
      <p:sp>
        <p:nvSpPr>
          <p:cNvPr id="8" name="Text Placeholder 7">
            <a:extLst>
              <a:ext uri="{FF2B5EF4-FFF2-40B4-BE49-F238E27FC236}">
                <a16:creationId xmlns:a16="http://schemas.microsoft.com/office/drawing/2014/main" id="{9A1C664B-3E1A-42E6-BBF8-01C7879FDA5B}"/>
              </a:ext>
            </a:extLst>
          </p:cNvPr>
          <p:cNvSpPr>
            <a:spLocks noGrp="1"/>
          </p:cNvSpPr>
          <p:nvPr>
            <p:ph type="body" sz="quarter" idx="18"/>
          </p:nvPr>
        </p:nvSpPr>
        <p:spPr/>
        <p:txBody>
          <a:bodyPr/>
          <a:lstStyle/>
          <a:p>
            <a:r>
              <a:rPr lang="en-GB" dirty="0"/>
              <a:t>PD=Parkinson’s disease</a:t>
            </a:r>
          </a:p>
          <a:p>
            <a:pPr marL="0" indent="0">
              <a:buNone/>
            </a:pPr>
            <a:endParaRPr lang="en-GB" dirty="0"/>
          </a:p>
          <a:p>
            <a:pPr marL="0" indent="0">
              <a:buNone/>
            </a:pPr>
            <a:r>
              <a:rPr lang="en-GB" dirty="0"/>
              <a:t>1</a:t>
            </a:r>
            <a:r>
              <a:rPr lang="fr-FR" dirty="0"/>
              <a:t>. </a:t>
            </a:r>
            <a:r>
              <a:rPr lang="fr-FR" dirty="0" err="1"/>
              <a:t>Tjaden</a:t>
            </a:r>
            <a:r>
              <a:rPr lang="fr-FR" dirty="0"/>
              <a:t>. </a:t>
            </a:r>
            <a:r>
              <a:rPr lang="en-GB" dirty="0"/>
              <a:t>Top </a:t>
            </a:r>
            <a:r>
              <a:rPr lang="en-GB" dirty="0" err="1"/>
              <a:t>Geriatr</a:t>
            </a:r>
            <a:r>
              <a:rPr lang="en-GB" dirty="0"/>
              <a:t> </a:t>
            </a:r>
            <a:r>
              <a:rPr lang="en-GB" dirty="0" err="1"/>
              <a:t>Rehabil</a:t>
            </a:r>
            <a:r>
              <a:rPr lang="en-GB" dirty="0"/>
              <a:t> 2008;24(2):115–126; 2. </a:t>
            </a:r>
            <a:r>
              <a:rPr lang="en-US" dirty="0" err="1"/>
              <a:t>Schalling</a:t>
            </a:r>
            <a:r>
              <a:rPr lang="en-US" dirty="0"/>
              <a:t> et al. Folia </a:t>
            </a:r>
            <a:r>
              <a:rPr lang="en-US" dirty="0" err="1"/>
              <a:t>Phoniatr</a:t>
            </a:r>
            <a:r>
              <a:rPr lang="en-US" dirty="0"/>
              <a:t> </a:t>
            </a:r>
            <a:r>
              <a:rPr lang="en-US" dirty="0" err="1"/>
              <a:t>Logop</a:t>
            </a:r>
            <a:r>
              <a:rPr lang="en-US" dirty="0"/>
              <a:t> 2017;69(3):131–141</a:t>
            </a:r>
            <a:r>
              <a:rPr lang="en-GB" dirty="0"/>
              <a:t>; </a:t>
            </a:r>
            <a:br>
              <a:rPr lang="en-GB" dirty="0"/>
            </a:br>
            <a:r>
              <a:rPr lang="en-GB" dirty="0"/>
              <a:t>3. </a:t>
            </a:r>
            <a:r>
              <a:rPr lang="en-GB" dirty="0" err="1"/>
              <a:t>Tamplin</a:t>
            </a:r>
            <a:r>
              <a:rPr lang="en-GB" dirty="0"/>
              <a:t> et al. </a:t>
            </a:r>
            <a:r>
              <a:rPr lang="en-GB" dirty="0" err="1"/>
              <a:t>Neurorehabil</a:t>
            </a:r>
            <a:r>
              <a:rPr lang="en-GB" dirty="0"/>
              <a:t> Neural Repair 2019;33(6):453–463; 4. </a:t>
            </a:r>
            <a:r>
              <a:rPr lang="en-GB" dirty="0" err="1"/>
              <a:t>Ramig</a:t>
            </a:r>
            <a:r>
              <a:rPr lang="en-GB" dirty="0"/>
              <a:t> et al. Mov </a:t>
            </a:r>
            <a:r>
              <a:rPr lang="en-GB" dirty="0" err="1"/>
              <a:t>Disord</a:t>
            </a:r>
            <a:r>
              <a:rPr lang="en-GB" dirty="0"/>
              <a:t> 2018;33(11):1777–1791</a:t>
            </a:r>
          </a:p>
        </p:txBody>
      </p:sp>
      <p:sp>
        <p:nvSpPr>
          <p:cNvPr id="4" name="Slide Number Placeholder 3">
            <a:extLst>
              <a:ext uri="{FF2B5EF4-FFF2-40B4-BE49-F238E27FC236}">
                <a16:creationId xmlns:a16="http://schemas.microsoft.com/office/drawing/2014/main" id="{96DDD44F-78D6-42E2-965D-2C59B2372512}"/>
              </a:ext>
            </a:extLst>
          </p:cNvPr>
          <p:cNvSpPr>
            <a:spLocks noGrp="1"/>
          </p:cNvSpPr>
          <p:nvPr>
            <p:ph type="sldNum" sz="quarter" idx="4"/>
          </p:nvPr>
        </p:nvSpPr>
        <p:spPr/>
        <p:txBody>
          <a:bodyPr/>
          <a:lstStyle/>
          <a:p>
            <a:fld id="{6DBC486D-4FAB-B746-8B02-8D7C842291C6}" type="slidenum">
              <a:rPr lang="en-GB" smtClean="0"/>
              <a:t>23</a:t>
            </a:fld>
            <a:endParaRPr lang="en-GB" dirty="0"/>
          </a:p>
        </p:txBody>
      </p:sp>
    </p:spTree>
    <p:custDataLst>
      <p:tags r:id="rId1"/>
    </p:custDataLst>
    <p:extLst>
      <p:ext uri="{BB962C8B-B14F-4D97-AF65-F5344CB8AC3E}">
        <p14:creationId xmlns:p14="http://schemas.microsoft.com/office/powerpoint/2010/main" val="26157523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5B63D6F-BA03-5455-2B9C-8BFD11E7D06E}"/>
              </a:ext>
            </a:extLst>
          </p:cNvPr>
          <p:cNvSpPr/>
          <p:nvPr/>
        </p:nvSpPr>
        <p:spPr>
          <a:xfrm>
            <a:off x="480061" y="1333500"/>
            <a:ext cx="5478186" cy="658333"/>
          </a:xfrm>
          <a:prstGeom prst="rect">
            <a:avLst/>
          </a:prstGeom>
          <a:solidFill>
            <a:srgbClr val="D9D1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ext Placeholder 5"/>
          <p:cNvSpPr>
            <a:spLocks noGrp="1"/>
          </p:cNvSpPr>
          <p:nvPr>
            <p:ph type="body" sz="quarter" idx="17"/>
          </p:nvPr>
        </p:nvSpPr>
        <p:spPr/>
        <p:txBody>
          <a:bodyPr/>
          <a:lstStyle/>
          <a:p>
            <a:r>
              <a:rPr lang="en-GB" dirty="0"/>
              <a:t>Parkinson’s disease – </a:t>
            </a:r>
            <a:r>
              <a:rPr lang="en-US" dirty="0"/>
              <a:t>Non-motor symptom complex and comorbidities</a:t>
            </a:r>
          </a:p>
        </p:txBody>
      </p:sp>
      <p:sp>
        <p:nvSpPr>
          <p:cNvPr id="2" name="Title 1"/>
          <p:cNvSpPr>
            <a:spLocks noGrp="1"/>
          </p:cNvSpPr>
          <p:nvPr>
            <p:ph type="title"/>
          </p:nvPr>
        </p:nvSpPr>
        <p:spPr/>
        <p:txBody>
          <a:bodyPr/>
          <a:lstStyle/>
          <a:p>
            <a:r>
              <a:rPr lang="en-GB" dirty="0"/>
              <a:t>Swallowing problems (dysphagia)</a:t>
            </a:r>
          </a:p>
        </p:txBody>
      </p:sp>
      <p:sp>
        <p:nvSpPr>
          <p:cNvPr id="3" name="Content Placeholder 2"/>
          <p:cNvSpPr>
            <a:spLocks noGrp="1"/>
          </p:cNvSpPr>
          <p:nvPr>
            <p:ph idx="20"/>
          </p:nvPr>
        </p:nvSpPr>
        <p:spPr/>
        <p:txBody>
          <a:bodyPr>
            <a:normAutofit/>
          </a:bodyPr>
          <a:lstStyle/>
          <a:p>
            <a:r>
              <a:rPr lang="en-GB" dirty="0"/>
              <a:t>Dysphagia describes a situation where swallowing becomes difficult</a:t>
            </a:r>
          </a:p>
          <a:p>
            <a:r>
              <a:rPr lang="en-GB" dirty="0"/>
              <a:t>It is common in patients with PD, affecting &gt;80% at some time during the disease</a:t>
            </a:r>
            <a:r>
              <a:rPr lang="en-GB" baseline="30000" dirty="0"/>
              <a:t>1</a:t>
            </a:r>
          </a:p>
          <a:p>
            <a:r>
              <a:rPr lang="en-GB" dirty="0"/>
              <a:t>The swallowing problems in PD are often attributed to bradykinesia and muscular rigidity</a:t>
            </a:r>
            <a:r>
              <a:rPr lang="en-GB" baseline="30000" dirty="0"/>
              <a:t>2</a:t>
            </a:r>
            <a:endParaRPr lang="en-GB" dirty="0"/>
          </a:p>
          <a:p>
            <a:r>
              <a:rPr lang="en-GB" dirty="0"/>
              <a:t>Although dysphagia typically emerges in the later stages of PD, it can be an early symptom</a:t>
            </a:r>
            <a:r>
              <a:rPr lang="en-GB" baseline="30000" dirty="0"/>
              <a:t>2</a:t>
            </a:r>
          </a:p>
          <a:p>
            <a:r>
              <a:rPr lang="en-GB" dirty="0"/>
              <a:t>Dysphagia is an often-overlooked condition, with an impact on the physical, psychological, social, and financial wellbeing of patients with PD and their carers</a:t>
            </a:r>
            <a:r>
              <a:rPr lang="en-GB" baseline="30000" dirty="0"/>
              <a:t>3</a:t>
            </a:r>
          </a:p>
          <a:p>
            <a:r>
              <a:rPr lang="en-GB" dirty="0"/>
              <a:t>Tests such as </a:t>
            </a:r>
            <a:r>
              <a:rPr lang="en-US" dirty="0" err="1"/>
              <a:t>VFSS</a:t>
            </a:r>
            <a:r>
              <a:rPr lang="en-US" dirty="0"/>
              <a:t> or FEES</a:t>
            </a:r>
            <a:r>
              <a:rPr lang="en-GB" dirty="0"/>
              <a:t> can be used to analyse how well a patient is swallowing</a:t>
            </a:r>
            <a:r>
              <a:rPr lang="en-GB" baseline="30000" dirty="0"/>
              <a:t>4</a:t>
            </a:r>
            <a:endParaRPr lang="en-GB" dirty="0"/>
          </a:p>
        </p:txBody>
      </p:sp>
      <p:sp>
        <p:nvSpPr>
          <p:cNvPr id="5" name="Content Placeholder 4"/>
          <p:cNvSpPr>
            <a:spLocks noGrp="1"/>
          </p:cNvSpPr>
          <p:nvPr>
            <p:ph idx="21"/>
          </p:nvPr>
        </p:nvSpPr>
        <p:spPr/>
        <p:txBody>
          <a:bodyPr>
            <a:normAutofit/>
          </a:bodyPr>
          <a:lstStyle/>
          <a:p>
            <a:pPr marL="0" indent="0">
              <a:buNone/>
            </a:pPr>
            <a:r>
              <a:rPr lang="en-GB" b="1" dirty="0">
                <a:solidFill>
                  <a:schemeClr val="tx1"/>
                </a:solidFill>
              </a:rPr>
              <a:t>Treatments for dysphagia</a:t>
            </a:r>
            <a:r>
              <a:rPr lang="en-GB" b="1" baseline="30000" dirty="0">
                <a:solidFill>
                  <a:schemeClr val="tx1"/>
                </a:solidFill>
              </a:rPr>
              <a:t>5</a:t>
            </a:r>
            <a:endParaRPr lang="en-GB" b="1" dirty="0">
              <a:solidFill>
                <a:schemeClr val="tx1"/>
              </a:solidFill>
            </a:endParaRPr>
          </a:p>
          <a:p>
            <a:r>
              <a:rPr lang="en-GB" dirty="0">
                <a:solidFill>
                  <a:schemeClr val="tx1"/>
                </a:solidFill>
              </a:rPr>
              <a:t>Patients with PD and dysphagia should be monitored for malnutrition, dehydration, and pulmonary problems</a:t>
            </a:r>
          </a:p>
          <a:p>
            <a:r>
              <a:rPr lang="en-GB" dirty="0">
                <a:solidFill>
                  <a:schemeClr val="tx1"/>
                </a:solidFill>
              </a:rPr>
              <a:t>Levodopa doses should be timed so that meals can be taken during periods of greatest medication effect</a:t>
            </a:r>
          </a:p>
          <a:p>
            <a:r>
              <a:rPr lang="en-GB" dirty="0">
                <a:solidFill>
                  <a:schemeClr val="tx1"/>
                </a:solidFill>
              </a:rPr>
              <a:t>Active range of motion exercises can be used to strengthen the muscles involved</a:t>
            </a:r>
          </a:p>
          <a:p>
            <a:r>
              <a:rPr lang="en-GB" dirty="0">
                <a:solidFill>
                  <a:schemeClr val="tx1"/>
                </a:solidFill>
              </a:rPr>
              <a:t>Other interventions include sipping water, sucking throat lozenges, and synthetic saliva</a:t>
            </a:r>
          </a:p>
        </p:txBody>
      </p:sp>
      <p:sp>
        <p:nvSpPr>
          <p:cNvPr id="7" name="Text Placeholder 6">
            <a:extLst>
              <a:ext uri="{FF2B5EF4-FFF2-40B4-BE49-F238E27FC236}">
                <a16:creationId xmlns:a16="http://schemas.microsoft.com/office/drawing/2014/main" id="{CE8E3DE8-93D4-4EC5-A177-F47AA2013DE3}"/>
              </a:ext>
            </a:extLst>
          </p:cNvPr>
          <p:cNvSpPr>
            <a:spLocks noGrp="1"/>
          </p:cNvSpPr>
          <p:nvPr>
            <p:ph type="body" sz="quarter" idx="18"/>
          </p:nvPr>
        </p:nvSpPr>
        <p:spPr/>
        <p:txBody>
          <a:bodyPr/>
          <a:lstStyle/>
          <a:p>
            <a:r>
              <a:rPr lang="en-US" dirty="0"/>
              <a:t>FEES=fiberoptic endoscopic evaluation of swallowing; </a:t>
            </a:r>
            <a:r>
              <a:rPr lang="en-GB" dirty="0"/>
              <a:t>PD=Parkinson’s disease; </a:t>
            </a:r>
            <a:r>
              <a:rPr lang="en-US" dirty="0"/>
              <a:t>VFSS=</a:t>
            </a:r>
            <a:r>
              <a:rPr lang="en-US" dirty="0" err="1"/>
              <a:t>videofluoroscopic</a:t>
            </a:r>
            <a:r>
              <a:rPr lang="en-US" dirty="0"/>
              <a:t> swallowing study</a:t>
            </a:r>
          </a:p>
          <a:p>
            <a:pPr marL="0" indent="0">
              <a:buNone/>
            </a:pPr>
            <a:endParaRPr lang="en-US" dirty="0"/>
          </a:p>
          <a:p>
            <a:pPr marL="0" indent="0">
              <a:buNone/>
            </a:pPr>
            <a:r>
              <a:rPr lang="en-GB" dirty="0"/>
              <a:t>1. </a:t>
            </a:r>
            <a:r>
              <a:rPr lang="en-GB" dirty="0" err="1"/>
              <a:t>Suttrup</a:t>
            </a:r>
            <a:r>
              <a:rPr lang="en-GB" dirty="0"/>
              <a:t> &amp; </a:t>
            </a:r>
            <a:r>
              <a:rPr lang="en-GB" dirty="0" err="1"/>
              <a:t>Warnecke</a:t>
            </a:r>
            <a:r>
              <a:rPr lang="en-GB" dirty="0"/>
              <a:t>. Dysphagia 2016;31(1):24–32; 2. Fasano et al. Lancet </a:t>
            </a:r>
            <a:r>
              <a:rPr lang="en-GB" dirty="0" err="1"/>
              <a:t>Neurol</a:t>
            </a:r>
            <a:r>
              <a:rPr lang="en-GB" dirty="0"/>
              <a:t> 2015;14(6):625–639; </a:t>
            </a:r>
            <a:br>
              <a:rPr lang="en-GB" dirty="0"/>
            </a:br>
            <a:r>
              <a:rPr lang="en-GB" dirty="0"/>
              <a:t>3. </a:t>
            </a:r>
            <a:r>
              <a:rPr lang="en-GB" dirty="0" err="1"/>
              <a:t>Dziewas</a:t>
            </a:r>
            <a:r>
              <a:rPr lang="en-GB" dirty="0"/>
              <a:t> et al. Dysphagia 2017;32(1):78–82; 4. Kwon et al. J Mov </a:t>
            </a:r>
            <a:r>
              <a:rPr lang="en-GB" dirty="0" err="1"/>
              <a:t>Disord</a:t>
            </a:r>
            <a:r>
              <a:rPr lang="en-GB" dirty="0"/>
              <a:t> 2019;12(3):1522–160; 5. </a:t>
            </a:r>
            <a:r>
              <a:rPr lang="en-GB" dirty="0" err="1"/>
              <a:t>Tjaden</a:t>
            </a:r>
            <a:r>
              <a:rPr lang="en-GB" dirty="0"/>
              <a:t>. Top </a:t>
            </a:r>
            <a:r>
              <a:rPr lang="en-GB" dirty="0" err="1"/>
              <a:t>Geriatr</a:t>
            </a:r>
            <a:r>
              <a:rPr lang="en-GB" dirty="0"/>
              <a:t> </a:t>
            </a:r>
            <a:r>
              <a:rPr lang="en-GB" dirty="0" err="1"/>
              <a:t>Rehabil</a:t>
            </a:r>
            <a:r>
              <a:rPr lang="en-GB" dirty="0"/>
              <a:t> 2008;24(2):115–126</a:t>
            </a:r>
          </a:p>
        </p:txBody>
      </p:sp>
      <p:sp>
        <p:nvSpPr>
          <p:cNvPr id="4" name="Slide Number Placeholder 3"/>
          <p:cNvSpPr>
            <a:spLocks noGrp="1"/>
          </p:cNvSpPr>
          <p:nvPr>
            <p:ph type="sldNum" sz="quarter" idx="4"/>
          </p:nvPr>
        </p:nvSpPr>
        <p:spPr/>
        <p:txBody>
          <a:bodyPr/>
          <a:lstStyle/>
          <a:p>
            <a:fld id="{6DBC486D-4FAB-B746-8B02-8D7C842291C6}" type="slidenum">
              <a:rPr lang="en-GB" smtClean="0"/>
              <a:t>24</a:t>
            </a:fld>
            <a:endParaRPr lang="en-GB" dirty="0"/>
          </a:p>
        </p:txBody>
      </p:sp>
      <p:sp>
        <p:nvSpPr>
          <p:cNvPr id="8" name="Rectangle: Rounded Corners 7"/>
          <p:cNvSpPr/>
          <p:nvPr/>
        </p:nvSpPr>
        <p:spPr>
          <a:xfrm>
            <a:off x="6438900" y="4744389"/>
            <a:ext cx="5003802" cy="1151586"/>
          </a:xfrm>
          <a:prstGeom prst="roundRect">
            <a:avLst>
              <a:gd name="adj" fmla="val 11318"/>
            </a:avLst>
          </a:prstGeom>
          <a:solidFill>
            <a:srgbClr val="D9D1CC"/>
          </a:solidFill>
          <a:ln w="19050">
            <a:noFill/>
          </a:ln>
        </p:spPr>
        <p:txBody>
          <a:bodyPr wrap="square">
            <a:noAutofit/>
          </a:bodyPr>
          <a:lstStyle/>
          <a:p>
            <a:pPr algn="ctr"/>
            <a:r>
              <a:rPr lang="en-GB" sz="1600" dirty="0">
                <a:latin typeface="arial" panose="020B0604020202020204" pitchFamily="34" charset="0"/>
              </a:rPr>
              <a:t>Swallowing problems </a:t>
            </a:r>
            <a:r>
              <a:rPr lang="en-GB" sz="1600" b="1" dirty="0">
                <a:latin typeface="arial" panose="020B0604020202020204" pitchFamily="34" charset="0"/>
              </a:rPr>
              <a:t>reduce quality of life</a:t>
            </a:r>
            <a:r>
              <a:rPr lang="en-GB" sz="1600" dirty="0">
                <a:latin typeface="arial" panose="020B0604020202020204" pitchFamily="34" charset="0"/>
              </a:rPr>
              <a:t>,</a:t>
            </a:r>
            <a:br>
              <a:rPr lang="en-GB" sz="1600" dirty="0">
                <a:latin typeface="arial" panose="020B0604020202020204" pitchFamily="34" charset="0"/>
              </a:rPr>
            </a:br>
            <a:r>
              <a:rPr lang="en-GB" sz="1600" b="1" dirty="0">
                <a:latin typeface="arial" panose="020B0604020202020204" pitchFamily="34" charset="0"/>
              </a:rPr>
              <a:t>complicate medication intake</a:t>
            </a:r>
            <a:r>
              <a:rPr lang="en-GB" sz="1600" dirty="0">
                <a:latin typeface="arial" panose="020B0604020202020204" pitchFamily="34" charset="0"/>
              </a:rPr>
              <a:t>, and can lead to </a:t>
            </a:r>
            <a:r>
              <a:rPr lang="en-GB" sz="1600" b="1" dirty="0">
                <a:latin typeface="arial" panose="020B0604020202020204" pitchFamily="34" charset="0"/>
              </a:rPr>
              <a:t>malnutrition</a:t>
            </a:r>
            <a:r>
              <a:rPr lang="en-GB" sz="1600" dirty="0">
                <a:latin typeface="arial" panose="020B0604020202020204" pitchFamily="34" charset="0"/>
              </a:rPr>
              <a:t> and </a:t>
            </a:r>
            <a:r>
              <a:rPr lang="en-GB" sz="1600" b="1" dirty="0">
                <a:latin typeface="arial" panose="020B0604020202020204" pitchFamily="34" charset="0"/>
              </a:rPr>
              <a:t>aspiration pneumonia</a:t>
            </a:r>
            <a:r>
              <a:rPr lang="en-GB" sz="1600" dirty="0">
                <a:latin typeface="arial" panose="020B0604020202020204" pitchFamily="34" charset="0"/>
              </a:rPr>
              <a:t>, which is a major cause of death in PD</a:t>
            </a:r>
            <a:r>
              <a:rPr lang="en-GB" sz="1600" baseline="30000" dirty="0">
                <a:latin typeface="arial" panose="020B0604020202020204" pitchFamily="34" charset="0"/>
              </a:rPr>
              <a:t>1</a:t>
            </a:r>
            <a:endParaRPr lang="en-GB" sz="1600" dirty="0">
              <a:latin typeface="arial" panose="020B0604020202020204" pitchFamily="34" charset="0"/>
            </a:endParaRPr>
          </a:p>
        </p:txBody>
      </p:sp>
    </p:spTree>
    <p:custDataLst>
      <p:tags r:id="rId1"/>
    </p:custDataLst>
    <p:extLst>
      <p:ext uri="{BB962C8B-B14F-4D97-AF65-F5344CB8AC3E}">
        <p14:creationId xmlns:p14="http://schemas.microsoft.com/office/powerpoint/2010/main" val="39441008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F4B7E46F-FF4C-44A1-9F11-FE27320B2A36}"/>
              </a:ext>
            </a:extLst>
          </p:cNvPr>
          <p:cNvSpPr>
            <a:spLocks noGrp="1"/>
          </p:cNvSpPr>
          <p:nvPr>
            <p:ph type="body" sz="quarter" idx="18"/>
          </p:nvPr>
        </p:nvSpPr>
        <p:spPr/>
        <p:txBody>
          <a:bodyPr/>
          <a:lstStyle/>
          <a:p>
            <a:r>
              <a:rPr lang="en-GB" dirty="0" err="1"/>
              <a:t>DeNoPa</a:t>
            </a:r>
            <a:r>
              <a:rPr lang="en-GB" dirty="0"/>
              <a:t>=</a:t>
            </a:r>
            <a:r>
              <a:rPr lang="en-GB" dirty="0" err="1"/>
              <a:t>DeNovo</a:t>
            </a:r>
            <a:r>
              <a:rPr lang="en-GB" dirty="0"/>
              <a:t> Parkinson cohort; PD=Parkinson’s disease; RBD=REM (rapid eye movement) sleep behaviour disorder; TCA=tricyclic antidepressant</a:t>
            </a:r>
            <a:br>
              <a:rPr lang="en-GB" dirty="0"/>
            </a:br>
            <a:endParaRPr lang="en-GB" dirty="0"/>
          </a:p>
          <a:p>
            <a:pPr marL="0" indent="0">
              <a:buNone/>
            </a:pPr>
            <a:r>
              <a:rPr lang="en-GB" dirty="0"/>
              <a:t>1. Lima. Sleep Med Rev 2013;17(5):367–375; 2. Maass &amp; Reichmann. J Neural </a:t>
            </a:r>
            <a:r>
              <a:rPr lang="en-GB" dirty="0" err="1"/>
              <a:t>Transm</a:t>
            </a:r>
            <a:r>
              <a:rPr lang="en-GB" dirty="0"/>
              <a:t> (Vienna) 2013;120(4):565–569; 3. </a:t>
            </a:r>
            <a:r>
              <a:rPr lang="en-GB" dirty="0" err="1"/>
              <a:t>Videnovic</a:t>
            </a:r>
            <a:r>
              <a:rPr lang="en-GB" dirty="0"/>
              <a:t>. Mov </a:t>
            </a:r>
            <a:r>
              <a:rPr lang="en-GB" dirty="0" err="1"/>
              <a:t>Disord</a:t>
            </a:r>
            <a:r>
              <a:rPr lang="en-GB" dirty="0"/>
              <a:t> 2017;32(5):659–668; </a:t>
            </a:r>
            <a:br>
              <a:rPr lang="en-GB" dirty="0"/>
            </a:br>
            <a:r>
              <a:rPr lang="en-GB" dirty="0"/>
              <a:t>4. Feng et al. Parkinsonism </a:t>
            </a:r>
            <a:r>
              <a:rPr lang="en-GB" dirty="0" err="1"/>
              <a:t>Relat</a:t>
            </a:r>
            <a:r>
              <a:rPr lang="en-GB" dirty="0"/>
              <a:t> </a:t>
            </a:r>
            <a:r>
              <a:rPr lang="en-GB" dirty="0" err="1"/>
              <a:t>Disord</a:t>
            </a:r>
            <a:r>
              <a:rPr lang="en-GB" dirty="0"/>
              <a:t> 2021;85:133–140; 5. </a:t>
            </a:r>
            <a:r>
              <a:rPr lang="en-GB" dirty="0" err="1"/>
              <a:t>Iranzo</a:t>
            </a:r>
            <a:r>
              <a:rPr lang="en-GB" dirty="0"/>
              <a:t> et al. Lancet </a:t>
            </a:r>
            <a:r>
              <a:rPr lang="en-GB" dirty="0" err="1"/>
              <a:t>Neurol</a:t>
            </a:r>
            <a:r>
              <a:rPr lang="en-GB" dirty="0"/>
              <a:t> 2024;23(9):925–937; 6. </a:t>
            </a:r>
            <a:r>
              <a:rPr lang="en-GB" dirty="0" err="1"/>
              <a:t>Sixel-Döring</a:t>
            </a:r>
            <a:r>
              <a:rPr lang="en-GB" dirty="0"/>
              <a:t> et al. Mov </a:t>
            </a:r>
            <a:r>
              <a:rPr lang="en-GB" dirty="0" err="1"/>
              <a:t>Disord</a:t>
            </a:r>
            <a:r>
              <a:rPr lang="en-GB" dirty="0"/>
              <a:t> Clin </a:t>
            </a:r>
            <a:r>
              <a:rPr lang="en-GB" dirty="0" err="1"/>
              <a:t>Pract</a:t>
            </a:r>
            <a:r>
              <a:rPr lang="en-GB" dirty="0"/>
              <a:t> 2023;10(12):1769–1776;  </a:t>
            </a:r>
            <a:br>
              <a:rPr lang="en-GB" dirty="0"/>
            </a:br>
            <a:r>
              <a:rPr lang="en-GB" dirty="0"/>
              <a:t>7. </a:t>
            </a:r>
            <a:r>
              <a:rPr lang="en-US" dirty="0"/>
              <a:t>Schrag et al. JAMA Neurol 2023;80(2):161–171; 8. </a:t>
            </a:r>
            <a:r>
              <a:rPr lang="fr-FR" dirty="0" err="1"/>
              <a:t>Todorova</a:t>
            </a:r>
            <a:r>
              <a:rPr lang="fr-FR" dirty="0"/>
              <a:t> et al. </a:t>
            </a:r>
            <a:r>
              <a:rPr lang="fr-FR" dirty="0" err="1"/>
              <a:t>Pract</a:t>
            </a:r>
            <a:r>
              <a:rPr lang="fr-FR" dirty="0"/>
              <a:t> </a:t>
            </a:r>
            <a:r>
              <a:rPr lang="fr-FR" dirty="0" err="1"/>
              <a:t>Neurol</a:t>
            </a:r>
            <a:r>
              <a:rPr lang="fr-FR" dirty="0"/>
              <a:t> 2014;14(5):310–322; 9. Stefani &amp; </a:t>
            </a:r>
            <a:r>
              <a:rPr lang="fr-FR" dirty="0" err="1"/>
              <a:t>Högl</a:t>
            </a:r>
            <a:r>
              <a:rPr lang="fr-FR" dirty="0"/>
              <a:t>. </a:t>
            </a:r>
            <a:r>
              <a:rPr lang="fr-FR" dirty="0" err="1"/>
              <a:t>Neuropsychopharmacology</a:t>
            </a:r>
            <a:r>
              <a:rPr lang="fr-FR" dirty="0"/>
              <a:t> 2020;45(1):121–128</a:t>
            </a:r>
            <a:endParaRPr lang="en-GB" dirty="0"/>
          </a:p>
        </p:txBody>
      </p:sp>
      <p:sp>
        <p:nvSpPr>
          <p:cNvPr id="6" name="Text Placeholder 5"/>
          <p:cNvSpPr>
            <a:spLocks noGrp="1"/>
          </p:cNvSpPr>
          <p:nvPr>
            <p:ph type="body" sz="quarter" idx="17"/>
          </p:nvPr>
        </p:nvSpPr>
        <p:spPr/>
        <p:txBody>
          <a:bodyPr/>
          <a:lstStyle/>
          <a:p>
            <a:r>
              <a:rPr lang="en-GB" dirty="0"/>
              <a:t>Parkinson’s disease – </a:t>
            </a:r>
            <a:r>
              <a:rPr lang="en-US" dirty="0"/>
              <a:t>Non-motor symptom complex and comorbidities</a:t>
            </a:r>
          </a:p>
        </p:txBody>
      </p:sp>
      <p:sp>
        <p:nvSpPr>
          <p:cNvPr id="2" name="Title 1"/>
          <p:cNvSpPr>
            <a:spLocks noGrp="1"/>
          </p:cNvSpPr>
          <p:nvPr>
            <p:ph type="title"/>
          </p:nvPr>
        </p:nvSpPr>
        <p:spPr/>
        <p:txBody>
          <a:bodyPr/>
          <a:lstStyle/>
          <a:p>
            <a:r>
              <a:rPr lang="en-GB" dirty="0"/>
              <a:t>Sleep disturbances</a:t>
            </a:r>
          </a:p>
        </p:txBody>
      </p:sp>
      <p:sp>
        <p:nvSpPr>
          <p:cNvPr id="3" name="Content Placeholder 2"/>
          <p:cNvSpPr>
            <a:spLocks noGrp="1"/>
          </p:cNvSpPr>
          <p:nvPr>
            <p:ph idx="20"/>
          </p:nvPr>
        </p:nvSpPr>
        <p:spPr/>
        <p:txBody>
          <a:bodyPr>
            <a:normAutofit/>
          </a:bodyPr>
          <a:lstStyle/>
          <a:p>
            <a:r>
              <a:rPr lang="en-GB" dirty="0">
                <a:solidFill>
                  <a:schemeClr val="tx1"/>
                </a:solidFill>
              </a:rPr>
              <a:t>Many patients with PD (60–90%) suffer from sleep disturbances, usually emerging early in the course of the disease</a:t>
            </a:r>
            <a:r>
              <a:rPr lang="en-GB" baseline="30000" dirty="0">
                <a:solidFill>
                  <a:schemeClr val="tx1"/>
                </a:solidFill>
              </a:rPr>
              <a:t>1,2</a:t>
            </a:r>
            <a:endParaRPr lang="en-GB" dirty="0">
              <a:solidFill>
                <a:schemeClr val="tx1"/>
              </a:solidFill>
            </a:endParaRPr>
          </a:p>
          <a:p>
            <a:r>
              <a:rPr lang="en-GB" dirty="0">
                <a:solidFill>
                  <a:schemeClr val="tx1"/>
                </a:solidFill>
              </a:rPr>
              <a:t>‘Sleep disturbances’ is an umbrella term that includes:</a:t>
            </a:r>
            <a:r>
              <a:rPr lang="en-GB" baseline="30000" dirty="0">
                <a:solidFill>
                  <a:schemeClr val="tx1"/>
                </a:solidFill>
              </a:rPr>
              <a:t>1,2</a:t>
            </a:r>
            <a:endParaRPr lang="en-GB" dirty="0">
              <a:solidFill>
                <a:schemeClr val="tx1"/>
              </a:solidFill>
            </a:endParaRPr>
          </a:p>
          <a:p>
            <a:pPr marL="485775" lvl="1" indent="-219075"/>
            <a:r>
              <a:rPr lang="en-GB" b="1" dirty="0">
                <a:solidFill>
                  <a:schemeClr val="tx1"/>
                </a:solidFill>
              </a:rPr>
              <a:t>Insomnia – </a:t>
            </a:r>
            <a:r>
              <a:rPr lang="en-GB" dirty="0">
                <a:solidFill>
                  <a:schemeClr val="tx1"/>
                </a:solidFill>
              </a:rPr>
              <a:t>affects up to 80% of patients with PD</a:t>
            </a:r>
            <a:r>
              <a:rPr lang="en-GB" baseline="30000" dirty="0">
                <a:solidFill>
                  <a:schemeClr val="tx1"/>
                </a:solidFill>
              </a:rPr>
              <a:t>3</a:t>
            </a:r>
            <a:endParaRPr lang="en-GB" dirty="0">
              <a:solidFill>
                <a:schemeClr val="tx1"/>
              </a:solidFill>
            </a:endParaRPr>
          </a:p>
          <a:p>
            <a:pPr marL="485775" lvl="1" indent="-219075"/>
            <a:r>
              <a:rPr lang="en-GB" b="1" dirty="0">
                <a:solidFill>
                  <a:schemeClr val="tx1"/>
                </a:solidFill>
              </a:rPr>
              <a:t>Excessive daytime sleepiness – </a:t>
            </a:r>
            <a:r>
              <a:rPr lang="en-GB" dirty="0">
                <a:solidFill>
                  <a:schemeClr val="tx1"/>
                </a:solidFill>
              </a:rPr>
              <a:t>affects approximately one third of patients with PD</a:t>
            </a:r>
            <a:r>
              <a:rPr lang="en-GB" baseline="30000" dirty="0">
                <a:solidFill>
                  <a:schemeClr val="tx1"/>
                </a:solidFill>
              </a:rPr>
              <a:t>4</a:t>
            </a:r>
            <a:endParaRPr lang="en-GB" dirty="0">
              <a:solidFill>
                <a:schemeClr val="tx1"/>
              </a:solidFill>
            </a:endParaRPr>
          </a:p>
          <a:p>
            <a:pPr marL="485775" lvl="1" indent="-219075"/>
            <a:r>
              <a:rPr lang="en-GB" b="1" dirty="0">
                <a:solidFill>
                  <a:schemeClr val="tx1"/>
                </a:solidFill>
              </a:rPr>
              <a:t>Periodic limb movements</a:t>
            </a:r>
            <a:r>
              <a:rPr lang="en-GB" dirty="0">
                <a:solidFill>
                  <a:schemeClr val="tx1"/>
                </a:solidFill>
              </a:rPr>
              <a:t>, and </a:t>
            </a:r>
            <a:r>
              <a:rPr lang="en-GB" b="1" dirty="0">
                <a:solidFill>
                  <a:schemeClr val="tx1"/>
                </a:solidFill>
              </a:rPr>
              <a:t>restless legs syndrome –</a:t>
            </a:r>
            <a:r>
              <a:rPr lang="en-GB" dirty="0">
                <a:solidFill>
                  <a:schemeClr val="tx1"/>
                </a:solidFill>
              </a:rPr>
              <a:t> appear to be more common among patients with PD than the general population</a:t>
            </a:r>
            <a:r>
              <a:rPr lang="en-GB" baseline="30000" dirty="0">
                <a:solidFill>
                  <a:schemeClr val="tx1"/>
                </a:solidFill>
              </a:rPr>
              <a:t>5</a:t>
            </a:r>
          </a:p>
          <a:p>
            <a:pPr marL="485775" lvl="1" indent="-219075"/>
            <a:r>
              <a:rPr lang="en-GB" b="1" dirty="0">
                <a:solidFill>
                  <a:schemeClr val="tx1"/>
                </a:solidFill>
              </a:rPr>
              <a:t>RBD – </a:t>
            </a:r>
            <a:r>
              <a:rPr lang="en-GB" dirty="0">
                <a:solidFill>
                  <a:schemeClr val="tx1"/>
                </a:solidFill>
              </a:rPr>
              <a:t>appears </a:t>
            </a:r>
            <a:r>
              <a:rPr lang="en-GB" dirty="0" err="1">
                <a:solidFill>
                  <a:schemeClr val="tx1"/>
                </a:solidFill>
              </a:rPr>
              <a:t>prodromally</a:t>
            </a:r>
            <a:r>
              <a:rPr lang="en-GB" dirty="0">
                <a:solidFill>
                  <a:schemeClr val="tx1"/>
                </a:solidFill>
              </a:rPr>
              <a:t> in many people who go on to develop PD, and is present in up to 87% of patients with </a:t>
            </a:r>
            <a:br>
              <a:rPr lang="en-GB" dirty="0">
                <a:solidFill>
                  <a:schemeClr val="tx1"/>
                </a:solidFill>
              </a:rPr>
            </a:br>
            <a:r>
              <a:rPr lang="en-GB" dirty="0">
                <a:solidFill>
                  <a:schemeClr val="tx1"/>
                </a:solidFill>
              </a:rPr>
              <a:t>late-stage PD, (prevalence increases with disease progression and age)</a:t>
            </a:r>
            <a:r>
              <a:rPr lang="en-GB" baseline="30000" dirty="0">
                <a:solidFill>
                  <a:schemeClr val="tx1"/>
                </a:solidFill>
              </a:rPr>
              <a:t>6</a:t>
            </a:r>
          </a:p>
        </p:txBody>
      </p:sp>
      <p:sp>
        <p:nvSpPr>
          <p:cNvPr id="5" name="Content Placeholder 4"/>
          <p:cNvSpPr>
            <a:spLocks noGrp="1"/>
          </p:cNvSpPr>
          <p:nvPr>
            <p:ph idx="21"/>
          </p:nvPr>
        </p:nvSpPr>
        <p:spPr/>
        <p:txBody>
          <a:bodyPr>
            <a:normAutofit/>
          </a:bodyPr>
          <a:lstStyle/>
          <a:p>
            <a:r>
              <a:rPr lang="en-GB" dirty="0">
                <a:solidFill>
                  <a:schemeClr val="tx1"/>
                </a:solidFill>
              </a:rPr>
              <a:t>Sleep disturbances in PD are thought to be linked to the dopamine system, particularly involving the substantia nigra pars compacta and the ventral tegmental area</a:t>
            </a:r>
            <a:r>
              <a:rPr lang="en-GB" baseline="30000" dirty="0">
                <a:solidFill>
                  <a:schemeClr val="tx1"/>
                </a:solidFill>
              </a:rPr>
              <a:t>1</a:t>
            </a:r>
            <a:endParaRPr lang="en-GB" dirty="0">
              <a:solidFill>
                <a:schemeClr val="tx1"/>
              </a:solidFill>
            </a:endParaRPr>
          </a:p>
          <a:p>
            <a:r>
              <a:rPr lang="en-GB" dirty="0">
                <a:solidFill>
                  <a:schemeClr val="tx1"/>
                </a:solidFill>
              </a:rPr>
              <a:t>Many different sleep disorders appear to be among the PD prodrome, appearing before the onset of symptoms</a:t>
            </a:r>
            <a:r>
              <a:rPr lang="en-GB" baseline="30000" dirty="0">
                <a:solidFill>
                  <a:schemeClr val="tx1"/>
                </a:solidFill>
              </a:rPr>
              <a:t>7</a:t>
            </a:r>
            <a:endParaRPr lang="en-GB" dirty="0">
              <a:solidFill>
                <a:schemeClr val="tx1"/>
              </a:solidFill>
            </a:endParaRPr>
          </a:p>
          <a:p>
            <a:r>
              <a:rPr lang="en-GB" b="1" dirty="0">
                <a:solidFill>
                  <a:schemeClr val="tx1"/>
                </a:solidFill>
              </a:rPr>
              <a:t>Treatments include</a:t>
            </a:r>
            <a:r>
              <a:rPr lang="en-GB" b="1" baseline="30000" dirty="0">
                <a:solidFill>
                  <a:schemeClr val="tx1"/>
                </a:solidFill>
              </a:rPr>
              <a:t>8,9</a:t>
            </a:r>
            <a:endParaRPr lang="en-GB" b="1" dirty="0">
              <a:solidFill>
                <a:schemeClr val="tx1"/>
              </a:solidFill>
            </a:endParaRPr>
          </a:p>
          <a:p>
            <a:pPr lvl="1"/>
            <a:r>
              <a:rPr lang="en-GB" dirty="0">
                <a:solidFill>
                  <a:schemeClr val="tx1"/>
                </a:solidFill>
              </a:rPr>
              <a:t>Sleep hygiene (e.g., regular daytime exercise, avoiding stimulants at bedtime, regular hours of sleep at night)</a:t>
            </a:r>
          </a:p>
          <a:p>
            <a:pPr lvl="1"/>
            <a:r>
              <a:rPr lang="en-GB" dirty="0">
                <a:solidFill>
                  <a:schemeClr val="tx1"/>
                </a:solidFill>
              </a:rPr>
              <a:t>Various pharmacological therapies, including wakefulness-promoting agents, anxiolytics, hypnotics, TCAs, and melatonin </a:t>
            </a:r>
          </a:p>
          <a:p>
            <a:pPr lvl="1"/>
            <a:r>
              <a:rPr lang="en-GB" dirty="0">
                <a:solidFill>
                  <a:schemeClr val="tx1"/>
                </a:solidFill>
              </a:rPr>
              <a:t>Clinicians should be mindful of therapies that may aggravate or worsen sleep disturbances in people with PD</a:t>
            </a:r>
          </a:p>
          <a:p>
            <a:pPr lvl="1"/>
            <a:endParaRPr lang="en-GB" dirty="0">
              <a:solidFill>
                <a:schemeClr val="tx1"/>
              </a:solidFill>
            </a:endParaRPr>
          </a:p>
        </p:txBody>
      </p:sp>
      <p:sp>
        <p:nvSpPr>
          <p:cNvPr id="4" name="Slide Number Placeholder 3"/>
          <p:cNvSpPr>
            <a:spLocks noGrp="1"/>
          </p:cNvSpPr>
          <p:nvPr>
            <p:ph type="sldNum" sz="quarter" idx="4"/>
          </p:nvPr>
        </p:nvSpPr>
        <p:spPr/>
        <p:txBody>
          <a:bodyPr/>
          <a:lstStyle/>
          <a:p>
            <a:fld id="{6DBC486D-4FAB-B746-8B02-8D7C842291C6}" type="slidenum">
              <a:rPr lang="en-GB" smtClean="0"/>
              <a:t>25</a:t>
            </a:fld>
            <a:endParaRPr lang="en-GB" dirty="0"/>
          </a:p>
        </p:txBody>
      </p:sp>
      <p:sp>
        <p:nvSpPr>
          <p:cNvPr id="8" name="Rectangle: Rounded Corners 7"/>
          <p:cNvSpPr/>
          <p:nvPr/>
        </p:nvSpPr>
        <p:spPr>
          <a:xfrm>
            <a:off x="1864149" y="5173418"/>
            <a:ext cx="8590178" cy="624364"/>
          </a:xfrm>
          <a:prstGeom prst="roundRect">
            <a:avLst>
              <a:gd name="adj" fmla="val 12080"/>
            </a:avLst>
          </a:prstGeom>
          <a:solidFill>
            <a:schemeClr val="bg1"/>
          </a:solidFill>
          <a:ln w="19050">
            <a:solidFill>
              <a:schemeClr val="accent1"/>
            </a:solidFill>
          </a:ln>
        </p:spPr>
        <p:txBody>
          <a:bodyPr wrap="square">
            <a:spAutoFit/>
          </a:bodyPr>
          <a:lstStyle/>
          <a:p>
            <a:pPr algn="ctr"/>
            <a:r>
              <a:rPr lang="en-GB" sz="1600" dirty="0">
                <a:latin typeface="arial" panose="020B0604020202020204" pitchFamily="34" charset="0"/>
              </a:rPr>
              <a:t>Sleep disturbances in PD negatively impact patients’ quality of life, and they are contributing factors for earlier institutionalisation and higher caregiver burden</a:t>
            </a:r>
            <a:r>
              <a:rPr lang="en-GB" sz="1600" baseline="30000" dirty="0">
                <a:latin typeface="arial" panose="020B0604020202020204" pitchFamily="34" charset="0"/>
              </a:rPr>
              <a:t>1</a:t>
            </a:r>
          </a:p>
        </p:txBody>
      </p:sp>
    </p:spTree>
    <p:custDataLst>
      <p:tags r:id="rId1"/>
    </p:custDataLst>
    <p:extLst>
      <p:ext uri="{BB962C8B-B14F-4D97-AF65-F5344CB8AC3E}">
        <p14:creationId xmlns:p14="http://schemas.microsoft.com/office/powerpoint/2010/main" val="35816882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p:cNvSpPr>
            <a:spLocks noGrp="1"/>
          </p:cNvSpPr>
          <p:nvPr>
            <p:ph type="body" sz="quarter" idx="17"/>
          </p:nvPr>
        </p:nvSpPr>
        <p:spPr/>
        <p:txBody>
          <a:bodyPr/>
          <a:lstStyle/>
          <a:p>
            <a:r>
              <a:rPr lang="en-GB" dirty="0"/>
              <a:t>Parkinson’s disease – </a:t>
            </a:r>
            <a:r>
              <a:rPr lang="en-US" dirty="0"/>
              <a:t>Non-motor symptom complex and comorbidities</a:t>
            </a:r>
          </a:p>
        </p:txBody>
      </p:sp>
      <p:sp>
        <p:nvSpPr>
          <p:cNvPr id="5" name="Title 4"/>
          <p:cNvSpPr>
            <a:spLocks noGrp="1"/>
          </p:cNvSpPr>
          <p:nvPr>
            <p:ph type="title"/>
          </p:nvPr>
        </p:nvSpPr>
        <p:spPr/>
        <p:txBody>
          <a:bodyPr/>
          <a:lstStyle/>
          <a:p>
            <a:r>
              <a:rPr lang="en-GB" dirty="0"/>
              <a:t>Pain</a:t>
            </a:r>
          </a:p>
        </p:txBody>
      </p:sp>
      <p:sp>
        <p:nvSpPr>
          <p:cNvPr id="6" name="Content Placeholder 5"/>
          <p:cNvSpPr>
            <a:spLocks noGrp="1"/>
          </p:cNvSpPr>
          <p:nvPr>
            <p:ph idx="20"/>
          </p:nvPr>
        </p:nvSpPr>
        <p:spPr>
          <a:xfrm>
            <a:off x="539751" y="1416785"/>
            <a:ext cx="5232400" cy="4415215"/>
          </a:xfrm>
        </p:spPr>
        <p:txBody>
          <a:bodyPr>
            <a:normAutofit/>
          </a:bodyPr>
          <a:lstStyle/>
          <a:p>
            <a:r>
              <a:rPr lang="en-GB" dirty="0">
                <a:solidFill>
                  <a:schemeClr val="tx1"/>
                </a:solidFill>
              </a:rPr>
              <a:t>Pain is a symptom of PD in ~60% of cases, 2–3 times more common than in a non-PD population of the same age</a:t>
            </a:r>
            <a:r>
              <a:rPr lang="en-GB" baseline="30000" dirty="0">
                <a:solidFill>
                  <a:schemeClr val="tx1"/>
                </a:solidFill>
              </a:rPr>
              <a:t>1</a:t>
            </a:r>
          </a:p>
          <a:p>
            <a:r>
              <a:rPr lang="en-GB" dirty="0">
                <a:solidFill>
                  <a:schemeClr val="tx1"/>
                </a:solidFill>
              </a:rPr>
              <a:t>The location of the pain is variable, but is often in the lower back, the legs or the shoulders</a:t>
            </a:r>
            <a:r>
              <a:rPr lang="en-GB" baseline="30000" dirty="0">
                <a:solidFill>
                  <a:schemeClr val="tx1"/>
                </a:solidFill>
              </a:rPr>
              <a:t>1</a:t>
            </a:r>
          </a:p>
          <a:p>
            <a:r>
              <a:rPr lang="en-GB" dirty="0">
                <a:solidFill>
                  <a:schemeClr val="tx1"/>
                </a:solidFill>
              </a:rPr>
              <a:t>The parts of the brain damaged by PD are involved in pain processing, which has led to the suggestion that this hypofunction could result in amplification of sensory stimuli leading to spontaneous pain sensation when dopamine levels are low</a:t>
            </a:r>
            <a:r>
              <a:rPr lang="en-GB" baseline="30000" dirty="0">
                <a:solidFill>
                  <a:schemeClr val="tx1"/>
                </a:solidFill>
              </a:rPr>
              <a:t>1</a:t>
            </a:r>
          </a:p>
          <a:p>
            <a:r>
              <a:rPr lang="en-GB" dirty="0">
                <a:solidFill>
                  <a:schemeClr val="tx1"/>
                </a:solidFill>
              </a:rPr>
              <a:t>In a study of 1,957 patients with early/moderate PD, 42% of patients reported moderate to severe pain on the SFMPQ</a:t>
            </a:r>
            <a:r>
              <a:rPr lang="en-GB" baseline="30000" dirty="0">
                <a:solidFill>
                  <a:schemeClr val="tx1"/>
                </a:solidFill>
              </a:rPr>
              <a:t>2</a:t>
            </a:r>
            <a:endParaRPr lang="en-GB" dirty="0">
              <a:solidFill>
                <a:schemeClr val="tx1"/>
              </a:solidFill>
            </a:endParaRPr>
          </a:p>
        </p:txBody>
      </p:sp>
      <p:sp>
        <p:nvSpPr>
          <p:cNvPr id="14" name="Content Placeholder 13">
            <a:extLst>
              <a:ext uri="{FF2B5EF4-FFF2-40B4-BE49-F238E27FC236}">
                <a16:creationId xmlns:a16="http://schemas.microsoft.com/office/drawing/2014/main" id="{6B4EB3DB-AD51-47DD-B590-1540B0D60324}"/>
              </a:ext>
            </a:extLst>
          </p:cNvPr>
          <p:cNvSpPr>
            <a:spLocks noGrp="1"/>
          </p:cNvSpPr>
          <p:nvPr>
            <p:ph idx="21"/>
          </p:nvPr>
        </p:nvSpPr>
        <p:spPr/>
        <p:txBody>
          <a:bodyPr>
            <a:normAutofit/>
          </a:bodyPr>
          <a:lstStyle/>
          <a:p>
            <a:pPr marL="0" indent="0" algn="ctr" fontAlgn="ctr">
              <a:buNone/>
            </a:pPr>
            <a:r>
              <a:rPr lang="en-GB" b="1" dirty="0">
                <a:solidFill>
                  <a:schemeClr val="tx1"/>
                </a:solidFill>
              </a:rPr>
              <a:t>Classifications of pain in PD</a:t>
            </a:r>
            <a:r>
              <a:rPr lang="en-GB" b="1" baseline="30000" dirty="0">
                <a:solidFill>
                  <a:schemeClr val="tx1"/>
                </a:solidFill>
              </a:rPr>
              <a:t>3</a:t>
            </a:r>
            <a:endParaRPr lang="en-GB" b="1" dirty="0">
              <a:solidFill>
                <a:schemeClr val="tx1"/>
              </a:solidFill>
            </a:endParaRPr>
          </a:p>
          <a:p>
            <a:pPr marL="0" indent="0" fontAlgn="ctr">
              <a:buNone/>
            </a:pPr>
            <a:r>
              <a:rPr lang="en-GB" b="1" dirty="0">
                <a:solidFill>
                  <a:schemeClr val="tx1"/>
                </a:solidFill>
              </a:rPr>
              <a:t>Dystonic – </a:t>
            </a:r>
            <a:r>
              <a:rPr lang="en-GB" dirty="0">
                <a:solidFill>
                  <a:schemeClr val="tx1"/>
                </a:solidFill>
              </a:rPr>
              <a:t>associated with abnormal postures and can respond to levodopa therapy</a:t>
            </a:r>
            <a:r>
              <a:rPr lang="en-GB" baseline="30000" dirty="0">
                <a:solidFill>
                  <a:schemeClr val="tx1"/>
                </a:solidFill>
              </a:rPr>
              <a:t>1</a:t>
            </a:r>
            <a:endParaRPr lang="en-GB" dirty="0">
              <a:solidFill>
                <a:schemeClr val="tx1"/>
              </a:solidFill>
            </a:endParaRPr>
          </a:p>
          <a:p>
            <a:pPr marL="0" indent="0" fontAlgn="ctr">
              <a:buNone/>
            </a:pPr>
            <a:r>
              <a:rPr lang="en-GB" b="1" dirty="0">
                <a:solidFill>
                  <a:schemeClr val="tx1"/>
                </a:solidFill>
              </a:rPr>
              <a:t>Musculoskeletal – </a:t>
            </a:r>
            <a:r>
              <a:rPr lang="en-GB" dirty="0">
                <a:solidFill>
                  <a:schemeClr val="tx1"/>
                </a:solidFill>
              </a:rPr>
              <a:t>muscle/joint pain, inflammation, bone deformity, reduced joint mobility, and abnormal posture.</a:t>
            </a:r>
            <a:r>
              <a:rPr lang="en-GB" baseline="30000" dirty="0">
                <a:solidFill>
                  <a:schemeClr val="tx1"/>
                </a:solidFill>
              </a:rPr>
              <a:t>1</a:t>
            </a:r>
            <a:r>
              <a:rPr lang="en-GB" dirty="0">
                <a:solidFill>
                  <a:schemeClr val="tx1"/>
                </a:solidFill>
              </a:rPr>
              <a:t> Associated with muscle rigidity and can respond to levodopa</a:t>
            </a:r>
            <a:r>
              <a:rPr lang="en-GB" baseline="30000" dirty="0">
                <a:solidFill>
                  <a:schemeClr val="tx1"/>
                </a:solidFill>
              </a:rPr>
              <a:t>1</a:t>
            </a:r>
            <a:endParaRPr lang="en-GB" dirty="0">
              <a:solidFill>
                <a:schemeClr val="tx1"/>
              </a:solidFill>
            </a:endParaRPr>
          </a:p>
          <a:p>
            <a:pPr marL="0" indent="0" fontAlgn="ctr">
              <a:buNone/>
            </a:pPr>
            <a:r>
              <a:rPr lang="en-GB" b="1" dirty="0">
                <a:solidFill>
                  <a:schemeClr val="tx1"/>
                </a:solidFill>
              </a:rPr>
              <a:t>Neuropathic/radicular – </a:t>
            </a:r>
            <a:r>
              <a:rPr lang="en-GB" dirty="0">
                <a:solidFill>
                  <a:schemeClr val="tx1"/>
                </a:solidFill>
              </a:rPr>
              <a:t>peripheral neuropathic pain: restricted to the affected nerve or nerve root</a:t>
            </a:r>
            <a:r>
              <a:rPr lang="en-GB" baseline="30000" dirty="0">
                <a:solidFill>
                  <a:schemeClr val="tx1"/>
                </a:solidFill>
              </a:rPr>
              <a:t>1</a:t>
            </a:r>
            <a:endParaRPr lang="en-GB" dirty="0">
              <a:solidFill>
                <a:schemeClr val="tx1"/>
              </a:solidFill>
            </a:endParaRPr>
          </a:p>
          <a:p>
            <a:pPr marL="0" indent="0" fontAlgn="ctr">
              <a:buNone/>
            </a:pPr>
            <a:r>
              <a:rPr lang="en-GB" b="1" dirty="0">
                <a:solidFill>
                  <a:schemeClr val="tx1"/>
                </a:solidFill>
              </a:rPr>
              <a:t>Central or primary – </a:t>
            </a:r>
            <a:r>
              <a:rPr lang="en-GB" dirty="0">
                <a:solidFill>
                  <a:schemeClr val="tx1"/>
                </a:solidFill>
              </a:rPr>
              <a:t>neuropathic pain that is not restricted to the affected nerve or nerve root.</a:t>
            </a:r>
            <a:r>
              <a:rPr lang="en-GB" baseline="30000" dirty="0">
                <a:solidFill>
                  <a:schemeClr val="tx1"/>
                </a:solidFill>
              </a:rPr>
              <a:t>1</a:t>
            </a:r>
            <a:r>
              <a:rPr lang="en-GB" dirty="0">
                <a:solidFill>
                  <a:schemeClr val="tx1"/>
                </a:solidFill>
              </a:rPr>
              <a:t> May vary with the medication cycle as a non-motor fluctuation</a:t>
            </a:r>
            <a:r>
              <a:rPr lang="en-GB" baseline="30000" dirty="0">
                <a:solidFill>
                  <a:schemeClr val="tx1"/>
                </a:solidFill>
              </a:rPr>
              <a:t>1</a:t>
            </a:r>
            <a:endParaRPr lang="en-GB" dirty="0">
              <a:solidFill>
                <a:schemeClr val="tx1"/>
              </a:solidFill>
            </a:endParaRPr>
          </a:p>
        </p:txBody>
      </p:sp>
      <p:sp>
        <p:nvSpPr>
          <p:cNvPr id="2" name="Text Placeholder 1">
            <a:extLst>
              <a:ext uri="{FF2B5EF4-FFF2-40B4-BE49-F238E27FC236}">
                <a16:creationId xmlns:a16="http://schemas.microsoft.com/office/drawing/2014/main" id="{63A523BF-9755-42AB-9A73-FB4BD1114909}"/>
              </a:ext>
            </a:extLst>
          </p:cNvPr>
          <p:cNvSpPr>
            <a:spLocks noGrp="1"/>
          </p:cNvSpPr>
          <p:nvPr>
            <p:ph type="body" sz="quarter" idx="18"/>
          </p:nvPr>
        </p:nvSpPr>
        <p:spPr/>
        <p:txBody>
          <a:bodyPr/>
          <a:lstStyle/>
          <a:p>
            <a:r>
              <a:rPr lang="en-GB" dirty="0"/>
              <a:t>PD=Parkinson’s disease; </a:t>
            </a:r>
            <a:r>
              <a:rPr lang="da-DK" dirty="0"/>
              <a:t>SFMPQ=Short Form McGill Pain Questionnaire</a:t>
            </a:r>
          </a:p>
          <a:p>
            <a:pPr marL="0" indent="0">
              <a:buNone/>
            </a:pPr>
            <a:endParaRPr lang="da-DK" dirty="0"/>
          </a:p>
          <a:p>
            <a:pPr marL="0" indent="0">
              <a:buNone/>
            </a:pPr>
            <a:r>
              <a:rPr lang="da-DK" dirty="0"/>
              <a:t>1. Young Blood et al. Parkinsons Dis 2016;2016:6067132; 2. </a:t>
            </a:r>
            <a:r>
              <a:rPr lang="en-GB" dirty="0"/>
              <a:t>Silverdale et al. Parkinsonism </a:t>
            </a:r>
            <a:r>
              <a:rPr lang="en-GB" dirty="0" err="1"/>
              <a:t>Relat</a:t>
            </a:r>
            <a:r>
              <a:rPr lang="en-GB" dirty="0"/>
              <a:t> </a:t>
            </a:r>
            <a:r>
              <a:rPr lang="en-GB" dirty="0" err="1"/>
              <a:t>Disord</a:t>
            </a:r>
            <a:r>
              <a:rPr lang="en-GB" dirty="0"/>
              <a:t> 2018;56:27–32; 3. </a:t>
            </a:r>
            <a:r>
              <a:rPr lang="en-US" dirty="0"/>
              <a:t>Ford. Mov </a:t>
            </a:r>
            <a:r>
              <a:rPr lang="en-US" dirty="0" err="1"/>
              <a:t>Disord</a:t>
            </a:r>
            <a:r>
              <a:rPr lang="en-US" dirty="0"/>
              <a:t> 2010;25 (Suppl 1):S98–103</a:t>
            </a:r>
            <a:endParaRPr lang="en-GB" dirty="0"/>
          </a:p>
        </p:txBody>
      </p:sp>
      <p:sp>
        <p:nvSpPr>
          <p:cNvPr id="3" name="Slide Number Placeholder 2"/>
          <p:cNvSpPr>
            <a:spLocks noGrp="1"/>
          </p:cNvSpPr>
          <p:nvPr>
            <p:ph type="sldNum" sz="quarter" idx="4"/>
          </p:nvPr>
        </p:nvSpPr>
        <p:spPr/>
        <p:txBody>
          <a:bodyPr/>
          <a:lstStyle/>
          <a:p>
            <a:fld id="{6DBC486D-4FAB-B746-8B02-8D7C842291C6}" type="slidenum">
              <a:rPr lang="en-GB" smtClean="0"/>
              <a:pPr/>
              <a:t>26</a:t>
            </a:fld>
            <a:endParaRPr lang="en-GB" dirty="0"/>
          </a:p>
        </p:txBody>
      </p:sp>
      <p:sp>
        <p:nvSpPr>
          <p:cNvPr id="11" name="Rectangle: Rounded Corners 10"/>
          <p:cNvSpPr/>
          <p:nvPr/>
        </p:nvSpPr>
        <p:spPr>
          <a:xfrm>
            <a:off x="1691640" y="5517636"/>
            <a:ext cx="9118090" cy="361474"/>
          </a:xfrm>
          <a:prstGeom prst="roundRect">
            <a:avLst>
              <a:gd name="adj" fmla="val 12207"/>
            </a:avLst>
          </a:prstGeom>
          <a:solidFill>
            <a:schemeClr val="bg1"/>
          </a:solidFill>
          <a:ln w="19050">
            <a:solidFill>
              <a:schemeClr val="accent1"/>
            </a:solidFill>
          </a:ln>
        </p:spPr>
        <p:txBody>
          <a:bodyPr wrap="square">
            <a:spAutoFit/>
          </a:bodyPr>
          <a:lstStyle/>
          <a:p>
            <a:pPr algn="ctr"/>
            <a:r>
              <a:rPr lang="en-GB" sz="1600" dirty="0">
                <a:latin typeface="arial" panose="020B0604020202020204" pitchFamily="34" charset="0"/>
              </a:rPr>
              <a:t>Pain in patients with PD is common and often disabling, but not well understood</a:t>
            </a:r>
            <a:r>
              <a:rPr lang="en-GB" sz="1600" baseline="30000" dirty="0">
                <a:latin typeface="arial" panose="020B0604020202020204" pitchFamily="34" charset="0"/>
              </a:rPr>
              <a:t>1</a:t>
            </a:r>
          </a:p>
        </p:txBody>
      </p:sp>
    </p:spTree>
    <p:custDataLst>
      <p:tags r:id="rId1"/>
    </p:custDataLst>
    <p:extLst>
      <p:ext uri="{BB962C8B-B14F-4D97-AF65-F5344CB8AC3E}">
        <p14:creationId xmlns:p14="http://schemas.microsoft.com/office/powerpoint/2010/main" val="22450019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2D25817-ECFA-44F7-8017-09E69B88E829}"/>
              </a:ext>
            </a:extLst>
          </p:cNvPr>
          <p:cNvSpPr>
            <a:spLocks noGrp="1"/>
          </p:cNvSpPr>
          <p:nvPr>
            <p:ph type="title"/>
          </p:nvPr>
        </p:nvSpPr>
        <p:spPr>
          <a:xfrm>
            <a:off x="1219200" y="546100"/>
            <a:ext cx="8581292" cy="2105818"/>
          </a:xfrm>
        </p:spPr>
        <p:txBody>
          <a:bodyPr/>
          <a:lstStyle/>
          <a:p>
            <a:r>
              <a:rPr lang="en-GB" dirty="0"/>
              <a:t>Neurogenic orthostatic hypotension</a:t>
            </a:r>
          </a:p>
        </p:txBody>
      </p:sp>
      <p:sp>
        <p:nvSpPr>
          <p:cNvPr id="2" name="Text Placeholder 1">
            <a:extLst>
              <a:ext uri="{FF2B5EF4-FFF2-40B4-BE49-F238E27FC236}">
                <a16:creationId xmlns:a16="http://schemas.microsoft.com/office/drawing/2014/main" id="{8BE58778-6676-4B8A-AF7A-605402EACD29}"/>
              </a:ext>
            </a:extLst>
          </p:cNvPr>
          <p:cNvSpPr>
            <a:spLocks noGrp="1"/>
          </p:cNvSpPr>
          <p:nvPr>
            <p:ph type="body" idx="1"/>
          </p:nvPr>
        </p:nvSpPr>
        <p:spPr/>
        <p:txBody>
          <a:bodyPr/>
          <a:lstStyle/>
          <a:p>
            <a:r>
              <a:rPr lang="en-GB" dirty="0"/>
              <a:t>Parkinson’s disease</a:t>
            </a:r>
            <a:endParaRPr lang="da-DK" dirty="0"/>
          </a:p>
        </p:txBody>
      </p:sp>
    </p:spTree>
    <p:custDataLst>
      <p:tags r:id="rId1"/>
    </p:custDataLst>
    <p:extLst>
      <p:ext uri="{BB962C8B-B14F-4D97-AF65-F5344CB8AC3E}">
        <p14:creationId xmlns:p14="http://schemas.microsoft.com/office/powerpoint/2010/main" val="32909787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7"/>
          </p:nvPr>
        </p:nvSpPr>
        <p:spPr/>
        <p:txBody>
          <a:bodyPr/>
          <a:lstStyle/>
          <a:p>
            <a:r>
              <a:rPr lang="en-GB" dirty="0"/>
              <a:t>Parkinson’s disease – </a:t>
            </a:r>
            <a:r>
              <a:rPr lang="en-US" dirty="0"/>
              <a:t>Non-motor symptom complex and comorbidities</a:t>
            </a:r>
          </a:p>
        </p:txBody>
      </p:sp>
      <p:sp>
        <p:nvSpPr>
          <p:cNvPr id="2" name="Title 1"/>
          <p:cNvSpPr>
            <a:spLocks noGrp="1"/>
          </p:cNvSpPr>
          <p:nvPr>
            <p:ph type="title"/>
          </p:nvPr>
        </p:nvSpPr>
        <p:spPr/>
        <p:txBody>
          <a:bodyPr/>
          <a:lstStyle/>
          <a:p>
            <a:r>
              <a:rPr lang="en-GB" dirty="0"/>
              <a:t>Postural/orthostatic hypotension</a:t>
            </a:r>
          </a:p>
        </p:txBody>
      </p:sp>
      <p:sp>
        <p:nvSpPr>
          <p:cNvPr id="3" name="Content Placeholder 2"/>
          <p:cNvSpPr>
            <a:spLocks noGrp="1"/>
          </p:cNvSpPr>
          <p:nvPr>
            <p:ph idx="20"/>
          </p:nvPr>
        </p:nvSpPr>
        <p:spPr>
          <a:xfrm>
            <a:off x="539750" y="1416785"/>
            <a:ext cx="5419725" cy="4415215"/>
          </a:xfrm>
        </p:spPr>
        <p:txBody>
          <a:bodyPr>
            <a:normAutofit/>
          </a:bodyPr>
          <a:lstStyle/>
          <a:p>
            <a:r>
              <a:rPr lang="en-GB" dirty="0"/>
              <a:t>Orthostatic hypotension (OH) is a condition in which the blood pressure is abnormally low upon rising from a sitting or lying position; it can lead to ‘syncope’ (fainting) and falls</a:t>
            </a:r>
            <a:r>
              <a:rPr lang="en-GB" baseline="30000" dirty="0"/>
              <a:t>1,2</a:t>
            </a:r>
          </a:p>
          <a:p>
            <a:r>
              <a:rPr lang="en-GB" dirty="0"/>
              <a:t>It is a common symptom, thought to affect 30–47% of patients with PD</a:t>
            </a:r>
            <a:r>
              <a:rPr lang="en-GB" baseline="30000" dirty="0"/>
              <a:t>1,3</a:t>
            </a:r>
            <a:endParaRPr lang="en-GB" dirty="0"/>
          </a:p>
          <a:p>
            <a:r>
              <a:rPr lang="en-GB" dirty="0"/>
              <a:t>The symptoms are lightheadedness or dizziness on standing, and fatigue</a:t>
            </a:r>
            <a:r>
              <a:rPr lang="en-GB" baseline="30000" dirty="0"/>
              <a:t>3</a:t>
            </a:r>
          </a:p>
          <a:p>
            <a:r>
              <a:rPr lang="en-GB" dirty="0"/>
              <a:t>Treatment options for OH include increasing salt and water intake, avoiding volume-depleting drugs, some physical measures, and certain pharmacological therapies</a:t>
            </a:r>
            <a:r>
              <a:rPr lang="en-GB" baseline="30000" dirty="0"/>
              <a:t>2,4</a:t>
            </a:r>
            <a:endParaRPr lang="en-GB" dirty="0"/>
          </a:p>
          <a:p>
            <a:endParaRPr lang="en-GB" sz="1800" dirty="0"/>
          </a:p>
        </p:txBody>
      </p:sp>
      <p:sp>
        <p:nvSpPr>
          <p:cNvPr id="5" name="Content Placeholder 4"/>
          <p:cNvSpPr>
            <a:spLocks noGrp="1"/>
          </p:cNvSpPr>
          <p:nvPr>
            <p:ph idx="21"/>
          </p:nvPr>
        </p:nvSpPr>
        <p:spPr>
          <a:xfrm>
            <a:off x="6230938" y="1416785"/>
            <a:ext cx="5419725" cy="4901465"/>
          </a:xfrm>
        </p:spPr>
        <p:txBody>
          <a:bodyPr>
            <a:normAutofit/>
          </a:bodyPr>
          <a:lstStyle/>
          <a:p>
            <a:r>
              <a:rPr lang="en-GB" dirty="0">
                <a:solidFill>
                  <a:schemeClr val="tx1"/>
                </a:solidFill>
              </a:rPr>
              <a:t>The autonomic nervous system is responsible for regulating blood pressure, including correcting for changes that occur when moving from sitting to a standing posture</a:t>
            </a:r>
            <a:r>
              <a:rPr lang="en-GB" baseline="30000" dirty="0">
                <a:solidFill>
                  <a:schemeClr val="tx1"/>
                </a:solidFill>
              </a:rPr>
              <a:t>5,6</a:t>
            </a:r>
            <a:endParaRPr lang="en-GB" dirty="0">
              <a:solidFill>
                <a:schemeClr val="tx1"/>
              </a:solidFill>
            </a:endParaRPr>
          </a:p>
          <a:p>
            <a:r>
              <a:rPr lang="en-GB" dirty="0">
                <a:solidFill>
                  <a:schemeClr val="tx1"/>
                </a:solidFill>
              </a:rPr>
              <a:t>However, the neurodegenerative process underlying PD is thought to lead to damage to the autonomic nervous system</a:t>
            </a:r>
            <a:r>
              <a:rPr lang="en-GB" baseline="30000" dirty="0">
                <a:solidFill>
                  <a:schemeClr val="tx1"/>
                </a:solidFill>
              </a:rPr>
              <a:t>3,6</a:t>
            </a:r>
            <a:endParaRPr lang="en-GB" dirty="0">
              <a:solidFill>
                <a:schemeClr val="tx1"/>
              </a:solidFill>
            </a:endParaRPr>
          </a:p>
          <a:p>
            <a:r>
              <a:rPr lang="en-GB" dirty="0">
                <a:solidFill>
                  <a:schemeClr val="tx1"/>
                </a:solidFill>
              </a:rPr>
              <a:t>This can lead to </a:t>
            </a:r>
            <a:r>
              <a:rPr lang="en-GB" b="1" dirty="0">
                <a:solidFill>
                  <a:schemeClr val="tx1"/>
                </a:solidFill>
              </a:rPr>
              <a:t>orthostatic hypotension of neurogenic cause </a:t>
            </a:r>
            <a:r>
              <a:rPr lang="en-GB" dirty="0">
                <a:solidFill>
                  <a:schemeClr val="tx1"/>
                </a:solidFill>
              </a:rPr>
              <a:t>(</a:t>
            </a:r>
            <a:r>
              <a:rPr lang="en-GB" dirty="0" err="1">
                <a:solidFill>
                  <a:schemeClr val="tx1"/>
                </a:solidFill>
              </a:rPr>
              <a:t>nOH</a:t>
            </a:r>
            <a:r>
              <a:rPr lang="en-GB" dirty="0">
                <a:solidFill>
                  <a:schemeClr val="tx1"/>
                </a:solidFill>
              </a:rPr>
              <a:t>), compared with symptomatic OH</a:t>
            </a:r>
            <a:r>
              <a:rPr lang="en-GB" baseline="30000" dirty="0">
                <a:solidFill>
                  <a:schemeClr val="tx1"/>
                </a:solidFill>
              </a:rPr>
              <a:t>3,6-8</a:t>
            </a:r>
            <a:endParaRPr lang="en-GB" dirty="0">
              <a:solidFill>
                <a:schemeClr val="tx1"/>
              </a:solidFill>
            </a:endParaRPr>
          </a:p>
          <a:p>
            <a:pPr lvl="1"/>
            <a:r>
              <a:rPr lang="en-US" dirty="0">
                <a:solidFill>
                  <a:schemeClr val="tx1"/>
                </a:solidFill>
              </a:rPr>
              <a:t>A rise in heart rate of &lt;0.49 beats/minute per mmHg fall of systolic blood pressure has been used to differentiate neurogenic from symptomatic OH</a:t>
            </a:r>
            <a:r>
              <a:rPr lang="en-US" baseline="30000" dirty="0">
                <a:solidFill>
                  <a:schemeClr val="tx1"/>
                </a:solidFill>
              </a:rPr>
              <a:t>7,8</a:t>
            </a:r>
            <a:endParaRPr lang="en-GB" dirty="0">
              <a:solidFill>
                <a:schemeClr val="tx1"/>
              </a:solidFill>
            </a:endParaRPr>
          </a:p>
          <a:p>
            <a:r>
              <a:rPr lang="en-GB" dirty="0">
                <a:solidFill>
                  <a:schemeClr val="tx1"/>
                </a:solidFill>
              </a:rPr>
              <a:t>Unfortunately, some anti-parkinsonian treatments can worsen the problems of postural hypotension for patients with PD, making treatment decisions complicated</a:t>
            </a:r>
            <a:r>
              <a:rPr lang="en-GB" baseline="30000" dirty="0">
                <a:solidFill>
                  <a:schemeClr val="tx1"/>
                </a:solidFill>
              </a:rPr>
              <a:t>3,9</a:t>
            </a:r>
            <a:endParaRPr lang="en-GB" dirty="0">
              <a:solidFill>
                <a:schemeClr val="tx1"/>
              </a:solidFill>
            </a:endParaRPr>
          </a:p>
        </p:txBody>
      </p:sp>
      <p:sp>
        <p:nvSpPr>
          <p:cNvPr id="8" name="Text Placeholder 7">
            <a:extLst>
              <a:ext uri="{FF2B5EF4-FFF2-40B4-BE49-F238E27FC236}">
                <a16:creationId xmlns:a16="http://schemas.microsoft.com/office/drawing/2014/main" id="{897905DC-9E50-4DE7-BF2F-225BF07129E6}"/>
              </a:ext>
            </a:extLst>
          </p:cNvPr>
          <p:cNvSpPr>
            <a:spLocks noGrp="1"/>
          </p:cNvSpPr>
          <p:nvPr>
            <p:ph type="body" sz="quarter" idx="18"/>
          </p:nvPr>
        </p:nvSpPr>
        <p:spPr/>
        <p:txBody>
          <a:bodyPr/>
          <a:lstStyle/>
          <a:p>
            <a:r>
              <a:rPr lang="en-GB" dirty="0" err="1"/>
              <a:t>nOH</a:t>
            </a:r>
            <a:r>
              <a:rPr lang="en-GB" dirty="0"/>
              <a:t>=</a:t>
            </a:r>
            <a:r>
              <a:rPr lang="en-GB" dirty="0" err="1"/>
              <a:t>neurogeneic</a:t>
            </a:r>
            <a:r>
              <a:rPr lang="en-GB" dirty="0"/>
              <a:t> orthostatic hypotension; OH=orthostatic hypotension; PD=Parkinson’s disease</a:t>
            </a:r>
          </a:p>
          <a:p>
            <a:pPr marL="0" indent="0">
              <a:buNone/>
            </a:pPr>
            <a:endParaRPr lang="en-GB" dirty="0"/>
          </a:p>
          <a:p>
            <a:pPr marL="0" indent="0">
              <a:buNone/>
            </a:pPr>
            <a:r>
              <a:rPr lang="en-GB" dirty="0"/>
              <a:t>1. Merola et al. Parkinsonism </a:t>
            </a:r>
            <a:r>
              <a:rPr lang="en-GB" dirty="0" err="1"/>
              <a:t>Relat</a:t>
            </a:r>
            <a:r>
              <a:rPr lang="en-GB" dirty="0"/>
              <a:t> </a:t>
            </a:r>
            <a:r>
              <a:rPr lang="en-GB" dirty="0" err="1"/>
              <a:t>Disord</a:t>
            </a:r>
            <a:r>
              <a:rPr lang="en-GB" dirty="0"/>
              <a:t> 2016;33:65–71; 2. Gibbons et al. J </a:t>
            </a:r>
            <a:r>
              <a:rPr lang="en-GB" dirty="0" err="1"/>
              <a:t>Neurol</a:t>
            </a:r>
            <a:r>
              <a:rPr lang="en-GB" dirty="0"/>
              <a:t> 2017;264(8):1567–1582; 3. Sánchez-Ferro et al. </a:t>
            </a:r>
            <a:r>
              <a:rPr lang="fr-FR" dirty="0"/>
              <a:t>Front </a:t>
            </a:r>
            <a:r>
              <a:rPr lang="fr-FR" dirty="0" err="1"/>
              <a:t>Neurol</a:t>
            </a:r>
            <a:r>
              <a:rPr lang="fr-FR" dirty="0"/>
              <a:t> 2013;4:64; </a:t>
            </a:r>
            <a:br>
              <a:rPr lang="fr-FR" dirty="0"/>
            </a:br>
            <a:r>
              <a:rPr lang="fr-FR" dirty="0"/>
              <a:t>4. </a:t>
            </a:r>
            <a:r>
              <a:rPr lang="fr-FR" dirty="0" err="1"/>
              <a:t>Todorova</a:t>
            </a:r>
            <a:r>
              <a:rPr lang="fr-FR" dirty="0"/>
              <a:t> et al. </a:t>
            </a:r>
            <a:r>
              <a:rPr lang="fr-FR" dirty="0" err="1"/>
              <a:t>Pract</a:t>
            </a:r>
            <a:r>
              <a:rPr lang="fr-FR" dirty="0"/>
              <a:t> </a:t>
            </a:r>
            <a:r>
              <a:rPr lang="fr-FR" dirty="0" err="1"/>
              <a:t>Neurol</a:t>
            </a:r>
            <a:r>
              <a:rPr lang="fr-FR" dirty="0"/>
              <a:t> 2014;14(5):310–322; 5. </a:t>
            </a:r>
            <a:r>
              <a:rPr lang="en-GB" dirty="0"/>
              <a:t>Freeman. N Engl J Med 2008;358(6):615–624; </a:t>
            </a:r>
            <a:r>
              <a:rPr lang="fr-FR" dirty="0"/>
              <a:t>6. Kaufmann et al. Expert </a:t>
            </a:r>
            <a:r>
              <a:rPr lang="fr-FR" dirty="0" err="1"/>
              <a:t>Rev</a:t>
            </a:r>
            <a:r>
              <a:rPr lang="fr-FR" dirty="0"/>
              <a:t> </a:t>
            </a:r>
            <a:r>
              <a:rPr lang="fr-FR" dirty="0" err="1"/>
              <a:t>Cardiovasc</a:t>
            </a:r>
            <a:r>
              <a:rPr lang="fr-FR" dirty="0"/>
              <a:t> </a:t>
            </a:r>
            <a:r>
              <a:rPr lang="fr-FR" dirty="0" err="1"/>
              <a:t>Ther</a:t>
            </a:r>
            <a:r>
              <a:rPr lang="fr-FR" dirty="0"/>
              <a:t> 2015;13(8):875–891; </a:t>
            </a:r>
            <a:br>
              <a:rPr lang="fr-FR" dirty="0"/>
            </a:br>
            <a:r>
              <a:rPr lang="fr-FR" dirty="0"/>
              <a:t>7. </a:t>
            </a:r>
            <a:r>
              <a:rPr lang="fr-FR" dirty="0" err="1"/>
              <a:t>Norcliffe</a:t>
            </a:r>
            <a:r>
              <a:rPr lang="fr-FR" dirty="0"/>
              <a:t>-Kaufmann et al. Ann </a:t>
            </a:r>
            <a:r>
              <a:rPr lang="fr-FR" dirty="0" err="1"/>
              <a:t>Neurol</a:t>
            </a:r>
            <a:r>
              <a:rPr lang="fr-FR" dirty="0"/>
              <a:t> 2018;84(6):959–960; 8. Lim et al. </a:t>
            </a:r>
            <a:r>
              <a:rPr lang="fr-FR" dirty="0" err="1"/>
              <a:t>Parkinsonism</a:t>
            </a:r>
            <a:r>
              <a:rPr lang="fr-FR" dirty="0"/>
              <a:t> </a:t>
            </a:r>
            <a:r>
              <a:rPr lang="fr-FR" dirty="0" err="1"/>
              <a:t>Relat</a:t>
            </a:r>
            <a:r>
              <a:rPr lang="fr-FR" dirty="0"/>
              <a:t> </a:t>
            </a:r>
            <a:r>
              <a:rPr lang="fr-FR" dirty="0" err="1"/>
              <a:t>Disord</a:t>
            </a:r>
            <a:r>
              <a:rPr lang="fr-FR" dirty="0"/>
              <a:t> 2024;123:106980; 9. </a:t>
            </a:r>
            <a:r>
              <a:rPr lang="fr-FR" dirty="0" err="1"/>
              <a:t>Espay</a:t>
            </a:r>
            <a:r>
              <a:rPr lang="fr-FR" dirty="0"/>
              <a:t> et al. Lancet </a:t>
            </a:r>
            <a:r>
              <a:rPr lang="fr-FR" dirty="0" err="1"/>
              <a:t>Neurol</a:t>
            </a:r>
            <a:r>
              <a:rPr lang="fr-FR" dirty="0"/>
              <a:t> 2016;15(9):954–966</a:t>
            </a:r>
          </a:p>
        </p:txBody>
      </p:sp>
      <p:sp>
        <p:nvSpPr>
          <p:cNvPr id="4" name="Slide Number Placeholder 3"/>
          <p:cNvSpPr>
            <a:spLocks noGrp="1"/>
          </p:cNvSpPr>
          <p:nvPr>
            <p:ph type="sldNum" sz="quarter" idx="4"/>
          </p:nvPr>
        </p:nvSpPr>
        <p:spPr/>
        <p:txBody>
          <a:bodyPr/>
          <a:lstStyle/>
          <a:p>
            <a:fld id="{6DBC486D-4FAB-B746-8B02-8D7C842291C6}" type="slidenum">
              <a:rPr lang="en-GB" smtClean="0"/>
              <a:t>28</a:t>
            </a:fld>
            <a:endParaRPr lang="en-GB" dirty="0"/>
          </a:p>
        </p:txBody>
      </p:sp>
      <p:sp>
        <p:nvSpPr>
          <p:cNvPr id="7" name="Rectangle: Rounded Corners 6"/>
          <p:cNvSpPr/>
          <p:nvPr/>
        </p:nvSpPr>
        <p:spPr>
          <a:xfrm>
            <a:off x="1223073" y="5160964"/>
            <a:ext cx="4053078" cy="624364"/>
          </a:xfrm>
          <a:prstGeom prst="roundRect">
            <a:avLst>
              <a:gd name="adj" fmla="val 11555"/>
            </a:avLst>
          </a:prstGeom>
          <a:solidFill>
            <a:schemeClr val="bg1"/>
          </a:solidFill>
          <a:ln w="19050">
            <a:solidFill>
              <a:schemeClr val="accent1"/>
            </a:solidFill>
          </a:ln>
        </p:spPr>
        <p:txBody>
          <a:bodyPr wrap="square">
            <a:spAutoFit/>
          </a:bodyPr>
          <a:lstStyle/>
          <a:p>
            <a:pPr algn="ctr"/>
            <a:r>
              <a:rPr lang="en-GB" sz="1600" dirty="0"/>
              <a:t>OH is a common and challenging symptom affecting PD patients</a:t>
            </a:r>
            <a:r>
              <a:rPr lang="en-GB" sz="1600" baseline="30000" dirty="0"/>
              <a:t>3</a:t>
            </a:r>
            <a:r>
              <a:rPr lang="en-GB" sz="1600" dirty="0"/>
              <a:t> </a:t>
            </a:r>
          </a:p>
        </p:txBody>
      </p:sp>
    </p:spTree>
    <p:custDataLst>
      <p:tags r:id="rId1"/>
    </p:custDataLst>
    <p:extLst>
      <p:ext uri="{BB962C8B-B14F-4D97-AF65-F5344CB8AC3E}">
        <p14:creationId xmlns:p14="http://schemas.microsoft.com/office/powerpoint/2010/main" val="18748053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Slide13.JPG">
            <a:extLst>
              <a:ext uri="{FF2B5EF4-FFF2-40B4-BE49-F238E27FC236}">
                <a16:creationId xmlns:a16="http://schemas.microsoft.com/office/drawing/2014/main" id="{B680BC6D-BE46-4B6C-A11E-EEA001C91400}"/>
              </a:ext>
            </a:extLst>
          </p:cNvPr>
          <p:cNvPicPr>
            <a:picLocks noChangeAspect="1"/>
          </p:cNvPicPr>
          <p:nvPr/>
        </p:nvPicPr>
        <p:blipFill rotWithShape="1">
          <a:blip r:embed="rId4" cstate="print">
            <a:duotone>
              <a:schemeClr val="accent2">
                <a:shade val="45000"/>
                <a:satMod val="135000"/>
              </a:schemeClr>
              <a:prstClr val="white"/>
            </a:duotone>
          </a:blip>
          <a:srcRect l="41667" t="35555" r="40000" b="17778"/>
          <a:stretch/>
        </p:blipFill>
        <p:spPr>
          <a:xfrm>
            <a:off x="3923189" y="1496684"/>
            <a:ext cx="2497366" cy="4588208"/>
          </a:xfrm>
          <a:prstGeom prst="rect">
            <a:avLst/>
          </a:prstGeom>
          <a:effectLst/>
        </p:spPr>
      </p:pic>
      <p:sp>
        <p:nvSpPr>
          <p:cNvPr id="6" name="Text Placeholder 5">
            <a:extLst>
              <a:ext uri="{FF2B5EF4-FFF2-40B4-BE49-F238E27FC236}">
                <a16:creationId xmlns:a16="http://schemas.microsoft.com/office/drawing/2014/main" id="{18966003-8E2D-42C3-A557-A105A83208CF}"/>
              </a:ext>
            </a:extLst>
          </p:cNvPr>
          <p:cNvSpPr>
            <a:spLocks noGrp="1"/>
          </p:cNvSpPr>
          <p:nvPr>
            <p:ph type="body" sz="quarter" idx="17"/>
          </p:nvPr>
        </p:nvSpPr>
        <p:spPr/>
        <p:txBody>
          <a:bodyPr/>
          <a:lstStyle/>
          <a:p>
            <a:r>
              <a:rPr lang="en-GB" dirty="0"/>
              <a:t>Parkinson’s disease – </a:t>
            </a:r>
            <a:r>
              <a:rPr lang="en-US" dirty="0"/>
              <a:t>Non-motor symptom complex and comorbidities</a:t>
            </a:r>
          </a:p>
        </p:txBody>
      </p:sp>
      <p:sp>
        <p:nvSpPr>
          <p:cNvPr id="2" name="Title 1">
            <a:extLst>
              <a:ext uri="{FF2B5EF4-FFF2-40B4-BE49-F238E27FC236}">
                <a16:creationId xmlns:a16="http://schemas.microsoft.com/office/drawing/2014/main" id="{9C43465B-0D69-4903-B3D5-CCE6E6F9D61A}"/>
              </a:ext>
            </a:extLst>
          </p:cNvPr>
          <p:cNvSpPr>
            <a:spLocks noGrp="1"/>
          </p:cNvSpPr>
          <p:nvPr>
            <p:ph type="title"/>
          </p:nvPr>
        </p:nvSpPr>
        <p:spPr/>
        <p:txBody>
          <a:bodyPr/>
          <a:lstStyle/>
          <a:p>
            <a:r>
              <a:rPr lang="en-GB" dirty="0"/>
              <a:t>Symptoms of orthostatic hypotension</a:t>
            </a:r>
          </a:p>
        </p:txBody>
      </p:sp>
      <p:sp>
        <p:nvSpPr>
          <p:cNvPr id="5" name="Text Placeholder 4">
            <a:extLst>
              <a:ext uri="{FF2B5EF4-FFF2-40B4-BE49-F238E27FC236}">
                <a16:creationId xmlns:a16="http://schemas.microsoft.com/office/drawing/2014/main" id="{2F162681-1C03-4261-8A2E-E255376050A3}"/>
              </a:ext>
            </a:extLst>
          </p:cNvPr>
          <p:cNvSpPr>
            <a:spLocks noGrp="1"/>
          </p:cNvSpPr>
          <p:nvPr>
            <p:ph type="body" sz="quarter" idx="18"/>
          </p:nvPr>
        </p:nvSpPr>
        <p:spPr>
          <a:xfrm>
            <a:off x="539749" y="6102000"/>
            <a:ext cx="10786941" cy="619200"/>
          </a:xfrm>
        </p:spPr>
        <p:txBody>
          <a:bodyPr/>
          <a:lstStyle/>
          <a:p>
            <a:pPr marL="0" indent="0">
              <a:buNone/>
            </a:pPr>
            <a:r>
              <a:rPr lang="en-GB" dirty="0"/>
              <a:t>1. Freeman et al. Clin </a:t>
            </a:r>
            <a:r>
              <a:rPr lang="en-GB" dirty="0" err="1"/>
              <a:t>Auton</a:t>
            </a:r>
            <a:r>
              <a:rPr lang="en-GB" dirty="0"/>
              <a:t> Res 2011;21(2):69–72; 2. Freeman. N Engl J Med 2008;358(6):615–624; 3. Mathias. Clin Auton Res 2008;18(</a:t>
            </a:r>
            <a:r>
              <a:rPr lang="en-GB" dirty="0" err="1"/>
              <a:t>Suppl</a:t>
            </a:r>
            <a:r>
              <a:rPr lang="en-GB" dirty="0"/>
              <a:t> 1):25–29; 4. </a:t>
            </a:r>
            <a:r>
              <a:rPr lang="en-GB" dirty="0" err="1"/>
              <a:t>Perlmuter</a:t>
            </a:r>
            <a:r>
              <a:rPr lang="en-GB" dirty="0"/>
              <a:t> et al. Clin Auton Res 2012;22(2):99–107; </a:t>
            </a:r>
            <a:br>
              <a:rPr lang="en-GB" dirty="0"/>
            </a:br>
            <a:r>
              <a:rPr lang="en-GB" dirty="0"/>
              <a:t>5. </a:t>
            </a:r>
            <a:r>
              <a:rPr lang="en-GB" dirty="0" err="1"/>
              <a:t>Sclater</a:t>
            </a:r>
            <a:r>
              <a:rPr lang="en-GB" dirty="0"/>
              <a:t> &amp; </a:t>
            </a:r>
            <a:r>
              <a:rPr lang="en-GB" dirty="0" err="1"/>
              <a:t>Alagiakrishnan</a:t>
            </a:r>
            <a:r>
              <a:rPr lang="en-GB" dirty="0"/>
              <a:t>. Geriatrics 2004;59(8):22–27; 6. Merola et al. Parkinsonism </a:t>
            </a:r>
            <a:r>
              <a:rPr lang="en-GB" dirty="0" err="1"/>
              <a:t>Relat</a:t>
            </a:r>
            <a:r>
              <a:rPr lang="en-GB" dirty="0"/>
              <a:t> </a:t>
            </a:r>
            <a:r>
              <a:rPr lang="en-GB" dirty="0" err="1"/>
              <a:t>Disord</a:t>
            </a:r>
            <a:r>
              <a:rPr lang="en-GB" dirty="0"/>
              <a:t> 2016;33:65–71; 7. Goldstein &amp; </a:t>
            </a:r>
            <a:r>
              <a:rPr lang="en-GB" dirty="0" err="1"/>
              <a:t>Sharabi</a:t>
            </a:r>
            <a:r>
              <a:rPr lang="en-GB" dirty="0"/>
              <a:t>. Circulation 2009;119(1):139–146 </a:t>
            </a:r>
          </a:p>
        </p:txBody>
      </p:sp>
      <p:sp>
        <p:nvSpPr>
          <p:cNvPr id="4" name="Slide Number Placeholder 3">
            <a:extLst>
              <a:ext uri="{FF2B5EF4-FFF2-40B4-BE49-F238E27FC236}">
                <a16:creationId xmlns:a16="http://schemas.microsoft.com/office/drawing/2014/main" id="{F695E60F-111A-4D0C-859C-265C652ECFF7}"/>
              </a:ext>
            </a:extLst>
          </p:cNvPr>
          <p:cNvSpPr>
            <a:spLocks noGrp="1"/>
          </p:cNvSpPr>
          <p:nvPr>
            <p:ph type="sldNum" sz="quarter" idx="4"/>
          </p:nvPr>
        </p:nvSpPr>
        <p:spPr/>
        <p:txBody>
          <a:bodyPr/>
          <a:lstStyle/>
          <a:p>
            <a:fld id="{6DBC486D-4FAB-B746-8B02-8D7C842291C6}" type="slidenum">
              <a:rPr lang="en-GB" smtClean="0"/>
              <a:t>29</a:t>
            </a:fld>
            <a:endParaRPr lang="en-GB" dirty="0"/>
          </a:p>
        </p:txBody>
      </p:sp>
      <p:sp>
        <p:nvSpPr>
          <p:cNvPr id="11" name="Rounded Rectangle 8">
            <a:extLst>
              <a:ext uri="{FF2B5EF4-FFF2-40B4-BE49-F238E27FC236}">
                <a16:creationId xmlns:a16="http://schemas.microsoft.com/office/drawing/2014/main" id="{D1ED3534-56E6-4376-940A-E35F03F4492D}"/>
              </a:ext>
            </a:extLst>
          </p:cNvPr>
          <p:cNvSpPr/>
          <p:nvPr/>
        </p:nvSpPr>
        <p:spPr>
          <a:xfrm>
            <a:off x="1306866" y="4403517"/>
            <a:ext cx="2700000" cy="647799"/>
          </a:xfrm>
          <a:prstGeom prst="roundRect">
            <a:avLst/>
          </a:prstGeom>
          <a:solidFill>
            <a:schemeClr val="accent5">
              <a:lumMod val="40000"/>
              <a:lumOff val="6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defTabSz="609585"/>
            <a:endParaRPr lang="en-US" sz="1400" dirty="0">
              <a:solidFill>
                <a:prstClr val="black"/>
              </a:solidFill>
              <a:latin typeface="Arial" panose="020B0604020202020204" pitchFamily="34" charset="0"/>
              <a:cs typeface="Arial" panose="020B0604020202020204" pitchFamily="34" charset="0"/>
            </a:endParaRPr>
          </a:p>
          <a:p>
            <a:pPr algn="ctr" defTabSz="609585"/>
            <a:endParaRPr lang="en-US" sz="1400" dirty="0">
              <a:solidFill>
                <a:prstClr val="black"/>
              </a:solidFill>
              <a:latin typeface="Arial" panose="020B0604020202020204" pitchFamily="34" charset="0"/>
              <a:cs typeface="Arial" panose="020B0604020202020204" pitchFamily="34" charset="0"/>
            </a:endParaRPr>
          </a:p>
          <a:p>
            <a:pPr marL="171446" indent="-171446" defTabSz="609585">
              <a:buFont typeface="Arial" panose="020B0604020202020204" pitchFamily="34" charset="0"/>
              <a:buChar char="•"/>
            </a:pPr>
            <a:r>
              <a:rPr lang="en-US" sz="1400" dirty="0">
                <a:solidFill>
                  <a:prstClr val="black"/>
                </a:solidFill>
                <a:latin typeface="Arial" panose="020B0604020202020204" pitchFamily="34" charset="0"/>
                <a:cs typeface="Arial" panose="020B0604020202020204" pitchFamily="34" charset="0"/>
              </a:rPr>
              <a:t>Angina</a:t>
            </a:r>
          </a:p>
        </p:txBody>
      </p:sp>
      <p:sp>
        <p:nvSpPr>
          <p:cNvPr id="12" name="Rounded Rectangle 14">
            <a:extLst>
              <a:ext uri="{FF2B5EF4-FFF2-40B4-BE49-F238E27FC236}">
                <a16:creationId xmlns:a16="http://schemas.microsoft.com/office/drawing/2014/main" id="{622B1932-9F50-421D-B579-7B3D6C59ED10}"/>
              </a:ext>
            </a:extLst>
          </p:cNvPr>
          <p:cNvSpPr/>
          <p:nvPr/>
        </p:nvSpPr>
        <p:spPr>
          <a:xfrm>
            <a:off x="1306866" y="1533709"/>
            <a:ext cx="2700000" cy="1746816"/>
          </a:xfrm>
          <a:prstGeom prst="roundRect">
            <a:avLst>
              <a:gd name="adj" fmla="val 4735"/>
            </a:avLst>
          </a:prstGeom>
          <a:solidFill>
            <a:schemeClr val="accent5">
              <a:lumMod val="40000"/>
              <a:lumOff val="6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b"/>
          <a:lstStyle/>
          <a:p>
            <a:pPr marL="171446" indent="-171446" defTabSz="609585">
              <a:buFont typeface="Arial" panose="020B0604020202020204" pitchFamily="34" charset="0"/>
              <a:buChar char="•"/>
            </a:pPr>
            <a:endParaRPr lang="en-US" sz="1400" dirty="0">
              <a:solidFill>
                <a:prstClr val="black"/>
              </a:solidFill>
              <a:latin typeface="Arial" panose="020B0604020202020204" pitchFamily="34" charset="0"/>
              <a:cs typeface="Arial" panose="020B0604020202020204" pitchFamily="34" charset="0"/>
            </a:endParaRPr>
          </a:p>
          <a:p>
            <a:pPr marL="171446" indent="-171446" defTabSz="609585">
              <a:buFont typeface="Arial" panose="020B0604020202020204" pitchFamily="34" charset="0"/>
              <a:buChar char="•"/>
            </a:pPr>
            <a:endParaRPr lang="en-US" sz="1400" dirty="0">
              <a:solidFill>
                <a:prstClr val="black"/>
              </a:solidFill>
              <a:latin typeface="Arial" panose="020B0604020202020204" pitchFamily="34" charset="0"/>
              <a:cs typeface="Arial" panose="020B0604020202020204" pitchFamily="34" charset="0"/>
            </a:endParaRPr>
          </a:p>
          <a:p>
            <a:pPr marL="171446" indent="-171446" defTabSz="609585">
              <a:buFont typeface="Arial" panose="020B0604020202020204" pitchFamily="34" charset="0"/>
              <a:buChar char="•"/>
            </a:pPr>
            <a:r>
              <a:rPr lang="en-US" sz="1400" dirty="0">
                <a:solidFill>
                  <a:prstClr val="black"/>
                </a:solidFill>
                <a:latin typeface="Arial" panose="020B0604020202020204" pitchFamily="34" charset="0"/>
                <a:cs typeface="Arial" panose="020B0604020202020204" pitchFamily="34" charset="0"/>
              </a:rPr>
              <a:t>Dizziness</a:t>
            </a:r>
          </a:p>
          <a:p>
            <a:pPr marL="171446" indent="-171446" defTabSz="609585">
              <a:buFont typeface="Arial" panose="020B0604020202020204" pitchFamily="34" charset="0"/>
              <a:buChar char="•"/>
            </a:pPr>
            <a:r>
              <a:rPr lang="en-US" sz="1400" dirty="0">
                <a:solidFill>
                  <a:prstClr val="black"/>
                </a:solidFill>
                <a:latin typeface="Arial" panose="020B0604020202020204" pitchFamily="34" charset="0"/>
                <a:cs typeface="Arial" panose="020B0604020202020204" pitchFamily="34" charset="0"/>
              </a:rPr>
              <a:t>Lightheadedness</a:t>
            </a:r>
          </a:p>
          <a:p>
            <a:pPr marL="171446" indent="-171446" defTabSz="609585">
              <a:buFont typeface="Arial" panose="020B0604020202020204" pitchFamily="34" charset="0"/>
              <a:buChar char="•"/>
            </a:pPr>
            <a:r>
              <a:rPr lang="en-US" sz="1400" dirty="0">
                <a:solidFill>
                  <a:prstClr val="black"/>
                </a:solidFill>
                <a:latin typeface="Arial" panose="020B0604020202020204" pitchFamily="34" charset="0"/>
                <a:cs typeface="Arial" panose="020B0604020202020204" pitchFamily="34" charset="0"/>
              </a:rPr>
              <a:t>Pre-syncope</a:t>
            </a:r>
          </a:p>
          <a:p>
            <a:pPr marL="171446" indent="-171446" defTabSz="609585">
              <a:buFont typeface="Arial" panose="020B0604020202020204" pitchFamily="34" charset="0"/>
              <a:buChar char="•"/>
            </a:pPr>
            <a:r>
              <a:rPr lang="en-US" sz="1400" dirty="0">
                <a:solidFill>
                  <a:prstClr val="black"/>
                </a:solidFill>
                <a:latin typeface="Arial" panose="020B0604020202020204" pitchFamily="34" charset="0"/>
                <a:cs typeface="Arial" panose="020B0604020202020204" pitchFamily="34" charset="0"/>
              </a:rPr>
              <a:t>Syncope</a:t>
            </a:r>
          </a:p>
          <a:p>
            <a:pPr marL="171446" indent="-171446" defTabSz="609585">
              <a:buFont typeface="Arial" panose="020B0604020202020204" pitchFamily="34" charset="0"/>
              <a:buChar char="•"/>
            </a:pPr>
            <a:r>
              <a:rPr lang="en-US" sz="1400" dirty="0">
                <a:solidFill>
                  <a:prstClr val="black"/>
                </a:solidFill>
                <a:latin typeface="Arial" panose="020B0604020202020204" pitchFamily="34" charset="0"/>
                <a:cs typeface="Arial" panose="020B0604020202020204" pitchFamily="34" charset="0"/>
              </a:rPr>
              <a:t>Headache</a:t>
            </a:r>
          </a:p>
          <a:p>
            <a:pPr marL="171446" indent="-171446" defTabSz="609585">
              <a:buFont typeface="Arial" panose="020B0604020202020204" pitchFamily="34" charset="0"/>
              <a:buChar char="•"/>
            </a:pPr>
            <a:r>
              <a:rPr lang="en-US" sz="1400" dirty="0">
                <a:solidFill>
                  <a:prstClr val="black"/>
                </a:solidFill>
                <a:latin typeface="Arial" panose="020B0604020202020204" pitchFamily="34" charset="0"/>
                <a:cs typeface="Arial" panose="020B0604020202020204" pitchFamily="34" charset="0"/>
              </a:rPr>
              <a:t>Cognitive slowing</a:t>
            </a:r>
          </a:p>
        </p:txBody>
      </p:sp>
      <p:sp>
        <p:nvSpPr>
          <p:cNvPr id="13" name="Rounded Rectangle 16">
            <a:extLst>
              <a:ext uri="{FF2B5EF4-FFF2-40B4-BE49-F238E27FC236}">
                <a16:creationId xmlns:a16="http://schemas.microsoft.com/office/drawing/2014/main" id="{77EF986E-1B26-4663-AE27-C60AF8267A4F}"/>
              </a:ext>
            </a:extLst>
          </p:cNvPr>
          <p:cNvSpPr/>
          <p:nvPr/>
        </p:nvSpPr>
        <p:spPr>
          <a:xfrm>
            <a:off x="6375890" y="3750801"/>
            <a:ext cx="4320000" cy="1471566"/>
          </a:xfrm>
          <a:prstGeom prst="roundRect">
            <a:avLst>
              <a:gd name="adj" fmla="val 5902"/>
            </a:avLst>
          </a:prstGeom>
          <a:solidFill>
            <a:srgbClr val="E8E7DE"/>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b"/>
          <a:lstStyle/>
          <a:p>
            <a:pPr marL="171446" indent="-171446" defTabSz="609585">
              <a:buFont typeface="Arial" panose="020B0604020202020204" pitchFamily="34" charset="0"/>
              <a:buChar char="•"/>
            </a:pPr>
            <a:endParaRPr lang="en-US" sz="1400" dirty="0">
              <a:solidFill>
                <a:prstClr val="black"/>
              </a:solidFill>
              <a:latin typeface="Arial" panose="020B0604020202020204" pitchFamily="34" charset="0"/>
              <a:cs typeface="Arial" panose="020B0604020202020204" pitchFamily="34" charset="0"/>
            </a:endParaRPr>
          </a:p>
          <a:p>
            <a:pPr marL="171446" indent="-171446" defTabSz="609585">
              <a:buFont typeface="Arial" panose="020B0604020202020204" pitchFamily="34" charset="0"/>
              <a:buChar char="•"/>
            </a:pPr>
            <a:endParaRPr lang="en-US" sz="1400" dirty="0">
              <a:solidFill>
                <a:prstClr val="black"/>
              </a:solidFill>
              <a:latin typeface="Arial" panose="020B0604020202020204" pitchFamily="34" charset="0"/>
              <a:cs typeface="Arial" panose="020B0604020202020204" pitchFamily="34" charset="0"/>
            </a:endParaRPr>
          </a:p>
          <a:p>
            <a:pPr marL="171446" indent="-171446" defTabSz="609585">
              <a:buFont typeface="Arial" panose="020B0604020202020204" pitchFamily="34" charset="0"/>
              <a:buChar char="•"/>
            </a:pPr>
            <a:r>
              <a:rPr lang="en-US" sz="1400" dirty="0">
                <a:solidFill>
                  <a:prstClr val="black"/>
                </a:solidFill>
                <a:latin typeface="Arial" panose="020B0604020202020204" pitchFamily="34" charset="0"/>
                <a:cs typeface="Arial" panose="020B0604020202020204" pitchFamily="34" charset="0"/>
              </a:rPr>
              <a:t>Generalised weakness</a:t>
            </a:r>
          </a:p>
          <a:p>
            <a:pPr marL="171446" indent="-171446" defTabSz="609585">
              <a:buFont typeface="Arial" panose="020B0604020202020204" pitchFamily="34" charset="0"/>
              <a:buChar char="•"/>
            </a:pPr>
            <a:r>
              <a:rPr lang="en-US" sz="1400" dirty="0">
                <a:solidFill>
                  <a:prstClr val="black"/>
                </a:solidFill>
                <a:latin typeface="Arial" panose="020B0604020202020204" pitchFamily="34" charset="0"/>
                <a:cs typeface="Arial" panose="020B0604020202020204" pitchFamily="34" charset="0"/>
              </a:rPr>
              <a:t>Falls and leg buckling</a:t>
            </a:r>
          </a:p>
          <a:p>
            <a:pPr marL="171446" indent="-171446" defTabSz="609585">
              <a:buFont typeface="Arial" panose="020B0604020202020204" pitchFamily="34" charset="0"/>
              <a:buChar char="•"/>
            </a:pPr>
            <a:r>
              <a:rPr lang="en-US" sz="1400" dirty="0">
                <a:solidFill>
                  <a:prstClr val="black"/>
                </a:solidFill>
                <a:latin typeface="Arial" panose="020B0604020202020204" pitchFamily="34" charset="0"/>
                <a:cs typeface="Arial" panose="020B0604020202020204" pitchFamily="34" charset="0"/>
              </a:rPr>
              <a:t>Fatigue</a:t>
            </a:r>
          </a:p>
          <a:p>
            <a:pPr marL="171446" indent="-171446" defTabSz="609585">
              <a:buFont typeface="Arial" panose="020B0604020202020204" pitchFamily="34" charset="0"/>
              <a:buChar char="•"/>
            </a:pPr>
            <a:r>
              <a:rPr lang="en-US" sz="1400" dirty="0">
                <a:solidFill>
                  <a:prstClr val="black"/>
                </a:solidFill>
                <a:latin typeface="Arial" panose="020B0604020202020204" pitchFamily="34" charset="0"/>
                <a:cs typeface="Arial" panose="020B0604020202020204" pitchFamily="34" charset="0"/>
              </a:rPr>
              <a:t>Nausea</a:t>
            </a:r>
          </a:p>
          <a:p>
            <a:pPr marL="171446" indent="-171446" defTabSz="609585">
              <a:buFont typeface="Arial" panose="020B0604020202020204" pitchFamily="34" charset="0"/>
              <a:buChar char="•"/>
            </a:pPr>
            <a:r>
              <a:rPr lang="en-US" sz="1400" dirty="0">
                <a:solidFill>
                  <a:prstClr val="black"/>
                </a:solidFill>
                <a:latin typeface="Arial" panose="020B0604020202020204" pitchFamily="34" charset="0"/>
                <a:cs typeface="Arial" panose="020B0604020202020204" pitchFamily="34" charset="0"/>
              </a:rPr>
              <a:t>Increased risk for fractures and head trauma</a:t>
            </a:r>
          </a:p>
        </p:txBody>
      </p:sp>
      <p:sp>
        <p:nvSpPr>
          <p:cNvPr id="14" name="Rounded Rectangle 20">
            <a:extLst>
              <a:ext uri="{FF2B5EF4-FFF2-40B4-BE49-F238E27FC236}">
                <a16:creationId xmlns:a16="http://schemas.microsoft.com/office/drawing/2014/main" id="{E7C47147-EED0-42EF-98C0-E69D6A4171C3}"/>
              </a:ext>
            </a:extLst>
          </p:cNvPr>
          <p:cNvSpPr/>
          <p:nvPr/>
        </p:nvSpPr>
        <p:spPr>
          <a:xfrm>
            <a:off x="1306866" y="1492556"/>
            <a:ext cx="2700000" cy="360000"/>
          </a:xfrm>
          <a:prstGeom prst="roundRect">
            <a:avLst/>
          </a:prstGeom>
          <a:solidFill>
            <a:schemeClr val="accent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585"/>
            <a:r>
              <a:rPr lang="en-US" sz="1400" b="1" dirty="0">
                <a:solidFill>
                  <a:schemeClr val="bg1"/>
                </a:solidFill>
                <a:latin typeface="Arial" panose="020B0604020202020204" pitchFamily="34" charset="0"/>
                <a:cs typeface="Arial" panose="020B0604020202020204" pitchFamily="34" charset="0"/>
              </a:rPr>
              <a:t>Cerebral hypoperfusion</a:t>
            </a:r>
            <a:r>
              <a:rPr lang="en-US" sz="1400" b="1" baseline="30000" dirty="0">
                <a:solidFill>
                  <a:schemeClr val="bg1"/>
                </a:solidFill>
                <a:latin typeface="Arial" panose="020B0604020202020204" pitchFamily="34" charset="0"/>
                <a:cs typeface="Arial" panose="020B0604020202020204" pitchFamily="34" charset="0"/>
              </a:rPr>
              <a:t>1-5</a:t>
            </a:r>
            <a:endParaRPr lang="en-US" sz="1400" b="1" dirty="0">
              <a:solidFill>
                <a:schemeClr val="bg1"/>
              </a:solidFill>
              <a:latin typeface="Arial" panose="020B0604020202020204" pitchFamily="34" charset="0"/>
              <a:cs typeface="Arial" panose="020B0604020202020204" pitchFamily="34" charset="0"/>
            </a:endParaRPr>
          </a:p>
        </p:txBody>
      </p:sp>
      <p:sp>
        <p:nvSpPr>
          <p:cNvPr id="15" name="Rounded Rectangle 21">
            <a:extLst>
              <a:ext uri="{FF2B5EF4-FFF2-40B4-BE49-F238E27FC236}">
                <a16:creationId xmlns:a16="http://schemas.microsoft.com/office/drawing/2014/main" id="{A045AABF-68D9-454D-827D-8D8C88F158CB}"/>
              </a:ext>
            </a:extLst>
          </p:cNvPr>
          <p:cNvSpPr/>
          <p:nvPr/>
        </p:nvSpPr>
        <p:spPr>
          <a:xfrm>
            <a:off x="1306866" y="4317928"/>
            <a:ext cx="2700000" cy="360000"/>
          </a:xfrm>
          <a:prstGeom prst="roundRect">
            <a:avLst/>
          </a:prstGeom>
          <a:solidFill>
            <a:schemeClr val="accent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585"/>
            <a:r>
              <a:rPr lang="en-US" sz="1400" b="1" dirty="0">
                <a:solidFill>
                  <a:schemeClr val="bg1"/>
                </a:solidFill>
                <a:latin typeface="Arial" panose="020B0604020202020204" pitchFamily="34" charset="0"/>
                <a:cs typeface="Arial" panose="020B0604020202020204" pitchFamily="34" charset="0"/>
              </a:rPr>
              <a:t>Myocardial hypoperfusion</a:t>
            </a:r>
            <a:r>
              <a:rPr lang="en-US" sz="1400" b="1" baseline="30000" dirty="0">
                <a:solidFill>
                  <a:schemeClr val="bg1"/>
                </a:solidFill>
                <a:latin typeface="Arial" panose="020B0604020202020204" pitchFamily="34" charset="0"/>
                <a:cs typeface="Arial" panose="020B0604020202020204" pitchFamily="34" charset="0"/>
              </a:rPr>
              <a:t>2,3</a:t>
            </a:r>
            <a:endParaRPr lang="en-US" sz="1400" b="1" dirty="0">
              <a:solidFill>
                <a:schemeClr val="bg1"/>
              </a:solidFill>
              <a:latin typeface="Arial" panose="020B0604020202020204" pitchFamily="34" charset="0"/>
              <a:cs typeface="Arial" panose="020B0604020202020204" pitchFamily="34" charset="0"/>
            </a:endParaRPr>
          </a:p>
        </p:txBody>
      </p:sp>
      <p:cxnSp>
        <p:nvCxnSpPr>
          <p:cNvPr id="16" name="Straight Connector 15">
            <a:extLst>
              <a:ext uri="{FF2B5EF4-FFF2-40B4-BE49-F238E27FC236}">
                <a16:creationId xmlns:a16="http://schemas.microsoft.com/office/drawing/2014/main" id="{60ED000C-ED2F-467D-A0C9-DD94A9066916}"/>
              </a:ext>
            </a:extLst>
          </p:cNvPr>
          <p:cNvCxnSpPr>
            <a:cxnSpLocks/>
            <a:endCxn id="14" idx="3"/>
          </p:cNvCxnSpPr>
          <p:nvPr/>
        </p:nvCxnSpPr>
        <p:spPr>
          <a:xfrm flipH="1" flipV="1">
            <a:off x="4006866" y="1672556"/>
            <a:ext cx="1078970" cy="223772"/>
          </a:xfrm>
          <a:prstGeom prst="line">
            <a:avLst/>
          </a:prstGeom>
          <a:ln w="19050">
            <a:solidFill>
              <a:schemeClr val="accent5">
                <a:lumMod val="75000"/>
              </a:schemeClr>
            </a:solidFill>
            <a:headEnd type="triangle" w="lg" len="lg"/>
            <a:tailEnd type="none" w="med" len="med"/>
          </a:ln>
          <a:effectLst/>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E0FEC16A-A6F9-4F10-A4D3-56D390CE8C03}"/>
              </a:ext>
            </a:extLst>
          </p:cNvPr>
          <p:cNvCxnSpPr>
            <a:cxnSpLocks/>
            <a:endCxn id="15" idx="3"/>
          </p:cNvCxnSpPr>
          <p:nvPr/>
        </p:nvCxnSpPr>
        <p:spPr>
          <a:xfrm flipH="1">
            <a:off x="4006866" y="2611225"/>
            <a:ext cx="1258080" cy="1886703"/>
          </a:xfrm>
          <a:prstGeom prst="line">
            <a:avLst/>
          </a:prstGeom>
          <a:ln w="19050">
            <a:solidFill>
              <a:schemeClr val="accent5">
                <a:lumMod val="75000"/>
              </a:schemeClr>
            </a:solidFill>
            <a:headEnd type="triangle" w="lg" len="lg"/>
            <a:tailEnd type="none" w="med" len="med"/>
          </a:ln>
          <a:effectLst/>
        </p:spPr>
        <p:style>
          <a:lnRef idx="1">
            <a:schemeClr val="accent1"/>
          </a:lnRef>
          <a:fillRef idx="0">
            <a:schemeClr val="accent1"/>
          </a:fillRef>
          <a:effectRef idx="0">
            <a:schemeClr val="accent1"/>
          </a:effectRef>
          <a:fontRef idx="minor">
            <a:schemeClr val="tx1"/>
          </a:fontRef>
        </p:style>
      </p:cxnSp>
      <p:sp>
        <p:nvSpPr>
          <p:cNvPr id="18" name="Rounded Rectangle 28">
            <a:extLst>
              <a:ext uri="{FF2B5EF4-FFF2-40B4-BE49-F238E27FC236}">
                <a16:creationId xmlns:a16="http://schemas.microsoft.com/office/drawing/2014/main" id="{FCD7A99D-9190-4EE0-93CB-3D6C5C402B65}"/>
              </a:ext>
            </a:extLst>
          </p:cNvPr>
          <p:cNvSpPr/>
          <p:nvPr/>
        </p:nvSpPr>
        <p:spPr>
          <a:xfrm>
            <a:off x="6375890" y="1419894"/>
            <a:ext cx="4320000" cy="652120"/>
          </a:xfrm>
          <a:prstGeom prst="roundRect">
            <a:avLst>
              <a:gd name="adj" fmla="val 10661"/>
            </a:avLst>
          </a:prstGeom>
          <a:solidFill>
            <a:schemeClr val="accent5">
              <a:lumMod val="40000"/>
              <a:lumOff val="6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defTabSz="609585"/>
            <a:endParaRPr lang="en-US" sz="1400" dirty="0">
              <a:solidFill>
                <a:prstClr val="black"/>
              </a:solidFill>
              <a:latin typeface="Arial" panose="020B0604020202020204" pitchFamily="34" charset="0"/>
              <a:cs typeface="Arial" panose="020B0604020202020204" pitchFamily="34" charset="0"/>
            </a:endParaRPr>
          </a:p>
          <a:p>
            <a:pPr algn="ctr" defTabSz="609585"/>
            <a:endParaRPr lang="en-US" sz="1400" dirty="0">
              <a:solidFill>
                <a:prstClr val="black"/>
              </a:solidFill>
              <a:latin typeface="Arial" panose="020B0604020202020204" pitchFamily="34" charset="0"/>
              <a:cs typeface="Arial" panose="020B0604020202020204" pitchFamily="34" charset="0"/>
            </a:endParaRPr>
          </a:p>
          <a:p>
            <a:pPr marL="171446" indent="-171446" defTabSz="609585">
              <a:buFont typeface="Arial" panose="020B0604020202020204" pitchFamily="34" charset="0"/>
              <a:buChar char="•"/>
            </a:pPr>
            <a:r>
              <a:rPr lang="en-US" sz="1400" dirty="0">
                <a:solidFill>
                  <a:prstClr val="black"/>
                </a:solidFill>
                <a:latin typeface="Arial" panose="020B0604020202020204" pitchFamily="34" charset="0"/>
                <a:cs typeface="Arial" panose="020B0604020202020204" pitchFamily="34" charset="0"/>
              </a:rPr>
              <a:t>Visual disturbances e.g., blurring, tunnel vision</a:t>
            </a:r>
          </a:p>
        </p:txBody>
      </p:sp>
      <p:sp>
        <p:nvSpPr>
          <p:cNvPr id="19" name="Rounded Rectangle 29">
            <a:extLst>
              <a:ext uri="{FF2B5EF4-FFF2-40B4-BE49-F238E27FC236}">
                <a16:creationId xmlns:a16="http://schemas.microsoft.com/office/drawing/2014/main" id="{C13294E5-B402-426A-9794-806DAD547A7E}"/>
              </a:ext>
            </a:extLst>
          </p:cNvPr>
          <p:cNvSpPr/>
          <p:nvPr/>
        </p:nvSpPr>
        <p:spPr>
          <a:xfrm>
            <a:off x="6375890" y="1344284"/>
            <a:ext cx="4320000" cy="360000"/>
          </a:xfrm>
          <a:prstGeom prst="roundRect">
            <a:avLst/>
          </a:prstGeom>
          <a:solidFill>
            <a:schemeClr val="accent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585"/>
            <a:r>
              <a:rPr lang="en-US" sz="1400" b="1" dirty="0">
                <a:solidFill>
                  <a:schemeClr val="bg1"/>
                </a:solidFill>
                <a:latin typeface="Arial" panose="020B0604020202020204" pitchFamily="34" charset="0"/>
                <a:cs typeface="Arial" panose="020B0604020202020204" pitchFamily="34" charset="0"/>
              </a:rPr>
              <a:t>Retinal hypoperfusion</a:t>
            </a:r>
            <a:r>
              <a:rPr lang="en-US" sz="1400" b="1" baseline="30000" dirty="0">
                <a:solidFill>
                  <a:schemeClr val="bg1"/>
                </a:solidFill>
                <a:latin typeface="Arial" panose="020B0604020202020204" pitchFamily="34" charset="0"/>
                <a:cs typeface="Arial" panose="020B0604020202020204" pitchFamily="34" charset="0"/>
              </a:rPr>
              <a:t>1-3,5</a:t>
            </a:r>
            <a:endParaRPr lang="en-US" sz="1400" b="1" dirty="0">
              <a:solidFill>
                <a:schemeClr val="bg1"/>
              </a:solidFill>
              <a:latin typeface="Arial" panose="020B0604020202020204" pitchFamily="34" charset="0"/>
              <a:cs typeface="Arial" panose="020B0604020202020204" pitchFamily="34" charset="0"/>
            </a:endParaRPr>
          </a:p>
        </p:txBody>
      </p:sp>
      <p:sp>
        <p:nvSpPr>
          <p:cNvPr id="20" name="Rounded Rectangle 30">
            <a:extLst>
              <a:ext uri="{FF2B5EF4-FFF2-40B4-BE49-F238E27FC236}">
                <a16:creationId xmlns:a16="http://schemas.microsoft.com/office/drawing/2014/main" id="{4BA8C974-D9A1-4392-8574-5CF2C58F3A29}"/>
              </a:ext>
            </a:extLst>
          </p:cNvPr>
          <p:cNvSpPr/>
          <p:nvPr/>
        </p:nvSpPr>
        <p:spPr>
          <a:xfrm>
            <a:off x="6375890" y="2579084"/>
            <a:ext cx="4320000" cy="658979"/>
          </a:xfrm>
          <a:prstGeom prst="roundRect">
            <a:avLst>
              <a:gd name="adj" fmla="val 12411"/>
            </a:avLst>
          </a:prstGeom>
          <a:solidFill>
            <a:schemeClr val="accent5">
              <a:lumMod val="40000"/>
              <a:lumOff val="6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defTabSz="609585"/>
            <a:endParaRPr lang="en-US" sz="1400" dirty="0">
              <a:solidFill>
                <a:prstClr val="black"/>
              </a:solidFill>
              <a:latin typeface="Arial" panose="020B0604020202020204" pitchFamily="34" charset="0"/>
              <a:cs typeface="Arial" panose="020B0604020202020204" pitchFamily="34" charset="0"/>
            </a:endParaRPr>
          </a:p>
          <a:p>
            <a:pPr algn="ctr" defTabSz="609585"/>
            <a:endParaRPr lang="en-US" sz="1400" dirty="0">
              <a:solidFill>
                <a:prstClr val="black"/>
              </a:solidFill>
              <a:latin typeface="Arial" panose="020B0604020202020204" pitchFamily="34" charset="0"/>
              <a:cs typeface="Arial" panose="020B0604020202020204" pitchFamily="34" charset="0"/>
            </a:endParaRPr>
          </a:p>
          <a:p>
            <a:pPr marL="171446" indent="-171446" defTabSz="609585">
              <a:buFont typeface="Arial" panose="020B0604020202020204" pitchFamily="34" charset="0"/>
              <a:buChar char="•"/>
            </a:pPr>
            <a:r>
              <a:rPr lang="en-US" sz="1400" dirty="0">
                <a:solidFill>
                  <a:prstClr val="black"/>
                </a:solidFill>
                <a:latin typeface="Arial" panose="020B0604020202020204" pitchFamily="34" charset="0"/>
                <a:cs typeface="Arial" panose="020B0604020202020204" pitchFamily="34" charset="0"/>
              </a:rPr>
              <a:t>Neck and shoulder pain (‘coat-hanger headache’)</a:t>
            </a:r>
          </a:p>
        </p:txBody>
      </p:sp>
      <p:sp>
        <p:nvSpPr>
          <p:cNvPr id="21" name="Rounded Rectangle 31">
            <a:extLst>
              <a:ext uri="{FF2B5EF4-FFF2-40B4-BE49-F238E27FC236}">
                <a16:creationId xmlns:a16="http://schemas.microsoft.com/office/drawing/2014/main" id="{745DE818-9F31-49C4-A50E-7F954E0C9FC9}"/>
              </a:ext>
            </a:extLst>
          </p:cNvPr>
          <p:cNvSpPr/>
          <p:nvPr/>
        </p:nvSpPr>
        <p:spPr>
          <a:xfrm>
            <a:off x="6375890" y="2503471"/>
            <a:ext cx="4320000" cy="360000"/>
          </a:xfrm>
          <a:prstGeom prst="roundRect">
            <a:avLst/>
          </a:prstGeom>
          <a:solidFill>
            <a:schemeClr val="accent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585"/>
            <a:r>
              <a:rPr lang="en-US" sz="1400" b="1" dirty="0">
                <a:solidFill>
                  <a:schemeClr val="bg1"/>
                </a:solidFill>
                <a:latin typeface="Arial" panose="020B0604020202020204" pitchFamily="34" charset="0"/>
                <a:cs typeface="Arial" panose="020B0604020202020204" pitchFamily="34" charset="0"/>
              </a:rPr>
              <a:t>Muscle hypoperfusion</a:t>
            </a:r>
            <a:r>
              <a:rPr lang="en-US" sz="1400" b="1" baseline="30000" dirty="0">
                <a:solidFill>
                  <a:schemeClr val="bg1"/>
                </a:solidFill>
                <a:latin typeface="Arial" panose="020B0604020202020204" pitchFamily="34" charset="0"/>
                <a:cs typeface="Arial" panose="020B0604020202020204" pitchFamily="34" charset="0"/>
              </a:rPr>
              <a:t>1,2,5</a:t>
            </a:r>
            <a:endParaRPr lang="en-US" sz="1400" b="1" dirty="0">
              <a:solidFill>
                <a:schemeClr val="bg1"/>
              </a:solidFill>
              <a:latin typeface="Arial" panose="020B0604020202020204" pitchFamily="34" charset="0"/>
              <a:cs typeface="Arial" panose="020B0604020202020204" pitchFamily="34" charset="0"/>
            </a:endParaRPr>
          </a:p>
        </p:txBody>
      </p:sp>
      <p:sp>
        <p:nvSpPr>
          <p:cNvPr id="22" name="Rounded Rectangle 32">
            <a:extLst>
              <a:ext uri="{FF2B5EF4-FFF2-40B4-BE49-F238E27FC236}">
                <a16:creationId xmlns:a16="http://schemas.microsoft.com/office/drawing/2014/main" id="{6CE5DF2B-8497-4816-9BCB-3315BF5D5185}"/>
              </a:ext>
            </a:extLst>
          </p:cNvPr>
          <p:cNvSpPr/>
          <p:nvPr/>
        </p:nvSpPr>
        <p:spPr>
          <a:xfrm>
            <a:off x="1306866" y="3508036"/>
            <a:ext cx="2700000" cy="630331"/>
          </a:xfrm>
          <a:prstGeom prst="roundRect">
            <a:avLst/>
          </a:prstGeom>
          <a:solidFill>
            <a:schemeClr val="accent5">
              <a:lumMod val="40000"/>
              <a:lumOff val="6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defTabSz="609585"/>
            <a:endParaRPr lang="en-US" sz="1400" dirty="0">
              <a:solidFill>
                <a:prstClr val="black"/>
              </a:solidFill>
              <a:latin typeface="Arial" panose="020B0604020202020204" pitchFamily="34" charset="0"/>
              <a:cs typeface="Arial" panose="020B0604020202020204" pitchFamily="34" charset="0"/>
            </a:endParaRPr>
          </a:p>
          <a:p>
            <a:pPr marL="171446" indent="-171446" defTabSz="609585">
              <a:buFont typeface="Arial" panose="020B0604020202020204" pitchFamily="34" charset="0"/>
              <a:buChar char="•"/>
            </a:pPr>
            <a:r>
              <a:rPr lang="en-US" sz="1400" dirty="0">
                <a:solidFill>
                  <a:prstClr val="black"/>
                </a:solidFill>
                <a:latin typeface="Arial" panose="020B0604020202020204" pitchFamily="34" charset="0"/>
                <a:cs typeface="Arial" panose="020B0604020202020204" pitchFamily="34" charset="0"/>
              </a:rPr>
              <a:t>Orthostatic dyspnea</a:t>
            </a:r>
          </a:p>
        </p:txBody>
      </p:sp>
      <p:sp>
        <p:nvSpPr>
          <p:cNvPr id="23" name="Rounded Rectangle 33">
            <a:extLst>
              <a:ext uri="{FF2B5EF4-FFF2-40B4-BE49-F238E27FC236}">
                <a16:creationId xmlns:a16="http://schemas.microsoft.com/office/drawing/2014/main" id="{663A980B-CDC2-48BA-B981-9F0D1E956A0E}"/>
              </a:ext>
            </a:extLst>
          </p:cNvPr>
          <p:cNvSpPr/>
          <p:nvPr/>
        </p:nvSpPr>
        <p:spPr>
          <a:xfrm>
            <a:off x="1306866" y="3431834"/>
            <a:ext cx="2700000" cy="360000"/>
          </a:xfrm>
          <a:prstGeom prst="roundRect">
            <a:avLst/>
          </a:prstGeom>
          <a:solidFill>
            <a:schemeClr val="accent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585"/>
            <a:r>
              <a:rPr lang="en-US" sz="1400" b="1" dirty="0">
                <a:solidFill>
                  <a:schemeClr val="bg1"/>
                </a:solidFill>
                <a:latin typeface="Arial" panose="020B0604020202020204" pitchFamily="34" charset="0"/>
                <a:cs typeface="Arial" panose="020B0604020202020204" pitchFamily="34" charset="0"/>
              </a:rPr>
              <a:t>Lung hypoperfusion</a:t>
            </a:r>
            <a:r>
              <a:rPr lang="en-US" sz="1400" b="1" baseline="30000" dirty="0">
                <a:solidFill>
                  <a:schemeClr val="bg1"/>
                </a:solidFill>
                <a:latin typeface="Arial" panose="020B0604020202020204" pitchFamily="34" charset="0"/>
                <a:cs typeface="Arial" panose="020B0604020202020204" pitchFamily="34" charset="0"/>
              </a:rPr>
              <a:t>1,2</a:t>
            </a:r>
            <a:endParaRPr lang="en-US" sz="1400" b="1" dirty="0">
              <a:solidFill>
                <a:schemeClr val="bg1"/>
              </a:solidFill>
              <a:latin typeface="Arial" panose="020B0604020202020204" pitchFamily="34" charset="0"/>
              <a:cs typeface="Arial" panose="020B0604020202020204" pitchFamily="34" charset="0"/>
            </a:endParaRPr>
          </a:p>
        </p:txBody>
      </p:sp>
      <p:cxnSp>
        <p:nvCxnSpPr>
          <p:cNvPr id="24" name="Straight Connector 23">
            <a:extLst>
              <a:ext uri="{FF2B5EF4-FFF2-40B4-BE49-F238E27FC236}">
                <a16:creationId xmlns:a16="http://schemas.microsoft.com/office/drawing/2014/main" id="{A839C1A3-E4BA-42FF-A430-EFB4340E1EEF}"/>
              </a:ext>
            </a:extLst>
          </p:cNvPr>
          <p:cNvCxnSpPr>
            <a:cxnSpLocks/>
            <a:endCxn id="23" idx="3"/>
          </p:cNvCxnSpPr>
          <p:nvPr/>
        </p:nvCxnSpPr>
        <p:spPr>
          <a:xfrm flipH="1">
            <a:off x="4006866" y="2611225"/>
            <a:ext cx="1144958" cy="1000609"/>
          </a:xfrm>
          <a:prstGeom prst="line">
            <a:avLst/>
          </a:prstGeom>
          <a:ln w="19050">
            <a:solidFill>
              <a:schemeClr val="accent5">
                <a:lumMod val="75000"/>
              </a:schemeClr>
            </a:solidFill>
            <a:headEnd type="triangle" w="lg" len="lg"/>
            <a:tailEnd type="none" w="med" len="med"/>
          </a:ln>
          <a:effectLst/>
        </p:spPr>
        <p:style>
          <a:lnRef idx="1">
            <a:schemeClr val="accent1"/>
          </a:lnRef>
          <a:fillRef idx="0">
            <a:schemeClr val="accent1"/>
          </a:fillRef>
          <a:effectRef idx="0">
            <a:schemeClr val="accent1"/>
          </a:effectRef>
          <a:fontRef idx="minor">
            <a:schemeClr val="tx1"/>
          </a:fontRef>
        </p:style>
      </p:cxnSp>
      <p:sp>
        <p:nvSpPr>
          <p:cNvPr id="25" name="Rounded Rectangle 40">
            <a:extLst>
              <a:ext uri="{FF2B5EF4-FFF2-40B4-BE49-F238E27FC236}">
                <a16:creationId xmlns:a16="http://schemas.microsoft.com/office/drawing/2014/main" id="{FAD22771-BFFB-438A-A06D-5073AA0F52A7}"/>
              </a:ext>
            </a:extLst>
          </p:cNvPr>
          <p:cNvSpPr/>
          <p:nvPr/>
        </p:nvSpPr>
        <p:spPr>
          <a:xfrm>
            <a:off x="6375893" y="3674598"/>
            <a:ext cx="4319999" cy="360000"/>
          </a:xfrm>
          <a:prstGeom prst="roundRect">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585"/>
            <a:r>
              <a:rPr lang="en-US" sz="1400" b="1" dirty="0">
                <a:solidFill>
                  <a:schemeClr val="bg1"/>
                </a:solidFill>
                <a:latin typeface="Arial" panose="020B0604020202020204" pitchFamily="34" charset="0"/>
                <a:cs typeface="Arial" panose="020B0604020202020204" pitchFamily="34" charset="0"/>
              </a:rPr>
              <a:t>Nonspecific symptoms</a:t>
            </a:r>
            <a:r>
              <a:rPr lang="en-US" sz="1400" b="1" baseline="30000" dirty="0">
                <a:solidFill>
                  <a:schemeClr val="bg1"/>
                </a:solidFill>
                <a:latin typeface="Arial" panose="020B0604020202020204" pitchFamily="34" charset="0"/>
                <a:cs typeface="Arial" panose="020B0604020202020204" pitchFamily="34" charset="0"/>
              </a:rPr>
              <a:t>1-7</a:t>
            </a:r>
            <a:endParaRPr lang="en-US" sz="1400" b="1" dirty="0">
              <a:solidFill>
                <a:schemeClr val="bg1"/>
              </a:solidFill>
              <a:latin typeface="Arial" panose="020B0604020202020204" pitchFamily="34" charset="0"/>
              <a:cs typeface="Arial" panose="020B0604020202020204" pitchFamily="34" charset="0"/>
            </a:endParaRPr>
          </a:p>
        </p:txBody>
      </p:sp>
      <p:cxnSp>
        <p:nvCxnSpPr>
          <p:cNvPr id="26" name="Straight Connector 25">
            <a:extLst>
              <a:ext uri="{FF2B5EF4-FFF2-40B4-BE49-F238E27FC236}">
                <a16:creationId xmlns:a16="http://schemas.microsoft.com/office/drawing/2014/main" id="{F0300142-E66F-4FBA-8B44-BAC72498683C}"/>
              </a:ext>
            </a:extLst>
          </p:cNvPr>
          <p:cNvCxnSpPr>
            <a:cxnSpLocks/>
          </p:cNvCxnSpPr>
          <p:nvPr/>
        </p:nvCxnSpPr>
        <p:spPr>
          <a:xfrm>
            <a:off x="5547748" y="2450969"/>
            <a:ext cx="828145" cy="265341"/>
          </a:xfrm>
          <a:prstGeom prst="line">
            <a:avLst/>
          </a:prstGeom>
          <a:ln w="19050">
            <a:solidFill>
              <a:schemeClr val="accent5">
                <a:lumMod val="75000"/>
              </a:schemeClr>
            </a:solidFill>
            <a:headEnd type="triangle" w="lg" len="lg"/>
            <a:tailEnd type="none" w="med" len="med"/>
          </a:ln>
          <a:effectLst/>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2754E8BA-9787-4A4F-AC41-09336F923999}"/>
              </a:ext>
            </a:extLst>
          </p:cNvPr>
          <p:cNvCxnSpPr>
            <a:cxnSpLocks/>
            <a:endCxn id="19" idx="1"/>
          </p:cNvCxnSpPr>
          <p:nvPr/>
        </p:nvCxnSpPr>
        <p:spPr>
          <a:xfrm flipV="1">
            <a:off x="5325504" y="1524284"/>
            <a:ext cx="1050386" cy="342224"/>
          </a:xfrm>
          <a:prstGeom prst="line">
            <a:avLst/>
          </a:prstGeom>
          <a:ln w="19050">
            <a:solidFill>
              <a:schemeClr val="accent5">
                <a:lumMod val="75000"/>
              </a:schemeClr>
            </a:solidFill>
            <a:headEnd type="triangle" w="lg" len="lg"/>
            <a:tailEnd type="none" w="med" len="med"/>
          </a:ln>
          <a:effectLst/>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27833913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EF128BDA-828B-46D8-B8FC-AA720064A6D4}"/>
              </a:ext>
            </a:extLst>
          </p:cNvPr>
          <p:cNvGraphicFramePr>
            <a:graphicFrameLocks noGrp="1"/>
          </p:cNvGraphicFramePr>
          <p:nvPr>
            <p:extLst>
              <p:ext uri="{D42A27DB-BD31-4B8C-83A1-F6EECF244321}">
                <p14:modId xmlns:p14="http://schemas.microsoft.com/office/powerpoint/2010/main" val="3170609095"/>
              </p:ext>
            </p:extLst>
          </p:nvPr>
        </p:nvGraphicFramePr>
        <p:xfrm>
          <a:off x="6417200" y="3437958"/>
          <a:ext cx="4492626" cy="2326010"/>
        </p:xfrm>
        <a:graphic>
          <a:graphicData uri="http://schemas.openxmlformats.org/drawingml/2006/table">
            <a:tbl>
              <a:tblPr firstRow="1" bandRow="1">
                <a:tableStyleId>{5940675A-B579-460E-94D1-54222C63F5DA}</a:tableStyleId>
              </a:tblPr>
              <a:tblGrid>
                <a:gridCol w="3495676">
                  <a:extLst>
                    <a:ext uri="{9D8B030D-6E8A-4147-A177-3AD203B41FA5}">
                      <a16:colId xmlns:a16="http://schemas.microsoft.com/office/drawing/2014/main" val="2934856505"/>
                    </a:ext>
                  </a:extLst>
                </a:gridCol>
                <a:gridCol w="996950">
                  <a:extLst>
                    <a:ext uri="{9D8B030D-6E8A-4147-A177-3AD203B41FA5}">
                      <a16:colId xmlns:a16="http://schemas.microsoft.com/office/drawing/2014/main" val="302584721"/>
                    </a:ext>
                  </a:extLst>
                </a:gridCol>
              </a:tblGrid>
              <a:tr h="46520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dirty="0">
                          <a:latin typeface="Arial" panose="020B0604020202020204" pitchFamily="34" charset="0"/>
                          <a:cs typeface="Arial" panose="020B0604020202020204" pitchFamily="34" charset="0"/>
                        </a:rPr>
                        <a:t>Physical activity/exercise – 53%</a:t>
                      </a:r>
                    </a:p>
                  </a:txBody>
                  <a:tcPr anchor="ctr">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gradFill flip="none" rotWithShape="1">
                      <a:gsLst>
                        <a:gs pos="0">
                          <a:schemeClr val="accent5">
                            <a:lumMod val="60000"/>
                            <a:lumOff val="40000"/>
                          </a:schemeClr>
                        </a:gs>
                        <a:gs pos="50000">
                          <a:schemeClr val="accent5">
                            <a:lumMod val="60000"/>
                            <a:lumOff val="40000"/>
                          </a:schemeClr>
                        </a:gs>
                        <a:gs pos="100000">
                          <a:schemeClr val="bg1"/>
                        </a:gs>
                      </a:gsLst>
                      <a:lin ang="0" scaled="1"/>
                      <a:tileRect/>
                    </a:gradFill>
                  </a:tcPr>
                </a:tc>
                <a:tc>
                  <a:txBody>
                    <a:bodyPr/>
                    <a:lstStyle/>
                    <a:p>
                      <a:endParaRPr lang="en-GB" sz="1600" dirty="0">
                        <a:latin typeface="Arial" panose="020B0604020202020204" pitchFamily="34" charset="0"/>
                        <a:cs typeface="Arial" panose="020B0604020202020204" pitchFamily="34" charset="0"/>
                      </a:endParaRPr>
                    </a:p>
                  </a:txBody>
                  <a:tcPr anchor="ctr">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5631712"/>
                  </a:ext>
                </a:extLst>
              </a:tr>
              <a:tr h="46520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dirty="0">
                          <a:latin typeface="Arial" panose="020B0604020202020204" pitchFamily="34" charset="0"/>
                          <a:cs typeface="Arial" panose="020B0604020202020204" pitchFamily="34" charset="0"/>
                        </a:rPr>
                        <a:t>Housework – 47%</a:t>
                      </a: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gradFill flip="none" rotWithShape="1">
                      <a:gsLst>
                        <a:gs pos="0">
                          <a:schemeClr val="accent5">
                            <a:lumMod val="60000"/>
                            <a:lumOff val="40000"/>
                          </a:schemeClr>
                        </a:gs>
                        <a:gs pos="50000">
                          <a:schemeClr val="accent5">
                            <a:lumMod val="60000"/>
                            <a:lumOff val="40000"/>
                          </a:schemeClr>
                        </a:gs>
                        <a:gs pos="100000">
                          <a:schemeClr val="bg1"/>
                        </a:gs>
                      </a:gsLst>
                      <a:lin ang="0" scaled="1"/>
                      <a:tileRect/>
                    </a:gradFill>
                  </a:tcPr>
                </a:tc>
                <a:tc>
                  <a:txBody>
                    <a:bodyPr/>
                    <a:lstStyle/>
                    <a:p>
                      <a:endParaRPr lang="en-GB" sz="1600" dirty="0">
                        <a:latin typeface="Arial" panose="020B0604020202020204" pitchFamily="34" charset="0"/>
                        <a:cs typeface="Arial" panose="020B0604020202020204" pitchFamily="34" charset="0"/>
                      </a:endParaRPr>
                    </a:p>
                  </a:txBody>
                  <a:tcPr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80567814"/>
                  </a:ext>
                </a:extLst>
              </a:tr>
              <a:tr h="46520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dirty="0">
                          <a:latin typeface="Arial" panose="020B0604020202020204" pitchFamily="34" charset="0"/>
                          <a:cs typeface="Arial" panose="020B0604020202020204" pitchFamily="34" charset="0"/>
                        </a:rPr>
                        <a:t>Travelling – 47%</a:t>
                      </a: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gradFill flip="none" rotWithShape="1">
                      <a:gsLst>
                        <a:gs pos="0">
                          <a:schemeClr val="accent5">
                            <a:lumMod val="60000"/>
                            <a:lumOff val="40000"/>
                          </a:schemeClr>
                        </a:gs>
                        <a:gs pos="50000">
                          <a:schemeClr val="accent5">
                            <a:lumMod val="60000"/>
                            <a:lumOff val="40000"/>
                          </a:schemeClr>
                        </a:gs>
                        <a:gs pos="100000">
                          <a:schemeClr val="bg1"/>
                        </a:gs>
                      </a:gsLst>
                      <a:lin ang="0" scaled="1"/>
                      <a:tileRect/>
                    </a:gradFill>
                  </a:tcPr>
                </a:tc>
                <a:tc>
                  <a:txBody>
                    <a:bodyPr/>
                    <a:lstStyle/>
                    <a:p>
                      <a:endParaRPr lang="en-GB" sz="1600" dirty="0">
                        <a:latin typeface="Arial" panose="020B0604020202020204" pitchFamily="34" charset="0"/>
                        <a:cs typeface="Arial" panose="020B0604020202020204" pitchFamily="34" charset="0"/>
                      </a:endParaRPr>
                    </a:p>
                  </a:txBody>
                  <a:tcPr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3092635"/>
                  </a:ext>
                </a:extLst>
              </a:tr>
              <a:tr h="46520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dirty="0">
                          <a:latin typeface="Arial" panose="020B0604020202020204" pitchFamily="34" charset="0"/>
                          <a:cs typeface="Arial" panose="020B0604020202020204" pitchFamily="34" charset="0"/>
                        </a:rPr>
                        <a:t>Running errands – 46%</a:t>
                      </a: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gradFill flip="none" rotWithShape="1">
                      <a:gsLst>
                        <a:gs pos="0">
                          <a:schemeClr val="accent5">
                            <a:lumMod val="60000"/>
                            <a:lumOff val="40000"/>
                          </a:schemeClr>
                        </a:gs>
                        <a:gs pos="50000">
                          <a:schemeClr val="accent5">
                            <a:lumMod val="60000"/>
                            <a:lumOff val="40000"/>
                          </a:schemeClr>
                        </a:gs>
                        <a:gs pos="100000">
                          <a:schemeClr val="bg1"/>
                        </a:gs>
                      </a:gsLst>
                      <a:lin ang="0" scaled="1"/>
                      <a:tileRect/>
                    </a:gradFill>
                  </a:tcPr>
                </a:tc>
                <a:tc>
                  <a:txBody>
                    <a:bodyPr/>
                    <a:lstStyle/>
                    <a:p>
                      <a:endParaRPr lang="en-GB" sz="1600" dirty="0">
                        <a:latin typeface="Arial" panose="020B0604020202020204" pitchFamily="34" charset="0"/>
                        <a:cs typeface="Arial" panose="020B0604020202020204" pitchFamily="34" charset="0"/>
                      </a:endParaRPr>
                    </a:p>
                  </a:txBody>
                  <a:tcPr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74585481"/>
                  </a:ext>
                </a:extLst>
              </a:tr>
              <a:tr h="46520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dirty="0">
                          <a:latin typeface="Arial" panose="020B0604020202020204" pitchFamily="34" charset="0"/>
                          <a:cs typeface="Arial" panose="020B0604020202020204" pitchFamily="34" charset="0"/>
                        </a:rPr>
                        <a:t>Socialising –</a:t>
                      </a:r>
                      <a:r>
                        <a:rPr lang="en-GB" sz="1600" b="1" dirty="0">
                          <a:latin typeface="Arial" panose="020B0604020202020204" pitchFamily="34" charset="0"/>
                          <a:cs typeface="Arial" panose="020B0604020202020204" pitchFamily="34" charset="0"/>
                        </a:rPr>
                        <a:t> </a:t>
                      </a:r>
                      <a:r>
                        <a:rPr lang="en-GB" sz="1600" dirty="0">
                          <a:latin typeface="Arial" panose="020B0604020202020204" pitchFamily="34" charset="0"/>
                          <a:cs typeface="Arial" panose="020B0604020202020204" pitchFamily="34" charset="0"/>
                        </a:rPr>
                        <a:t>45%</a:t>
                      </a:r>
                    </a:p>
                  </a:txBody>
                  <a:tcPr anchor="ctr">
                    <a:lnL w="12700" cmpd="sng">
                      <a:noFill/>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gradFill flip="none" rotWithShape="1">
                      <a:gsLst>
                        <a:gs pos="0">
                          <a:schemeClr val="accent5">
                            <a:lumMod val="60000"/>
                            <a:lumOff val="40000"/>
                          </a:schemeClr>
                        </a:gs>
                        <a:gs pos="50000">
                          <a:schemeClr val="accent5">
                            <a:lumMod val="60000"/>
                            <a:lumOff val="40000"/>
                          </a:schemeClr>
                        </a:gs>
                        <a:gs pos="100000">
                          <a:schemeClr val="bg1"/>
                        </a:gs>
                      </a:gsLst>
                      <a:lin ang="0" scaled="1"/>
                      <a:tileRect/>
                    </a:gradFill>
                  </a:tcPr>
                </a:tc>
                <a:tc>
                  <a:txBody>
                    <a:bodyPr/>
                    <a:lstStyle/>
                    <a:p>
                      <a:endParaRPr lang="en-GB" sz="1600" dirty="0">
                        <a:latin typeface="Arial" panose="020B0604020202020204" pitchFamily="34" charset="0"/>
                        <a:cs typeface="Arial" panose="020B0604020202020204" pitchFamily="34" charset="0"/>
                      </a:endParaRPr>
                    </a:p>
                  </a:txBody>
                  <a:tcPr anchor="ctr">
                    <a:lnL w="12700" cmpd="sng">
                      <a:noFill/>
                    </a:lnL>
                    <a:lnR w="12700" cmpd="sng">
                      <a:noFill/>
                    </a:lnR>
                    <a:lnT w="12700" cap="flat" cmpd="sng" algn="ctr">
                      <a:solidFill>
                        <a:schemeClr val="accent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282064709"/>
                  </a:ext>
                </a:extLst>
              </a:tr>
            </a:tbl>
          </a:graphicData>
        </a:graphic>
      </p:graphicFrame>
      <p:sp>
        <p:nvSpPr>
          <p:cNvPr id="6" name="Text Placeholder 5">
            <a:extLst>
              <a:ext uri="{FF2B5EF4-FFF2-40B4-BE49-F238E27FC236}">
                <a16:creationId xmlns:a16="http://schemas.microsoft.com/office/drawing/2014/main" id="{6AD54336-15E0-4053-98F4-5FFEC4C5E429}"/>
              </a:ext>
            </a:extLst>
          </p:cNvPr>
          <p:cNvSpPr>
            <a:spLocks noGrp="1"/>
          </p:cNvSpPr>
          <p:nvPr>
            <p:ph type="body" sz="quarter" idx="17"/>
          </p:nvPr>
        </p:nvSpPr>
        <p:spPr/>
        <p:txBody>
          <a:bodyPr/>
          <a:lstStyle/>
          <a:p>
            <a:r>
              <a:rPr lang="en-GB" dirty="0"/>
              <a:t>Parkinson’s disease – </a:t>
            </a:r>
            <a:r>
              <a:rPr lang="en-US" dirty="0"/>
              <a:t>Non-motor symptom complex and comorbidities</a:t>
            </a:r>
          </a:p>
        </p:txBody>
      </p:sp>
      <p:sp>
        <p:nvSpPr>
          <p:cNvPr id="2" name="Title 1">
            <a:extLst>
              <a:ext uri="{FF2B5EF4-FFF2-40B4-BE49-F238E27FC236}">
                <a16:creationId xmlns:a16="http://schemas.microsoft.com/office/drawing/2014/main" id="{688AA68B-2100-47F4-8F02-783DCF7051A8}"/>
              </a:ext>
            </a:extLst>
          </p:cNvPr>
          <p:cNvSpPr>
            <a:spLocks noGrp="1"/>
          </p:cNvSpPr>
          <p:nvPr>
            <p:ph type="title"/>
          </p:nvPr>
        </p:nvSpPr>
        <p:spPr/>
        <p:txBody>
          <a:bodyPr/>
          <a:lstStyle/>
          <a:p>
            <a:r>
              <a:rPr lang="en-GB" dirty="0"/>
              <a:t>Patient impact of neurogenic orthostatic hypotension</a:t>
            </a:r>
          </a:p>
        </p:txBody>
      </p:sp>
      <p:sp>
        <p:nvSpPr>
          <p:cNvPr id="7" name="Content Placeholder 6">
            <a:extLst>
              <a:ext uri="{FF2B5EF4-FFF2-40B4-BE49-F238E27FC236}">
                <a16:creationId xmlns:a16="http://schemas.microsoft.com/office/drawing/2014/main" id="{D51E38A0-14D1-46DC-9064-7525D9EBBF47}"/>
              </a:ext>
            </a:extLst>
          </p:cNvPr>
          <p:cNvSpPr>
            <a:spLocks noGrp="1"/>
          </p:cNvSpPr>
          <p:nvPr>
            <p:ph idx="20"/>
          </p:nvPr>
        </p:nvSpPr>
        <p:spPr/>
        <p:txBody>
          <a:bodyPr>
            <a:normAutofit/>
          </a:bodyPr>
          <a:lstStyle/>
          <a:p>
            <a:r>
              <a:rPr lang="en-GB" dirty="0"/>
              <a:t>OH has an impact on patients’ lives:</a:t>
            </a:r>
          </a:p>
          <a:p>
            <a:pPr lvl="1"/>
            <a:r>
              <a:rPr lang="en-GB" sz="1600" dirty="0"/>
              <a:t>Falls and fear of falling</a:t>
            </a:r>
            <a:r>
              <a:rPr lang="en-GB" sz="1600" baseline="30000" dirty="0"/>
              <a:t>1,2</a:t>
            </a:r>
            <a:endParaRPr lang="en-GB" sz="1600" dirty="0"/>
          </a:p>
          <a:p>
            <a:pPr lvl="1"/>
            <a:r>
              <a:rPr lang="en-GB" sz="1600" dirty="0"/>
              <a:t>Depression</a:t>
            </a:r>
            <a:r>
              <a:rPr lang="en-GB" sz="1600" baseline="30000" dirty="0"/>
              <a:t>3</a:t>
            </a:r>
          </a:p>
          <a:p>
            <a:pPr lvl="1"/>
            <a:r>
              <a:rPr lang="en-GB" sz="1600" dirty="0"/>
              <a:t>Impaired cognitive functioning</a:t>
            </a:r>
            <a:r>
              <a:rPr lang="en-GB" sz="1600" baseline="30000" dirty="0"/>
              <a:t>3-5</a:t>
            </a:r>
            <a:endParaRPr lang="en-GB" sz="1600" dirty="0"/>
          </a:p>
          <a:p>
            <a:pPr lvl="1"/>
            <a:r>
              <a:rPr lang="en-GB" sz="1600" dirty="0"/>
              <a:t>Decreased functioning and QoL</a:t>
            </a:r>
            <a:r>
              <a:rPr lang="en-GB" sz="1600" baseline="30000" dirty="0"/>
              <a:t>2,3</a:t>
            </a:r>
            <a:endParaRPr lang="en-GB" sz="1600" dirty="0"/>
          </a:p>
          <a:p>
            <a:pPr lvl="1"/>
            <a:r>
              <a:rPr lang="en-GB" sz="1600" dirty="0"/>
              <a:t>Loss of independence</a:t>
            </a:r>
            <a:r>
              <a:rPr lang="en-GB" sz="1600" baseline="30000" dirty="0"/>
              <a:t>2</a:t>
            </a:r>
            <a:endParaRPr lang="en-GB" sz="1600" dirty="0"/>
          </a:p>
          <a:p>
            <a:r>
              <a:rPr lang="en-GB" dirty="0"/>
              <a:t>OH has been linked to an increased risk of </a:t>
            </a:r>
            <a:br>
              <a:rPr lang="en-GB" dirty="0"/>
            </a:br>
            <a:r>
              <a:rPr lang="en-GB" dirty="0"/>
              <a:t>all-cause mortality</a:t>
            </a:r>
            <a:r>
              <a:rPr lang="en-GB" baseline="30000" dirty="0"/>
              <a:t>6</a:t>
            </a:r>
            <a:endParaRPr lang="en-GB" dirty="0"/>
          </a:p>
        </p:txBody>
      </p:sp>
      <p:sp>
        <p:nvSpPr>
          <p:cNvPr id="38" name="Content Placeholder 37">
            <a:extLst>
              <a:ext uri="{FF2B5EF4-FFF2-40B4-BE49-F238E27FC236}">
                <a16:creationId xmlns:a16="http://schemas.microsoft.com/office/drawing/2014/main" id="{875E9911-2CA9-426F-95EA-9C845B25625C}"/>
              </a:ext>
            </a:extLst>
          </p:cNvPr>
          <p:cNvSpPr>
            <a:spLocks noGrp="1"/>
          </p:cNvSpPr>
          <p:nvPr>
            <p:ph idx="21"/>
          </p:nvPr>
        </p:nvSpPr>
        <p:spPr/>
        <p:txBody>
          <a:bodyPr>
            <a:normAutofit/>
          </a:bodyPr>
          <a:lstStyle/>
          <a:p>
            <a:r>
              <a:rPr lang="en-GB" dirty="0"/>
              <a:t>nOH can be an overlooked problem: </a:t>
            </a:r>
          </a:p>
          <a:p>
            <a:pPr lvl="1"/>
            <a:r>
              <a:rPr lang="en-GB" dirty="0"/>
              <a:t>In one survey, 26% of patients, and 33% of caregivers said that they had to mention nOH symptoms repeatedly to healthcare providers</a:t>
            </a:r>
            <a:r>
              <a:rPr lang="en-GB" baseline="30000" dirty="0"/>
              <a:t>7</a:t>
            </a:r>
          </a:p>
          <a:p>
            <a:pPr lvl="1"/>
            <a:r>
              <a:rPr lang="en-GB" dirty="0"/>
              <a:t>Patients themselves can be unaware of OH</a:t>
            </a:r>
            <a:r>
              <a:rPr lang="en-GB" baseline="30000" dirty="0"/>
              <a:t>8,9</a:t>
            </a:r>
            <a:endParaRPr lang="en-GB" dirty="0"/>
          </a:p>
          <a:p>
            <a:r>
              <a:rPr lang="en-GB" dirty="0"/>
              <a:t>The following percentage of patients with PD reported the following limitations due to OH:</a:t>
            </a:r>
            <a:r>
              <a:rPr lang="en-GB" baseline="30000" dirty="0"/>
              <a:t>7</a:t>
            </a:r>
            <a:endParaRPr lang="en-GB" dirty="0"/>
          </a:p>
        </p:txBody>
      </p:sp>
      <p:sp>
        <p:nvSpPr>
          <p:cNvPr id="5" name="Text Placeholder 4">
            <a:extLst>
              <a:ext uri="{FF2B5EF4-FFF2-40B4-BE49-F238E27FC236}">
                <a16:creationId xmlns:a16="http://schemas.microsoft.com/office/drawing/2014/main" id="{A38A7E69-CFE3-4D89-978D-70180605E5C5}"/>
              </a:ext>
            </a:extLst>
          </p:cNvPr>
          <p:cNvSpPr>
            <a:spLocks noGrp="1"/>
          </p:cNvSpPr>
          <p:nvPr>
            <p:ph type="body" sz="quarter" idx="18"/>
          </p:nvPr>
        </p:nvSpPr>
        <p:spPr/>
        <p:txBody>
          <a:bodyPr/>
          <a:lstStyle/>
          <a:p>
            <a:r>
              <a:rPr lang="en-GB" dirty="0" err="1"/>
              <a:t>nOH</a:t>
            </a:r>
            <a:r>
              <a:rPr lang="en-GB" dirty="0"/>
              <a:t>=neurogenic orthostatic hypotension; OH=orthostatic hypotension; PD=Parkinson’s disease; QoL=quality of life</a:t>
            </a:r>
          </a:p>
          <a:p>
            <a:pPr marL="0" indent="0">
              <a:buNone/>
            </a:pPr>
            <a:endParaRPr lang="en-GB" dirty="0"/>
          </a:p>
          <a:p>
            <a:pPr marL="0" indent="0">
              <a:buNone/>
            </a:pPr>
            <a:r>
              <a:rPr lang="en-GB" dirty="0"/>
              <a:t>1. Goldstein &amp; </a:t>
            </a:r>
            <a:r>
              <a:rPr lang="en-GB" dirty="0" err="1"/>
              <a:t>Sharabi</a:t>
            </a:r>
            <a:r>
              <a:rPr lang="en-GB" dirty="0"/>
              <a:t>. Circulation 2009;119(1):139–146; 2. </a:t>
            </a:r>
            <a:r>
              <a:rPr lang="en-GB" dirty="0" err="1"/>
              <a:t>Sclater</a:t>
            </a:r>
            <a:r>
              <a:rPr lang="en-GB" dirty="0"/>
              <a:t> &amp; </a:t>
            </a:r>
            <a:r>
              <a:rPr lang="en-GB" dirty="0" err="1"/>
              <a:t>Alagiakrishnan</a:t>
            </a:r>
            <a:r>
              <a:rPr lang="en-GB" dirty="0"/>
              <a:t>. Geriatrics 2004;59(8):22–27; 3. </a:t>
            </a:r>
            <a:r>
              <a:rPr lang="en-GB" dirty="0" err="1"/>
              <a:t>Perlmuter</a:t>
            </a:r>
            <a:r>
              <a:rPr lang="en-GB" dirty="0"/>
              <a:t> et al. Clin Auton Res 2012;22(2):99–107; </a:t>
            </a:r>
            <a:br>
              <a:rPr lang="en-GB" dirty="0"/>
            </a:br>
            <a:r>
              <a:rPr lang="en-GB" dirty="0"/>
              <a:t>4. </a:t>
            </a:r>
            <a:r>
              <a:rPr lang="en-GB" dirty="0" err="1"/>
              <a:t>Centi</a:t>
            </a:r>
            <a:r>
              <a:rPr lang="en-GB" dirty="0"/>
              <a:t> et al. Neurology 2017;88(1):17–24; 5.</a:t>
            </a:r>
            <a:r>
              <a:rPr lang="en-US" dirty="0"/>
              <a:t> Boylan &amp; </a:t>
            </a:r>
            <a:r>
              <a:rPr lang="en-US" dirty="0" err="1"/>
              <a:t>Messinis</a:t>
            </a:r>
            <a:r>
              <a:rPr lang="en-US" dirty="0"/>
              <a:t>.</a:t>
            </a:r>
            <a:r>
              <a:rPr lang="en-GB" dirty="0"/>
              <a:t> </a:t>
            </a:r>
            <a:r>
              <a:rPr lang="en-US" dirty="0"/>
              <a:t>Neurology 2017;88(1):11–12;</a:t>
            </a:r>
            <a:r>
              <a:rPr lang="en-GB" dirty="0"/>
              <a:t> 6. Maule et al. </a:t>
            </a:r>
            <a:r>
              <a:rPr lang="en-GB" dirty="0" err="1"/>
              <a:t>Funct</a:t>
            </a:r>
            <a:r>
              <a:rPr lang="en-GB" dirty="0"/>
              <a:t> </a:t>
            </a:r>
            <a:r>
              <a:rPr lang="en-GB" dirty="0" err="1"/>
              <a:t>Neurol</a:t>
            </a:r>
            <a:r>
              <a:rPr lang="en-GB" dirty="0"/>
              <a:t> 2012;27(2):101–106; </a:t>
            </a:r>
            <a:br>
              <a:rPr lang="en-GB" dirty="0"/>
            </a:br>
            <a:r>
              <a:rPr lang="en-GB" dirty="0"/>
              <a:t>7. </a:t>
            </a:r>
            <a:r>
              <a:rPr lang="en-US" dirty="0"/>
              <a:t>Claassen et al. BMC Neurol 2018;18(1):125; 8. Merola et al. Parkinsonism </a:t>
            </a:r>
            <a:r>
              <a:rPr lang="en-US" dirty="0" err="1"/>
              <a:t>Relat</a:t>
            </a:r>
            <a:r>
              <a:rPr lang="en-US" dirty="0"/>
              <a:t> </a:t>
            </a:r>
            <a:r>
              <a:rPr lang="en-US" dirty="0" err="1"/>
              <a:t>Disord</a:t>
            </a:r>
            <a:r>
              <a:rPr lang="en-US" dirty="0"/>
              <a:t> 2016;33:65–71; 9. Palma &amp; Kaufmann. Mov </a:t>
            </a:r>
            <a:r>
              <a:rPr lang="en-US" dirty="0" err="1"/>
              <a:t>Disord</a:t>
            </a:r>
            <a:r>
              <a:rPr lang="en-US" dirty="0"/>
              <a:t> 2018;33(3):372–390</a:t>
            </a:r>
          </a:p>
        </p:txBody>
      </p:sp>
      <p:sp>
        <p:nvSpPr>
          <p:cNvPr id="4" name="Slide Number Placeholder 3">
            <a:extLst>
              <a:ext uri="{FF2B5EF4-FFF2-40B4-BE49-F238E27FC236}">
                <a16:creationId xmlns:a16="http://schemas.microsoft.com/office/drawing/2014/main" id="{65A8FCE8-951B-453C-B06D-730491E7ED64}"/>
              </a:ext>
            </a:extLst>
          </p:cNvPr>
          <p:cNvSpPr>
            <a:spLocks noGrp="1"/>
          </p:cNvSpPr>
          <p:nvPr>
            <p:ph type="sldNum" sz="quarter" idx="4"/>
          </p:nvPr>
        </p:nvSpPr>
        <p:spPr/>
        <p:txBody>
          <a:bodyPr/>
          <a:lstStyle/>
          <a:p>
            <a:fld id="{6DBC486D-4FAB-B746-8B02-8D7C842291C6}" type="slidenum">
              <a:rPr lang="en-GB" smtClean="0"/>
              <a:t>30</a:t>
            </a:fld>
            <a:endParaRPr lang="en-GB" dirty="0"/>
          </a:p>
        </p:txBody>
      </p:sp>
      <p:sp>
        <p:nvSpPr>
          <p:cNvPr id="39" name="Rectangle: Rounded Corners 38">
            <a:extLst>
              <a:ext uri="{FF2B5EF4-FFF2-40B4-BE49-F238E27FC236}">
                <a16:creationId xmlns:a16="http://schemas.microsoft.com/office/drawing/2014/main" id="{E4D41F70-628A-47B9-A876-F41FCD404A79}"/>
              </a:ext>
            </a:extLst>
          </p:cNvPr>
          <p:cNvSpPr/>
          <p:nvPr/>
        </p:nvSpPr>
        <p:spPr>
          <a:xfrm>
            <a:off x="1282174" y="4488006"/>
            <a:ext cx="3928870" cy="624364"/>
          </a:xfrm>
          <a:prstGeom prst="roundRect">
            <a:avLst>
              <a:gd name="adj" fmla="val 11555"/>
            </a:avLst>
          </a:prstGeom>
          <a:solidFill>
            <a:srgbClr val="D9D1CC"/>
          </a:solidFill>
          <a:ln w="19050">
            <a:noFill/>
          </a:ln>
        </p:spPr>
        <p:txBody>
          <a:bodyPr wrap="square">
            <a:spAutoFit/>
          </a:bodyPr>
          <a:lstStyle/>
          <a:p>
            <a:pPr algn="ctr"/>
            <a:r>
              <a:rPr lang="en-GB" sz="1600" b="1" dirty="0">
                <a:latin typeface="arial" panose="020B0604020202020204" pitchFamily="34" charset="0"/>
              </a:rPr>
              <a:t>OH has considerable impact on the lives of patients with PD</a:t>
            </a:r>
            <a:r>
              <a:rPr lang="en-GB" sz="1600" b="1" baseline="30000" dirty="0">
                <a:latin typeface="arial" panose="020B0604020202020204" pitchFamily="34" charset="0"/>
              </a:rPr>
              <a:t>1-5</a:t>
            </a:r>
            <a:endParaRPr lang="en-GB" sz="1600" b="1" dirty="0"/>
          </a:p>
        </p:txBody>
      </p:sp>
      <p:graphicFrame>
        <p:nvGraphicFramePr>
          <p:cNvPr id="43" name="Chart 42">
            <a:extLst>
              <a:ext uri="{FF2B5EF4-FFF2-40B4-BE49-F238E27FC236}">
                <a16:creationId xmlns:a16="http://schemas.microsoft.com/office/drawing/2014/main" id="{D0A6C9D8-3C4C-433A-90DE-8160DF6E83C3}"/>
              </a:ext>
            </a:extLst>
          </p:cNvPr>
          <p:cNvGraphicFramePr/>
          <p:nvPr>
            <p:extLst>
              <p:ext uri="{D42A27DB-BD31-4B8C-83A1-F6EECF244321}">
                <p14:modId xmlns:p14="http://schemas.microsoft.com/office/powerpoint/2010/main" val="955330558"/>
              </p:ext>
            </p:extLst>
          </p:nvPr>
        </p:nvGraphicFramePr>
        <p:xfrm>
          <a:off x="10127094" y="3371401"/>
          <a:ext cx="540000" cy="5400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44" name="Chart 43">
            <a:extLst>
              <a:ext uri="{FF2B5EF4-FFF2-40B4-BE49-F238E27FC236}">
                <a16:creationId xmlns:a16="http://schemas.microsoft.com/office/drawing/2014/main" id="{407D5C50-FC05-4BCA-A083-BEF48EE6AC0D}"/>
              </a:ext>
            </a:extLst>
          </p:cNvPr>
          <p:cNvGraphicFramePr/>
          <p:nvPr>
            <p:extLst>
              <p:ext uri="{D42A27DB-BD31-4B8C-83A1-F6EECF244321}">
                <p14:modId xmlns:p14="http://schemas.microsoft.com/office/powerpoint/2010/main" val="279627937"/>
              </p:ext>
            </p:extLst>
          </p:nvPr>
        </p:nvGraphicFramePr>
        <p:xfrm>
          <a:off x="10127094" y="3865699"/>
          <a:ext cx="540000" cy="54000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45" name="Chart 44">
            <a:extLst>
              <a:ext uri="{FF2B5EF4-FFF2-40B4-BE49-F238E27FC236}">
                <a16:creationId xmlns:a16="http://schemas.microsoft.com/office/drawing/2014/main" id="{475B36CA-6F5F-43D1-B6C3-838BA93A2DFC}"/>
              </a:ext>
            </a:extLst>
          </p:cNvPr>
          <p:cNvGraphicFramePr/>
          <p:nvPr>
            <p:extLst>
              <p:ext uri="{D42A27DB-BD31-4B8C-83A1-F6EECF244321}">
                <p14:modId xmlns:p14="http://schemas.microsoft.com/office/powerpoint/2010/main" val="579289176"/>
              </p:ext>
            </p:extLst>
          </p:nvPr>
        </p:nvGraphicFramePr>
        <p:xfrm>
          <a:off x="10127094" y="4330505"/>
          <a:ext cx="540000" cy="540000"/>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46" name="Chart 45">
            <a:extLst>
              <a:ext uri="{FF2B5EF4-FFF2-40B4-BE49-F238E27FC236}">
                <a16:creationId xmlns:a16="http://schemas.microsoft.com/office/drawing/2014/main" id="{3590FA3B-54A0-42D7-976C-9B864179AEF0}"/>
              </a:ext>
            </a:extLst>
          </p:cNvPr>
          <p:cNvGraphicFramePr/>
          <p:nvPr>
            <p:extLst>
              <p:ext uri="{D42A27DB-BD31-4B8C-83A1-F6EECF244321}">
                <p14:modId xmlns:p14="http://schemas.microsoft.com/office/powerpoint/2010/main" val="3907291452"/>
              </p:ext>
            </p:extLst>
          </p:nvPr>
        </p:nvGraphicFramePr>
        <p:xfrm>
          <a:off x="10127094" y="4795304"/>
          <a:ext cx="540000" cy="540000"/>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47" name="Chart 46">
            <a:extLst>
              <a:ext uri="{FF2B5EF4-FFF2-40B4-BE49-F238E27FC236}">
                <a16:creationId xmlns:a16="http://schemas.microsoft.com/office/drawing/2014/main" id="{0E81FABA-41AF-4796-921E-D76B1206FDCC}"/>
              </a:ext>
            </a:extLst>
          </p:cNvPr>
          <p:cNvGraphicFramePr/>
          <p:nvPr>
            <p:extLst>
              <p:ext uri="{D42A27DB-BD31-4B8C-83A1-F6EECF244321}">
                <p14:modId xmlns:p14="http://schemas.microsoft.com/office/powerpoint/2010/main" val="2636930503"/>
              </p:ext>
            </p:extLst>
          </p:nvPr>
        </p:nvGraphicFramePr>
        <p:xfrm>
          <a:off x="10127094" y="5260113"/>
          <a:ext cx="540000" cy="540000"/>
        </p:xfrm>
        <a:graphic>
          <a:graphicData uri="http://schemas.openxmlformats.org/drawingml/2006/chart">
            <c:chart xmlns:c="http://schemas.openxmlformats.org/drawingml/2006/chart" xmlns:r="http://schemas.openxmlformats.org/officeDocument/2006/relationships" r:id="rId8"/>
          </a:graphicData>
        </a:graphic>
      </p:graphicFrame>
    </p:spTree>
    <p:custDataLst>
      <p:tags r:id="rId1"/>
    </p:custDataLst>
    <p:extLst>
      <p:ext uri="{BB962C8B-B14F-4D97-AF65-F5344CB8AC3E}">
        <p14:creationId xmlns:p14="http://schemas.microsoft.com/office/powerpoint/2010/main" val="5619181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2617EF20-FF52-49E2-9E32-9BEF75B2DE25}"/>
              </a:ext>
            </a:extLst>
          </p:cNvPr>
          <p:cNvSpPr>
            <a:spLocks noGrp="1"/>
          </p:cNvSpPr>
          <p:nvPr>
            <p:ph type="body" sz="quarter" idx="17"/>
          </p:nvPr>
        </p:nvSpPr>
        <p:spPr/>
        <p:txBody>
          <a:bodyPr/>
          <a:lstStyle/>
          <a:p>
            <a:r>
              <a:rPr lang="en-GB" dirty="0"/>
              <a:t>Parkinson’s disease – </a:t>
            </a:r>
            <a:r>
              <a:rPr lang="en-US" dirty="0"/>
              <a:t>Non-motor symptom complex and comorbidities</a:t>
            </a:r>
          </a:p>
        </p:txBody>
      </p:sp>
      <p:sp>
        <p:nvSpPr>
          <p:cNvPr id="2" name="Title 1">
            <a:extLst>
              <a:ext uri="{FF2B5EF4-FFF2-40B4-BE49-F238E27FC236}">
                <a16:creationId xmlns:a16="http://schemas.microsoft.com/office/drawing/2014/main" id="{B2F6E00B-1A58-48F1-BF5A-DFAF0F33060A}"/>
              </a:ext>
            </a:extLst>
          </p:cNvPr>
          <p:cNvSpPr>
            <a:spLocks noGrp="1"/>
          </p:cNvSpPr>
          <p:nvPr>
            <p:ph type="title"/>
          </p:nvPr>
        </p:nvSpPr>
        <p:spPr/>
        <p:txBody>
          <a:bodyPr/>
          <a:lstStyle/>
          <a:p>
            <a:r>
              <a:rPr lang="en-GB" dirty="0"/>
              <a:t>Falls and fear of falling in patients with Parkinson’s disease</a:t>
            </a:r>
          </a:p>
        </p:txBody>
      </p:sp>
      <p:sp>
        <p:nvSpPr>
          <p:cNvPr id="3" name="Content Placeholder 2">
            <a:extLst>
              <a:ext uri="{FF2B5EF4-FFF2-40B4-BE49-F238E27FC236}">
                <a16:creationId xmlns:a16="http://schemas.microsoft.com/office/drawing/2014/main" id="{E8F47780-D503-4F53-B2D8-A99DE8657C81}"/>
              </a:ext>
            </a:extLst>
          </p:cNvPr>
          <p:cNvSpPr>
            <a:spLocks noGrp="1"/>
          </p:cNvSpPr>
          <p:nvPr>
            <p:ph idx="20"/>
          </p:nvPr>
        </p:nvSpPr>
        <p:spPr/>
        <p:txBody>
          <a:bodyPr>
            <a:normAutofit/>
          </a:bodyPr>
          <a:lstStyle/>
          <a:p>
            <a:r>
              <a:rPr lang="en-US" sz="1400" dirty="0"/>
              <a:t>In a study of 844 nursing-home residents, OH was an independent risk factor for falls</a:t>
            </a:r>
            <a:r>
              <a:rPr lang="en-US" sz="1400" baseline="30000" dirty="0"/>
              <a:t>1</a:t>
            </a:r>
          </a:p>
          <a:p>
            <a:r>
              <a:rPr lang="en-US" sz="1400" dirty="0"/>
              <a:t>Another study found that patients with severe OH had a higher prevalence of falls than moderate OH (57.9% versus 38.9%, p&lt;0.001)</a:t>
            </a:r>
            <a:r>
              <a:rPr lang="en-US" sz="1400" baseline="30000" dirty="0"/>
              <a:t>2</a:t>
            </a:r>
            <a:endParaRPr lang="en-US" sz="1400" dirty="0"/>
          </a:p>
          <a:p>
            <a:r>
              <a:rPr lang="en-US" sz="1400" dirty="0"/>
              <a:t>A systematic review of falls in 22 studies of patients with PD found:</a:t>
            </a:r>
            <a:r>
              <a:rPr lang="en-US" sz="1400" baseline="30000" dirty="0"/>
              <a:t>3</a:t>
            </a:r>
            <a:endParaRPr lang="en-GB" sz="1400" dirty="0"/>
          </a:p>
        </p:txBody>
      </p:sp>
      <p:sp>
        <p:nvSpPr>
          <p:cNvPr id="5" name="Content Placeholder 4">
            <a:extLst>
              <a:ext uri="{FF2B5EF4-FFF2-40B4-BE49-F238E27FC236}">
                <a16:creationId xmlns:a16="http://schemas.microsoft.com/office/drawing/2014/main" id="{B76B3B8C-4458-4114-9DEA-B17B4034C607}"/>
              </a:ext>
            </a:extLst>
          </p:cNvPr>
          <p:cNvSpPr>
            <a:spLocks noGrp="1"/>
          </p:cNvSpPr>
          <p:nvPr>
            <p:ph idx="21"/>
          </p:nvPr>
        </p:nvSpPr>
        <p:spPr/>
        <p:txBody>
          <a:bodyPr>
            <a:normAutofit/>
          </a:bodyPr>
          <a:lstStyle/>
          <a:p>
            <a:r>
              <a:rPr lang="en-GB" sz="1400" dirty="0"/>
              <a:t>One study found that falls were the most common reason for hospitalisation in patients with PD</a:t>
            </a:r>
            <a:r>
              <a:rPr lang="en-GB" sz="1400" baseline="30000" dirty="0"/>
              <a:t>4</a:t>
            </a:r>
            <a:endParaRPr lang="en-GB" sz="1400" dirty="0"/>
          </a:p>
          <a:p>
            <a:r>
              <a:rPr lang="en-GB" sz="1400" dirty="0"/>
              <a:t>Falls put patients at risk for fractures, and head trauma</a:t>
            </a:r>
            <a:r>
              <a:rPr lang="en-GB" sz="1400" baseline="30000" dirty="0"/>
              <a:t>5,6</a:t>
            </a:r>
          </a:p>
          <a:p>
            <a:r>
              <a:rPr lang="en-GB" sz="1400" dirty="0"/>
              <a:t>In a study of </a:t>
            </a:r>
            <a:r>
              <a:rPr lang="en-GB" sz="1400"/>
              <a:t>elderly people, </a:t>
            </a:r>
            <a:r>
              <a:rPr lang="en-GB" sz="1400" dirty="0"/>
              <a:t>after experiencing a fall, approximately a third of patients develop a fear of falling, some of whom experience a self-imposed reduction in activity</a:t>
            </a:r>
            <a:r>
              <a:rPr lang="en-GB" sz="1400" baseline="30000" dirty="0"/>
              <a:t>7</a:t>
            </a:r>
            <a:endParaRPr lang="en-GB" sz="1400" dirty="0"/>
          </a:p>
          <a:p>
            <a:r>
              <a:rPr lang="en-GB" sz="1400" dirty="0"/>
              <a:t>Interviews of patients with PD with a fear of falling revealed several themes:</a:t>
            </a:r>
            <a:r>
              <a:rPr lang="en-GB" sz="1400" baseline="30000" dirty="0"/>
              <a:t>8</a:t>
            </a:r>
            <a:endParaRPr lang="en-GB" sz="1400" dirty="0"/>
          </a:p>
          <a:p>
            <a:pPr lvl="1"/>
            <a:r>
              <a:rPr lang="en-GB" dirty="0"/>
              <a:t>Fear of falling varies from patient to patient and from time to time within the same patient</a:t>
            </a:r>
          </a:p>
          <a:p>
            <a:pPr lvl="1"/>
            <a:r>
              <a:rPr lang="en-GB" dirty="0"/>
              <a:t>Fear of falling creates disturbances in everyday life, including making daily activities hazardous, and inducing a feeling of vulnerability</a:t>
            </a:r>
          </a:p>
          <a:p>
            <a:pPr lvl="1"/>
            <a:r>
              <a:rPr lang="en-GB" dirty="0"/>
              <a:t>Patients handle a fear of falling by adopting a number of different strategies, including cautiousness, and avoiding certain activities</a:t>
            </a:r>
          </a:p>
        </p:txBody>
      </p:sp>
      <p:sp>
        <p:nvSpPr>
          <p:cNvPr id="7" name="Text Placeholder 6">
            <a:extLst>
              <a:ext uri="{FF2B5EF4-FFF2-40B4-BE49-F238E27FC236}">
                <a16:creationId xmlns:a16="http://schemas.microsoft.com/office/drawing/2014/main" id="{B5C0BB66-6DC9-4C88-8F61-7D4029CF43DF}"/>
              </a:ext>
            </a:extLst>
          </p:cNvPr>
          <p:cNvSpPr>
            <a:spLocks noGrp="1"/>
          </p:cNvSpPr>
          <p:nvPr>
            <p:ph type="body" sz="quarter" idx="18"/>
          </p:nvPr>
        </p:nvSpPr>
        <p:spPr/>
        <p:txBody>
          <a:bodyPr/>
          <a:lstStyle/>
          <a:p>
            <a:r>
              <a:rPr lang="en-GB" dirty="0"/>
              <a:t>OH=orthostatic hypotension; PD=Parkinson’s disease</a:t>
            </a:r>
          </a:p>
          <a:p>
            <a:pPr marL="0" indent="0">
              <a:buNone/>
            </a:pPr>
            <a:endParaRPr lang="en-GB" dirty="0"/>
          </a:p>
          <a:p>
            <a:pPr marL="0" indent="0">
              <a:buNone/>
            </a:pPr>
            <a:r>
              <a:rPr lang="en-GB" dirty="0"/>
              <a:t>1. </a:t>
            </a:r>
            <a:r>
              <a:rPr lang="en-GB" dirty="0" err="1"/>
              <a:t>Ooi</a:t>
            </a:r>
            <a:r>
              <a:rPr lang="en-GB" dirty="0"/>
              <a:t> et al. Am J Med 2000;108(2):106–111; 2.</a:t>
            </a:r>
            <a:r>
              <a:rPr lang="en-US" dirty="0"/>
              <a:t> Merola et al. Parkinsonism </a:t>
            </a:r>
            <a:r>
              <a:rPr lang="en-US" dirty="0" err="1"/>
              <a:t>Relat</a:t>
            </a:r>
            <a:r>
              <a:rPr lang="en-US" dirty="0"/>
              <a:t> </a:t>
            </a:r>
            <a:r>
              <a:rPr lang="en-US" dirty="0" err="1"/>
              <a:t>Disord</a:t>
            </a:r>
            <a:r>
              <a:rPr lang="en-US" dirty="0"/>
              <a:t> 2016;33:65–71; </a:t>
            </a:r>
            <a:r>
              <a:rPr lang="en-GB" dirty="0"/>
              <a:t>3. Allen et al. </a:t>
            </a:r>
            <a:r>
              <a:rPr lang="en-GB" dirty="0" err="1"/>
              <a:t>Parkinsons</a:t>
            </a:r>
            <a:r>
              <a:rPr lang="en-GB" dirty="0"/>
              <a:t> Dis 2013;2013:906274; </a:t>
            </a:r>
            <a:br>
              <a:rPr lang="en-GB" dirty="0"/>
            </a:br>
            <a:r>
              <a:rPr lang="en-GB" dirty="0"/>
              <a:t>4. </a:t>
            </a:r>
            <a:r>
              <a:rPr lang="en-US" dirty="0" err="1"/>
              <a:t>Lubomski</a:t>
            </a:r>
            <a:r>
              <a:rPr lang="en-US" dirty="0"/>
              <a:t> et al. J Neurol </a:t>
            </a:r>
            <a:r>
              <a:rPr lang="en-US" dirty="0" err="1"/>
              <a:t>Neurosurg</a:t>
            </a:r>
            <a:r>
              <a:rPr lang="en-US" dirty="0"/>
              <a:t> Psychiatry 2015;86(3):324–330; </a:t>
            </a:r>
            <a:r>
              <a:rPr lang="en-GB" dirty="0"/>
              <a:t>5. Goldstein &amp; </a:t>
            </a:r>
            <a:r>
              <a:rPr lang="en-GB" dirty="0" err="1"/>
              <a:t>Sharabi</a:t>
            </a:r>
            <a:r>
              <a:rPr lang="en-GB" dirty="0"/>
              <a:t>. Circulation 2009;119(1):139–146; </a:t>
            </a:r>
            <a:br>
              <a:rPr lang="en-GB" dirty="0"/>
            </a:br>
            <a:r>
              <a:rPr lang="en-GB" dirty="0"/>
              <a:t>6. Pathak et al. Mov </a:t>
            </a:r>
            <a:r>
              <a:rPr lang="en-GB" dirty="0" err="1"/>
              <a:t>Disord</a:t>
            </a:r>
            <a:r>
              <a:rPr lang="en-GB" dirty="0"/>
              <a:t> 2005;20(9):1213–1219; 7. </a:t>
            </a:r>
            <a:r>
              <a:rPr lang="en-GB" dirty="0" err="1"/>
              <a:t>Vellas</a:t>
            </a:r>
            <a:r>
              <a:rPr lang="en-GB" dirty="0"/>
              <a:t> et al. Age Ageing 1997;26(3):189–193; 8. </a:t>
            </a:r>
            <a:r>
              <a:rPr lang="en-US" dirty="0" err="1"/>
              <a:t>Jonasson</a:t>
            </a:r>
            <a:r>
              <a:rPr lang="en-US" dirty="0"/>
              <a:t> et al. BMC </a:t>
            </a:r>
            <a:r>
              <a:rPr lang="en-US" dirty="0" err="1"/>
              <a:t>Geriatr</a:t>
            </a:r>
            <a:r>
              <a:rPr lang="en-US" dirty="0"/>
              <a:t> 2018;18(1):44</a:t>
            </a:r>
          </a:p>
        </p:txBody>
      </p:sp>
      <p:sp>
        <p:nvSpPr>
          <p:cNvPr id="4" name="Slide Number Placeholder 3">
            <a:extLst>
              <a:ext uri="{FF2B5EF4-FFF2-40B4-BE49-F238E27FC236}">
                <a16:creationId xmlns:a16="http://schemas.microsoft.com/office/drawing/2014/main" id="{DC6828A6-2597-42F2-965C-E7B0A4DE16B4}"/>
              </a:ext>
            </a:extLst>
          </p:cNvPr>
          <p:cNvSpPr>
            <a:spLocks noGrp="1"/>
          </p:cNvSpPr>
          <p:nvPr>
            <p:ph type="sldNum" sz="quarter" idx="4"/>
          </p:nvPr>
        </p:nvSpPr>
        <p:spPr/>
        <p:txBody>
          <a:bodyPr/>
          <a:lstStyle/>
          <a:p>
            <a:fld id="{6DBC486D-4FAB-B746-8B02-8D7C842291C6}" type="slidenum">
              <a:rPr lang="en-GB" smtClean="0"/>
              <a:t>31</a:t>
            </a:fld>
            <a:endParaRPr lang="en-GB" dirty="0"/>
          </a:p>
        </p:txBody>
      </p:sp>
      <p:graphicFrame>
        <p:nvGraphicFramePr>
          <p:cNvPr id="9" name="Chart 8">
            <a:extLst>
              <a:ext uri="{FF2B5EF4-FFF2-40B4-BE49-F238E27FC236}">
                <a16:creationId xmlns:a16="http://schemas.microsoft.com/office/drawing/2014/main" id="{2C48862D-10B5-4EA9-8494-5931718D0B97}"/>
              </a:ext>
            </a:extLst>
          </p:cNvPr>
          <p:cNvGraphicFramePr/>
          <p:nvPr>
            <p:extLst>
              <p:ext uri="{D42A27DB-BD31-4B8C-83A1-F6EECF244321}">
                <p14:modId xmlns:p14="http://schemas.microsoft.com/office/powerpoint/2010/main" val="1940693499"/>
              </p:ext>
            </p:extLst>
          </p:nvPr>
        </p:nvGraphicFramePr>
        <p:xfrm>
          <a:off x="838200" y="3454811"/>
          <a:ext cx="5224272" cy="2462746"/>
        </p:xfrm>
        <a:graphic>
          <a:graphicData uri="http://schemas.openxmlformats.org/drawingml/2006/chart">
            <c:chart xmlns:c="http://schemas.openxmlformats.org/drawingml/2006/chart" xmlns:r="http://schemas.openxmlformats.org/officeDocument/2006/relationships" r:id="rId4"/>
          </a:graphicData>
        </a:graphic>
      </p:graphicFrame>
      <p:sp>
        <p:nvSpPr>
          <p:cNvPr id="10" name="TextBox 9">
            <a:extLst>
              <a:ext uri="{FF2B5EF4-FFF2-40B4-BE49-F238E27FC236}">
                <a16:creationId xmlns:a16="http://schemas.microsoft.com/office/drawing/2014/main" id="{EDB9D1B1-53A0-4024-A56C-27444C65AB51}"/>
              </a:ext>
            </a:extLst>
          </p:cNvPr>
          <p:cNvSpPr txBox="1"/>
          <p:nvPr/>
        </p:nvSpPr>
        <p:spPr>
          <a:xfrm>
            <a:off x="2838084" y="3961130"/>
            <a:ext cx="745717" cy="461665"/>
          </a:xfrm>
          <a:prstGeom prst="rect">
            <a:avLst/>
          </a:prstGeom>
          <a:noFill/>
        </p:spPr>
        <p:txBody>
          <a:bodyPr wrap="none" rtlCol="0">
            <a:spAutoFit/>
          </a:bodyPr>
          <a:lstStyle/>
          <a:p>
            <a:pPr>
              <a:spcBef>
                <a:spcPts val="900"/>
              </a:spcBef>
            </a:pPr>
            <a:r>
              <a:rPr lang="en-GB" sz="1200" dirty="0">
                <a:solidFill>
                  <a:schemeClr val="tx2"/>
                </a:solidFill>
                <a:latin typeface="Arial" panose="020B0604020202020204" pitchFamily="34" charset="0"/>
                <a:cs typeface="Arial" panose="020B0604020202020204" pitchFamily="34" charset="0"/>
              </a:rPr>
              <a:t>Range: </a:t>
            </a:r>
            <a:br>
              <a:rPr lang="en-GB" sz="1200" dirty="0">
                <a:solidFill>
                  <a:schemeClr val="tx2"/>
                </a:solidFill>
                <a:latin typeface="Arial" panose="020B0604020202020204" pitchFamily="34" charset="0"/>
                <a:cs typeface="Arial" panose="020B0604020202020204" pitchFamily="34" charset="0"/>
              </a:rPr>
            </a:br>
            <a:r>
              <a:rPr lang="en-GB" sz="1200" dirty="0">
                <a:solidFill>
                  <a:schemeClr val="tx2"/>
                </a:solidFill>
                <a:latin typeface="Arial" panose="020B0604020202020204" pitchFamily="34" charset="0"/>
                <a:cs typeface="Arial" panose="020B0604020202020204" pitchFamily="34" charset="0"/>
              </a:rPr>
              <a:t>35–90%</a:t>
            </a:r>
          </a:p>
        </p:txBody>
      </p:sp>
      <p:sp>
        <p:nvSpPr>
          <p:cNvPr id="11" name="TextBox 10">
            <a:extLst>
              <a:ext uri="{FF2B5EF4-FFF2-40B4-BE49-F238E27FC236}">
                <a16:creationId xmlns:a16="http://schemas.microsoft.com/office/drawing/2014/main" id="{87CA8991-8F8F-4913-87F4-774451CA3249}"/>
              </a:ext>
            </a:extLst>
          </p:cNvPr>
          <p:cNvSpPr txBox="1"/>
          <p:nvPr/>
        </p:nvSpPr>
        <p:spPr>
          <a:xfrm>
            <a:off x="4901500" y="4354845"/>
            <a:ext cx="745717" cy="461665"/>
          </a:xfrm>
          <a:prstGeom prst="rect">
            <a:avLst/>
          </a:prstGeom>
          <a:noFill/>
        </p:spPr>
        <p:txBody>
          <a:bodyPr wrap="none" rtlCol="0">
            <a:spAutoFit/>
          </a:bodyPr>
          <a:lstStyle/>
          <a:p>
            <a:pPr>
              <a:spcBef>
                <a:spcPts val="900"/>
              </a:spcBef>
            </a:pPr>
            <a:r>
              <a:rPr lang="en-GB" sz="1200" dirty="0">
                <a:solidFill>
                  <a:schemeClr val="tx2"/>
                </a:solidFill>
                <a:latin typeface="Arial" panose="020B0604020202020204" pitchFamily="34" charset="0"/>
                <a:cs typeface="Arial" panose="020B0604020202020204" pitchFamily="34" charset="0"/>
              </a:rPr>
              <a:t>Range: </a:t>
            </a:r>
            <a:br>
              <a:rPr lang="en-GB" sz="1200" dirty="0">
                <a:solidFill>
                  <a:schemeClr val="tx2"/>
                </a:solidFill>
                <a:latin typeface="Arial" panose="020B0604020202020204" pitchFamily="34" charset="0"/>
                <a:cs typeface="Arial" panose="020B0604020202020204" pitchFamily="34" charset="0"/>
              </a:rPr>
            </a:br>
            <a:r>
              <a:rPr lang="en-GB" sz="1200" dirty="0">
                <a:solidFill>
                  <a:schemeClr val="tx2"/>
                </a:solidFill>
                <a:latin typeface="Arial" panose="020B0604020202020204" pitchFamily="34" charset="0"/>
                <a:cs typeface="Arial" panose="020B0604020202020204" pitchFamily="34" charset="0"/>
              </a:rPr>
              <a:t>18–65%</a:t>
            </a:r>
          </a:p>
        </p:txBody>
      </p:sp>
      <p:sp>
        <p:nvSpPr>
          <p:cNvPr id="13" name="Rectangle 12">
            <a:extLst>
              <a:ext uri="{FF2B5EF4-FFF2-40B4-BE49-F238E27FC236}">
                <a16:creationId xmlns:a16="http://schemas.microsoft.com/office/drawing/2014/main" id="{3C054A07-75E2-40B6-A110-D44C88BDF0C9}"/>
              </a:ext>
            </a:extLst>
          </p:cNvPr>
          <p:cNvSpPr/>
          <p:nvPr/>
        </p:nvSpPr>
        <p:spPr>
          <a:xfrm>
            <a:off x="2127998" y="4007296"/>
            <a:ext cx="646331" cy="369332"/>
          </a:xfrm>
          <a:prstGeom prst="rect">
            <a:avLst/>
          </a:prstGeom>
        </p:spPr>
        <p:txBody>
          <a:bodyPr wrap="none">
            <a:spAutoFit/>
          </a:bodyPr>
          <a:lstStyle/>
          <a:p>
            <a:pPr algn="r">
              <a:spcBef>
                <a:spcPts val="900"/>
              </a:spcBef>
            </a:pPr>
            <a:r>
              <a:rPr lang="en-GB" b="1" dirty="0">
                <a:solidFill>
                  <a:schemeClr val="accent5"/>
                </a:solidFill>
                <a:latin typeface="Arial" panose="020B0604020202020204" pitchFamily="34" charset="0"/>
                <a:cs typeface="Arial" panose="020B0604020202020204" pitchFamily="34" charset="0"/>
              </a:rPr>
              <a:t>61%</a:t>
            </a:r>
          </a:p>
        </p:txBody>
      </p:sp>
      <p:sp>
        <p:nvSpPr>
          <p:cNvPr id="14" name="Rectangle 13">
            <a:extLst>
              <a:ext uri="{FF2B5EF4-FFF2-40B4-BE49-F238E27FC236}">
                <a16:creationId xmlns:a16="http://schemas.microsoft.com/office/drawing/2014/main" id="{9DA9547B-41EE-4591-8C43-815AD3A74768}"/>
              </a:ext>
            </a:extLst>
          </p:cNvPr>
          <p:cNvSpPr/>
          <p:nvPr/>
        </p:nvSpPr>
        <p:spPr>
          <a:xfrm>
            <a:off x="4230742" y="4401011"/>
            <a:ext cx="646331" cy="369332"/>
          </a:xfrm>
          <a:prstGeom prst="rect">
            <a:avLst/>
          </a:prstGeom>
        </p:spPr>
        <p:txBody>
          <a:bodyPr wrap="none">
            <a:spAutoFit/>
          </a:bodyPr>
          <a:lstStyle/>
          <a:p>
            <a:pPr algn="r">
              <a:spcBef>
                <a:spcPts val="900"/>
              </a:spcBef>
            </a:pPr>
            <a:r>
              <a:rPr lang="en-GB" b="1" dirty="0">
                <a:solidFill>
                  <a:schemeClr val="accent5"/>
                </a:solidFill>
                <a:latin typeface="Arial" panose="020B0604020202020204" pitchFamily="34" charset="0"/>
                <a:cs typeface="Arial" panose="020B0604020202020204" pitchFamily="34" charset="0"/>
              </a:rPr>
              <a:t>39%</a:t>
            </a:r>
          </a:p>
        </p:txBody>
      </p:sp>
    </p:spTree>
    <p:custDataLst>
      <p:tags r:id="rId1"/>
    </p:custDataLst>
    <p:extLst>
      <p:ext uri="{BB962C8B-B14F-4D97-AF65-F5344CB8AC3E}">
        <p14:creationId xmlns:p14="http://schemas.microsoft.com/office/powerpoint/2010/main" val="11769830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C0DF3994-B5D1-4701-A0D7-6232CFAA0AFB}"/>
              </a:ext>
            </a:extLst>
          </p:cNvPr>
          <p:cNvSpPr>
            <a:spLocks noGrp="1"/>
          </p:cNvSpPr>
          <p:nvPr>
            <p:ph type="body" sz="quarter" idx="17"/>
          </p:nvPr>
        </p:nvSpPr>
        <p:spPr/>
        <p:txBody>
          <a:bodyPr/>
          <a:lstStyle/>
          <a:p>
            <a:r>
              <a:rPr lang="en-GB" dirty="0"/>
              <a:t>Parkinson’s disease – </a:t>
            </a:r>
            <a:r>
              <a:rPr lang="en-US" dirty="0"/>
              <a:t>Non-motor symptom complex and comorbidities</a:t>
            </a:r>
          </a:p>
        </p:txBody>
      </p:sp>
      <p:sp>
        <p:nvSpPr>
          <p:cNvPr id="2" name="Title 1">
            <a:extLst>
              <a:ext uri="{FF2B5EF4-FFF2-40B4-BE49-F238E27FC236}">
                <a16:creationId xmlns:a16="http://schemas.microsoft.com/office/drawing/2014/main" id="{C0C5E811-832B-46B8-9179-8433E6EEDD89}"/>
              </a:ext>
            </a:extLst>
          </p:cNvPr>
          <p:cNvSpPr>
            <a:spLocks noGrp="1"/>
          </p:cNvSpPr>
          <p:nvPr>
            <p:ph type="title"/>
          </p:nvPr>
        </p:nvSpPr>
        <p:spPr/>
        <p:txBody>
          <a:bodyPr/>
          <a:lstStyle/>
          <a:p>
            <a:r>
              <a:rPr lang="en-GB" dirty="0"/>
              <a:t>Management of neurogenic orthostatic hypotension</a:t>
            </a:r>
          </a:p>
        </p:txBody>
      </p:sp>
      <p:sp>
        <p:nvSpPr>
          <p:cNvPr id="3" name="Content Placeholder 2">
            <a:extLst>
              <a:ext uri="{FF2B5EF4-FFF2-40B4-BE49-F238E27FC236}">
                <a16:creationId xmlns:a16="http://schemas.microsoft.com/office/drawing/2014/main" id="{0D4E6B63-7DA0-49B3-99AB-1141A0EBA1BF}"/>
              </a:ext>
            </a:extLst>
          </p:cNvPr>
          <p:cNvSpPr>
            <a:spLocks noGrp="1"/>
          </p:cNvSpPr>
          <p:nvPr>
            <p:ph idx="20"/>
          </p:nvPr>
        </p:nvSpPr>
        <p:spPr/>
        <p:txBody>
          <a:bodyPr>
            <a:normAutofit/>
          </a:bodyPr>
          <a:lstStyle/>
          <a:p>
            <a:r>
              <a:rPr lang="en-GB" dirty="0"/>
              <a:t>The goal of therapy in patients with OH is to reduce postural symptoms, rather than achieve normotension</a:t>
            </a:r>
            <a:r>
              <a:rPr lang="en-GB" baseline="30000" dirty="0"/>
              <a:t>1</a:t>
            </a:r>
            <a:endParaRPr lang="en-GB" dirty="0"/>
          </a:p>
          <a:p>
            <a:r>
              <a:rPr lang="en-GB" dirty="0"/>
              <a:t>Non-pharmacological interventions should always be the first-line response to OH and nOH; such interventions include:</a:t>
            </a:r>
            <a:r>
              <a:rPr lang="en-GB" baseline="30000" dirty="0"/>
              <a:t>1-5</a:t>
            </a:r>
            <a:endParaRPr lang="en-GB" dirty="0"/>
          </a:p>
          <a:p>
            <a:pPr lvl="1"/>
            <a:r>
              <a:rPr lang="en-GB" sz="1400" dirty="0"/>
              <a:t>Avoiding quick positional changes</a:t>
            </a:r>
          </a:p>
          <a:p>
            <a:pPr lvl="1"/>
            <a:r>
              <a:rPr lang="en-GB" sz="1400" dirty="0"/>
              <a:t>Increasing fluid intake</a:t>
            </a:r>
          </a:p>
          <a:p>
            <a:pPr lvl="1"/>
            <a:r>
              <a:rPr lang="en-GB" sz="1400" dirty="0"/>
              <a:t>Adjusting PD medication</a:t>
            </a:r>
          </a:p>
          <a:p>
            <a:pPr lvl="1"/>
            <a:r>
              <a:rPr lang="en-GB" sz="1400" dirty="0"/>
              <a:t>Increasing salt intake</a:t>
            </a:r>
          </a:p>
          <a:p>
            <a:pPr lvl="1"/>
            <a:r>
              <a:rPr lang="en-GB" sz="1400" dirty="0"/>
              <a:t>Wearing compression stockings and/or </a:t>
            </a:r>
            <a:br>
              <a:rPr lang="en-GB" sz="1400" dirty="0"/>
            </a:br>
            <a:r>
              <a:rPr lang="en-GB" sz="1400" dirty="0"/>
              <a:t>abdominal binders</a:t>
            </a:r>
          </a:p>
          <a:p>
            <a:pPr lvl="1"/>
            <a:r>
              <a:rPr lang="en-GB" sz="1400" dirty="0"/>
              <a:t>Elevation of the head of the bed</a:t>
            </a:r>
          </a:p>
          <a:p>
            <a:pPr lvl="1"/>
            <a:r>
              <a:rPr lang="en-GB" sz="1400" dirty="0"/>
              <a:t>Avoiding over-heating</a:t>
            </a:r>
          </a:p>
          <a:p>
            <a:pPr lvl="1"/>
            <a:r>
              <a:rPr lang="en-GB" sz="1400" dirty="0"/>
              <a:t>Physical measures, including standing up and crossing legs, standing up and squeezing hands tightly</a:t>
            </a:r>
          </a:p>
        </p:txBody>
      </p:sp>
      <p:sp>
        <p:nvSpPr>
          <p:cNvPr id="5" name="Content Placeholder 4">
            <a:extLst>
              <a:ext uri="{FF2B5EF4-FFF2-40B4-BE49-F238E27FC236}">
                <a16:creationId xmlns:a16="http://schemas.microsoft.com/office/drawing/2014/main" id="{0B7951B5-DB29-42D2-8CE0-84D3D3821E31}"/>
              </a:ext>
            </a:extLst>
          </p:cNvPr>
          <p:cNvSpPr>
            <a:spLocks noGrp="1"/>
          </p:cNvSpPr>
          <p:nvPr>
            <p:ph idx="21"/>
          </p:nvPr>
        </p:nvSpPr>
        <p:spPr/>
        <p:txBody>
          <a:bodyPr>
            <a:normAutofit/>
          </a:bodyPr>
          <a:lstStyle/>
          <a:p>
            <a:r>
              <a:rPr lang="en-GB" dirty="0"/>
              <a:t>Pharmacological interventions include a variety of potential therapies that act on blood vessels, blood volume, or pressor mechanisms:</a:t>
            </a:r>
            <a:r>
              <a:rPr lang="en-GB" baseline="30000" dirty="0"/>
              <a:t>1,4,5</a:t>
            </a:r>
            <a:endParaRPr lang="en-GB" dirty="0"/>
          </a:p>
          <a:p>
            <a:pPr lvl="1"/>
            <a:r>
              <a:rPr lang="en-GB" sz="1400" dirty="0"/>
              <a:t>Mineralocorticoids</a:t>
            </a:r>
          </a:p>
          <a:p>
            <a:pPr lvl="1"/>
            <a:r>
              <a:rPr lang="el-GR" sz="1400" dirty="0"/>
              <a:t>α</a:t>
            </a:r>
            <a:r>
              <a:rPr lang="en-GB" sz="1400" dirty="0"/>
              <a:t>1-adrenergic agonists</a:t>
            </a:r>
          </a:p>
          <a:p>
            <a:pPr lvl="1"/>
            <a:r>
              <a:rPr lang="en-GB" sz="1400" dirty="0"/>
              <a:t>Replenishing plasma noradrenaline levels/</a:t>
            </a:r>
            <a:br>
              <a:rPr lang="en-GB" sz="1400" dirty="0"/>
            </a:br>
            <a:r>
              <a:rPr lang="en-GB" sz="1400" dirty="0"/>
              <a:t>noradrenaline precursor</a:t>
            </a:r>
            <a:r>
              <a:rPr lang="en-GB" sz="1400" baseline="30000" dirty="0"/>
              <a:t>6</a:t>
            </a:r>
            <a:endParaRPr lang="en-GB" sz="1400" dirty="0"/>
          </a:p>
          <a:p>
            <a:pPr lvl="1"/>
            <a:r>
              <a:rPr lang="en-GB" sz="1400" dirty="0"/>
              <a:t>Vasopressin receptor agonists</a:t>
            </a:r>
          </a:p>
          <a:p>
            <a:pPr lvl="1"/>
            <a:r>
              <a:rPr lang="en-GB" sz="1400" dirty="0"/>
              <a:t>Venous </a:t>
            </a:r>
            <a:r>
              <a:rPr lang="el-GR" sz="1400" dirty="0"/>
              <a:t>α</a:t>
            </a:r>
            <a:r>
              <a:rPr lang="en-GB" sz="1400" dirty="0"/>
              <a:t>-adrenergic agonists</a:t>
            </a:r>
          </a:p>
          <a:p>
            <a:pPr lvl="1"/>
            <a:r>
              <a:rPr lang="en-GB" sz="1400" dirty="0"/>
              <a:t>Erythropoiesis stimulating agents</a:t>
            </a:r>
          </a:p>
          <a:p>
            <a:pPr lvl="1"/>
            <a:r>
              <a:rPr lang="en-GB" sz="1400" dirty="0"/>
              <a:t>Prostaglandin synthetase inhibitors</a:t>
            </a:r>
          </a:p>
          <a:p>
            <a:pPr lvl="1"/>
            <a:r>
              <a:rPr lang="en-GB" sz="1400" dirty="0"/>
              <a:t>Acetylcholinesterase inhibitors</a:t>
            </a:r>
          </a:p>
        </p:txBody>
      </p:sp>
      <p:sp>
        <p:nvSpPr>
          <p:cNvPr id="7" name="Text Placeholder 6">
            <a:extLst>
              <a:ext uri="{FF2B5EF4-FFF2-40B4-BE49-F238E27FC236}">
                <a16:creationId xmlns:a16="http://schemas.microsoft.com/office/drawing/2014/main" id="{AD34E83C-86DE-452A-81BD-DC6BA0A604D5}"/>
              </a:ext>
            </a:extLst>
          </p:cNvPr>
          <p:cNvSpPr>
            <a:spLocks noGrp="1"/>
          </p:cNvSpPr>
          <p:nvPr>
            <p:ph type="body" sz="quarter" idx="18"/>
          </p:nvPr>
        </p:nvSpPr>
        <p:spPr/>
        <p:txBody>
          <a:bodyPr/>
          <a:lstStyle/>
          <a:p>
            <a:r>
              <a:rPr lang="en-GB" dirty="0" err="1"/>
              <a:t>nOH</a:t>
            </a:r>
            <a:r>
              <a:rPr lang="en-GB" dirty="0"/>
              <a:t>=neurogenic orthostatic hypotension; OH=orthostatic hypotension; PD=Parkinson’s disease; QoL=quality of life</a:t>
            </a:r>
          </a:p>
          <a:p>
            <a:pPr marL="0" indent="0">
              <a:buNone/>
            </a:pPr>
            <a:endParaRPr lang="en-GB" dirty="0"/>
          </a:p>
          <a:p>
            <a:pPr marL="0" indent="0">
              <a:buNone/>
            </a:pPr>
            <a:r>
              <a:rPr lang="en-GB" dirty="0"/>
              <a:t>1. Maule et al. Cardiovasc </a:t>
            </a:r>
            <a:r>
              <a:rPr lang="en-GB" dirty="0" err="1"/>
              <a:t>Hematol</a:t>
            </a:r>
            <a:r>
              <a:rPr lang="en-GB" dirty="0"/>
              <a:t> </a:t>
            </a:r>
            <a:r>
              <a:rPr lang="en-GB" dirty="0" err="1"/>
              <a:t>Disord</a:t>
            </a:r>
            <a:r>
              <a:rPr lang="en-GB" dirty="0"/>
              <a:t> Drug Targets 2007;7(1):63–70; </a:t>
            </a:r>
            <a:r>
              <a:rPr lang="en-US" dirty="0"/>
              <a:t>2. Claassen et al. BMC Neurol 2018;18(1):125; </a:t>
            </a:r>
            <a:r>
              <a:rPr lang="en-GB" dirty="0"/>
              <a:t>3. Isaacson. Am J </a:t>
            </a:r>
            <a:r>
              <a:rPr lang="en-GB" dirty="0" err="1"/>
              <a:t>Manag</a:t>
            </a:r>
            <a:r>
              <a:rPr lang="en-GB" dirty="0"/>
              <a:t> Care 2015;21(13 </a:t>
            </a:r>
            <a:r>
              <a:rPr lang="en-GB" dirty="0" err="1"/>
              <a:t>Suppl</a:t>
            </a:r>
            <a:r>
              <a:rPr lang="en-GB" dirty="0"/>
              <a:t>):S258–S268;</a:t>
            </a:r>
            <a:br>
              <a:rPr lang="en-GB" dirty="0"/>
            </a:br>
            <a:r>
              <a:rPr lang="en-GB" dirty="0"/>
              <a:t>4. Freeman. N </a:t>
            </a:r>
            <a:r>
              <a:rPr lang="en-GB" dirty="0" err="1"/>
              <a:t>Engl</a:t>
            </a:r>
            <a:r>
              <a:rPr lang="en-GB" dirty="0"/>
              <a:t> J Med. 2008;358(6):615–624; 5. Fanciulli et al. J </a:t>
            </a:r>
            <a:r>
              <a:rPr lang="en-GB" dirty="0" err="1"/>
              <a:t>Parkinsons</a:t>
            </a:r>
            <a:r>
              <a:rPr lang="en-GB" dirty="0"/>
              <a:t> Dis 2020;10(s1):S57–S64; 6. Kaufmann et al. Expert Rev Cardiovasc </a:t>
            </a:r>
            <a:r>
              <a:rPr lang="en-GB" dirty="0" err="1"/>
              <a:t>Ther</a:t>
            </a:r>
            <a:r>
              <a:rPr lang="en-GB" dirty="0"/>
              <a:t> 2015;13(8):875–891</a:t>
            </a:r>
          </a:p>
        </p:txBody>
      </p:sp>
      <p:sp>
        <p:nvSpPr>
          <p:cNvPr id="4" name="Slide Number Placeholder 3">
            <a:extLst>
              <a:ext uri="{FF2B5EF4-FFF2-40B4-BE49-F238E27FC236}">
                <a16:creationId xmlns:a16="http://schemas.microsoft.com/office/drawing/2014/main" id="{67388238-C0B6-49FC-9B99-2AEBBC442666}"/>
              </a:ext>
            </a:extLst>
          </p:cNvPr>
          <p:cNvSpPr>
            <a:spLocks noGrp="1"/>
          </p:cNvSpPr>
          <p:nvPr>
            <p:ph type="sldNum" sz="quarter" idx="4"/>
          </p:nvPr>
        </p:nvSpPr>
        <p:spPr/>
        <p:txBody>
          <a:bodyPr/>
          <a:lstStyle/>
          <a:p>
            <a:fld id="{6DBC486D-4FAB-B746-8B02-8D7C842291C6}" type="slidenum">
              <a:rPr lang="en-GB" smtClean="0"/>
              <a:t>32</a:t>
            </a:fld>
            <a:endParaRPr lang="en-GB" dirty="0"/>
          </a:p>
        </p:txBody>
      </p:sp>
      <p:pic>
        <p:nvPicPr>
          <p:cNvPr id="30" name="Graphic 29" descr="Medicine">
            <a:extLst>
              <a:ext uri="{FF2B5EF4-FFF2-40B4-BE49-F238E27FC236}">
                <a16:creationId xmlns:a16="http://schemas.microsoft.com/office/drawing/2014/main" id="{42AD71C9-2E48-4E18-B54E-5844CE51F08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078665" y="2373521"/>
            <a:ext cx="1275135" cy="1275135"/>
          </a:xfrm>
          <a:prstGeom prst="rect">
            <a:avLst/>
          </a:prstGeom>
        </p:spPr>
      </p:pic>
      <p:sp>
        <p:nvSpPr>
          <p:cNvPr id="31" name="Rectangle: Rounded Corners 30">
            <a:extLst>
              <a:ext uri="{FF2B5EF4-FFF2-40B4-BE49-F238E27FC236}">
                <a16:creationId xmlns:a16="http://schemas.microsoft.com/office/drawing/2014/main" id="{C53DD6CF-04C7-4A51-A785-CC58863B1F4B}"/>
              </a:ext>
            </a:extLst>
          </p:cNvPr>
          <p:cNvSpPr/>
          <p:nvPr/>
        </p:nvSpPr>
        <p:spPr>
          <a:xfrm>
            <a:off x="6584950" y="4826286"/>
            <a:ext cx="4711700" cy="1129308"/>
          </a:xfrm>
          <a:prstGeom prst="roundRect">
            <a:avLst>
              <a:gd name="adj" fmla="val 8567"/>
            </a:avLst>
          </a:prstGeom>
          <a:solidFill>
            <a:schemeClr val="bg1"/>
          </a:solidFill>
          <a:ln w="19050">
            <a:solidFill>
              <a:schemeClr val="accent1"/>
            </a:solidFill>
          </a:ln>
        </p:spPr>
        <p:txBody>
          <a:bodyPr wrap="square">
            <a:spAutoFit/>
          </a:bodyPr>
          <a:lstStyle/>
          <a:p>
            <a:pPr algn="ctr"/>
            <a:r>
              <a:rPr lang="en-US" sz="1600" dirty="0">
                <a:latin typeface="arial" panose="020B0604020202020204" pitchFamily="34" charset="0"/>
              </a:rPr>
              <a:t>Healthcare providers must often make use of non-pharmacological treatments and pharmacotherapy to improve the functioning and QoL of patients with nOH</a:t>
            </a:r>
            <a:r>
              <a:rPr lang="en-US" sz="1600" baseline="30000" dirty="0">
                <a:latin typeface="arial" panose="020B0604020202020204" pitchFamily="34" charset="0"/>
              </a:rPr>
              <a:t>3</a:t>
            </a:r>
            <a:endParaRPr lang="en-GB" sz="1600" dirty="0"/>
          </a:p>
        </p:txBody>
      </p:sp>
      <p:pic>
        <p:nvPicPr>
          <p:cNvPr id="39" name="Graphic 38" descr="Sock">
            <a:extLst>
              <a:ext uri="{FF2B5EF4-FFF2-40B4-BE49-F238E27FC236}">
                <a16:creationId xmlns:a16="http://schemas.microsoft.com/office/drawing/2014/main" id="{9C1E72AD-B0B1-405E-9A4F-B1D1F381BBD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flipH="1">
            <a:off x="4630436" y="3556314"/>
            <a:ext cx="914400" cy="914400"/>
          </a:xfrm>
          <a:prstGeom prst="rect">
            <a:avLst/>
          </a:prstGeom>
        </p:spPr>
      </p:pic>
      <p:pic>
        <p:nvPicPr>
          <p:cNvPr id="40" name="Graphic 39" descr="Sock">
            <a:extLst>
              <a:ext uri="{FF2B5EF4-FFF2-40B4-BE49-F238E27FC236}">
                <a16:creationId xmlns:a16="http://schemas.microsoft.com/office/drawing/2014/main" id="{1989EFEA-B3E9-4523-9D8D-F54821ACF8D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flipH="1">
            <a:off x="4984957" y="3779080"/>
            <a:ext cx="914400" cy="914400"/>
          </a:xfrm>
          <a:prstGeom prst="rect">
            <a:avLst/>
          </a:prstGeom>
        </p:spPr>
      </p:pic>
    </p:spTree>
    <p:custDataLst>
      <p:tags r:id="rId1"/>
    </p:custDataLst>
    <p:extLst>
      <p:ext uri="{BB962C8B-B14F-4D97-AF65-F5344CB8AC3E}">
        <p14:creationId xmlns:p14="http://schemas.microsoft.com/office/powerpoint/2010/main" val="39110327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1219200" y="546100"/>
            <a:ext cx="7971692" cy="2105818"/>
          </a:xfrm>
        </p:spPr>
        <p:txBody>
          <a:bodyPr/>
          <a:lstStyle/>
          <a:p>
            <a:r>
              <a:rPr lang="en-GB" dirty="0"/>
              <a:t>Comorbidities of PD</a:t>
            </a:r>
          </a:p>
        </p:txBody>
      </p:sp>
      <p:sp>
        <p:nvSpPr>
          <p:cNvPr id="2" name="Text Placeholder 1">
            <a:extLst>
              <a:ext uri="{FF2B5EF4-FFF2-40B4-BE49-F238E27FC236}">
                <a16:creationId xmlns:a16="http://schemas.microsoft.com/office/drawing/2014/main" id="{6C2B1979-91A8-4FE0-8A7E-6139B495F81B}"/>
              </a:ext>
            </a:extLst>
          </p:cNvPr>
          <p:cNvSpPr>
            <a:spLocks noGrp="1"/>
          </p:cNvSpPr>
          <p:nvPr>
            <p:ph type="body" idx="1"/>
          </p:nvPr>
        </p:nvSpPr>
        <p:spPr/>
        <p:txBody>
          <a:bodyPr/>
          <a:lstStyle/>
          <a:p>
            <a:endParaRPr lang="da-DK" dirty="0"/>
          </a:p>
        </p:txBody>
      </p:sp>
    </p:spTree>
    <p:custDataLst>
      <p:tags r:id="rId1"/>
    </p:custDataLst>
    <p:extLst>
      <p:ext uri="{BB962C8B-B14F-4D97-AF65-F5344CB8AC3E}">
        <p14:creationId xmlns:p14="http://schemas.microsoft.com/office/powerpoint/2010/main" val="276202660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84819E58-6C23-6120-79A3-12348F003072}"/>
              </a:ext>
            </a:extLst>
          </p:cNvPr>
          <p:cNvCxnSpPr>
            <a:cxnSpLocks/>
          </p:cNvCxnSpPr>
          <p:nvPr/>
        </p:nvCxnSpPr>
        <p:spPr>
          <a:xfrm>
            <a:off x="5836444" y="1676400"/>
            <a:ext cx="0" cy="3988594"/>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5" name="Text Placeholder 4">
            <a:extLst>
              <a:ext uri="{FF2B5EF4-FFF2-40B4-BE49-F238E27FC236}">
                <a16:creationId xmlns:a16="http://schemas.microsoft.com/office/drawing/2014/main" id="{46A90CF2-0A7B-4BB0-A1B7-A3975784F5F5}"/>
              </a:ext>
            </a:extLst>
          </p:cNvPr>
          <p:cNvSpPr>
            <a:spLocks noGrp="1"/>
          </p:cNvSpPr>
          <p:nvPr>
            <p:ph type="body" sz="quarter" idx="17"/>
          </p:nvPr>
        </p:nvSpPr>
        <p:spPr/>
        <p:txBody>
          <a:bodyPr/>
          <a:lstStyle/>
          <a:p>
            <a:r>
              <a:rPr lang="en-GB" dirty="0"/>
              <a:t>Parkinson’s disease – </a:t>
            </a:r>
            <a:r>
              <a:rPr lang="en-US" dirty="0"/>
              <a:t>Non-motor symptom complex and comorbidities</a:t>
            </a:r>
          </a:p>
        </p:txBody>
      </p:sp>
      <p:sp>
        <p:nvSpPr>
          <p:cNvPr id="2" name="Title 1">
            <a:extLst>
              <a:ext uri="{FF2B5EF4-FFF2-40B4-BE49-F238E27FC236}">
                <a16:creationId xmlns:a16="http://schemas.microsoft.com/office/drawing/2014/main" id="{BB52BE93-86F0-4522-B2FE-C2CD94E7D0A5}"/>
              </a:ext>
            </a:extLst>
          </p:cNvPr>
          <p:cNvSpPr>
            <a:spLocks noGrp="1"/>
          </p:cNvSpPr>
          <p:nvPr>
            <p:ph type="title"/>
          </p:nvPr>
        </p:nvSpPr>
        <p:spPr/>
        <p:txBody>
          <a:bodyPr>
            <a:normAutofit/>
          </a:bodyPr>
          <a:lstStyle/>
          <a:p>
            <a:r>
              <a:rPr lang="en-GB" dirty="0"/>
              <a:t>The comorbidities of PD</a:t>
            </a:r>
          </a:p>
        </p:txBody>
      </p:sp>
      <p:sp>
        <p:nvSpPr>
          <p:cNvPr id="9" name="Text Placeholder 8">
            <a:extLst>
              <a:ext uri="{FF2B5EF4-FFF2-40B4-BE49-F238E27FC236}">
                <a16:creationId xmlns:a16="http://schemas.microsoft.com/office/drawing/2014/main" id="{9643BC00-17B1-48B4-8958-DAB3B87EC4A7}"/>
              </a:ext>
            </a:extLst>
          </p:cNvPr>
          <p:cNvSpPr>
            <a:spLocks noGrp="1"/>
          </p:cNvSpPr>
          <p:nvPr>
            <p:ph type="body" sz="quarter" idx="18"/>
          </p:nvPr>
        </p:nvSpPr>
        <p:spPr/>
        <p:txBody>
          <a:bodyPr/>
          <a:lstStyle/>
          <a:p>
            <a:pPr marL="0" indent="0">
              <a:buNone/>
            </a:pPr>
            <a:r>
              <a:rPr lang="en-GB" dirty="0"/>
              <a:t>**p&lt;0.01, ***p&lt;0.001 versus control individuals; PD=Parkinson’s disease</a:t>
            </a:r>
          </a:p>
          <a:p>
            <a:pPr marL="0" indent="0">
              <a:buNone/>
            </a:pPr>
            <a:endParaRPr lang="en-GB" dirty="0"/>
          </a:p>
          <a:p>
            <a:pPr marL="0" indent="0">
              <a:buNone/>
            </a:pPr>
            <a:r>
              <a:rPr lang="en-GB" dirty="0"/>
              <a:t>McLean et al. BMC </a:t>
            </a:r>
            <a:r>
              <a:rPr lang="en-GB" dirty="0" err="1"/>
              <a:t>Neurol</a:t>
            </a:r>
            <a:r>
              <a:rPr lang="en-GB" dirty="0"/>
              <a:t> 2017;17(1):126</a:t>
            </a:r>
          </a:p>
        </p:txBody>
      </p:sp>
      <p:sp>
        <p:nvSpPr>
          <p:cNvPr id="4" name="Slide Number Placeholder 3">
            <a:extLst>
              <a:ext uri="{FF2B5EF4-FFF2-40B4-BE49-F238E27FC236}">
                <a16:creationId xmlns:a16="http://schemas.microsoft.com/office/drawing/2014/main" id="{C83822F9-1A2D-4B37-B712-4C5868F74D36}"/>
              </a:ext>
            </a:extLst>
          </p:cNvPr>
          <p:cNvSpPr>
            <a:spLocks noGrp="1"/>
          </p:cNvSpPr>
          <p:nvPr>
            <p:ph type="sldNum" sz="quarter" idx="4"/>
          </p:nvPr>
        </p:nvSpPr>
        <p:spPr/>
        <p:txBody>
          <a:bodyPr/>
          <a:lstStyle/>
          <a:p>
            <a:fld id="{6DBC486D-4FAB-B746-8B02-8D7C842291C6}" type="slidenum">
              <a:rPr lang="en-GB" smtClean="0"/>
              <a:t>34</a:t>
            </a:fld>
            <a:endParaRPr lang="en-GB" dirty="0"/>
          </a:p>
        </p:txBody>
      </p:sp>
      <p:graphicFrame>
        <p:nvGraphicFramePr>
          <p:cNvPr id="23" name="Content Placeholder 7">
            <a:extLst>
              <a:ext uri="{FF2B5EF4-FFF2-40B4-BE49-F238E27FC236}">
                <a16:creationId xmlns:a16="http://schemas.microsoft.com/office/drawing/2014/main" id="{BBFA3D66-CA43-4777-AE21-714F5735E5EE}"/>
              </a:ext>
            </a:extLst>
          </p:cNvPr>
          <p:cNvGraphicFramePr>
            <a:graphicFrameLocks/>
          </p:cNvGraphicFramePr>
          <p:nvPr>
            <p:extLst>
              <p:ext uri="{D42A27DB-BD31-4B8C-83A1-F6EECF244321}">
                <p14:modId xmlns:p14="http://schemas.microsoft.com/office/powerpoint/2010/main" val="1339661208"/>
              </p:ext>
            </p:extLst>
          </p:nvPr>
        </p:nvGraphicFramePr>
        <p:xfrm>
          <a:off x="838200" y="1610485"/>
          <a:ext cx="10515600" cy="4485883"/>
        </p:xfrm>
        <a:graphic>
          <a:graphicData uri="http://schemas.openxmlformats.org/drawingml/2006/chart">
            <c:chart xmlns:c="http://schemas.openxmlformats.org/drawingml/2006/chart" xmlns:r="http://schemas.openxmlformats.org/officeDocument/2006/relationships" r:id="rId4"/>
          </a:graphicData>
        </a:graphic>
      </p:graphicFrame>
      <p:sp>
        <p:nvSpPr>
          <p:cNvPr id="24" name="TextBox 23">
            <a:extLst>
              <a:ext uri="{FF2B5EF4-FFF2-40B4-BE49-F238E27FC236}">
                <a16:creationId xmlns:a16="http://schemas.microsoft.com/office/drawing/2014/main" id="{2253E97B-3E0A-460B-933A-2D88CEECBB7B}"/>
              </a:ext>
            </a:extLst>
          </p:cNvPr>
          <p:cNvSpPr txBox="1"/>
          <p:nvPr/>
        </p:nvSpPr>
        <p:spPr>
          <a:xfrm>
            <a:off x="685792" y="1271931"/>
            <a:ext cx="10640898" cy="307777"/>
          </a:xfrm>
          <a:prstGeom prst="rect">
            <a:avLst/>
          </a:prstGeom>
          <a:noFill/>
        </p:spPr>
        <p:txBody>
          <a:bodyPr wrap="square" rtlCol="0">
            <a:spAutoFit/>
          </a:bodyPr>
          <a:lstStyle/>
          <a:p>
            <a:pPr algn="ctr"/>
            <a:r>
              <a:rPr lang="en-GB" sz="1400" b="1" dirty="0">
                <a:solidFill>
                  <a:schemeClr val="accent2">
                    <a:lumMod val="50000"/>
                  </a:schemeClr>
                </a:solidFill>
                <a:latin typeface="Arial" panose="020B0604020202020204" pitchFamily="34" charset="0"/>
                <a:cs typeface="Arial" panose="020B0604020202020204" pitchFamily="34" charset="0"/>
              </a:rPr>
              <a:t>Comorbidity in a sample of 2,640 patients with PD compared with control individuals</a:t>
            </a:r>
          </a:p>
        </p:txBody>
      </p:sp>
      <p:sp>
        <p:nvSpPr>
          <p:cNvPr id="10" name="TextBox 9">
            <a:extLst>
              <a:ext uri="{FF2B5EF4-FFF2-40B4-BE49-F238E27FC236}">
                <a16:creationId xmlns:a16="http://schemas.microsoft.com/office/drawing/2014/main" id="{EBBC5B06-C8B4-DE23-8FBC-D296F145E113}"/>
              </a:ext>
            </a:extLst>
          </p:cNvPr>
          <p:cNvSpPr txBox="1"/>
          <p:nvPr/>
        </p:nvSpPr>
        <p:spPr>
          <a:xfrm>
            <a:off x="4056845" y="5927091"/>
            <a:ext cx="7109138" cy="261610"/>
          </a:xfrm>
          <a:prstGeom prst="rect">
            <a:avLst/>
          </a:prstGeom>
          <a:noFill/>
        </p:spPr>
        <p:txBody>
          <a:bodyPr wrap="square" rtlCol="0">
            <a:spAutoFit/>
          </a:bodyPr>
          <a:lstStyle/>
          <a:p>
            <a:pPr algn="ctr"/>
            <a:r>
              <a:rPr lang="en-GB" sz="1100" b="1" dirty="0">
                <a:solidFill>
                  <a:schemeClr val="tx2"/>
                </a:solidFill>
                <a:latin typeface="Arial" panose="020B0604020202020204" pitchFamily="34" charset="0"/>
                <a:cs typeface="Arial" panose="020B0604020202020204" pitchFamily="34" charset="0"/>
              </a:rPr>
              <a:t>PD versus control risk ratio </a:t>
            </a:r>
          </a:p>
        </p:txBody>
      </p:sp>
      <p:sp>
        <p:nvSpPr>
          <p:cNvPr id="8" name="TextBox 7">
            <a:extLst>
              <a:ext uri="{FF2B5EF4-FFF2-40B4-BE49-F238E27FC236}">
                <a16:creationId xmlns:a16="http://schemas.microsoft.com/office/drawing/2014/main" id="{BC072737-E243-B6E6-1DA9-12D45C700F2C}"/>
              </a:ext>
            </a:extLst>
          </p:cNvPr>
          <p:cNvSpPr txBox="1"/>
          <p:nvPr/>
        </p:nvSpPr>
        <p:spPr>
          <a:xfrm>
            <a:off x="6589528" y="6180196"/>
            <a:ext cx="4851104" cy="507831"/>
          </a:xfrm>
          <a:prstGeom prst="rect">
            <a:avLst/>
          </a:prstGeom>
          <a:noFill/>
        </p:spPr>
        <p:txBody>
          <a:bodyPr wrap="square">
            <a:spAutoFit/>
          </a:bodyPr>
          <a:lstStyle/>
          <a:p>
            <a:pPr fontAlgn="base"/>
            <a:r>
              <a:rPr lang="en-US" sz="900" kern="1200" dirty="0">
                <a:solidFill>
                  <a:srgbClr val="3F1A01"/>
                </a:solidFill>
                <a:effectLst/>
                <a:latin typeface="Arial" panose="020B0604020202020204" pitchFamily="34" charset="0"/>
                <a:ea typeface="Times New Roman" panose="02020603050405020304" pitchFamily="18" charset="0"/>
              </a:rPr>
              <a:t>This work is adapted from ‘</a:t>
            </a:r>
            <a:r>
              <a:rPr lang="en-GB" sz="900" kern="1200" dirty="0">
                <a:solidFill>
                  <a:srgbClr val="3F1A01"/>
                </a:solidFill>
                <a:effectLst/>
                <a:latin typeface="Arial" panose="020B0604020202020204" pitchFamily="34" charset="0"/>
                <a:ea typeface="Times New Roman" panose="02020603050405020304" pitchFamily="18" charset="0"/>
              </a:rPr>
              <a:t>Co-morbidity and polypharmacy in Parkinson’s disease: insights from a large Scottish primary care database</a:t>
            </a:r>
            <a:r>
              <a:rPr lang="en-US" sz="900" kern="1200" dirty="0">
                <a:solidFill>
                  <a:srgbClr val="3F1A01"/>
                </a:solidFill>
                <a:effectLst/>
                <a:latin typeface="Arial" panose="020B0604020202020204" pitchFamily="34" charset="0"/>
                <a:ea typeface="Times New Roman" panose="02020603050405020304" pitchFamily="18" charset="0"/>
              </a:rPr>
              <a:t>' by McLean et al., used under CC-BY. This work is licensed under Creative Commons license CC-BY-SA by The Lundbeck Foundation.</a:t>
            </a:r>
            <a:endParaRPr lang="en-GB" sz="1200" dirty="0">
              <a:solidFill>
                <a:srgbClr val="000000"/>
              </a:solidFill>
              <a:effectLst/>
              <a:latin typeface="Times New Roman" panose="02020603050405020304" pitchFamily="18" charset="0"/>
              <a:ea typeface="Times New Roman" panose="02020603050405020304" pitchFamily="18" charset="0"/>
            </a:endParaRPr>
          </a:p>
        </p:txBody>
      </p:sp>
    </p:spTree>
    <p:custDataLst>
      <p:tags r:id="rId1"/>
    </p:custDataLst>
    <p:extLst>
      <p:ext uri="{BB962C8B-B14F-4D97-AF65-F5344CB8AC3E}">
        <p14:creationId xmlns:p14="http://schemas.microsoft.com/office/powerpoint/2010/main" val="39334637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092B5CA-B317-3DC4-3FCE-895BE01E0729}"/>
              </a:ext>
            </a:extLst>
          </p:cNvPr>
          <p:cNvSpPr>
            <a:spLocks noGrp="1"/>
          </p:cNvSpPr>
          <p:nvPr>
            <p:ph type="body" sz="quarter" idx="17"/>
          </p:nvPr>
        </p:nvSpPr>
        <p:spPr/>
        <p:txBody>
          <a:bodyPr/>
          <a:lstStyle/>
          <a:p>
            <a:r>
              <a:rPr lang="en-GB" dirty="0"/>
              <a:t>Parkinson’s disease – </a:t>
            </a:r>
            <a:r>
              <a:rPr lang="en-US" dirty="0"/>
              <a:t>Non-motor symptom complex and comorbidities</a:t>
            </a:r>
          </a:p>
        </p:txBody>
      </p:sp>
      <p:sp>
        <p:nvSpPr>
          <p:cNvPr id="3" name="Title 2">
            <a:extLst>
              <a:ext uri="{FF2B5EF4-FFF2-40B4-BE49-F238E27FC236}">
                <a16:creationId xmlns:a16="http://schemas.microsoft.com/office/drawing/2014/main" id="{C9971CB6-3865-1534-1667-D2A85183D897}"/>
              </a:ext>
            </a:extLst>
          </p:cNvPr>
          <p:cNvSpPr>
            <a:spLocks noGrp="1"/>
          </p:cNvSpPr>
          <p:nvPr>
            <p:ph type="title"/>
          </p:nvPr>
        </p:nvSpPr>
        <p:spPr/>
        <p:txBody>
          <a:bodyPr/>
          <a:lstStyle/>
          <a:p>
            <a:r>
              <a:rPr lang="en-GB" dirty="0"/>
              <a:t>Frailty in people with Parkinson’s disease</a:t>
            </a:r>
          </a:p>
        </p:txBody>
      </p:sp>
      <p:sp>
        <p:nvSpPr>
          <p:cNvPr id="4" name="Content Placeholder 3">
            <a:extLst>
              <a:ext uri="{FF2B5EF4-FFF2-40B4-BE49-F238E27FC236}">
                <a16:creationId xmlns:a16="http://schemas.microsoft.com/office/drawing/2014/main" id="{A90C5569-F73C-FFB9-DB8D-F2932826112D}"/>
              </a:ext>
            </a:extLst>
          </p:cNvPr>
          <p:cNvSpPr>
            <a:spLocks noGrp="1"/>
          </p:cNvSpPr>
          <p:nvPr>
            <p:ph idx="19"/>
          </p:nvPr>
        </p:nvSpPr>
        <p:spPr/>
        <p:txBody>
          <a:bodyPr/>
          <a:lstStyle/>
          <a:p>
            <a:r>
              <a:rPr lang="en-US" dirty="0"/>
              <a:t>Frailty can be defined as a syndrome of loss of physiological reserve which confers greater vulnerability to negative health outcomes</a:t>
            </a:r>
            <a:r>
              <a:rPr lang="en-GB" baseline="30000" dirty="0"/>
              <a:t>1</a:t>
            </a:r>
            <a:endParaRPr lang="en-GB" dirty="0"/>
          </a:p>
          <a:p>
            <a:r>
              <a:rPr lang="en-GB" dirty="0"/>
              <a:t>Frailty, broadly defined, is seen in between 29–67% of people with PD</a:t>
            </a:r>
            <a:r>
              <a:rPr lang="en-GB" baseline="30000" dirty="0"/>
              <a:t>1</a:t>
            </a:r>
            <a:endParaRPr lang="en-GB" dirty="0"/>
          </a:p>
          <a:p>
            <a:r>
              <a:rPr lang="en-GB" dirty="0"/>
              <a:t>A component of frailty is </a:t>
            </a:r>
            <a:r>
              <a:rPr lang="en-US" dirty="0"/>
              <a:t>sarcopenia – by low muscle strength – which is sometimes seen in people with PD</a:t>
            </a:r>
            <a:r>
              <a:rPr lang="en-US" baseline="30000" dirty="0"/>
              <a:t>1,2</a:t>
            </a:r>
            <a:endParaRPr lang="en-GB" dirty="0"/>
          </a:p>
          <a:p>
            <a:r>
              <a:rPr lang="en-GB" dirty="0"/>
              <a:t>In people with PD, frailty and comorbidity/multimorbidity can interact  alongside polypharmacy resulting in </a:t>
            </a:r>
            <a:r>
              <a:rPr lang="en-GB" b="1" dirty="0"/>
              <a:t>greater deterioration in function </a:t>
            </a:r>
            <a:r>
              <a:rPr lang="en-GB" dirty="0"/>
              <a:t>than would otherwise be expected</a:t>
            </a:r>
            <a:r>
              <a:rPr lang="en-GB" baseline="30000" dirty="0"/>
              <a:t>1</a:t>
            </a:r>
            <a:endParaRPr lang="en-GB" dirty="0"/>
          </a:p>
          <a:p>
            <a:r>
              <a:rPr lang="en-GB" dirty="0"/>
              <a:t>In caring for older people, including people with PD, clinicians should be mindful of frailty, and consider preventing and managing common conditions associated with age </a:t>
            </a:r>
            <a:r>
              <a:rPr lang="en-US" dirty="0"/>
              <a:t>(e.g., falls, delirium, weight loss, sarcopenia, impaired mobility, and incontinence)</a:t>
            </a:r>
            <a:r>
              <a:rPr lang="en-US" baseline="30000" dirty="0"/>
              <a:t>3</a:t>
            </a:r>
            <a:endParaRPr lang="en-GB" dirty="0"/>
          </a:p>
        </p:txBody>
      </p:sp>
      <p:sp>
        <p:nvSpPr>
          <p:cNvPr id="5" name="Text Placeholder 4">
            <a:extLst>
              <a:ext uri="{FF2B5EF4-FFF2-40B4-BE49-F238E27FC236}">
                <a16:creationId xmlns:a16="http://schemas.microsoft.com/office/drawing/2014/main" id="{675CD04A-8B99-C837-C03E-46DF8AC895AD}"/>
              </a:ext>
            </a:extLst>
          </p:cNvPr>
          <p:cNvSpPr>
            <a:spLocks noGrp="1"/>
          </p:cNvSpPr>
          <p:nvPr>
            <p:ph type="body" sz="quarter" idx="18"/>
          </p:nvPr>
        </p:nvSpPr>
        <p:spPr/>
        <p:txBody>
          <a:bodyPr/>
          <a:lstStyle/>
          <a:p>
            <a:r>
              <a:rPr lang="en-GB" dirty="0"/>
              <a:t>PD=Parkinson’s disease</a:t>
            </a:r>
          </a:p>
          <a:p>
            <a:endParaRPr lang="en-GB" dirty="0"/>
          </a:p>
          <a:p>
            <a:r>
              <a:rPr lang="en-GB" dirty="0"/>
              <a:t>1. Tenison &amp; Henderson. J </a:t>
            </a:r>
            <a:r>
              <a:rPr lang="en-GB" dirty="0" err="1"/>
              <a:t>Parkinsons</a:t>
            </a:r>
            <a:r>
              <a:rPr lang="en-GB" dirty="0"/>
              <a:t> Dis 2020;10(s1):S85–S91; 2. Tan et al. Parkinsonism </a:t>
            </a:r>
            <a:r>
              <a:rPr lang="en-GB" dirty="0" err="1"/>
              <a:t>Relat</a:t>
            </a:r>
            <a:r>
              <a:rPr lang="en-GB" dirty="0"/>
              <a:t> </a:t>
            </a:r>
            <a:r>
              <a:rPr lang="en-GB" dirty="0" err="1"/>
              <a:t>Disord</a:t>
            </a:r>
            <a:r>
              <a:rPr lang="en-GB" dirty="0"/>
              <a:t> 2018;56:58–64; 3. </a:t>
            </a:r>
            <a:r>
              <a:rPr lang="en-GB" dirty="0" err="1"/>
              <a:t>Canevelli</a:t>
            </a:r>
            <a:r>
              <a:rPr lang="en-GB" dirty="0"/>
              <a:t> et al. Lancet </a:t>
            </a:r>
            <a:r>
              <a:rPr lang="en-GB" dirty="0" err="1"/>
              <a:t>Neurol</a:t>
            </a:r>
            <a:r>
              <a:rPr lang="en-GB" dirty="0"/>
              <a:t> 2024;23(11):1147–1157</a:t>
            </a:r>
          </a:p>
        </p:txBody>
      </p:sp>
      <p:sp>
        <p:nvSpPr>
          <p:cNvPr id="6" name="Slide Number Placeholder 5">
            <a:extLst>
              <a:ext uri="{FF2B5EF4-FFF2-40B4-BE49-F238E27FC236}">
                <a16:creationId xmlns:a16="http://schemas.microsoft.com/office/drawing/2014/main" id="{5AEC4586-9DAA-BDA1-8498-81E6ED1A1C62}"/>
              </a:ext>
            </a:extLst>
          </p:cNvPr>
          <p:cNvSpPr>
            <a:spLocks noGrp="1"/>
          </p:cNvSpPr>
          <p:nvPr>
            <p:ph type="sldNum" sz="quarter" idx="4"/>
          </p:nvPr>
        </p:nvSpPr>
        <p:spPr/>
        <p:txBody>
          <a:bodyPr/>
          <a:lstStyle/>
          <a:p>
            <a:fld id="{6DBC486D-4FAB-B746-8B02-8D7C842291C6}" type="slidenum">
              <a:rPr lang="en-US" smtClean="0"/>
              <a:pPr/>
              <a:t>35</a:t>
            </a:fld>
            <a:endParaRPr lang="en-US" dirty="0"/>
          </a:p>
        </p:txBody>
      </p:sp>
    </p:spTree>
    <p:extLst>
      <p:ext uri="{BB962C8B-B14F-4D97-AF65-F5344CB8AC3E}">
        <p14:creationId xmlns:p14="http://schemas.microsoft.com/office/powerpoint/2010/main" val="182704079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chor="b">
            <a:normAutofit/>
          </a:bodyPr>
          <a:lstStyle/>
          <a:p>
            <a:r>
              <a:rPr lang="en-GB" sz="2900" dirty="0"/>
              <a:t>Improved awareness and understanding of the relationship between non-motor symptoms, disability, and quality of life will encourage a multidisciplinary approach to patient care</a:t>
            </a:r>
          </a:p>
        </p:txBody>
      </p:sp>
      <p:sp>
        <p:nvSpPr>
          <p:cNvPr id="9" name="Text Placeholder 8"/>
          <p:cNvSpPr>
            <a:spLocks noGrp="1"/>
          </p:cNvSpPr>
          <p:nvPr>
            <p:ph type="body" idx="1"/>
          </p:nvPr>
        </p:nvSpPr>
        <p:spPr/>
        <p:txBody>
          <a:bodyPr>
            <a:normAutofit/>
          </a:bodyPr>
          <a:lstStyle/>
          <a:p>
            <a:r>
              <a:rPr lang="nl-NL"/>
              <a:t>Duncan et al. Mov Disord 2014;29(2):195–202</a:t>
            </a:r>
            <a:endParaRPr lang="en-GB" dirty="0"/>
          </a:p>
        </p:txBody>
      </p:sp>
      <p:sp>
        <p:nvSpPr>
          <p:cNvPr id="4" name="Slide Number Placeholder 3"/>
          <p:cNvSpPr>
            <a:spLocks noGrp="1"/>
          </p:cNvSpPr>
          <p:nvPr>
            <p:ph type="sldNum" sz="quarter" idx="4"/>
          </p:nvPr>
        </p:nvSpPr>
        <p:spPr/>
        <p:txBody>
          <a:bodyPr anchor="t">
            <a:normAutofit/>
          </a:bodyPr>
          <a:lstStyle/>
          <a:p>
            <a:pPr>
              <a:spcAft>
                <a:spcPts val="600"/>
              </a:spcAft>
            </a:pPr>
            <a:fld id="{6DBC486D-4FAB-B746-8B02-8D7C842291C6}" type="slidenum">
              <a:rPr lang="en-GB" smtClean="0"/>
              <a:pPr>
                <a:spcAft>
                  <a:spcPts val="600"/>
                </a:spcAft>
              </a:pPr>
              <a:t>36</a:t>
            </a:fld>
            <a:endParaRPr lang="en-GB"/>
          </a:p>
        </p:txBody>
      </p:sp>
    </p:spTree>
    <p:custDataLst>
      <p:tags r:id="rId1"/>
    </p:custDataLst>
    <p:extLst>
      <p:ext uri="{BB962C8B-B14F-4D97-AF65-F5344CB8AC3E}">
        <p14:creationId xmlns:p14="http://schemas.microsoft.com/office/powerpoint/2010/main" val="113176923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283398A-B45B-3B34-ADC0-CF30248D6676}"/>
              </a:ext>
            </a:extLst>
          </p:cNvPr>
          <p:cNvSpPr>
            <a:spLocks noGrp="1"/>
          </p:cNvSpPr>
          <p:nvPr>
            <p:ph type="title"/>
          </p:nvPr>
        </p:nvSpPr>
        <p:spPr/>
        <p:txBody>
          <a:bodyPr/>
          <a:lstStyle/>
          <a:p>
            <a:r>
              <a:rPr lang="en-GB" dirty="0"/>
              <a:t>Summary</a:t>
            </a:r>
          </a:p>
        </p:txBody>
      </p:sp>
      <p:sp>
        <p:nvSpPr>
          <p:cNvPr id="6" name="Text Placeholder 5">
            <a:extLst>
              <a:ext uri="{FF2B5EF4-FFF2-40B4-BE49-F238E27FC236}">
                <a16:creationId xmlns:a16="http://schemas.microsoft.com/office/drawing/2014/main" id="{AD7F377A-0BD2-3263-2627-DD21F14F417E}"/>
              </a:ext>
            </a:extLst>
          </p:cNvPr>
          <p:cNvSpPr>
            <a:spLocks noGrp="1"/>
          </p:cNvSpPr>
          <p:nvPr>
            <p:ph type="body" idx="1"/>
          </p:nvPr>
        </p:nvSpPr>
        <p:spPr/>
        <p:txBody>
          <a:bodyPr/>
          <a:lstStyle/>
          <a:p>
            <a:endParaRPr lang="en-GB"/>
          </a:p>
        </p:txBody>
      </p:sp>
    </p:spTree>
    <p:extLst>
      <p:ext uri="{BB962C8B-B14F-4D97-AF65-F5344CB8AC3E}">
        <p14:creationId xmlns:p14="http://schemas.microsoft.com/office/powerpoint/2010/main" val="217158388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3C805818-425B-1E7E-7EF3-4DFC424B8118}"/>
              </a:ext>
            </a:extLst>
          </p:cNvPr>
          <p:cNvSpPr>
            <a:spLocks noGrp="1"/>
          </p:cNvSpPr>
          <p:nvPr>
            <p:ph type="body" sz="quarter" idx="17"/>
          </p:nvPr>
        </p:nvSpPr>
        <p:spPr/>
        <p:txBody>
          <a:bodyPr/>
          <a:lstStyle/>
          <a:p>
            <a:r>
              <a:rPr lang="en-GB" dirty="0"/>
              <a:t>Parkinson’s disease – </a:t>
            </a:r>
            <a:r>
              <a:rPr lang="en-US" dirty="0"/>
              <a:t>Non-motor symptom complex and comorbidities</a:t>
            </a:r>
          </a:p>
        </p:txBody>
      </p:sp>
      <p:sp>
        <p:nvSpPr>
          <p:cNvPr id="5" name="Title 4">
            <a:extLst>
              <a:ext uri="{FF2B5EF4-FFF2-40B4-BE49-F238E27FC236}">
                <a16:creationId xmlns:a16="http://schemas.microsoft.com/office/drawing/2014/main" id="{CD31CEDC-4307-F684-BE1C-0479D2B0A7B1}"/>
              </a:ext>
            </a:extLst>
          </p:cNvPr>
          <p:cNvSpPr>
            <a:spLocks noGrp="1"/>
          </p:cNvSpPr>
          <p:nvPr>
            <p:ph type="title"/>
          </p:nvPr>
        </p:nvSpPr>
        <p:spPr/>
        <p:txBody>
          <a:bodyPr/>
          <a:lstStyle/>
          <a:p>
            <a:r>
              <a:rPr lang="en-GB" dirty="0"/>
              <a:t>Summary</a:t>
            </a:r>
          </a:p>
        </p:txBody>
      </p:sp>
      <p:sp>
        <p:nvSpPr>
          <p:cNvPr id="8" name="Content Placeholder 7">
            <a:extLst>
              <a:ext uri="{FF2B5EF4-FFF2-40B4-BE49-F238E27FC236}">
                <a16:creationId xmlns:a16="http://schemas.microsoft.com/office/drawing/2014/main" id="{AAFA78A4-E9FA-4774-B02A-E13280B317F3}"/>
              </a:ext>
            </a:extLst>
          </p:cNvPr>
          <p:cNvSpPr>
            <a:spLocks noGrp="1"/>
          </p:cNvSpPr>
          <p:nvPr>
            <p:ph idx="19"/>
          </p:nvPr>
        </p:nvSpPr>
        <p:spPr/>
        <p:txBody>
          <a:bodyPr/>
          <a:lstStyle/>
          <a:p>
            <a:r>
              <a:rPr lang="en-US" sz="1600" dirty="0">
                <a:solidFill>
                  <a:schemeClr val="tx1"/>
                </a:solidFill>
              </a:rPr>
              <a:t>The non-motor symptoms of PD have a significant negative impact on the quality of life of patients with PD, in some cases exceeding the impact of motor symptoms</a:t>
            </a:r>
            <a:endParaRPr lang="en-GB" sz="1600" dirty="0">
              <a:solidFill>
                <a:schemeClr val="tx1"/>
              </a:solidFill>
            </a:endParaRPr>
          </a:p>
          <a:p>
            <a:r>
              <a:rPr lang="en-GB" sz="1600" dirty="0"/>
              <a:t>MCI is common in non-demented patients with PD, associated with increasing age, disease duration, disease </a:t>
            </a:r>
            <a:r>
              <a:rPr lang="en-GB" sz="1600" dirty="0">
                <a:solidFill>
                  <a:schemeClr val="tx1"/>
                </a:solidFill>
              </a:rPr>
              <a:t>severity, and neurodegenerative co-pathologies (e.g., Alzheimer’s disease)</a:t>
            </a:r>
            <a:endParaRPr lang="en-GB" dirty="0">
              <a:solidFill>
                <a:schemeClr val="tx1"/>
              </a:solidFill>
            </a:endParaRPr>
          </a:p>
          <a:p>
            <a:r>
              <a:rPr lang="en-GB" sz="1600" dirty="0"/>
              <a:t>Many different mood disorders are common among peop</a:t>
            </a:r>
            <a:r>
              <a:rPr lang="en-GB" dirty="0"/>
              <a:t>le with PD, including </a:t>
            </a:r>
            <a:r>
              <a:rPr lang="en-GB" sz="1600" dirty="0"/>
              <a:t>depression, anxiety, apathy, and psychosis</a:t>
            </a:r>
          </a:p>
          <a:p>
            <a:r>
              <a:rPr lang="en-GB" dirty="0"/>
              <a:t>People with PD commonly also have gastrointestinal problems, speech problems, sleep disturbances, pain, and orthostatic hypotension</a:t>
            </a:r>
          </a:p>
          <a:p>
            <a:r>
              <a:rPr lang="en-US" sz="1600" dirty="0"/>
              <a:t>The relationship between non-motor symptoms, disability, and quality of life reinforces the importance of taking a multidisciplinary approach to patient care</a:t>
            </a:r>
            <a:endParaRPr lang="en-GB" sz="1600" dirty="0"/>
          </a:p>
        </p:txBody>
      </p:sp>
      <p:sp>
        <p:nvSpPr>
          <p:cNvPr id="7" name="Text Placeholder 6">
            <a:extLst>
              <a:ext uri="{FF2B5EF4-FFF2-40B4-BE49-F238E27FC236}">
                <a16:creationId xmlns:a16="http://schemas.microsoft.com/office/drawing/2014/main" id="{81CADADD-7C8A-EE92-54E2-04CE82C1DDE0}"/>
              </a:ext>
            </a:extLst>
          </p:cNvPr>
          <p:cNvSpPr>
            <a:spLocks noGrp="1"/>
          </p:cNvSpPr>
          <p:nvPr>
            <p:ph type="body" sz="quarter" idx="18"/>
          </p:nvPr>
        </p:nvSpPr>
        <p:spPr/>
        <p:txBody>
          <a:bodyPr/>
          <a:lstStyle/>
          <a:p>
            <a:r>
              <a:rPr lang="en-GB" dirty="0"/>
              <a:t>MCI=mild cognitive impairment; PD=Parkinson’s disease</a:t>
            </a:r>
          </a:p>
        </p:txBody>
      </p:sp>
      <p:sp>
        <p:nvSpPr>
          <p:cNvPr id="4" name="Slide Number Placeholder 3">
            <a:extLst>
              <a:ext uri="{FF2B5EF4-FFF2-40B4-BE49-F238E27FC236}">
                <a16:creationId xmlns:a16="http://schemas.microsoft.com/office/drawing/2014/main" id="{C11A8D49-97A4-2352-1C75-5F0D4D3E3A77}"/>
              </a:ext>
            </a:extLst>
          </p:cNvPr>
          <p:cNvSpPr>
            <a:spLocks noGrp="1"/>
          </p:cNvSpPr>
          <p:nvPr>
            <p:ph type="sldNum" sz="quarter" idx="4"/>
          </p:nvPr>
        </p:nvSpPr>
        <p:spPr/>
        <p:txBody>
          <a:bodyPr/>
          <a:lstStyle/>
          <a:p>
            <a:fld id="{6DBC486D-4FAB-B746-8B02-8D7C842291C6}" type="slidenum">
              <a:rPr lang="en-US" smtClean="0"/>
              <a:pPr/>
              <a:t>38</a:t>
            </a:fld>
            <a:endParaRPr lang="en-US" dirty="0"/>
          </a:p>
        </p:txBody>
      </p:sp>
    </p:spTree>
    <p:extLst>
      <p:ext uri="{BB962C8B-B14F-4D97-AF65-F5344CB8AC3E}">
        <p14:creationId xmlns:p14="http://schemas.microsoft.com/office/powerpoint/2010/main" val="341504217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OFFICE THEME" val="hnd7Q9FW"/>
  <p:tag name="ARTICULATE_DESIGN_ID_4_LB THEME 4" val="2PqMxh8I"/>
  <p:tag name="ARTICULATE_SLIDE_COUNT" val="36"/>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Neurotorium - PowerPoint-Skabelon - 2022-01-28">
  <a:themeElements>
    <a:clrScheme name="Neurotorium - Light Brown">
      <a:dk1>
        <a:srgbClr val="3F1A01"/>
      </a:dk1>
      <a:lt1>
        <a:srgbClr val="FFFFFF"/>
      </a:lt1>
      <a:dk2>
        <a:srgbClr val="1A1A17"/>
      </a:dk2>
      <a:lt2>
        <a:srgbClr val="F0F0F0"/>
      </a:lt2>
      <a:accent1>
        <a:srgbClr val="717171"/>
      </a:accent1>
      <a:accent2>
        <a:srgbClr val="B59E5F"/>
      </a:accent2>
      <a:accent3>
        <a:srgbClr val="99B3A8"/>
      </a:accent3>
      <a:accent4>
        <a:srgbClr val="B2A499"/>
      </a:accent4>
      <a:accent5>
        <a:srgbClr val="7B9CBB"/>
      </a:accent5>
      <a:accent6>
        <a:srgbClr val="DADADA"/>
      </a:accent6>
      <a:hlink>
        <a:srgbClr val="B59E5F"/>
      </a:hlink>
      <a:folHlink>
        <a:srgbClr val="DADADA"/>
      </a:folHlink>
    </a:clrScheme>
    <a:fontScheme name="Neurotorium">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Neurotorium - PowerPoint-Skabelon - Med slideeksempler" id="{B125BEC1-C9EF-40C8-ADC3-5EA0EC0C5B61}" vid="{3E446576-775D-4049-A944-33D0490B24B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7F94E50-E266-456D-97EF-5CDE5E45214A}">
  <we:reference id="e3b93a0b-ccfa-4110-a55c-43ea778c55ae" version="2.0.0.0" store="EXCatalog" storeType="EXCatalog"/>
  <we:alternateReferences>
    <we:reference id="WA200003915" version="2.0.0.0" store="en-GB"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28627d7c-4416-4bc1-86cf-ca6c3a42a8f2">
      <Terms xmlns="http://schemas.microsoft.com/office/infopath/2007/PartnerControls"/>
    </lcf76f155ced4ddcb4097134ff3c332f>
    <TaxCatchAll xmlns="08562aa6-c0ad-4fb9-8a82-15409d3a28b4"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62B393518E922946AD600E2E02326B8A" ma:contentTypeVersion="15" ma:contentTypeDescription="Create a new document." ma:contentTypeScope="" ma:versionID="f3e46bd671af22874b8b36d04e1c77ea">
  <xsd:schema xmlns:xsd="http://www.w3.org/2001/XMLSchema" xmlns:xs="http://www.w3.org/2001/XMLSchema" xmlns:p="http://schemas.microsoft.com/office/2006/metadata/properties" xmlns:ns2="28627d7c-4416-4bc1-86cf-ca6c3a42a8f2" xmlns:ns3="08562aa6-c0ad-4fb9-8a82-15409d3a28b4" targetNamespace="http://schemas.microsoft.com/office/2006/metadata/properties" ma:root="true" ma:fieldsID="9f69a753dd815c958e9a0d3771e06274" ns2:_="" ns3:_="">
    <xsd:import namespace="28627d7c-4416-4bc1-86cf-ca6c3a42a8f2"/>
    <xsd:import namespace="08562aa6-c0ad-4fb9-8a82-15409d3a28b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Location" minOccurs="0"/>
                <xsd:element ref="ns2:MediaServiceOCR" minOccurs="0"/>
                <xsd:element ref="ns2:MediaServiceGenerationTime" minOccurs="0"/>
                <xsd:element ref="ns2:MediaServiceEventHashCode" minOccurs="0"/>
                <xsd:element ref="ns2:MediaLengthInSecond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8627d7c-4416-4bc1-86cf-ca6c3a42a8f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fe078bdb-18a8-4b38-96d3-955d15450c4a"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Location" ma:index="16" nillable="true" ma:displayName="Location" ma:indexed="true" ma:internalName="MediaServiceLocation"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08562aa6-c0ad-4fb9-8a82-15409d3a28b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4" nillable="true" ma:displayName="Taxonomy Catch All Column" ma:hidden="true" ma:list="{61de0876-55d8-41bd-b4f0-ce3da1a25b06}" ma:internalName="TaxCatchAll" ma:showField="CatchAllData" ma:web="08562aa6-c0ad-4fb9-8a82-15409d3a28b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ED998F7-46F1-4EDE-86F7-E5B9C2DE4356}">
  <ds:schemaRefs>
    <ds:schemaRef ds:uri="http://schemas.microsoft.com/sharepoint/v3/contenttype/forms"/>
  </ds:schemaRefs>
</ds:datastoreItem>
</file>

<file path=customXml/itemProps2.xml><?xml version="1.0" encoding="utf-8"?>
<ds:datastoreItem xmlns:ds="http://schemas.openxmlformats.org/officeDocument/2006/customXml" ds:itemID="{EF36A17B-9D11-4EA6-A4C4-7F87D8E9CBE4}">
  <ds:schemaRefs>
    <ds:schemaRef ds:uri="http://schemas.microsoft.com/office/2006/documentManagement/types"/>
    <ds:schemaRef ds:uri="08562aa6-c0ad-4fb9-8a82-15409d3a28b4"/>
    <ds:schemaRef ds:uri="http://purl.org/dc/terms/"/>
    <ds:schemaRef ds:uri="http://schemas.openxmlformats.org/package/2006/metadata/core-properties"/>
    <ds:schemaRef ds:uri="http://schemas.microsoft.com/office/2006/metadata/properties"/>
    <ds:schemaRef ds:uri="http://purl.org/dc/dcmitype/"/>
    <ds:schemaRef ds:uri="http://schemas.microsoft.com/office/infopath/2007/PartnerControls"/>
    <ds:schemaRef ds:uri="http://www.w3.org/XML/1998/namespace"/>
    <ds:schemaRef ds:uri="http://purl.org/dc/elements/1.1/"/>
    <ds:schemaRef ds:uri="28627d7c-4416-4bc1-86cf-ca6c3a42a8f2"/>
  </ds:schemaRefs>
</ds:datastoreItem>
</file>

<file path=customXml/itemProps3.xml><?xml version="1.0" encoding="utf-8"?>
<ds:datastoreItem xmlns:ds="http://schemas.openxmlformats.org/officeDocument/2006/customXml" ds:itemID="{48445928-39D4-4E10-8F35-F7F95607E5B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8627d7c-4416-4bc1-86cf-ca6c3a42a8f2"/>
    <ds:schemaRef ds:uri="08562aa6-c0ad-4fb9-8a82-15409d3a28b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Neurotorium - PowerPoint-Skabelon - 2022-01-28</Template>
  <TotalTime>50303</TotalTime>
  <Words>16948</Words>
  <Application>Microsoft Office PowerPoint</Application>
  <PresentationFormat>Widescreen</PresentationFormat>
  <Paragraphs>878</Paragraphs>
  <Slides>38</Slides>
  <Notes>38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38</vt:i4>
      </vt:variant>
    </vt:vector>
  </HeadingPairs>
  <TitlesOfParts>
    <vt:vector size="43" baseType="lpstr">
      <vt:lpstr>Arial</vt:lpstr>
      <vt:lpstr>Arial</vt:lpstr>
      <vt:lpstr>Calibri</vt:lpstr>
      <vt:lpstr>Times New Roman</vt:lpstr>
      <vt:lpstr>Neurotorium - PowerPoint-Skabelon - 2022-01-28</vt:lpstr>
      <vt:lpstr>PowerPoint Presentation</vt:lpstr>
      <vt:lpstr>Non-motor symptom complex of Parkinson’s disease</vt:lpstr>
      <vt:lpstr>Non-motor symptoms common in Parkinson’s disease</vt:lpstr>
      <vt:lpstr>The impact of non-motor symptoms on quality of life</vt:lpstr>
      <vt:lpstr>Cognitive symptoms of Parkinson’s disease</vt:lpstr>
      <vt:lpstr>Cognition and cognitive impairment in Parkinson’s disease</vt:lpstr>
      <vt:lpstr>MDS diagnostic criteria for MCI in Parkinson’s disease</vt:lpstr>
      <vt:lpstr>Prevalence of MCI in patients with Parkinson’s disease</vt:lpstr>
      <vt:lpstr>Diagnostic criteria for dementia in Parkinson’s disease</vt:lpstr>
      <vt:lpstr>Management of cognitive symptoms in Parkinson’s disease</vt:lpstr>
      <vt:lpstr>Cognitive impairment specifically contributes to poorer quality of life, even in early Parkinson’s disease</vt:lpstr>
      <vt:lpstr>Mood disorders</vt:lpstr>
      <vt:lpstr>The spectrum of mood disorders in Parkinson’s disease</vt:lpstr>
      <vt:lpstr>Depression in Parkinson’s disease</vt:lpstr>
      <vt:lpstr>Anxiety in Parkinson’s disease</vt:lpstr>
      <vt:lpstr>Apathy in Parkinson’s disease</vt:lpstr>
      <vt:lpstr>Psychosis and Parkinson’s disease</vt:lpstr>
      <vt:lpstr>Psychosis and Parkinson’s disease</vt:lpstr>
      <vt:lpstr>Prevalence of psychosis in patients with Parkinson’s disease</vt:lpstr>
      <vt:lpstr>The conflict of treating psychosis in Parkinson’s disease</vt:lpstr>
      <vt:lpstr>Other important non-motor symptoms</vt:lpstr>
      <vt:lpstr>Gastrointestinal symptoms</vt:lpstr>
      <vt:lpstr>Speech problems</vt:lpstr>
      <vt:lpstr>Swallowing problems (dysphagia)</vt:lpstr>
      <vt:lpstr>Sleep disturbances</vt:lpstr>
      <vt:lpstr>Pain</vt:lpstr>
      <vt:lpstr>Neurogenic orthostatic hypotension</vt:lpstr>
      <vt:lpstr>Postural/orthostatic hypotension</vt:lpstr>
      <vt:lpstr>Symptoms of orthostatic hypotension</vt:lpstr>
      <vt:lpstr>Patient impact of neurogenic orthostatic hypotension</vt:lpstr>
      <vt:lpstr>Falls and fear of falling in patients with Parkinson’s disease</vt:lpstr>
      <vt:lpstr>Management of neurogenic orthostatic hypotension</vt:lpstr>
      <vt:lpstr>Comorbidities of PD</vt:lpstr>
      <vt:lpstr>The comorbidities of PD</vt:lpstr>
      <vt:lpstr>Frailty in people with Parkinson’s disease</vt:lpstr>
      <vt:lpstr>Improved awareness and understanding of the relationship between non-motor symptoms, disability, and quality of life will encourage a multidisciplinary approach to patient care</vt:lpstr>
      <vt:lpstr>Summary</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Christopher Edge</dc:creator>
  <cp:lastModifiedBy>Chris Edge</cp:lastModifiedBy>
  <cp:revision>1125</cp:revision>
  <cp:lastPrinted>2019-10-31T16:17:56Z</cp:lastPrinted>
  <dcterms:created xsi:type="dcterms:W3CDTF">2017-01-23T14:24:15Z</dcterms:created>
  <dcterms:modified xsi:type="dcterms:W3CDTF">2025-03-05T15:56:42Z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22F1878B-BB30-4532-ADB5-F0F0366D8E04</vt:lpwstr>
  </property>
  <property fmtid="{D5CDD505-2E9C-101B-9397-08002B2CF9AE}" pid="3" name="ArticulatePath">
    <vt:lpwstr>5 - Non-motor symptom complex and comorbidities - cognition 17-Jan-18</vt:lpwstr>
  </property>
  <property fmtid="{D5CDD505-2E9C-101B-9397-08002B2CF9AE}" pid="4" name="ContentTypeId">
    <vt:lpwstr>0x01010062B393518E922946AD600E2E02326B8A</vt:lpwstr>
  </property>
  <property fmtid="{D5CDD505-2E9C-101B-9397-08002B2CF9AE}" pid="5" name="MediaServiceImageTags">
    <vt:lpwstr/>
  </property>
</Properties>
</file>